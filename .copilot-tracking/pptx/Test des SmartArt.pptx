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 id="2584" r:id="rId25"/>
    <p:sldId id="2585" r:id="rId26"/>
    <p:sldId id="2586" r:id="rId27"/>
    <p:sldId id="2587" r:id="rId28"/>
    <p:sldId id="2588" r:id="rId29"/>
    <p:sldId id="2589" r:id="rId30"/>
    <p:sldId id="2590" r:id="rId31"/>
    <p:sldId id="2591"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imaginative : exemples de tous les types de SmartArt disponibles" id="{1EEDDDC3-47C3-44C8-8D77-A23E2FE6E0FA}">
          <p14:sldIdLst>
            <p14:sldId id="2561"/>
            <p14:sldId id="2562"/>
          </p14:sldIdLst>
        </p14:section>
        <p14:section name="Les SmartArt de type « Liste »" id="{F39739BB-FD4A-467B-94B1-F2C6108B1DF5}">
          <p14:sldIdLst>
            <p14:sldId id="2563"/>
            <p14:sldId id="2564"/>
            <p14:sldId id="2565"/>
            <p14:sldId id="2566"/>
          </p14:sldIdLst>
        </p14:section>
        <p14:section name="Les SmartArt de type « Processus »" id="{4DE22710-B736-4AF9-9840-7279D2691089}">
          <p14:sldIdLst>
            <p14:sldId id="2567"/>
            <p14:sldId id="2568"/>
            <p14:sldId id="2569"/>
            <p14:sldId id="2570"/>
          </p14:sldIdLst>
        </p14:section>
        <p14:section name="Les SmartArt de type « Cycle »" id="{71A9292B-BEBC-444B-8517-A4D02072143D}">
          <p14:sldIdLst>
            <p14:sldId id="2571"/>
            <p14:sldId id="2572"/>
            <p14:sldId id="2573"/>
            <p14:sldId id="2574"/>
          </p14:sldIdLst>
        </p14:section>
        <p14:section name="Les SmartArt de type « Hiérarchie »" id="{E1876114-2D74-4DF2-8875-D6B799465FB2}">
          <p14:sldIdLst>
            <p14:sldId id="2575"/>
            <p14:sldId id="2576"/>
            <p14:sldId id="2577"/>
            <p14:sldId id="2578"/>
          </p14:sldIdLst>
        </p14:section>
        <p14:section name="Les SmartArt de type « Relation »" id="{884D1141-BDB4-431F-B35F-CD7CD1D61742}">
          <p14:sldIdLst>
            <p14:sldId id="2579"/>
            <p14:sldId id="2580"/>
            <p14:sldId id="2581"/>
            <p14:sldId id="2582"/>
          </p14:sldIdLst>
        </p14:section>
        <p14:section name="Les SmartArt de type « Image »" id="{B8EBB1A5-4C41-40E1-929F-403094A73E0B}">
          <p14:sldIdLst>
            <p14:sldId id="2583"/>
            <p14:sldId id="2584"/>
            <p14:sldId id="2585"/>
            <p14:sldId id="2586"/>
          </p14:sldIdLst>
        </p14:section>
        <p14:section name="Les SmartArt de type « Pyramid »" id="{6239A5FF-BEE5-4A26-AECD-7D6F3E29E741}">
          <p14:sldIdLst>
            <p14:sldId id="2587"/>
            <p14:sldId id="2588"/>
            <p14:sldId id="2589"/>
            <p14:sldId id="2590"/>
          </p14:sldIdLst>
        </p14:section>
        <p14:section name="Conclusion : Maîtriser les SmartArt pour dynamiser vos présentations" id="{F4A78E55-E6BE-495F-AD40-9906E20C14F4}">
          <p14:sldIdLst>
            <p14:sldId id="25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70" d="100"/>
          <a:sy n="70" d="100"/>
        </p:scale>
        <p:origin x="78" y="81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5" Type="http://schemas.openxmlformats.org/officeDocument/2006/relationships/image" Target="../media/image33.svg"/><Relationship Id="rId4" Type="http://schemas.openxmlformats.org/officeDocument/2006/relationships/image" Target="../media/image32.png"/></Relationships>
</file>

<file path=ppt/diagrams/_rels/data6.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5" Type="http://schemas.openxmlformats.org/officeDocument/2006/relationships/image" Target="../media/image33.svg"/><Relationship Id="rId4" Type="http://schemas.openxmlformats.org/officeDocument/2006/relationships/image" Target="../media/image32.png"/></Relationships>
</file>

<file path=ppt/diagrams/_rels/drawing6.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74D92A-F7D7-4011-ACCE-13B320DF75E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CA"/>
        </a:p>
      </dgm:t>
    </dgm:pt>
    <dgm:pt modelId="{9C6D0BB0-D3E7-4A70-A091-4914E6B162D1}">
      <dgm:prSet phldrT="[Texte]" phldr="0"/>
      <dgm:spPr/>
      <dgm:t>
        <a:bodyPr/>
        <a:lstStyle/>
        <a:p>
          <a:r>
            <a:rPr lang="fr-CA" dirty="0" err="1"/>
            <a:t>Level</a:t>
          </a:r>
          <a:r>
            <a:rPr lang="fr-CA" dirty="0"/>
            <a:t> 1</a:t>
          </a:r>
        </a:p>
      </dgm:t>
    </dgm:pt>
    <dgm:pt modelId="{AD3E60C1-20FF-4C65-84A8-044ED937199F}" type="parTrans" cxnId="{3EEFA1D1-406A-43A8-A7E6-2C19DB51E21C}">
      <dgm:prSet/>
      <dgm:spPr/>
      <dgm:t>
        <a:bodyPr/>
        <a:lstStyle/>
        <a:p>
          <a:endParaRPr lang="fr-CA"/>
        </a:p>
      </dgm:t>
    </dgm:pt>
    <dgm:pt modelId="{0560935D-545A-44FD-B4AD-3C581AD367E0}" type="sibTrans" cxnId="{3EEFA1D1-406A-43A8-A7E6-2C19DB51E21C}">
      <dgm:prSet/>
      <dgm:spPr/>
      <dgm:t>
        <a:bodyPr/>
        <a:lstStyle/>
        <a:p>
          <a:endParaRPr lang="fr-CA"/>
        </a:p>
      </dgm:t>
    </dgm:pt>
    <dgm:pt modelId="{962FF414-F023-4950-AF5C-31A86ACA246B}">
      <dgm:prSet phldrT="[Texte]" phldr="0"/>
      <dgm:spPr/>
      <dgm:t>
        <a:bodyPr/>
        <a:lstStyle/>
        <a:p>
          <a:r>
            <a:rPr lang="fr-CA" dirty="0" err="1"/>
            <a:t>Level</a:t>
          </a:r>
          <a:r>
            <a:rPr lang="fr-CA" dirty="0"/>
            <a:t> 2</a:t>
          </a:r>
        </a:p>
      </dgm:t>
    </dgm:pt>
    <dgm:pt modelId="{48360CB2-4269-4678-9284-311EA5137F1F}" type="parTrans" cxnId="{B8A91660-ECD8-49EF-8EFB-327B9B135C72}">
      <dgm:prSet/>
      <dgm:spPr/>
      <dgm:t>
        <a:bodyPr/>
        <a:lstStyle/>
        <a:p>
          <a:endParaRPr lang="fr-CA"/>
        </a:p>
      </dgm:t>
    </dgm:pt>
    <dgm:pt modelId="{CED8A9D0-3901-4E08-A4F0-8371AA2AAB49}" type="sibTrans" cxnId="{B8A91660-ECD8-49EF-8EFB-327B9B135C72}">
      <dgm:prSet/>
      <dgm:spPr/>
      <dgm:t>
        <a:bodyPr/>
        <a:lstStyle/>
        <a:p>
          <a:endParaRPr lang="fr-CA"/>
        </a:p>
      </dgm:t>
    </dgm:pt>
    <dgm:pt modelId="{8C9CF1D0-893B-4E29-88FB-E99F946BF9F8}">
      <dgm:prSet phldrT="[Texte]" phldr="0"/>
      <dgm:spPr/>
      <dgm:t>
        <a:bodyPr/>
        <a:lstStyle/>
        <a:p>
          <a:r>
            <a:rPr lang="fr-CA" dirty="0" err="1"/>
            <a:t>Level</a:t>
          </a:r>
          <a:r>
            <a:rPr lang="fr-CA" dirty="0"/>
            <a:t> 2.1</a:t>
          </a:r>
        </a:p>
      </dgm:t>
    </dgm:pt>
    <dgm:pt modelId="{EBA3C90E-A9C1-4A2A-B1BD-6FFBAE067589}" type="parTrans" cxnId="{0F21AE67-3C77-43EB-AD40-6614C2E54210}">
      <dgm:prSet/>
      <dgm:spPr/>
      <dgm:t>
        <a:bodyPr/>
        <a:lstStyle/>
        <a:p>
          <a:endParaRPr lang="fr-CA"/>
        </a:p>
      </dgm:t>
    </dgm:pt>
    <dgm:pt modelId="{17D48F3B-D955-4ECE-8087-16A4F3CB2BD1}" type="sibTrans" cxnId="{0F21AE67-3C77-43EB-AD40-6614C2E54210}">
      <dgm:prSet/>
      <dgm:spPr/>
      <dgm:t>
        <a:bodyPr/>
        <a:lstStyle/>
        <a:p>
          <a:endParaRPr lang="fr-CA"/>
        </a:p>
      </dgm:t>
    </dgm:pt>
    <dgm:pt modelId="{D3D0839E-099B-4D51-8E61-2E4553982226}">
      <dgm:prSet phldrT="[Texte]" phldr="0"/>
      <dgm:spPr/>
      <dgm:t>
        <a:bodyPr/>
        <a:lstStyle/>
        <a:p>
          <a:r>
            <a:rPr lang="fr-CA" dirty="0" err="1"/>
            <a:t>Level</a:t>
          </a:r>
          <a:r>
            <a:rPr lang="fr-CA" dirty="0"/>
            <a:t> 1.1</a:t>
          </a:r>
        </a:p>
      </dgm:t>
    </dgm:pt>
    <dgm:pt modelId="{36175988-154F-4CE5-812E-3E4DE29BE4F6}" type="parTrans" cxnId="{35FA17EF-4524-43DF-B7FF-8FC13711C828}">
      <dgm:prSet/>
      <dgm:spPr/>
      <dgm:t>
        <a:bodyPr/>
        <a:lstStyle/>
        <a:p>
          <a:endParaRPr lang="fr-CA"/>
        </a:p>
      </dgm:t>
    </dgm:pt>
    <dgm:pt modelId="{73C8469D-4FBB-4CEE-A671-43C8FFD12540}" type="sibTrans" cxnId="{35FA17EF-4524-43DF-B7FF-8FC13711C828}">
      <dgm:prSet/>
      <dgm:spPr/>
      <dgm:t>
        <a:bodyPr/>
        <a:lstStyle/>
        <a:p>
          <a:endParaRPr lang="fr-CA"/>
        </a:p>
      </dgm:t>
    </dgm:pt>
    <dgm:pt modelId="{AE99AE90-AB90-4F56-854E-39BDBC80EFBE}">
      <dgm:prSet phldrT="[Texte]" phldr="0"/>
      <dgm:spPr/>
      <dgm:t>
        <a:bodyPr/>
        <a:lstStyle/>
        <a:p>
          <a:r>
            <a:rPr lang="fr-CA"/>
            <a:t>Level 1.2</a:t>
          </a:r>
          <a:endParaRPr lang="fr-CA" dirty="0"/>
        </a:p>
      </dgm:t>
    </dgm:pt>
    <dgm:pt modelId="{A5D84595-2427-40BA-AE53-A40D293046DB}" type="parTrans" cxnId="{EE08D43D-4630-45C9-92D4-0A156C2D6ED7}">
      <dgm:prSet/>
      <dgm:spPr/>
      <dgm:t>
        <a:bodyPr/>
        <a:lstStyle/>
        <a:p>
          <a:endParaRPr lang="fr-CA"/>
        </a:p>
      </dgm:t>
    </dgm:pt>
    <dgm:pt modelId="{62DC6FF2-3685-44F1-9D01-9855209EC1F6}" type="sibTrans" cxnId="{EE08D43D-4630-45C9-92D4-0A156C2D6ED7}">
      <dgm:prSet/>
      <dgm:spPr/>
      <dgm:t>
        <a:bodyPr/>
        <a:lstStyle/>
        <a:p>
          <a:endParaRPr lang="fr-CA"/>
        </a:p>
      </dgm:t>
    </dgm:pt>
    <dgm:pt modelId="{94229206-E393-44D6-ABB3-E5B34EE78A3A}">
      <dgm:prSet phldrT="[Texte]" phldr="0"/>
      <dgm:spPr/>
      <dgm:t>
        <a:bodyPr/>
        <a:lstStyle/>
        <a:p>
          <a:r>
            <a:rPr lang="fr-CA"/>
            <a:t>Level 2.2</a:t>
          </a:r>
          <a:endParaRPr lang="fr-CA" dirty="0"/>
        </a:p>
      </dgm:t>
    </dgm:pt>
    <dgm:pt modelId="{121A6685-4936-43BD-BFB5-808800343A17}" type="parTrans" cxnId="{A07E8D09-3D1B-46A4-BAC5-227C53712CC6}">
      <dgm:prSet/>
      <dgm:spPr/>
      <dgm:t>
        <a:bodyPr/>
        <a:lstStyle/>
        <a:p>
          <a:endParaRPr lang="fr-CA"/>
        </a:p>
      </dgm:t>
    </dgm:pt>
    <dgm:pt modelId="{47777E91-6EC4-402E-A4F8-230D0B1EB4A1}" type="sibTrans" cxnId="{A07E8D09-3D1B-46A4-BAC5-227C53712CC6}">
      <dgm:prSet/>
      <dgm:spPr/>
      <dgm:t>
        <a:bodyPr/>
        <a:lstStyle/>
        <a:p>
          <a:endParaRPr lang="fr-CA"/>
        </a:p>
      </dgm:t>
    </dgm:pt>
    <dgm:pt modelId="{6B58B7B8-C374-4545-BAB4-ED7E450D347B}" type="pres">
      <dgm:prSet presAssocID="{9374D92A-F7D7-4011-ACCE-13B320DF75E5}" presName="diagram" presStyleCnt="0">
        <dgm:presLayoutVars>
          <dgm:dir/>
          <dgm:resizeHandles val="exact"/>
        </dgm:presLayoutVars>
      </dgm:prSet>
      <dgm:spPr/>
    </dgm:pt>
    <dgm:pt modelId="{9A3882D3-59EE-4FBC-954C-8ECCBEF64FA0}" type="pres">
      <dgm:prSet presAssocID="{9C6D0BB0-D3E7-4A70-A091-4914E6B162D1}" presName="node" presStyleLbl="node1" presStyleIdx="0" presStyleCnt="2">
        <dgm:presLayoutVars>
          <dgm:bulletEnabled val="1"/>
        </dgm:presLayoutVars>
      </dgm:prSet>
      <dgm:spPr/>
    </dgm:pt>
    <dgm:pt modelId="{09DB2D29-46D9-4654-9BDC-8D04A092C10F}" type="pres">
      <dgm:prSet presAssocID="{0560935D-545A-44FD-B4AD-3C581AD367E0}" presName="sibTrans" presStyleCnt="0"/>
      <dgm:spPr/>
    </dgm:pt>
    <dgm:pt modelId="{B9120597-43FD-41A1-A634-40DCB2BED909}" type="pres">
      <dgm:prSet presAssocID="{962FF414-F023-4950-AF5C-31A86ACA246B}" presName="node" presStyleLbl="node1" presStyleIdx="1" presStyleCnt="2">
        <dgm:presLayoutVars>
          <dgm:bulletEnabled val="1"/>
        </dgm:presLayoutVars>
      </dgm:prSet>
      <dgm:spPr/>
    </dgm:pt>
  </dgm:ptLst>
  <dgm:cxnLst>
    <dgm:cxn modelId="{A07E8D09-3D1B-46A4-BAC5-227C53712CC6}" srcId="{962FF414-F023-4950-AF5C-31A86ACA246B}" destId="{94229206-E393-44D6-ABB3-E5B34EE78A3A}" srcOrd="1" destOrd="0" parTransId="{121A6685-4936-43BD-BFB5-808800343A17}" sibTransId="{47777E91-6EC4-402E-A4F8-230D0B1EB4A1}"/>
    <dgm:cxn modelId="{24849231-B2D2-4C0E-B23E-03172F4140DC}" type="presOf" srcId="{8C9CF1D0-893B-4E29-88FB-E99F946BF9F8}" destId="{B9120597-43FD-41A1-A634-40DCB2BED909}" srcOrd="0" destOrd="1" presId="urn:microsoft.com/office/officeart/2005/8/layout/default"/>
    <dgm:cxn modelId="{3E595A38-1BEA-4F48-B6C7-411574E39EAE}" type="presOf" srcId="{962FF414-F023-4950-AF5C-31A86ACA246B}" destId="{B9120597-43FD-41A1-A634-40DCB2BED909}" srcOrd="0" destOrd="0" presId="urn:microsoft.com/office/officeart/2005/8/layout/default"/>
    <dgm:cxn modelId="{EE08D43D-4630-45C9-92D4-0A156C2D6ED7}" srcId="{9C6D0BB0-D3E7-4A70-A091-4914E6B162D1}" destId="{AE99AE90-AB90-4F56-854E-39BDBC80EFBE}" srcOrd="1" destOrd="0" parTransId="{A5D84595-2427-40BA-AE53-A40D293046DB}" sibTransId="{62DC6FF2-3685-44F1-9D01-9855209EC1F6}"/>
    <dgm:cxn modelId="{B8A91660-ECD8-49EF-8EFB-327B9B135C72}" srcId="{9374D92A-F7D7-4011-ACCE-13B320DF75E5}" destId="{962FF414-F023-4950-AF5C-31A86ACA246B}" srcOrd="1" destOrd="0" parTransId="{48360CB2-4269-4678-9284-311EA5137F1F}" sibTransId="{CED8A9D0-3901-4E08-A4F0-8371AA2AAB49}"/>
    <dgm:cxn modelId="{0F21AE67-3C77-43EB-AD40-6614C2E54210}" srcId="{962FF414-F023-4950-AF5C-31A86ACA246B}" destId="{8C9CF1D0-893B-4E29-88FB-E99F946BF9F8}" srcOrd="0" destOrd="0" parTransId="{EBA3C90E-A9C1-4A2A-B1BD-6FFBAE067589}" sibTransId="{17D48F3B-D955-4ECE-8087-16A4F3CB2BD1}"/>
    <dgm:cxn modelId="{9AC7314C-79B2-4020-A632-DF768AECAF72}" type="presOf" srcId="{94229206-E393-44D6-ABB3-E5B34EE78A3A}" destId="{B9120597-43FD-41A1-A634-40DCB2BED909}" srcOrd="0" destOrd="2" presId="urn:microsoft.com/office/officeart/2005/8/layout/default"/>
    <dgm:cxn modelId="{05952E82-9FCA-4016-9FE6-A6394F2C18DF}" type="presOf" srcId="{9C6D0BB0-D3E7-4A70-A091-4914E6B162D1}" destId="{9A3882D3-59EE-4FBC-954C-8ECCBEF64FA0}" srcOrd="0" destOrd="0" presId="urn:microsoft.com/office/officeart/2005/8/layout/default"/>
    <dgm:cxn modelId="{071EE2A3-2728-48D7-ACB8-BFA97FEC7EF4}" type="presOf" srcId="{9374D92A-F7D7-4011-ACCE-13B320DF75E5}" destId="{6B58B7B8-C374-4545-BAB4-ED7E450D347B}" srcOrd="0" destOrd="0" presId="urn:microsoft.com/office/officeart/2005/8/layout/default"/>
    <dgm:cxn modelId="{A5187BAA-9439-43CA-8076-56D345B144A7}" type="presOf" srcId="{AE99AE90-AB90-4F56-854E-39BDBC80EFBE}" destId="{9A3882D3-59EE-4FBC-954C-8ECCBEF64FA0}" srcOrd="0" destOrd="2" presId="urn:microsoft.com/office/officeart/2005/8/layout/default"/>
    <dgm:cxn modelId="{3EEFA1D1-406A-43A8-A7E6-2C19DB51E21C}" srcId="{9374D92A-F7D7-4011-ACCE-13B320DF75E5}" destId="{9C6D0BB0-D3E7-4A70-A091-4914E6B162D1}" srcOrd="0" destOrd="0" parTransId="{AD3E60C1-20FF-4C65-84A8-044ED937199F}" sibTransId="{0560935D-545A-44FD-B4AD-3C581AD367E0}"/>
    <dgm:cxn modelId="{F40C86E5-7691-408C-BDB3-E03CCF86918A}" type="presOf" srcId="{D3D0839E-099B-4D51-8E61-2E4553982226}" destId="{9A3882D3-59EE-4FBC-954C-8ECCBEF64FA0}" srcOrd="0" destOrd="1" presId="urn:microsoft.com/office/officeart/2005/8/layout/default"/>
    <dgm:cxn modelId="{35FA17EF-4524-43DF-B7FF-8FC13711C828}" srcId="{9C6D0BB0-D3E7-4A70-A091-4914E6B162D1}" destId="{D3D0839E-099B-4D51-8E61-2E4553982226}" srcOrd="0" destOrd="0" parTransId="{36175988-154F-4CE5-812E-3E4DE29BE4F6}" sibTransId="{73C8469D-4FBB-4CEE-A671-43C8FFD12540}"/>
    <dgm:cxn modelId="{88934846-75A9-437C-BE05-2E693FEB1064}" type="presParOf" srcId="{6B58B7B8-C374-4545-BAB4-ED7E450D347B}" destId="{9A3882D3-59EE-4FBC-954C-8ECCBEF64FA0}" srcOrd="0" destOrd="0" presId="urn:microsoft.com/office/officeart/2005/8/layout/default"/>
    <dgm:cxn modelId="{C3C7949E-553D-4AD7-B66F-87AC2FD54C98}" type="presParOf" srcId="{6B58B7B8-C374-4545-BAB4-ED7E450D347B}" destId="{09DB2D29-46D9-4654-9BDC-8D04A092C10F}" srcOrd="1" destOrd="0" presId="urn:microsoft.com/office/officeart/2005/8/layout/default"/>
    <dgm:cxn modelId="{02EB79A8-BF05-43CC-BCF5-3FE431E51F32}" type="presParOf" srcId="{6B58B7B8-C374-4545-BAB4-ED7E450D347B}" destId="{B9120597-43FD-41A1-A634-40DCB2BED909}" srcOrd="2"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156205-DCE5-4CF9-8E6C-DC26A9F26B74}"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fr-CA"/>
        </a:p>
      </dgm:t>
    </dgm:pt>
    <dgm:pt modelId="{D6B43B5C-9D85-4B22-90A0-725DF8CACFD2}">
      <dgm:prSet phldrT="[Texte]"/>
      <dgm:spPr/>
      <dgm:t>
        <a:bodyPr/>
        <a:lstStyle/>
        <a:p>
          <a:r>
            <a:rPr lang="fr-CA" dirty="0" err="1"/>
            <a:t>Level</a:t>
          </a:r>
          <a:r>
            <a:rPr lang="fr-CA" dirty="0"/>
            <a:t> 2</a:t>
          </a:r>
        </a:p>
      </dgm:t>
    </dgm:pt>
    <dgm:pt modelId="{5BC7FA99-B213-4CB9-BE05-E6970AEC32A2}" type="parTrans" cxnId="{6A13AF18-606C-446E-B40A-184BBDC941F1}">
      <dgm:prSet/>
      <dgm:spPr/>
      <dgm:t>
        <a:bodyPr/>
        <a:lstStyle/>
        <a:p>
          <a:endParaRPr lang="fr-CA"/>
        </a:p>
      </dgm:t>
    </dgm:pt>
    <dgm:pt modelId="{BA0480A0-402E-4084-AEC6-D787CA3692B4}" type="sibTrans" cxnId="{6A13AF18-606C-446E-B40A-184BBDC941F1}">
      <dgm:prSet/>
      <dgm:spPr/>
      <dgm:t>
        <a:bodyPr/>
        <a:lstStyle/>
        <a:p>
          <a:endParaRPr lang="fr-CA"/>
        </a:p>
      </dgm:t>
    </dgm:pt>
    <dgm:pt modelId="{E324C2EC-FB45-4330-9249-4E89F7E26984}">
      <dgm:prSet phldrT="[Texte]"/>
      <dgm:spPr/>
      <dgm:t>
        <a:bodyPr/>
        <a:lstStyle/>
        <a:p>
          <a:r>
            <a:rPr lang="fr-CA" dirty="0" err="1"/>
            <a:t>Level</a:t>
          </a:r>
          <a:r>
            <a:rPr lang="fr-CA" dirty="0"/>
            <a:t> 2.1</a:t>
          </a:r>
        </a:p>
      </dgm:t>
    </dgm:pt>
    <dgm:pt modelId="{BDD7E66F-4B52-4F92-B57A-7DAF79A7B24D}" type="parTrans" cxnId="{0A053B34-4EEB-4270-845B-63B9CB3C2282}">
      <dgm:prSet/>
      <dgm:spPr/>
      <dgm:t>
        <a:bodyPr/>
        <a:lstStyle/>
        <a:p>
          <a:endParaRPr lang="fr-CA"/>
        </a:p>
      </dgm:t>
    </dgm:pt>
    <dgm:pt modelId="{3B32D9AD-A826-4061-9593-6F382215F8BE}" type="sibTrans" cxnId="{0A053B34-4EEB-4270-845B-63B9CB3C2282}">
      <dgm:prSet/>
      <dgm:spPr/>
      <dgm:t>
        <a:bodyPr/>
        <a:lstStyle/>
        <a:p>
          <a:endParaRPr lang="fr-CA"/>
        </a:p>
      </dgm:t>
    </dgm:pt>
    <dgm:pt modelId="{F7E6B030-3C6E-4CB5-AD98-BE7C09B5C7DC}">
      <dgm:prSet phldrT="[Texte]" phldr="0"/>
      <dgm:spPr/>
      <dgm:t>
        <a:bodyPr/>
        <a:lstStyle/>
        <a:p>
          <a:r>
            <a:rPr lang="fr-CA" dirty="0" err="1"/>
            <a:t>Level</a:t>
          </a:r>
          <a:r>
            <a:rPr lang="fr-CA" dirty="0"/>
            <a:t> 2.2</a:t>
          </a:r>
        </a:p>
      </dgm:t>
    </dgm:pt>
    <dgm:pt modelId="{CF3AA345-883A-4CBC-B859-DABF4E968450}" type="parTrans" cxnId="{E5D671E5-BF99-4945-97F5-A4BE51CA4B99}">
      <dgm:prSet/>
      <dgm:spPr/>
      <dgm:t>
        <a:bodyPr/>
        <a:lstStyle/>
        <a:p>
          <a:endParaRPr lang="fr-CA"/>
        </a:p>
      </dgm:t>
    </dgm:pt>
    <dgm:pt modelId="{3E272C9C-AAB1-4A06-A7F3-F246F27C06F7}" type="sibTrans" cxnId="{E5D671E5-BF99-4945-97F5-A4BE51CA4B99}">
      <dgm:prSet/>
      <dgm:spPr/>
      <dgm:t>
        <a:bodyPr/>
        <a:lstStyle/>
        <a:p>
          <a:endParaRPr lang="fr-CA"/>
        </a:p>
      </dgm:t>
    </dgm:pt>
    <dgm:pt modelId="{1FA59E14-E0F0-4160-9401-D304FE02872D}">
      <dgm:prSet phldrT="[Texte]"/>
      <dgm:spPr/>
      <dgm:t>
        <a:bodyPr/>
        <a:lstStyle/>
        <a:p>
          <a:r>
            <a:rPr lang="fr-CA" dirty="0" err="1"/>
            <a:t>Level</a:t>
          </a:r>
          <a:r>
            <a:rPr lang="fr-CA" dirty="0"/>
            <a:t> 3</a:t>
          </a:r>
        </a:p>
      </dgm:t>
    </dgm:pt>
    <dgm:pt modelId="{3100AE32-90DD-4D57-9950-D56DC9324567}" type="parTrans" cxnId="{2E6BB27E-80D0-46D8-A01F-45ECD22F70E4}">
      <dgm:prSet/>
      <dgm:spPr/>
      <dgm:t>
        <a:bodyPr/>
        <a:lstStyle/>
        <a:p>
          <a:endParaRPr lang="fr-CA"/>
        </a:p>
      </dgm:t>
    </dgm:pt>
    <dgm:pt modelId="{F059D51E-031C-4F4F-9C4B-B6B77059B7F8}" type="sibTrans" cxnId="{2E6BB27E-80D0-46D8-A01F-45ECD22F70E4}">
      <dgm:prSet/>
      <dgm:spPr/>
      <dgm:t>
        <a:bodyPr/>
        <a:lstStyle/>
        <a:p>
          <a:endParaRPr lang="fr-CA"/>
        </a:p>
      </dgm:t>
    </dgm:pt>
    <dgm:pt modelId="{52462179-C5EF-40CD-81DA-FC2A8972B690}">
      <dgm:prSet phldrT="[Texte]"/>
      <dgm:spPr/>
      <dgm:t>
        <a:bodyPr/>
        <a:lstStyle/>
        <a:p>
          <a:r>
            <a:rPr lang="fr-CA" dirty="0" err="1"/>
            <a:t>Level</a:t>
          </a:r>
          <a:r>
            <a:rPr lang="fr-CA" dirty="0"/>
            <a:t> 3.1</a:t>
          </a:r>
        </a:p>
      </dgm:t>
    </dgm:pt>
    <dgm:pt modelId="{6632FA41-DDAE-461F-A078-7C574A7F00EE}" type="parTrans" cxnId="{58CDC6A0-48F5-4E99-9777-D6A7489DEB37}">
      <dgm:prSet/>
      <dgm:spPr/>
      <dgm:t>
        <a:bodyPr/>
        <a:lstStyle/>
        <a:p>
          <a:endParaRPr lang="fr-CA"/>
        </a:p>
      </dgm:t>
    </dgm:pt>
    <dgm:pt modelId="{BA9B1640-426C-44AD-BF6E-9D9E98F61F97}" type="sibTrans" cxnId="{58CDC6A0-48F5-4E99-9777-D6A7489DEB37}">
      <dgm:prSet/>
      <dgm:spPr/>
      <dgm:t>
        <a:bodyPr/>
        <a:lstStyle/>
        <a:p>
          <a:endParaRPr lang="fr-CA"/>
        </a:p>
      </dgm:t>
    </dgm:pt>
    <dgm:pt modelId="{47A53CA9-1C44-4FB0-AB8A-5BBE2B8D83E4}">
      <dgm:prSet phldrT="[Texte]"/>
      <dgm:spPr/>
      <dgm:t>
        <a:bodyPr/>
        <a:lstStyle/>
        <a:p>
          <a:r>
            <a:rPr lang="fr-CA"/>
            <a:t>Level 3.2</a:t>
          </a:r>
          <a:endParaRPr lang="fr-CA" dirty="0"/>
        </a:p>
      </dgm:t>
    </dgm:pt>
    <dgm:pt modelId="{888E7FB7-02CA-41EB-B4B8-84E405E9382E}" type="parTrans" cxnId="{DF871C8C-4511-432B-8607-846117A7E376}">
      <dgm:prSet/>
      <dgm:spPr/>
      <dgm:t>
        <a:bodyPr/>
        <a:lstStyle/>
        <a:p>
          <a:endParaRPr lang="fr-CA"/>
        </a:p>
      </dgm:t>
    </dgm:pt>
    <dgm:pt modelId="{95A3BCC3-4B8C-4A92-8C9C-494A87051FBD}" type="sibTrans" cxnId="{DF871C8C-4511-432B-8607-846117A7E376}">
      <dgm:prSet/>
      <dgm:spPr/>
      <dgm:t>
        <a:bodyPr/>
        <a:lstStyle/>
        <a:p>
          <a:endParaRPr lang="fr-CA"/>
        </a:p>
      </dgm:t>
    </dgm:pt>
    <dgm:pt modelId="{739684C0-F9B3-4315-8C84-E9B16B073F39}">
      <dgm:prSet phldrT="[Texte]" phldr="0"/>
      <dgm:spPr/>
      <dgm:t>
        <a:bodyPr/>
        <a:lstStyle/>
        <a:p>
          <a:r>
            <a:rPr lang="fr-CA" dirty="0" err="1"/>
            <a:t>Level</a:t>
          </a:r>
          <a:r>
            <a:rPr lang="fr-CA" dirty="0"/>
            <a:t> 1</a:t>
          </a:r>
        </a:p>
      </dgm:t>
    </dgm:pt>
    <dgm:pt modelId="{DF4CD4CD-783C-472A-9AF0-4305BA16B327}" type="sibTrans" cxnId="{25B5B861-7E01-4D8F-AA60-FF8DCD3B83BC}">
      <dgm:prSet/>
      <dgm:spPr/>
      <dgm:t>
        <a:bodyPr/>
        <a:lstStyle/>
        <a:p>
          <a:endParaRPr lang="fr-CA"/>
        </a:p>
      </dgm:t>
    </dgm:pt>
    <dgm:pt modelId="{69260168-473C-4A50-B00E-21E9C7C5D786}" type="parTrans" cxnId="{25B5B861-7E01-4D8F-AA60-FF8DCD3B83BC}">
      <dgm:prSet/>
      <dgm:spPr/>
      <dgm:t>
        <a:bodyPr/>
        <a:lstStyle/>
        <a:p>
          <a:endParaRPr lang="fr-CA"/>
        </a:p>
      </dgm:t>
    </dgm:pt>
    <dgm:pt modelId="{186FD1B9-1ADE-45F1-8A9F-B60A40A92BF9}">
      <dgm:prSet phldrT="[Texte]"/>
      <dgm:spPr/>
      <dgm:t>
        <a:bodyPr/>
        <a:lstStyle/>
        <a:p>
          <a:r>
            <a:rPr lang="fr-CA" dirty="0" err="1"/>
            <a:t>Level</a:t>
          </a:r>
          <a:r>
            <a:rPr lang="fr-CA" dirty="0"/>
            <a:t> 1.1</a:t>
          </a:r>
        </a:p>
      </dgm:t>
    </dgm:pt>
    <dgm:pt modelId="{DA72FCFC-F687-403C-B63D-AD615D69D615}" type="sibTrans" cxnId="{1EA461AA-9E48-46B7-AB0C-3B754A0C2FF6}">
      <dgm:prSet/>
      <dgm:spPr/>
      <dgm:t>
        <a:bodyPr/>
        <a:lstStyle/>
        <a:p>
          <a:endParaRPr lang="fr-CA"/>
        </a:p>
      </dgm:t>
    </dgm:pt>
    <dgm:pt modelId="{6FD86223-7898-45B8-A778-2986F098F229}" type="parTrans" cxnId="{1EA461AA-9E48-46B7-AB0C-3B754A0C2FF6}">
      <dgm:prSet/>
      <dgm:spPr/>
      <dgm:t>
        <a:bodyPr/>
        <a:lstStyle/>
        <a:p>
          <a:endParaRPr lang="fr-CA"/>
        </a:p>
      </dgm:t>
    </dgm:pt>
    <dgm:pt modelId="{FB091076-62E5-454B-918E-F368E713120E}">
      <dgm:prSet phldrT="[Texte]"/>
      <dgm:spPr/>
      <dgm:t>
        <a:bodyPr/>
        <a:lstStyle/>
        <a:p>
          <a:r>
            <a:rPr lang="fr-CA" dirty="0" err="1"/>
            <a:t>Level</a:t>
          </a:r>
          <a:r>
            <a:rPr lang="fr-CA" dirty="0"/>
            <a:t> 1.2</a:t>
          </a:r>
        </a:p>
      </dgm:t>
    </dgm:pt>
    <dgm:pt modelId="{A0C478E7-A8A5-4738-AF30-29CDEB0C8409}" type="parTrans" cxnId="{C5171C7D-51D5-4B44-A491-8D3306CFFC8D}">
      <dgm:prSet/>
      <dgm:spPr/>
      <dgm:t>
        <a:bodyPr/>
        <a:lstStyle/>
        <a:p>
          <a:endParaRPr lang="fr-CA"/>
        </a:p>
      </dgm:t>
    </dgm:pt>
    <dgm:pt modelId="{FBA3E3D7-1CCE-4686-BAB3-F082B1DBD87D}" type="sibTrans" cxnId="{C5171C7D-51D5-4B44-A491-8D3306CFFC8D}">
      <dgm:prSet/>
      <dgm:spPr/>
      <dgm:t>
        <a:bodyPr/>
        <a:lstStyle/>
        <a:p>
          <a:endParaRPr lang="fr-CA"/>
        </a:p>
      </dgm:t>
    </dgm:pt>
    <dgm:pt modelId="{82446854-A1A5-46BF-B66D-E6ABCFF057BD}" type="pres">
      <dgm:prSet presAssocID="{26156205-DCE5-4CF9-8E6C-DC26A9F26B74}" presName="linear" presStyleCnt="0">
        <dgm:presLayoutVars>
          <dgm:dir/>
          <dgm:resizeHandles val="exact"/>
        </dgm:presLayoutVars>
      </dgm:prSet>
      <dgm:spPr/>
    </dgm:pt>
    <dgm:pt modelId="{DF79959D-CCFF-4C84-B439-49848AC017B7}" type="pres">
      <dgm:prSet presAssocID="{739684C0-F9B3-4315-8C84-E9B16B073F39}" presName="comp" presStyleCnt="0"/>
      <dgm:spPr/>
    </dgm:pt>
    <dgm:pt modelId="{981420FC-6547-4E6E-A607-9ED103A7CFD3}" type="pres">
      <dgm:prSet presAssocID="{739684C0-F9B3-4315-8C84-E9B16B073F39}" presName="box" presStyleLbl="node1" presStyleIdx="0" presStyleCnt="3"/>
      <dgm:spPr/>
    </dgm:pt>
    <dgm:pt modelId="{BFA773CA-2D00-4C0C-B438-3FD8FD3DEEF5}" type="pres">
      <dgm:prSet presAssocID="{739684C0-F9B3-4315-8C84-E9B16B073F39}" presName="img"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l="-7000" r="-7000"/>
          </a:stretch>
        </a:blipFill>
      </dgm:spPr>
      <dgm:extLst>
        <a:ext uri="{E40237B7-FDA0-4F09-8148-C483321AD2D9}">
          <dgm14:cNvPr xmlns:dgm14="http://schemas.microsoft.com/office/drawing/2010/diagram" id="0" name="" descr="Pomme avec un remplissage uni"/>
        </a:ext>
      </dgm:extLst>
    </dgm:pt>
    <dgm:pt modelId="{76D76078-8DF9-4C9E-AF40-736F2B57ECBF}" type="pres">
      <dgm:prSet presAssocID="{739684C0-F9B3-4315-8C84-E9B16B073F39}" presName="text" presStyleLbl="node1" presStyleIdx="0" presStyleCnt="3">
        <dgm:presLayoutVars>
          <dgm:bulletEnabled val="1"/>
        </dgm:presLayoutVars>
      </dgm:prSet>
      <dgm:spPr/>
    </dgm:pt>
    <dgm:pt modelId="{A94AA354-82B2-4C01-904F-BB2EFBDCC59C}" type="pres">
      <dgm:prSet presAssocID="{DF4CD4CD-783C-472A-9AF0-4305BA16B327}" presName="spacer" presStyleCnt="0"/>
      <dgm:spPr/>
    </dgm:pt>
    <dgm:pt modelId="{FABBE68D-F714-4760-8070-BC9C1B7D1CB8}" type="pres">
      <dgm:prSet presAssocID="{D6B43B5C-9D85-4B22-90A0-725DF8CACFD2}" presName="comp" presStyleCnt="0"/>
      <dgm:spPr/>
    </dgm:pt>
    <dgm:pt modelId="{47BD6452-9581-486A-9B78-295A96E47F48}" type="pres">
      <dgm:prSet presAssocID="{D6B43B5C-9D85-4B22-90A0-725DF8CACFD2}" presName="box" presStyleLbl="node1" presStyleIdx="1" presStyleCnt="3"/>
      <dgm:spPr/>
    </dgm:pt>
    <dgm:pt modelId="{86A1480C-245F-49C4-B2C2-50898D583646}" type="pres">
      <dgm:prSet presAssocID="{D6B43B5C-9D85-4B22-90A0-725DF8CACFD2}" presName="img" presStyleLbl="fgImgPlace1" presStyleIdx="1" presStyleCnt="3"/>
      <dgm:spPr>
        <a:blipFill>
          <a:blip xmlns:r="http://schemas.openxmlformats.org/officeDocument/2006/relationships" r:embed="rId3"/>
          <a:srcRect/>
          <a:stretch>
            <a:fillRect l="-8000" r="-8000"/>
          </a:stretch>
        </a:blipFill>
      </dgm:spPr>
    </dgm:pt>
    <dgm:pt modelId="{8502FD43-AF5F-4D92-8776-90033FD7AB3E}" type="pres">
      <dgm:prSet presAssocID="{D6B43B5C-9D85-4B22-90A0-725DF8CACFD2}" presName="text" presStyleLbl="node1" presStyleIdx="1" presStyleCnt="3">
        <dgm:presLayoutVars>
          <dgm:bulletEnabled val="1"/>
        </dgm:presLayoutVars>
      </dgm:prSet>
      <dgm:spPr/>
    </dgm:pt>
    <dgm:pt modelId="{B6045AB3-D048-4CFA-A63B-95DA6CF854C2}" type="pres">
      <dgm:prSet presAssocID="{BA0480A0-402E-4084-AEC6-D787CA3692B4}" presName="spacer" presStyleCnt="0"/>
      <dgm:spPr/>
    </dgm:pt>
    <dgm:pt modelId="{A0FFE5A8-CBEA-4A71-96B5-5B1880B6460C}" type="pres">
      <dgm:prSet presAssocID="{1FA59E14-E0F0-4160-9401-D304FE02872D}" presName="comp" presStyleCnt="0"/>
      <dgm:spPr/>
    </dgm:pt>
    <dgm:pt modelId="{6FC48BE2-EF40-40BE-ACCE-6E9D7373C233}" type="pres">
      <dgm:prSet presAssocID="{1FA59E14-E0F0-4160-9401-D304FE02872D}" presName="box" presStyleLbl="node1" presStyleIdx="2" presStyleCnt="3"/>
      <dgm:spPr/>
    </dgm:pt>
    <dgm:pt modelId="{EDD4774C-5D4E-4B45-9EF0-1ABA99CF5454}" type="pres">
      <dgm:prSet presAssocID="{1FA59E14-E0F0-4160-9401-D304FE02872D}" presName="img" presStyleLbl="fgImgPlace1" presStyleIdx="2" presStyleCnt="3"/>
      <dgm:spPr>
        <a:blipFill>
          <a:blip xmlns:r="http://schemas.openxmlformats.org/officeDocument/2006/relationships" r:embed="rId4">
            <a:extLst>
              <a:ext uri="{96DAC541-7B7A-43D3-8B79-37D633B846F1}">
                <asvg:svgBlip xmlns:asvg="http://schemas.microsoft.com/office/drawing/2016/SVG/main" r:embed="rId5"/>
              </a:ext>
            </a:extLst>
          </a:blip>
          <a:srcRect/>
          <a:stretch>
            <a:fillRect l="-7000" r="-7000"/>
          </a:stretch>
        </a:blipFill>
      </dgm:spPr>
      <dgm:extLst>
        <a:ext uri="{E40237B7-FDA0-4F09-8148-C483321AD2D9}">
          <dgm14:cNvPr xmlns:dgm14="http://schemas.microsoft.com/office/drawing/2010/diagram" id="0" name="" descr="Gland avec un remplissage uni"/>
        </a:ext>
      </dgm:extLst>
    </dgm:pt>
    <dgm:pt modelId="{7931DA57-8DCA-4519-9293-F6257809071B}" type="pres">
      <dgm:prSet presAssocID="{1FA59E14-E0F0-4160-9401-D304FE02872D}" presName="text" presStyleLbl="node1" presStyleIdx="2" presStyleCnt="3">
        <dgm:presLayoutVars>
          <dgm:bulletEnabled val="1"/>
        </dgm:presLayoutVars>
      </dgm:prSet>
      <dgm:spPr/>
    </dgm:pt>
  </dgm:ptLst>
  <dgm:cxnLst>
    <dgm:cxn modelId="{6A13AF18-606C-446E-B40A-184BBDC941F1}" srcId="{26156205-DCE5-4CF9-8E6C-DC26A9F26B74}" destId="{D6B43B5C-9D85-4B22-90A0-725DF8CACFD2}" srcOrd="1" destOrd="0" parTransId="{5BC7FA99-B213-4CB9-BE05-E6970AEC32A2}" sibTransId="{BA0480A0-402E-4084-AEC6-D787CA3692B4}"/>
    <dgm:cxn modelId="{CBD8511E-4857-4BD3-9F26-866E86BD061E}" type="presOf" srcId="{D6B43B5C-9D85-4B22-90A0-725DF8CACFD2}" destId="{8502FD43-AF5F-4D92-8776-90033FD7AB3E}" srcOrd="1" destOrd="0" presId="urn:microsoft.com/office/officeart/2005/8/layout/vList4"/>
    <dgm:cxn modelId="{B29FFC26-AD7B-405D-9B70-539EB52DD4B4}" type="presOf" srcId="{F7E6B030-3C6E-4CB5-AD98-BE7C09B5C7DC}" destId="{8502FD43-AF5F-4D92-8776-90033FD7AB3E}" srcOrd="1" destOrd="2" presId="urn:microsoft.com/office/officeart/2005/8/layout/vList4"/>
    <dgm:cxn modelId="{3D022B28-A52D-44C5-92A0-BA687F0DA155}" type="presOf" srcId="{739684C0-F9B3-4315-8C84-E9B16B073F39}" destId="{76D76078-8DF9-4C9E-AF40-736F2B57ECBF}" srcOrd="1" destOrd="0" presId="urn:microsoft.com/office/officeart/2005/8/layout/vList4"/>
    <dgm:cxn modelId="{4456D432-3FE1-4FD4-99E6-82A992223E01}" type="presOf" srcId="{186FD1B9-1ADE-45F1-8A9F-B60A40A92BF9}" destId="{981420FC-6547-4E6E-A607-9ED103A7CFD3}" srcOrd="0" destOrd="1" presId="urn:microsoft.com/office/officeart/2005/8/layout/vList4"/>
    <dgm:cxn modelId="{0A053B34-4EEB-4270-845B-63B9CB3C2282}" srcId="{D6B43B5C-9D85-4B22-90A0-725DF8CACFD2}" destId="{E324C2EC-FB45-4330-9249-4E89F7E26984}" srcOrd="0" destOrd="0" parTransId="{BDD7E66F-4B52-4F92-B57A-7DAF79A7B24D}" sibTransId="{3B32D9AD-A826-4061-9593-6F382215F8BE}"/>
    <dgm:cxn modelId="{6659DE3C-9D58-49D6-951E-2E51455590CA}" type="presOf" srcId="{FB091076-62E5-454B-918E-F368E713120E}" destId="{981420FC-6547-4E6E-A607-9ED103A7CFD3}" srcOrd="0" destOrd="2" presId="urn:microsoft.com/office/officeart/2005/8/layout/vList4"/>
    <dgm:cxn modelId="{25B5B861-7E01-4D8F-AA60-FF8DCD3B83BC}" srcId="{26156205-DCE5-4CF9-8E6C-DC26A9F26B74}" destId="{739684C0-F9B3-4315-8C84-E9B16B073F39}" srcOrd="0" destOrd="0" parTransId="{69260168-473C-4A50-B00E-21E9C7C5D786}" sibTransId="{DF4CD4CD-783C-472A-9AF0-4305BA16B327}"/>
    <dgm:cxn modelId="{8FCAD162-FD01-4643-AC34-780DC6A8E7DC}" type="presOf" srcId="{E324C2EC-FB45-4330-9249-4E89F7E26984}" destId="{8502FD43-AF5F-4D92-8776-90033FD7AB3E}" srcOrd="1" destOrd="1" presId="urn:microsoft.com/office/officeart/2005/8/layout/vList4"/>
    <dgm:cxn modelId="{A2D85456-161D-46E8-8070-2B272659464A}" type="presOf" srcId="{52462179-C5EF-40CD-81DA-FC2A8972B690}" destId="{6FC48BE2-EF40-40BE-ACCE-6E9D7373C233}" srcOrd="0" destOrd="1" presId="urn:microsoft.com/office/officeart/2005/8/layout/vList4"/>
    <dgm:cxn modelId="{C5171C7D-51D5-4B44-A491-8D3306CFFC8D}" srcId="{739684C0-F9B3-4315-8C84-E9B16B073F39}" destId="{FB091076-62E5-454B-918E-F368E713120E}" srcOrd="1" destOrd="0" parTransId="{A0C478E7-A8A5-4738-AF30-29CDEB0C8409}" sibTransId="{FBA3E3D7-1CCE-4686-BAB3-F082B1DBD87D}"/>
    <dgm:cxn modelId="{AA2B717E-1C7D-40E0-8295-9EAC0887521D}" type="presOf" srcId="{F7E6B030-3C6E-4CB5-AD98-BE7C09B5C7DC}" destId="{47BD6452-9581-486A-9B78-295A96E47F48}" srcOrd="0" destOrd="2" presId="urn:microsoft.com/office/officeart/2005/8/layout/vList4"/>
    <dgm:cxn modelId="{2E6BB27E-80D0-46D8-A01F-45ECD22F70E4}" srcId="{26156205-DCE5-4CF9-8E6C-DC26A9F26B74}" destId="{1FA59E14-E0F0-4160-9401-D304FE02872D}" srcOrd="2" destOrd="0" parTransId="{3100AE32-90DD-4D57-9950-D56DC9324567}" sibTransId="{F059D51E-031C-4F4F-9C4B-B6B77059B7F8}"/>
    <dgm:cxn modelId="{DF871C8C-4511-432B-8607-846117A7E376}" srcId="{1FA59E14-E0F0-4160-9401-D304FE02872D}" destId="{47A53CA9-1C44-4FB0-AB8A-5BBE2B8D83E4}" srcOrd="1" destOrd="0" parTransId="{888E7FB7-02CA-41EB-B4B8-84E405E9382E}" sibTransId="{95A3BCC3-4B8C-4A92-8C9C-494A87051FBD}"/>
    <dgm:cxn modelId="{58CDC6A0-48F5-4E99-9777-D6A7489DEB37}" srcId="{1FA59E14-E0F0-4160-9401-D304FE02872D}" destId="{52462179-C5EF-40CD-81DA-FC2A8972B690}" srcOrd="0" destOrd="0" parTransId="{6632FA41-DDAE-461F-A078-7C574A7F00EE}" sibTransId="{BA9B1640-426C-44AD-BF6E-9D9E98F61F97}"/>
    <dgm:cxn modelId="{15AA90A2-79B7-4A0C-8B0D-1CFF9B73D11A}" type="presOf" srcId="{26156205-DCE5-4CF9-8E6C-DC26A9F26B74}" destId="{82446854-A1A5-46BF-B66D-E6ABCFF057BD}" srcOrd="0" destOrd="0" presId="urn:microsoft.com/office/officeart/2005/8/layout/vList4"/>
    <dgm:cxn modelId="{1EA461AA-9E48-46B7-AB0C-3B754A0C2FF6}" srcId="{739684C0-F9B3-4315-8C84-E9B16B073F39}" destId="{186FD1B9-1ADE-45F1-8A9F-B60A40A92BF9}" srcOrd="0" destOrd="0" parTransId="{6FD86223-7898-45B8-A778-2986F098F229}" sibTransId="{DA72FCFC-F687-403C-B63D-AD615D69D615}"/>
    <dgm:cxn modelId="{30C478B4-9A3B-4A99-A622-739CD371C9E5}" type="presOf" srcId="{47A53CA9-1C44-4FB0-AB8A-5BBE2B8D83E4}" destId="{6FC48BE2-EF40-40BE-ACCE-6E9D7373C233}" srcOrd="0" destOrd="2" presId="urn:microsoft.com/office/officeart/2005/8/layout/vList4"/>
    <dgm:cxn modelId="{16C3FEBA-680D-4599-9319-51CB715CF2F6}" type="presOf" srcId="{52462179-C5EF-40CD-81DA-FC2A8972B690}" destId="{7931DA57-8DCA-4519-9293-F6257809071B}" srcOrd="1" destOrd="1" presId="urn:microsoft.com/office/officeart/2005/8/layout/vList4"/>
    <dgm:cxn modelId="{FAFAC3C5-B246-4FE9-ADFF-F2C33348A375}" type="presOf" srcId="{FB091076-62E5-454B-918E-F368E713120E}" destId="{76D76078-8DF9-4C9E-AF40-736F2B57ECBF}" srcOrd="1" destOrd="2" presId="urn:microsoft.com/office/officeart/2005/8/layout/vList4"/>
    <dgm:cxn modelId="{E6C3A2CE-D344-43B6-9DB8-D5A310949BB4}" type="presOf" srcId="{739684C0-F9B3-4315-8C84-E9B16B073F39}" destId="{981420FC-6547-4E6E-A607-9ED103A7CFD3}" srcOrd="0" destOrd="0" presId="urn:microsoft.com/office/officeart/2005/8/layout/vList4"/>
    <dgm:cxn modelId="{57A67DD0-07EA-4D0E-B28C-45BF63DB999F}" type="presOf" srcId="{1FA59E14-E0F0-4160-9401-D304FE02872D}" destId="{6FC48BE2-EF40-40BE-ACCE-6E9D7373C233}" srcOrd="0" destOrd="0" presId="urn:microsoft.com/office/officeart/2005/8/layout/vList4"/>
    <dgm:cxn modelId="{A5A4A3D0-7570-4FD1-92B1-AFAB2F3BE87F}" type="presOf" srcId="{E324C2EC-FB45-4330-9249-4E89F7E26984}" destId="{47BD6452-9581-486A-9B78-295A96E47F48}" srcOrd="0" destOrd="1" presId="urn:microsoft.com/office/officeart/2005/8/layout/vList4"/>
    <dgm:cxn modelId="{18DCACD9-3709-4F7B-812A-131582CB3D14}" type="presOf" srcId="{D6B43B5C-9D85-4B22-90A0-725DF8CACFD2}" destId="{47BD6452-9581-486A-9B78-295A96E47F48}" srcOrd="0" destOrd="0" presId="urn:microsoft.com/office/officeart/2005/8/layout/vList4"/>
    <dgm:cxn modelId="{258979DB-AEA5-4305-A7B8-86CE0F50FE8B}" type="presOf" srcId="{1FA59E14-E0F0-4160-9401-D304FE02872D}" destId="{7931DA57-8DCA-4519-9293-F6257809071B}" srcOrd="1" destOrd="0" presId="urn:microsoft.com/office/officeart/2005/8/layout/vList4"/>
    <dgm:cxn modelId="{E5D671E5-BF99-4945-97F5-A4BE51CA4B99}" srcId="{D6B43B5C-9D85-4B22-90A0-725DF8CACFD2}" destId="{F7E6B030-3C6E-4CB5-AD98-BE7C09B5C7DC}" srcOrd="1" destOrd="0" parTransId="{CF3AA345-883A-4CBC-B859-DABF4E968450}" sibTransId="{3E272C9C-AAB1-4A06-A7F3-F246F27C06F7}"/>
    <dgm:cxn modelId="{DED2FCFB-FA14-4918-B921-E372865AC2FD}" type="presOf" srcId="{186FD1B9-1ADE-45F1-8A9F-B60A40A92BF9}" destId="{76D76078-8DF9-4C9E-AF40-736F2B57ECBF}" srcOrd="1" destOrd="1" presId="urn:microsoft.com/office/officeart/2005/8/layout/vList4"/>
    <dgm:cxn modelId="{C26F4BFE-0737-4203-A139-12F593C1AE64}" type="presOf" srcId="{47A53CA9-1C44-4FB0-AB8A-5BBE2B8D83E4}" destId="{7931DA57-8DCA-4519-9293-F6257809071B}" srcOrd="1" destOrd="2" presId="urn:microsoft.com/office/officeart/2005/8/layout/vList4"/>
    <dgm:cxn modelId="{8C9DBB79-71EF-4A75-9255-ACFFA6A7D6AE}" type="presParOf" srcId="{82446854-A1A5-46BF-B66D-E6ABCFF057BD}" destId="{DF79959D-CCFF-4C84-B439-49848AC017B7}" srcOrd="0" destOrd="0" presId="urn:microsoft.com/office/officeart/2005/8/layout/vList4"/>
    <dgm:cxn modelId="{F7BC486B-3CC3-474F-B25E-ADAC92FD640A}" type="presParOf" srcId="{DF79959D-CCFF-4C84-B439-49848AC017B7}" destId="{981420FC-6547-4E6E-A607-9ED103A7CFD3}" srcOrd="0" destOrd="0" presId="urn:microsoft.com/office/officeart/2005/8/layout/vList4"/>
    <dgm:cxn modelId="{4DB2766E-AC9B-45B5-AF08-3455ED291B10}" type="presParOf" srcId="{DF79959D-CCFF-4C84-B439-49848AC017B7}" destId="{BFA773CA-2D00-4C0C-B438-3FD8FD3DEEF5}" srcOrd="1" destOrd="0" presId="urn:microsoft.com/office/officeart/2005/8/layout/vList4"/>
    <dgm:cxn modelId="{414C5599-DE68-4BF7-8467-C0E670976D10}" type="presParOf" srcId="{DF79959D-CCFF-4C84-B439-49848AC017B7}" destId="{76D76078-8DF9-4C9E-AF40-736F2B57ECBF}" srcOrd="2" destOrd="0" presId="urn:microsoft.com/office/officeart/2005/8/layout/vList4"/>
    <dgm:cxn modelId="{B53B38FC-28F7-474F-8D15-31591AD264E2}" type="presParOf" srcId="{82446854-A1A5-46BF-B66D-E6ABCFF057BD}" destId="{A94AA354-82B2-4C01-904F-BB2EFBDCC59C}" srcOrd="1" destOrd="0" presId="urn:microsoft.com/office/officeart/2005/8/layout/vList4"/>
    <dgm:cxn modelId="{15A33A45-1DB4-4A80-BC4B-5B96F6A02189}" type="presParOf" srcId="{82446854-A1A5-46BF-B66D-E6ABCFF057BD}" destId="{FABBE68D-F714-4760-8070-BC9C1B7D1CB8}" srcOrd="2" destOrd="0" presId="urn:microsoft.com/office/officeart/2005/8/layout/vList4"/>
    <dgm:cxn modelId="{341C55AE-2F6B-46BB-8F95-79964CAEB6C4}" type="presParOf" srcId="{FABBE68D-F714-4760-8070-BC9C1B7D1CB8}" destId="{47BD6452-9581-486A-9B78-295A96E47F48}" srcOrd="0" destOrd="0" presId="urn:microsoft.com/office/officeart/2005/8/layout/vList4"/>
    <dgm:cxn modelId="{FAFC1AD9-B50D-4261-A7C3-11F3004E64C9}" type="presParOf" srcId="{FABBE68D-F714-4760-8070-BC9C1B7D1CB8}" destId="{86A1480C-245F-49C4-B2C2-50898D583646}" srcOrd="1" destOrd="0" presId="urn:microsoft.com/office/officeart/2005/8/layout/vList4"/>
    <dgm:cxn modelId="{90451816-D3D1-4207-92DA-863FB5EB883A}" type="presParOf" srcId="{FABBE68D-F714-4760-8070-BC9C1B7D1CB8}" destId="{8502FD43-AF5F-4D92-8776-90033FD7AB3E}" srcOrd="2" destOrd="0" presId="urn:microsoft.com/office/officeart/2005/8/layout/vList4"/>
    <dgm:cxn modelId="{FAF985F5-2182-4112-93CE-830E7B6B77AC}" type="presParOf" srcId="{82446854-A1A5-46BF-B66D-E6ABCFF057BD}" destId="{B6045AB3-D048-4CFA-A63B-95DA6CF854C2}" srcOrd="3" destOrd="0" presId="urn:microsoft.com/office/officeart/2005/8/layout/vList4"/>
    <dgm:cxn modelId="{FB753695-A681-4DF5-9C65-E874BBFC2D4E}" type="presParOf" srcId="{82446854-A1A5-46BF-B66D-E6ABCFF057BD}" destId="{A0FFE5A8-CBEA-4A71-96B5-5B1880B6460C}" srcOrd="4" destOrd="0" presId="urn:microsoft.com/office/officeart/2005/8/layout/vList4"/>
    <dgm:cxn modelId="{615C0E39-C4A7-4259-80A3-A12857A4DB8E}" type="presParOf" srcId="{A0FFE5A8-CBEA-4A71-96B5-5B1880B6460C}" destId="{6FC48BE2-EF40-40BE-ACCE-6E9D7373C233}" srcOrd="0" destOrd="0" presId="urn:microsoft.com/office/officeart/2005/8/layout/vList4"/>
    <dgm:cxn modelId="{92688CF1-45E2-4C3D-A410-9BC15F939C0D}" type="presParOf" srcId="{A0FFE5A8-CBEA-4A71-96B5-5B1880B6460C}" destId="{EDD4774C-5D4E-4B45-9EF0-1ABA99CF5454}" srcOrd="1" destOrd="0" presId="urn:microsoft.com/office/officeart/2005/8/layout/vList4"/>
    <dgm:cxn modelId="{4E4295FE-E570-4CAC-A9ED-753B9CBD9D44}" type="presParOf" srcId="{A0FFE5A8-CBEA-4A71-96B5-5B1880B6460C}" destId="{7931DA57-8DCA-4519-9293-F6257809071B}" srcOrd="2" destOrd="0" presId="urn:microsoft.com/office/officeart/2005/8/layout/vList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CB26E2-916A-4D65-ABF2-DA85B6EC707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CA"/>
        </a:p>
      </dgm:t>
    </dgm:pt>
    <dgm:pt modelId="{4343C59E-CAC7-4272-82E8-09C2554BCBDE}">
      <dgm:prSet phldrT="[Texte]" phldr="0"/>
      <dgm:spPr/>
      <dgm:t>
        <a:bodyPr/>
        <a:lstStyle/>
        <a:p>
          <a:r>
            <a:rPr lang="fr-CA" dirty="0" err="1"/>
            <a:t>Level</a:t>
          </a:r>
          <a:r>
            <a:rPr lang="fr-CA" dirty="0"/>
            <a:t> 1</a:t>
          </a:r>
        </a:p>
      </dgm:t>
    </dgm:pt>
    <dgm:pt modelId="{75D2C0A7-486D-4422-A03A-A9E7A59FC9F1}" type="parTrans" cxnId="{A5165C0D-3B2B-4FF4-A929-A7FC8E2C76EE}">
      <dgm:prSet/>
      <dgm:spPr/>
      <dgm:t>
        <a:bodyPr/>
        <a:lstStyle/>
        <a:p>
          <a:endParaRPr lang="fr-CA"/>
        </a:p>
      </dgm:t>
    </dgm:pt>
    <dgm:pt modelId="{58B4544A-C7D9-4268-A4FA-61A09A730621}" type="sibTrans" cxnId="{A5165C0D-3B2B-4FF4-A929-A7FC8E2C76EE}">
      <dgm:prSet/>
      <dgm:spPr/>
      <dgm:t>
        <a:bodyPr/>
        <a:lstStyle/>
        <a:p>
          <a:endParaRPr lang="fr-CA"/>
        </a:p>
      </dgm:t>
    </dgm:pt>
    <dgm:pt modelId="{B8FBDE9D-BE70-47D2-9F0C-0AC98E1FE0D8}">
      <dgm:prSet phldrT="[Texte]" phldr="0"/>
      <dgm:spPr/>
      <dgm:t>
        <a:bodyPr/>
        <a:lstStyle/>
        <a:p>
          <a:r>
            <a:rPr lang="fr-CA" dirty="0" err="1"/>
            <a:t>Level</a:t>
          </a:r>
          <a:r>
            <a:rPr lang="fr-CA" dirty="0"/>
            <a:t> 1.1</a:t>
          </a:r>
        </a:p>
      </dgm:t>
    </dgm:pt>
    <dgm:pt modelId="{C652957E-B9D4-486F-8E2F-2F45CF954D4B}" type="parTrans" cxnId="{2BCC4FF3-4659-45F1-A86E-2BF8F4DDA4B8}">
      <dgm:prSet/>
      <dgm:spPr/>
      <dgm:t>
        <a:bodyPr/>
        <a:lstStyle/>
        <a:p>
          <a:endParaRPr lang="fr-CA"/>
        </a:p>
      </dgm:t>
    </dgm:pt>
    <dgm:pt modelId="{4F8D55E1-3A7B-4B39-89D4-2EF4454407CB}" type="sibTrans" cxnId="{2BCC4FF3-4659-45F1-A86E-2BF8F4DDA4B8}">
      <dgm:prSet/>
      <dgm:spPr/>
      <dgm:t>
        <a:bodyPr/>
        <a:lstStyle/>
        <a:p>
          <a:endParaRPr lang="fr-CA"/>
        </a:p>
      </dgm:t>
    </dgm:pt>
    <dgm:pt modelId="{3992647D-C2B6-4ED7-A852-5D0086AC4AFC}">
      <dgm:prSet phldrT="[Texte]" phldr="0"/>
      <dgm:spPr/>
      <dgm:t>
        <a:bodyPr/>
        <a:lstStyle/>
        <a:p>
          <a:r>
            <a:rPr lang="fr-CA" dirty="0" err="1"/>
            <a:t>Level</a:t>
          </a:r>
          <a:r>
            <a:rPr lang="fr-CA" dirty="0"/>
            <a:t> 2</a:t>
          </a:r>
        </a:p>
      </dgm:t>
    </dgm:pt>
    <dgm:pt modelId="{2E512E6E-D792-4910-BEFD-1FDF0BC5FF55}" type="parTrans" cxnId="{0D3486F6-4D74-4AA8-9B67-C7DDE4233D14}">
      <dgm:prSet/>
      <dgm:spPr/>
      <dgm:t>
        <a:bodyPr/>
        <a:lstStyle/>
        <a:p>
          <a:endParaRPr lang="fr-CA"/>
        </a:p>
      </dgm:t>
    </dgm:pt>
    <dgm:pt modelId="{4FAD107C-96C6-4439-806C-6211D9E58EE6}" type="sibTrans" cxnId="{0D3486F6-4D74-4AA8-9B67-C7DDE4233D14}">
      <dgm:prSet/>
      <dgm:spPr/>
      <dgm:t>
        <a:bodyPr/>
        <a:lstStyle/>
        <a:p>
          <a:endParaRPr lang="fr-CA"/>
        </a:p>
      </dgm:t>
    </dgm:pt>
    <dgm:pt modelId="{360D98BF-7820-4943-83F7-EA28A7749BC0}">
      <dgm:prSet phldrT="[Texte]" phldr="0"/>
      <dgm:spPr/>
      <dgm:t>
        <a:bodyPr/>
        <a:lstStyle/>
        <a:p>
          <a:r>
            <a:rPr lang="fr-CA" dirty="0" err="1"/>
            <a:t>Level</a:t>
          </a:r>
          <a:r>
            <a:rPr lang="fr-CA" dirty="0"/>
            <a:t> 2.2</a:t>
          </a:r>
        </a:p>
      </dgm:t>
    </dgm:pt>
    <dgm:pt modelId="{1A2CCA90-BEFD-45B4-A479-7DA73BE270E2}" type="parTrans" cxnId="{582CC847-5CA0-4D62-979E-3CB47416F1CB}">
      <dgm:prSet/>
      <dgm:spPr/>
      <dgm:t>
        <a:bodyPr/>
        <a:lstStyle/>
        <a:p>
          <a:endParaRPr lang="fr-CA"/>
        </a:p>
      </dgm:t>
    </dgm:pt>
    <dgm:pt modelId="{834F6D13-A9C7-42A2-A98A-9C7DF935057D}" type="sibTrans" cxnId="{582CC847-5CA0-4D62-979E-3CB47416F1CB}">
      <dgm:prSet/>
      <dgm:spPr/>
      <dgm:t>
        <a:bodyPr/>
        <a:lstStyle/>
        <a:p>
          <a:endParaRPr lang="fr-CA"/>
        </a:p>
      </dgm:t>
    </dgm:pt>
    <dgm:pt modelId="{7EC8CBFB-BDA3-4750-A3C7-7C5A237D5853}" type="pres">
      <dgm:prSet presAssocID="{35CB26E2-916A-4D65-ABF2-DA85B6EC707C}" presName="linear" presStyleCnt="0">
        <dgm:presLayoutVars>
          <dgm:animLvl val="lvl"/>
          <dgm:resizeHandles val="exact"/>
        </dgm:presLayoutVars>
      </dgm:prSet>
      <dgm:spPr/>
    </dgm:pt>
    <dgm:pt modelId="{E14D9108-59C5-46FA-95C8-F1922F06123F}" type="pres">
      <dgm:prSet presAssocID="{4343C59E-CAC7-4272-82E8-09C2554BCBDE}" presName="parentText" presStyleLbl="node1" presStyleIdx="0" presStyleCnt="2">
        <dgm:presLayoutVars>
          <dgm:chMax val="0"/>
          <dgm:bulletEnabled val="1"/>
        </dgm:presLayoutVars>
      </dgm:prSet>
      <dgm:spPr/>
    </dgm:pt>
    <dgm:pt modelId="{46825B7F-E843-4DA6-812F-0A66E1484B96}" type="pres">
      <dgm:prSet presAssocID="{4343C59E-CAC7-4272-82E8-09C2554BCBDE}" presName="childText" presStyleLbl="revTx" presStyleIdx="0" presStyleCnt="2">
        <dgm:presLayoutVars>
          <dgm:bulletEnabled val="1"/>
        </dgm:presLayoutVars>
      </dgm:prSet>
      <dgm:spPr/>
    </dgm:pt>
    <dgm:pt modelId="{F02586B5-87AC-4EC8-96ED-C2D7E3C36418}" type="pres">
      <dgm:prSet presAssocID="{3992647D-C2B6-4ED7-A852-5D0086AC4AFC}" presName="parentText" presStyleLbl="node1" presStyleIdx="1" presStyleCnt="2">
        <dgm:presLayoutVars>
          <dgm:chMax val="0"/>
          <dgm:bulletEnabled val="1"/>
        </dgm:presLayoutVars>
      </dgm:prSet>
      <dgm:spPr/>
    </dgm:pt>
    <dgm:pt modelId="{BCECAFF9-2FE1-42C4-B5A2-C125121267C7}" type="pres">
      <dgm:prSet presAssocID="{3992647D-C2B6-4ED7-A852-5D0086AC4AFC}" presName="childText" presStyleLbl="revTx" presStyleIdx="1" presStyleCnt="2">
        <dgm:presLayoutVars>
          <dgm:bulletEnabled val="1"/>
        </dgm:presLayoutVars>
      </dgm:prSet>
      <dgm:spPr/>
    </dgm:pt>
  </dgm:ptLst>
  <dgm:cxnLst>
    <dgm:cxn modelId="{A5165C0D-3B2B-4FF4-A929-A7FC8E2C76EE}" srcId="{35CB26E2-916A-4D65-ABF2-DA85B6EC707C}" destId="{4343C59E-CAC7-4272-82E8-09C2554BCBDE}" srcOrd="0" destOrd="0" parTransId="{75D2C0A7-486D-4422-A03A-A9E7A59FC9F1}" sibTransId="{58B4544A-C7D9-4268-A4FA-61A09A730621}"/>
    <dgm:cxn modelId="{582CC847-5CA0-4D62-979E-3CB47416F1CB}" srcId="{3992647D-C2B6-4ED7-A852-5D0086AC4AFC}" destId="{360D98BF-7820-4943-83F7-EA28A7749BC0}" srcOrd="0" destOrd="0" parTransId="{1A2CCA90-BEFD-45B4-A479-7DA73BE270E2}" sibTransId="{834F6D13-A9C7-42A2-A98A-9C7DF935057D}"/>
    <dgm:cxn modelId="{C9712F6B-1F68-4A7E-AF1F-524AED5D2490}" type="presOf" srcId="{4343C59E-CAC7-4272-82E8-09C2554BCBDE}" destId="{E14D9108-59C5-46FA-95C8-F1922F06123F}" srcOrd="0" destOrd="0" presId="urn:microsoft.com/office/officeart/2005/8/layout/vList2"/>
    <dgm:cxn modelId="{12B5F358-4993-4419-9071-068ABE0992DD}" type="presOf" srcId="{3992647D-C2B6-4ED7-A852-5D0086AC4AFC}" destId="{F02586B5-87AC-4EC8-96ED-C2D7E3C36418}" srcOrd="0" destOrd="0" presId="urn:microsoft.com/office/officeart/2005/8/layout/vList2"/>
    <dgm:cxn modelId="{F7056197-7C78-46DF-9989-65528E4730C0}" type="presOf" srcId="{360D98BF-7820-4943-83F7-EA28A7749BC0}" destId="{BCECAFF9-2FE1-42C4-B5A2-C125121267C7}" srcOrd="0" destOrd="0" presId="urn:microsoft.com/office/officeart/2005/8/layout/vList2"/>
    <dgm:cxn modelId="{1E19E8C6-1325-4807-B0EF-4F7E27223FBD}" type="presOf" srcId="{35CB26E2-916A-4D65-ABF2-DA85B6EC707C}" destId="{7EC8CBFB-BDA3-4750-A3C7-7C5A237D5853}" srcOrd="0" destOrd="0" presId="urn:microsoft.com/office/officeart/2005/8/layout/vList2"/>
    <dgm:cxn modelId="{4586DBE0-85AD-4239-85CB-731E8D66D66D}" type="presOf" srcId="{B8FBDE9D-BE70-47D2-9F0C-0AC98E1FE0D8}" destId="{46825B7F-E843-4DA6-812F-0A66E1484B96}" srcOrd="0" destOrd="0" presId="urn:microsoft.com/office/officeart/2005/8/layout/vList2"/>
    <dgm:cxn modelId="{2BCC4FF3-4659-45F1-A86E-2BF8F4DDA4B8}" srcId="{4343C59E-CAC7-4272-82E8-09C2554BCBDE}" destId="{B8FBDE9D-BE70-47D2-9F0C-0AC98E1FE0D8}" srcOrd="0" destOrd="0" parTransId="{C652957E-B9D4-486F-8E2F-2F45CF954D4B}" sibTransId="{4F8D55E1-3A7B-4B39-89D4-2EF4454407CB}"/>
    <dgm:cxn modelId="{0D3486F6-4D74-4AA8-9B67-C7DDE4233D14}" srcId="{35CB26E2-916A-4D65-ABF2-DA85B6EC707C}" destId="{3992647D-C2B6-4ED7-A852-5D0086AC4AFC}" srcOrd="1" destOrd="0" parTransId="{2E512E6E-D792-4910-BEFD-1FDF0BC5FF55}" sibTransId="{4FAD107C-96C6-4439-806C-6211D9E58EE6}"/>
    <dgm:cxn modelId="{87FE8F18-2C07-4E4A-8B53-B3077A6C008F}" type="presParOf" srcId="{7EC8CBFB-BDA3-4750-A3C7-7C5A237D5853}" destId="{E14D9108-59C5-46FA-95C8-F1922F06123F}" srcOrd="0" destOrd="0" presId="urn:microsoft.com/office/officeart/2005/8/layout/vList2"/>
    <dgm:cxn modelId="{11DEAF0F-758E-47A6-BA01-85ABABE2028A}" type="presParOf" srcId="{7EC8CBFB-BDA3-4750-A3C7-7C5A237D5853}" destId="{46825B7F-E843-4DA6-812F-0A66E1484B96}" srcOrd="1" destOrd="0" presId="urn:microsoft.com/office/officeart/2005/8/layout/vList2"/>
    <dgm:cxn modelId="{7211518D-56DF-4ABF-BBA5-4A830A8CB104}" type="presParOf" srcId="{7EC8CBFB-BDA3-4750-A3C7-7C5A237D5853}" destId="{F02586B5-87AC-4EC8-96ED-C2D7E3C36418}" srcOrd="2" destOrd="0" presId="urn:microsoft.com/office/officeart/2005/8/layout/vList2"/>
    <dgm:cxn modelId="{17EB6AA6-39C8-4CB8-924C-407B51CEA829}" type="presParOf" srcId="{7EC8CBFB-BDA3-4750-A3C7-7C5A237D5853}" destId="{BCECAFF9-2FE1-42C4-B5A2-C125121267C7}" srcOrd="3"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281DA60-C75A-4DF4-B4B9-A8B0D68A1BB0}"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6C3767F1-DE0A-4B8E-85B0-DFB302353A43}" type="pres">
      <dgm:prSet presAssocID="{F281DA60-C75A-4DF4-B4B9-A8B0D68A1BB0}" presName="Name0" presStyleCnt="0">
        <dgm:presLayoutVars>
          <dgm:dir/>
          <dgm:resizeHandles val="exact"/>
        </dgm:presLayoutVars>
      </dgm:prSet>
      <dgm:spPr/>
    </dgm:pt>
    <dgm:pt modelId="{109599D3-183E-4D22-B21C-F0C18A0075BA}" type="pres">
      <dgm:prSet presAssocID="{A457F7FB-9D0F-4EDD-8952-4CDA61AE4545}" presName="node" presStyleLbl="node1" presStyleIdx="0" presStyleCnt="4">
        <dgm:presLayoutVars>
          <dgm:bulletEnabled val="1"/>
        </dgm:presLayoutVars>
      </dgm:prSet>
      <dgm:spPr/>
    </dgm:pt>
    <dgm:pt modelId="{1469EA02-E514-49A4-A4BA-F0BF30D5B3B2}" type="pres">
      <dgm:prSet presAssocID="{7297DB18-D96E-4434-9367-1E228D95B1B7}" presName="sibTrans" presStyleLbl="sibTrans2D1" presStyleIdx="0" presStyleCnt="3"/>
      <dgm:spPr/>
    </dgm:pt>
    <dgm:pt modelId="{E0414ED5-0343-4850-9196-0F8DC7676156}" type="pres">
      <dgm:prSet presAssocID="{7297DB18-D96E-4434-9367-1E228D95B1B7}" presName="connectorText" presStyleLbl="sibTrans2D1" presStyleIdx="0" presStyleCnt="3"/>
      <dgm:spPr/>
    </dgm:pt>
    <dgm:pt modelId="{1A66D92F-2378-4CF0-BE3A-247E64AB3064}" type="pres">
      <dgm:prSet presAssocID="{659ADE8B-2357-496F-A0EA-C2A401CFCA44}" presName="node" presStyleLbl="node1" presStyleIdx="1" presStyleCnt="4">
        <dgm:presLayoutVars>
          <dgm:bulletEnabled val="1"/>
        </dgm:presLayoutVars>
      </dgm:prSet>
      <dgm:spPr/>
    </dgm:pt>
    <dgm:pt modelId="{D15B96DA-6D51-4CB3-989A-86CE08DC315D}" type="pres">
      <dgm:prSet presAssocID="{DED0323C-918B-4AD6-9A7D-D9A1F98EE27D}" presName="sibTrans" presStyleLbl="sibTrans2D1" presStyleIdx="1" presStyleCnt="3"/>
      <dgm:spPr/>
    </dgm:pt>
    <dgm:pt modelId="{88BE21EA-70F6-4329-B90F-78A5186F85CD}" type="pres">
      <dgm:prSet presAssocID="{DED0323C-918B-4AD6-9A7D-D9A1F98EE27D}" presName="connectorText" presStyleLbl="sibTrans2D1" presStyleIdx="1" presStyleCnt="3"/>
      <dgm:spPr/>
    </dgm:pt>
    <dgm:pt modelId="{3375AC13-101B-4D29-8B17-54C6E790D857}" type="pres">
      <dgm:prSet presAssocID="{A93B8BE5-E756-460C-A3C0-C9C7134222F7}" presName="node" presStyleLbl="node1" presStyleIdx="2" presStyleCnt="4">
        <dgm:presLayoutVars>
          <dgm:bulletEnabled val="1"/>
        </dgm:presLayoutVars>
      </dgm:prSet>
      <dgm:spPr/>
    </dgm:pt>
    <dgm:pt modelId="{8A0C4F74-2C63-451D-B72C-1469579ED1BA}" type="pres">
      <dgm:prSet presAssocID="{BD458450-E98D-44D7-9B90-D7CC38AC8201}" presName="sibTrans" presStyleLbl="sibTrans2D1" presStyleIdx="2" presStyleCnt="3"/>
      <dgm:spPr/>
    </dgm:pt>
    <dgm:pt modelId="{4679B099-DE4F-4E28-B4AE-D1D11139704C}" type="pres">
      <dgm:prSet presAssocID="{BD458450-E98D-44D7-9B90-D7CC38AC8201}" presName="connectorText" presStyleLbl="sibTrans2D1" presStyleIdx="2" presStyleCnt="3"/>
      <dgm:spPr/>
    </dgm:pt>
    <dgm:pt modelId="{B97A9360-49F6-400E-875A-80D1ADACBA63}" type="pres">
      <dgm:prSet presAssocID="{7FC5A5E2-D628-4631-8FF7-BE12A0EE5AD3}" presName="node" presStyleLbl="node1" presStyleIdx="3" presStyleCnt="4">
        <dgm:presLayoutVars>
          <dgm:bulletEnabled val="1"/>
        </dgm:presLayoutVars>
      </dgm:prSet>
      <dgm:spPr/>
    </dgm:pt>
  </dgm:ptLst>
  <dgm:cxnLst>
    <dgm:cxn modelId="{5D2DA204-4DD2-4AF4-9818-AAF5836E5652}" type="presOf" srcId="{F281DA60-C75A-4DF4-B4B9-A8B0D68A1BB0}" destId="{6C3767F1-DE0A-4B8E-85B0-DFB302353A43}" srcOrd="0" destOrd="0" presId="urn:microsoft.com/office/officeart/2005/8/layout/process1"/>
    <dgm:cxn modelId="{4CC1EE04-6CA2-475B-A8A5-2880894A811E}" type="presOf" srcId="{BD458450-E98D-44D7-9B90-D7CC38AC8201}" destId="{4679B099-DE4F-4E28-B4AE-D1D11139704C}" srcOrd="1" destOrd="0" presId="urn:microsoft.com/office/officeart/2005/8/layout/process1"/>
    <dgm:cxn modelId="{71A7B708-8CE1-41EA-8782-369FFC0EDCE7}" srcId="{F281DA60-C75A-4DF4-B4B9-A8B0D68A1BB0}" destId="{7FC5A5E2-D628-4631-8FF7-BE12A0EE5AD3}" srcOrd="3" destOrd="0" parTransId="{2EC78FA2-B5EB-4149-9D6E-ECD58C080005}" sibTransId="{00D75793-DF63-411E-A0D6-212B1B6D1C65}"/>
    <dgm:cxn modelId="{BFB6BF16-E195-440E-BDE2-6237E0B5C74E}" type="presOf" srcId="{A457F7FB-9D0F-4EDD-8952-4CDA61AE4545}" destId="{109599D3-183E-4D22-B21C-F0C18A0075BA}" srcOrd="0" destOrd="0" presId="urn:microsoft.com/office/officeart/2005/8/layout/process1"/>
    <dgm:cxn modelId="{BBD5A41F-9394-4148-91C6-25D1639E32E0}" type="presOf" srcId="{B038860F-5731-4A1E-BCAB-19A5D98A8031}" destId="{1A66D92F-2378-4CF0-BE3A-247E64AB3064}" srcOrd="0" destOrd="1" presId="urn:microsoft.com/office/officeart/2005/8/layout/process1"/>
    <dgm:cxn modelId="{2A36692B-0A48-4C19-ABA7-ADB6E990280E}" srcId="{F281DA60-C75A-4DF4-B4B9-A8B0D68A1BB0}" destId="{A93B8BE5-E756-460C-A3C0-C9C7134222F7}" srcOrd="2" destOrd="0" parTransId="{970FB6FF-35C5-43C6-B705-8D3D02E0FBDD}" sibTransId="{BD458450-E98D-44D7-9B90-D7CC38AC8201}"/>
    <dgm:cxn modelId="{3748B62D-C20F-4A8D-9B66-E9022003EDBA}" type="presOf" srcId="{1B43ADC1-1EF3-4C23-ABFF-0EF31B91B0E6}" destId="{3375AC13-101B-4D29-8B17-54C6E790D857}" srcOrd="0" destOrd="1" presId="urn:microsoft.com/office/officeart/2005/8/layout/process1"/>
    <dgm:cxn modelId="{3C78FC2E-B56A-48AC-80A1-CC7E4138D97D}" type="presOf" srcId="{DED0323C-918B-4AD6-9A7D-D9A1F98EE27D}" destId="{88BE21EA-70F6-4329-B90F-78A5186F85CD}" srcOrd="1" destOrd="0" presId="urn:microsoft.com/office/officeart/2005/8/layout/process1"/>
    <dgm:cxn modelId="{61C3AA61-5B6D-4EBF-AF12-62F898655EE7}" type="presOf" srcId="{659ADE8B-2357-496F-A0EA-C2A401CFCA44}" destId="{1A66D92F-2378-4CF0-BE3A-247E64AB3064}" srcOrd="0" destOrd="0" presId="urn:microsoft.com/office/officeart/2005/8/layout/process1"/>
    <dgm:cxn modelId="{57D59942-DEA2-46D0-8781-9F4FC897D48E}" type="presOf" srcId="{BD458450-E98D-44D7-9B90-D7CC38AC8201}" destId="{8A0C4F74-2C63-451D-B72C-1469579ED1BA}" srcOrd="0" destOrd="0" presId="urn:microsoft.com/office/officeart/2005/8/layout/process1"/>
    <dgm:cxn modelId="{7D98874C-CE72-45D7-80F1-684993A1F4A4}" type="presOf" srcId="{7297DB18-D96E-4434-9367-1E228D95B1B7}" destId="{1469EA02-E514-49A4-A4BA-F0BF30D5B3B2}" srcOrd="0" destOrd="0" presId="urn:microsoft.com/office/officeart/2005/8/layout/process1"/>
    <dgm:cxn modelId="{8A20894E-8D94-4C60-A226-2DC5DE5C6611}" type="presOf" srcId="{A93B8BE5-E756-460C-A3C0-C9C7134222F7}" destId="{3375AC13-101B-4D29-8B17-54C6E790D857}" srcOrd="0" destOrd="0" presId="urn:microsoft.com/office/officeart/2005/8/layout/process1"/>
    <dgm:cxn modelId="{296BB571-41B6-45DD-AB7B-9EC56B4225A1}" type="presOf" srcId="{7FC5A5E2-D628-4631-8FF7-BE12A0EE5AD3}" destId="{B97A9360-49F6-400E-875A-80D1ADACBA63}" srcOrd="0" destOrd="0" presId="urn:microsoft.com/office/officeart/2005/8/layout/process1"/>
    <dgm:cxn modelId="{B5F7627A-3ED0-4EAD-BA7A-A4A18ECB85BA}" srcId="{F281DA60-C75A-4DF4-B4B9-A8B0D68A1BB0}" destId="{A457F7FB-9D0F-4EDD-8952-4CDA61AE4545}" srcOrd="0" destOrd="0" parTransId="{76AAB7EC-F8CB-43FD-A0CB-0152CDE20425}" sibTransId="{7297DB18-D96E-4434-9367-1E228D95B1B7}"/>
    <dgm:cxn modelId="{58E27A7C-5FB8-42B2-BB71-08DFCAE0E58F}" srcId="{659ADE8B-2357-496F-A0EA-C2A401CFCA44}" destId="{B038860F-5731-4A1E-BCAB-19A5D98A8031}" srcOrd="0" destOrd="0" parTransId="{59D71D49-90C1-43B7-AAA9-888445CE8FAE}" sibTransId="{D963FFD9-2E9E-4207-9738-F55F5321B63B}"/>
    <dgm:cxn modelId="{59D64C94-7570-4130-8214-7F55DF622729}" srcId="{A93B8BE5-E756-460C-A3C0-C9C7134222F7}" destId="{1B43ADC1-1EF3-4C23-ABFF-0EF31B91B0E6}" srcOrd="0" destOrd="0" parTransId="{5C11309B-976C-4F05-BA77-37F6E40B6765}" sibTransId="{126B6020-FBC3-471E-AABE-895D1CA02ACF}"/>
    <dgm:cxn modelId="{5AABC19A-17D1-4466-9677-D2C8F0E57C9A}" srcId="{F281DA60-C75A-4DF4-B4B9-A8B0D68A1BB0}" destId="{659ADE8B-2357-496F-A0EA-C2A401CFCA44}" srcOrd="1" destOrd="0" parTransId="{02C4DF18-ACDF-4C9D-9736-8F062FFBD459}" sibTransId="{DED0323C-918B-4AD6-9A7D-D9A1F98EE27D}"/>
    <dgm:cxn modelId="{479E6B9E-EB29-4D3F-A363-65F09453C9D1}" type="presOf" srcId="{7297DB18-D96E-4434-9367-1E228D95B1B7}" destId="{E0414ED5-0343-4850-9196-0F8DC7676156}" srcOrd="1" destOrd="0" presId="urn:microsoft.com/office/officeart/2005/8/layout/process1"/>
    <dgm:cxn modelId="{9190C1C3-D1FB-41D6-8EA2-95AFE1B11AF2}" srcId="{7FC5A5E2-D628-4631-8FF7-BE12A0EE5AD3}" destId="{1E71699C-6BE2-4CD5-B34F-61C30B81A574}" srcOrd="0" destOrd="0" parTransId="{54280FF7-C555-4D02-841E-8D8F74567FC9}" sibTransId="{D9A734D2-672A-4994-A6EC-3A81B34FE9EA}"/>
    <dgm:cxn modelId="{854D2AC4-F5BE-413C-8DCE-E758F877C0D9}" type="presOf" srcId="{DED0323C-918B-4AD6-9A7D-D9A1F98EE27D}" destId="{D15B96DA-6D51-4CB3-989A-86CE08DC315D}" srcOrd="0" destOrd="0" presId="urn:microsoft.com/office/officeart/2005/8/layout/process1"/>
    <dgm:cxn modelId="{F41881C4-F365-4488-99D2-FE91DAF908BB}" type="presOf" srcId="{540A1E6C-B5EE-4D77-BC6E-BD688DCE125F}" destId="{109599D3-183E-4D22-B21C-F0C18A0075BA}" srcOrd="0" destOrd="1" presId="urn:microsoft.com/office/officeart/2005/8/layout/process1"/>
    <dgm:cxn modelId="{1ACB47DF-1364-4B1C-B415-2DD7F73913B9}" srcId="{A457F7FB-9D0F-4EDD-8952-4CDA61AE4545}" destId="{540A1E6C-B5EE-4D77-BC6E-BD688DCE125F}" srcOrd="0" destOrd="0" parTransId="{DE8E662B-C741-4EEB-982F-BAC89C7AB0B6}" sibTransId="{664EDB2D-B15D-4DDB-AF50-3AD136662B14}"/>
    <dgm:cxn modelId="{B15927F0-3C92-4F8B-B611-4A357FC697B2}" type="presOf" srcId="{1E71699C-6BE2-4CD5-B34F-61C30B81A574}" destId="{B97A9360-49F6-400E-875A-80D1ADACBA63}" srcOrd="0" destOrd="1" presId="urn:microsoft.com/office/officeart/2005/8/layout/process1"/>
    <dgm:cxn modelId="{D40D179F-7EFB-4032-A0A6-F8E6768FB807}" type="presParOf" srcId="{6C3767F1-DE0A-4B8E-85B0-DFB302353A43}" destId="{109599D3-183E-4D22-B21C-F0C18A0075BA}" srcOrd="0" destOrd="0" presId="urn:microsoft.com/office/officeart/2005/8/layout/process1"/>
    <dgm:cxn modelId="{3903CCD4-5875-431A-B8CE-D8B9C28B013E}" type="presParOf" srcId="{6C3767F1-DE0A-4B8E-85B0-DFB302353A43}" destId="{1469EA02-E514-49A4-A4BA-F0BF30D5B3B2}" srcOrd="1" destOrd="0" presId="urn:microsoft.com/office/officeart/2005/8/layout/process1"/>
    <dgm:cxn modelId="{EF602071-C588-4871-B5A2-1CF3F4507D4A}" type="presParOf" srcId="{1469EA02-E514-49A4-A4BA-F0BF30D5B3B2}" destId="{E0414ED5-0343-4850-9196-0F8DC7676156}" srcOrd="0" destOrd="0" presId="urn:microsoft.com/office/officeart/2005/8/layout/process1"/>
    <dgm:cxn modelId="{5E6E0B14-B0C9-4D8A-81C2-C652482EBF2D}" type="presParOf" srcId="{6C3767F1-DE0A-4B8E-85B0-DFB302353A43}" destId="{1A66D92F-2378-4CF0-BE3A-247E64AB3064}" srcOrd="2" destOrd="0" presId="urn:microsoft.com/office/officeart/2005/8/layout/process1"/>
    <dgm:cxn modelId="{BE95D420-B252-46B8-8912-EB29E6C5E468}" type="presParOf" srcId="{6C3767F1-DE0A-4B8E-85B0-DFB302353A43}" destId="{D15B96DA-6D51-4CB3-989A-86CE08DC315D}" srcOrd="3" destOrd="0" presId="urn:microsoft.com/office/officeart/2005/8/layout/process1"/>
    <dgm:cxn modelId="{EE285E45-6704-4824-911E-03BD7AD28316}" type="presParOf" srcId="{D15B96DA-6D51-4CB3-989A-86CE08DC315D}" destId="{88BE21EA-70F6-4329-B90F-78A5186F85CD}" srcOrd="0" destOrd="0" presId="urn:microsoft.com/office/officeart/2005/8/layout/process1"/>
    <dgm:cxn modelId="{4E392CD0-A717-460C-B7F8-CD124C868D54}" type="presParOf" srcId="{6C3767F1-DE0A-4B8E-85B0-DFB302353A43}" destId="{3375AC13-101B-4D29-8B17-54C6E790D857}" srcOrd="4" destOrd="0" presId="urn:microsoft.com/office/officeart/2005/8/layout/process1"/>
    <dgm:cxn modelId="{42025082-5A0D-4EAF-887B-42BC6391858A}" type="presParOf" srcId="{6C3767F1-DE0A-4B8E-85B0-DFB302353A43}" destId="{8A0C4F74-2C63-451D-B72C-1469579ED1BA}" srcOrd="5" destOrd="0" presId="urn:microsoft.com/office/officeart/2005/8/layout/process1"/>
    <dgm:cxn modelId="{198E28B6-2FDD-48FC-9E2E-DFDAD4F008B5}" type="presParOf" srcId="{8A0C4F74-2C63-451D-B72C-1469579ED1BA}" destId="{4679B099-DE4F-4E28-B4AE-D1D11139704C}" srcOrd="0" destOrd="0" presId="urn:microsoft.com/office/officeart/2005/8/layout/process1"/>
    <dgm:cxn modelId="{4EE0497B-C989-478A-83E7-F08582517B98}" type="presParOf" srcId="{6C3767F1-DE0A-4B8E-85B0-DFB302353A43}" destId="{B97A9360-49F6-400E-875A-80D1ADACBA63}" srcOrd="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281DA60-C75A-4DF4-B4B9-A8B0D68A1BB0}"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78847A6B-D26F-46F5-8AAE-E05721F5DD02}" type="pres">
      <dgm:prSet presAssocID="{F281DA60-C75A-4DF4-B4B9-A8B0D68A1BB0}" presName="outerComposite" presStyleCnt="0">
        <dgm:presLayoutVars>
          <dgm:chMax val="5"/>
          <dgm:dir/>
          <dgm:resizeHandles val="exact"/>
        </dgm:presLayoutVars>
      </dgm:prSet>
      <dgm:spPr/>
    </dgm:pt>
    <dgm:pt modelId="{06631C00-69CD-4261-A428-808B51932E97}" type="pres">
      <dgm:prSet presAssocID="{F281DA60-C75A-4DF4-B4B9-A8B0D68A1BB0}" presName="dummyMaxCanvas" presStyleCnt="0">
        <dgm:presLayoutVars/>
      </dgm:prSet>
      <dgm:spPr/>
    </dgm:pt>
    <dgm:pt modelId="{D6A28C00-8196-4AB9-87CF-778B6B582511}" type="pres">
      <dgm:prSet presAssocID="{F281DA60-C75A-4DF4-B4B9-A8B0D68A1BB0}" presName="FourNodes_1" presStyleLbl="node1" presStyleIdx="0" presStyleCnt="4">
        <dgm:presLayoutVars>
          <dgm:bulletEnabled val="1"/>
        </dgm:presLayoutVars>
      </dgm:prSet>
      <dgm:spPr/>
    </dgm:pt>
    <dgm:pt modelId="{E9B5E612-6956-4D77-90E6-81D6D1035791}" type="pres">
      <dgm:prSet presAssocID="{F281DA60-C75A-4DF4-B4B9-A8B0D68A1BB0}" presName="FourNodes_2" presStyleLbl="node1" presStyleIdx="1" presStyleCnt="4">
        <dgm:presLayoutVars>
          <dgm:bulletEnabled val="1"/>
        </dgm:presLayoutVars>
      </dgm:prSet>
      <dgm:spPr/>
    </dgm:pt>
    <dgm:pt modelId="{5BB44703-1706-4F02-A45A-995F2D6B63E1}" type="pres">
      <dgm:prSet presAssocID="{F281DA60-C75A-4DF4-B4B9-A8B0D68A1BB0}" presName="FourNodes_3" presStyleLbl="node1" presStyleIdx="2" presStyleCnt="4">
        <dgm:presLayoutVars>
          <dgm:bulletEnabled val="1"/>
        </dgm:presLayoutVars>
      </dgm:prSet>
      <dgm:spPr/>
    </dgm:pt>
    <dgm:pt modelId="{96711EF7-B7C1-4A3C-8CBC-8553374F48E2}" type="pres">
      <dgm:prSet presAssocID="{F281DA60-C75A-4DF4-B4B9-A8B0D68A1BB0}" presName="FourNodes_4" presStyleLbl="node1" presStyleIdx="3" presStyleCnt="4">
        <dgm:presLayoutVars>
          <dgm:bulletEnabled val="1"/>
        </dgm:presLayoutVars>
      </dgm:prSet>
      <dgm:spPr/>
    </dgm:pt>
    <dgm:pt modelId="{33499A1F-DB9C-4CFF-B0DE-DFA92DD8694E}" type="pres">
      <dgm:prSet presAssocID="{F281DA60-C75A-4DF4-B4B9-A8B0D68A1BB0}" presName="FourConn_1-2" presStyleLbl="fgAccFollowNode1" presStyleIdx="0" presStyleCnt="3">
        <dgm:presLayoutVars>
          <dgm:bulletEnabled val="1"/>
        </dgm:presLayoutVars>
      </dgm:prSet>
      <dgm:spPr/>
    </dgm:pt>
    <dgm:pt modelId="{91D38545-65B7-4CB3-B5F2-DD581DE1B68C}" type="pres">
      <dgm:prSet presAssocID="{F281DA60-C75A-4DF4-B4B9-A8B0D68A1BB0}" presName="FourConn_2-3" presStyleLbl="fgAccFollowNode1" presStyleIdx="1" presStyleCnt="3">
        <dgm:presLayoutVars>
          <dgm:bulletEnabled val="1"/>
        </dgm:presLayoutVars>
      </dgm:prSet>
      <dgm:spPr/>
    </dgm:pt>
    <dgm:pt modelId="{3C91B55C-069A-4452-9D87-6E631193F33B}" type="pres">
      <dgm:prSet presAssocID="{F281DA60-C75A-4DF4-B4B9-A8B0D68A1BB0}" presName="FourConn_3-4" presStyleLbl="fgAccFollowNode1" presStyleIdx="2" presStyleCnt="3">
        <dgm:presLayoutVars>
          <dgm:bulletEnabled val="1"/>
        </dgm:presLayoutVars>
      </dgm:prSet>
      <dgm:spPr/>
    </dgm:pt>
    <dgm:pt modelId="{8F696A39-108A-4031-994E-34D238ECAF38}" type="pres">
      <dgm:prSet presAssocID="{F281DA60-C75A-4DF4-B4B9-A8B0D68A1BB0}" presName="FourNodes_1_text" presStyleLbl="node1" presStyleIdx="3" presStyleCnt="4">
        <dgm:presLayoutVars>
          <dgm:bulletEnabled val="1"/>
        </dgm:presLayoutVars>
      </dgm:prSet>
      <dgm:spPr/>
    </dgm:pt>
    <dgm:pt modelId="{0E7DE075-A327-4F1C-B491-D4C02CECD9AD}" type="pres">
      <dgm:prSet presAssocID="{F281DA60-C75A-4DF4-B4B9-A8B0D68A1BB0}" presName="FourNodes_2_text" presStyleLbl="node1" presStyleIdx="3" presStyleCnt="4">
        <dgm:presLayoutVars>
          <dgm:bulletEnabled val="1"/>
        </dgm:presLayoutVars>
      </dgm:prSet>
      <dgm:spPr/>
    </dgm:pt>
    <dgm:pt modelId="{1231CB57-BAD0-4AE1-9588-96AE5DB46ADC}" type="pres">
      <dgm:prSet presAssocID="{F281DA60-C75A-4DF4-B4B9-A8B0D68A1BB0}" presName="FourNodes_3_text" presStyleLbl="node1" presStyleIdx="3" presStyleCnt="4">
        <dgm:presLayoutVars>
          <dgm:bulletEnabled val="1"/>
        </dgm:presLayoutVars>
      </dgm:prSet>
      <dgm:spPr/>
    </dgm:pt>
    <dgm:pt modelId="{91B8DA5C-E817-40A0-BFAD-5D54562E9E44}" type="pres">
      <dgm:prSet presAssocID="{F281DA60-C75A-4DF4-B4B9-A8B0D68A1BB0}" presName="FourNodes_4_text" presStyleLbl="node1" presStyleIdx="3" presStyleCnt="4">
        <dgm:presLayoutVars>
          <dgm:bulletEnabled val="1"/>
        </dgm:presLayoutVars>
      </dgm:prSet>
      <dgm:spPr/>
    </dgm:pt>
  </dgm:ptLst>
  <dgm:cxnLst>
    <dgm:cxn modelId="{DB881A03-71E8-4435-993E-B5C3B4B553D8}" type="presOf" srcId="{7FC5A5E2-D628-4631-8FF7-BE12A0EE5AD3}" destId="{91B8DA5C-E817-40A0-BFAD-5D54562E9E44}" srcOrd="1" destOrd="0" presId="urn:microsoft.com/office/officeart/2005/8/layout/vProcess5"/>
    <dgm:cxn modelId="{71A7B708-8CE1-41EA-8782-369FFC0EDCE7}" srcId="{F281DA60-C75A-4DF4-B4B9-A8B0D68A1BB0}" destId="{7FC5A5E2-D628-4631-8FF7-BE12A0EE5AD3}" srcOrd="3" destOrd="0" parTransId="{2EC78FA2-B5EB-4149-9D6E-ECD58C080005}" sibTransId="{00D75793-DF63-411E-A0D6-212B1B6D1C65}"/>
    <dgm:cxn modelId="{5FB5760F-0BC9-410A-83EC-D20860EF8CCD}" type="presOf" srcId="{1E71699C-6BE2-4CD5-B34F-61C30B81A574}" destId="{96711EF7-B7C1-4A3C-8CBC-8553374F48E2}" srcOrd="0" destOrd="1" presId="urn:microsoft.com/office/officeart/2005/8/layout/vProcess5"/>
    <dgm:cxn modelId="{A6D8591F-234B-4FC5-BD25-E43BD893E517}" type="presOf" srcId="{DED0323C-918B-4AD6-9A7D-D9A1F98EE27D}" destId="{91D38545-65B7-4CB3-B5F2-DD581DE1B68C}" srcOrd="0" destOrd="0" presId="urn:microsoft.com/office/officeart/2005/8/layout/vProcess5"/>
    <dgm:cxn modelId="{FB498221-8096-4E17-B64B-01460A891244}" type="presOf" srcId="{A93B8BE5-E756-460C-A3C0-C9C7134222F7}" destId="{5BB44703-1706-4F02-A45A-995F2D6B63E1}" srcOrd="0" destOrd="0" presId="urn:microsoft.com/office/officeart/2005/8/layout/vProcess5"/>
    <dgm:cxn modelId="{2A36692B-0A48-4C19-ABA7-ADB6E990280E}" srcId="{F281DA60-C75A-4DF4-B4B9-A8B0D68A1BB0}" destId="{A93B8BE5-E756-460C-A3C0-C9C7134222F7}" srcOrd="2" destOrd="0" parTransId="{970FB6FF-35C5-43C6-B705-8D3D02E0FBDD}" sibTransId="{BD458450-E98D-44D7-9B90-D7CC38AC8201}"/>
    <dgm:cxn modelId="{A252302D-A6E4-4F38-BA7A-006FFEC24A49}" type="presOf" srcId="{B038860F-5731-4A1E-BCAB-19A5D98A8031}" destId="{0E7DE075-A327-4F1C-B491-D4C02CECD9AD}" srcOrd="1" destOrd="1" presId="urn:microsoft.com/office/officeart/2005/8/layout/vProcess5"/>
    <dgm:cxn modelId="{792B2940-BA8B-4DA7-BBE0-919C73F5CA20}" type="presOf" srcId="{1B43ADC1-1EF3-4C23-ABFF-0EF31B91B0E6}" destId="{1231CB57-BAD0-4AE1-9588-96AE5DB46ADC}" srcOrd="1" destOrd="1" presId="urn:microsoft.com/office/officeart/2005/8/layout/vProcess5"/>
    <dgm:cxn modelId="{5BBF285C-C3C9-4545-A3AF-68065ED8E837}" type="presOf" srcId="{7297DB18-D96E-4434-9367-1E228D95B1B7}" destId="{33499A1F-DB9C-4CFF-B0DE-DFA92DD8694E}" srcOrd="0" destOrd="0" presId="urn:microsoft.com/office/officeart/2005/8/layout/vProcess5"/>
    <dgm:cxn modelId="{552EBC68-B1CE-4175-93C4-F869EBA2B843}" type="presOf" srcId="{A457F7FB-9D0F-4EDD-8952-4CDA61AE4545}" destId="{D6A28C00-8196-4AB9-87CF-778B6B582511}" srcOrd="0" destOrd="0" presId="urn:microsoft.com/office/officeart/2005/8/layout/vProcess5"/>
    <dgm:cxn modelId="{67F65169-873D-40C0-838C-6C15F0E93FAE}" type="presOf" srcId="{659ADE8B-2357-496F-A0EA-C2A401CFCA44}" destId="{E9B5E612-6956-4D77-90E6-81D6D1035791}" srcOrd="0" destOrd="0" presId="urn:microsoft.com/office/officeart/2005/8/layout/vProcess5"/>
    <dgm:cxn modelId="{088AAA6C-AA53-4959-8DF1-157C65155039}" type="presOf" srcId="{540A1E6C-B5EE-4D77-BC6E-BD688DCE125F}" destId="{D6A28C00-8196-4AB9-87CF-778B6B582511}" srcOrd="0" destOrd="1" presId="urn:microsoft.com/office/officeart/2005/8/layout/vProcess5"/>
    <dgm:cxn modelId="{B5F7627A-3ED0-4EAD-BA7A-A4A18ECB85BA}" srcId="{F281DA60-C75A-4DF4-B4B9-A8B0D68A1BB0}" destId="{A457F7FB-9D0F-4EDD-8952-4CDA61AE4545}" srcOrd="0" destOrd="0" parTransId="{76AAB7EC-F8CB-43FD-A0CB-0152CDE20425}" sibTransId="{7297DB18-D96E-4434-9367-1E228D95B1B7}"/>
    <dgm:cxn modelId="{58E27A7C-5FB8-42B2-BB71-08DFCAE0E58F}" srcId="{659ADE8B-2357-496F-A0EA-C2A401CFCA44}" destId="{B038860F-5731-4A1E-BCAB-19A5D98A8031}" srcOrd="0" destOrd="0" parTransId="{59D71D49-90C1-43B7-AAA9-888445CE8FAE}" sibTransId="{D963FFD9-2E9E-4207-9738-F55F5321B63B}"/>
    <dgm:cxn modelId="{3BB8BA8D-CE93-42F5-9E42-74092934440A}" type="presOf" srcId="{1E71699C-6BE2-4CD5-B34F-61C30B81A574}" destId="{91B8DA5C-E817-40A0-BFAD-5D54562E9E44}" srcOrd="1" destOrd="1" presId="urn:microsoft.com/office/officeart/2005/8/layout/vProcess5"/>
    <dgm:cxn modelId="{D6BC168E-7453-4884-84CE-6B603629EACF}" type="presOf" srcId="{B038860F-5731-4A1E-BCAB-19A5D98A8031}" destId="{E9B5E612-6956-4D77-90E6-81D6D1035791}" srcOrd="0" destOrd="1" presId="urn:microsoft.com/office/officeart/2005/8/layout/vProcess5"/>
    <dgm:cxn modelId="{E3AD7090-A1D6-41F1-AF44-25D16714A8E1}" type="presOf" srcId="{540A1E6C-B5EE-4D77-BC6E-BD688DCE125F}" destId="{8F696A39-108A-4031-994E-34D238ECAF38}" srcOrd="1" destOrd="1" presId="urn:microsoft.com/office/officeart/2005/8/layout/vProcess5"/>
    <dgm:cxn modelId="{9E40AB90-9244-450E-A77F-9A10965C79AD}" type="presOf" srcId="{7FC5A5E2-D628-4631-8FF7-BE12A0EE5AD3}" destId="{96711EF7-B7C1-4A3C-8CBC-8553374F48E2}" srcOrd="0" destOrd="0" presId="urn:microsoft.com/office/officeart/2005/8/layout/vProcess5"/>
    <dgm:cxn modelId="{59D64C94-7570-4130-8214-7F55DF622729}" srcId="{A93B8BE5-E756-460C-A3C0-C9C7134222F7}" destId="{1B43ADC1-1EF3-4C23-ABFF-0EF31B91B0E6}" srcOrd="0" destOrd="0" parTransId="{5C11309B-976C-4F05-BA77-37F6E40B6765}" sibTransId="{126B6020-FBC3-471E-AABE-895D1CA02ACF}"/>
    <dgm:cxn modelId="{F0714095-09FB-4E99-ACDF-3BC8D1ADED90}" type="presOf" srcId="{1B43ADC1-1EF3-4C23-ABFF-0EF31B91B0E6}" destId="{5BB44703-1706-4F02-A45A-995F2D6B63E1}" srcOrd="0" destOrd="1" presId="urn:microsoft.com/office/officeart/2005/8/layout/vProcess5"/>
    <dgm:cxn modelId="{2B78A198-0B4D-4F51-85FD-061DA1C9474A}" type="presOf" srcId="{A457F7FB-9D0F-4EDD-8952-4CDA61AE4545}" destId="{8F696A39-108A-4031-994E-34D238ECAF38}" srcOrd="1" destOrd="0" presId="urn:microsoft.com/office/officeart/2005/8/layout/vProcess5"/>
    <dgm:cxn modelId="{5AABC19A-17D1-4466-9677-D2C8F0E57C9A}" srcId="{F281DA60-C75A-4DF4-B4B9-A8B0D68A1BB0}" destId="{659ADE8B-2357-496F-A0EA-C2A401CFCA44}" srcOrd="1" destOrd="0" parTransId="{02C4DF18-ACDF-4C9D-9736-8F062FFBD459}" sibTransId="{DED0323C-918B-4AD6-9A7D-D9A1F98EE27D}"/>
    <dgm:cxn modelId="{9190C1C3-D1FB-41D6-8EA2-95AFE1B11AF2}" srcId="{7FC5A5E2-D628-4631-8FF7-BE12A0EE5AD3}" destId="{1E71699C-6BE2-4CD5-B34F-61C30B81A574}" srcOrd="0" destOrd="0" parTransId="{54280FF7-C555-4D02-841E-8D8F74567FC9}" sibTransId="{D9A734D2-672A-4994-A6EC-3A81B34FE9EA}"/>
    <dgm:cxn modelId="{85CF7BCA-7769-4866-96AC-5DE51B1DDE53}" type="presOf" srcId="{F281DA60-C75A-4DF4-B4B9-A8B0D68A1BB0}" destId="{78847A6B-D26F-46F5-8AAE-E05721F5DD02}" srcOrd="0" destOrd="0" presId="urn:microsoft.com/office/officeart/2005/8/layout/vProcess5"/>
    <dgm:cxn modelId="{1ACB47DF-1364-4B1C-B415-2DD7F73913B9}" srcId="{A457F7FB-9D0F-4EDD-8952-4CDA61AE4545}" destId="{540A1E6C-B5EE-4D77-BC6E-BD688DCE125F}" srcOrd="0" destOrd="0" parTransId="{DE8E662B-C741-4EEB-982F-BAC89C7AB0B6}" sibTransId="{664EDB2D-B15D-4DDB-AF50-3AD136662B14}"/>
    <dgm:cxn modelId="{FFE1CCE0-14A6-47A4-A485-E93D282E3183}" type="presOf" srcId="{BD458450-E98D-44D7-9B90-D7CC38AC8201}" destId="{3C91B55C-069A-4452-9D87-6E631193F33B}" srcOrd="0" destOrd="0" presId="urn:microsoft.com/office/officeart/2005/8/layout/vProcess5"/>
    <dgm:cxn modelId="{F42946E3-0DD4-452C-84C3-9CDBB66E3270}" type="presOf" srcId="{659ADE8B-2357-496F-A0EA-C2A401CFCA44}" destId="{0E7DE075-A327-4F1C-B491-D4C02CECD9AD}" srcOrd="1" destOrd="0" presId="urn:microsoft.com/office/officeart/2005/8/layout/vProcess5"/>
    <dgm:cxn modelId="{1B619DEC-557F-4334-AD48-E5DDA3008DB2}" type="presOf" srcId="{A93B8BE5-E756-460C-A3C0-C9C7134222F7}" destId="{1231CB57-BAD0-4AE1-9588-96AE5DB46ADC}" srcOrd="1" destOrd="0" presId="urn:microsoft.com/office/officeart/2005/8/layout/vProcess5"/>
    <dgm:cxn modelId="{03600C09-5D5B-4107-BABC-544FB1FAF7E9}" type="presParOf" srcId="{78847A6B-D26F-46F5-8AAE-E05721F5DD02}" destId="{06631C00-69CD-4261-A428-808B51932E97}" srcOrd="0" destOrd="0" presId="urn:microsoft.com/office/officeart/2005/8/layout/vProcess5"/>
    <dgm:cxn modelId="{BE3B9E98-53C5-4F5E-B3EE-63A01E161165}" type="presParOf" srcId="{78847A6B-D26F-46F5-8AAE-E05721F5DD02}" destId="{D6A28C00-8196-4AB9-87CF-778B6B582511}" srcOrd="1" destOrd="0" presId="urn:microsoft.com/office/officeart/2005/8/layout/vProcess5"/>
    <dgm:cxn modelId="{8E8BDB34-124E-4A4D-A377-00EC70B95C9F}" type="presParOf" srcId="{78847A6B-D26F-46F5-8AAE-E05721F5DD02}" destId="{E9B5E612-6956-4D77-90E6-81D6D1035791}" srcOrd="2" destOrd="0" presId="urn:microsoft.com/office/officeart/2005/8/layout/vProcess5"/>
    <dgm:cxn modelId="{327BFE21-DF6C-40A0-8B71-1BD586807E53}" type="presParOf" srcId="{78847A6B-D26F-46F5-8AAE-E05721F5DD02}" destId="{5BB44703-1706-4F02-A45A-995F2D6B63E1}" srcOrd="3" destOrd="0" presId="urn:microsoft.com/office/officeart/2005/8/layout/vProcess5"/>
    <dgm:cxn modelId="{534B7A70-D7DE-4A26-B4B7-E1E084DA7195}" type="presParOf" srcId="{78847A6B-D26F-46F5-8AAE-E05721F5DD02}" destId="{96711EF7-B7C1-4A3C-8CBC-8553374F48E2}" srcOrd="4" destOrd="0" presId="urn:microsoft.com/office/officeart/2005/8/layout/vProcess5"/>
    <dgm:cxn modelId="{31A26CCB-2CF7-4BF1-9A50-DA5A64EB0B47}" type="presParOf" srcId="{78847A6B-D26F-46F5-8AAE-E05721F5DD02}" destId="{33499A1F-DB9C-4CFF-B0DE-DFA92DD8694E}" srcOrd="5" destOrd="0" presId="urn:microsoft.com/office/officeart/2005/8/layout/vProcess5"/>
    <dgm:cxn modelId="{B313F58A-30CB-4823-9F0E-3FD015F68841}" type="presParOf" srcId="{78847A6B-D26F-46F5-8AAE-E05721F5DD02}" destId="{91D38545-65B7-4CB3-B5F2-DD581DE1B68C}" srcOrd="6" destOrd="0" presId="urn:microsoft.com/office/officeart/2005/8/layout/vProcess5"/>
    <dgm:cxn modelId="{A9BAB211-40A3-4EE9-AC87-79F333A244B1}" type="presParOf" srcId="{78847A6B-D26F-46F5-8AAE-E05721F5DD02}" destId="{3C91B55C-069A-4452-9D87-6E631193F33B}" srcOrd="7" destOrd="0" presId="urn:microsoft.com/office/officeart/2005/8/layout/vProcess5"/>
    <dgm:cxn modelId="{5FA6BE3E-2A05-40FC-9ED4-02F1F13D2DFD}" type="presParOf" srcId="{78847A6B-D26F-46F5-8AAE-E05721F5DD02}" destId="{8F696A39-108A-4031-994E-34D238ECAF38}" srcOrd="8" destOrd="0" presId="urn:microsoft.com/office/officeart/2005/8/layout/vProcess5"/>
    <dgm:cxn modelId="{6F2E35D0-C96B-40E9-A611-3A176E238E9C}" type="presParOf" srcId="{78847A6B-D26F-46F5-8AAE-E05721F5DD02}" destId="{0E7DE075-A327-4F1C-B491-D4C02CECD9AD}" srcOrd="9" destOrd="0" presId="urn:microsoft.com/office/officeart/2005/8/layout/vProcess5"/>
    <dgm:cxn modelId="{7F2E278F-8AD2-4780-9A0A-07319AC21AEB}" type="presParOf" srcId="{78847A6B-D26F-46F5-8AAE-E05721F5DD02}" destId="{1231CB57-BAD0-4AE1-9588-96AE5DB46ADC}" srcOrd="10" destOrd="0" presId="urn:microsoft.com/office/officeart/2005/8/layout/vProcess5"/>
    <dgm:cxn modelId="{87A3BB9B-7DB3-4B00-8C9E-4A1AC65303B9}" type="presParOf" srcId="{78847A6B-D26F-46F5-8AAE-E05721F5DD02}" destId="{91B8DA5C-E817-40A0-BFAD-5D54562E9E44}" srcOrd="11"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281DA60-C75A-4DF4-B4B9-A8B0D68A1BB0}" type="doc">
      <dgm:prSet loTypeId="urn:microsoft.com/office/officeart/2005/8/layout/hList7" loCatId="process"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7D2AB818-9D03-4D65-9789-078859940999}" type="pres">
      <dgm:prSet presAssocID="{F281DA60-C75A-4DF4-B4B9-A8B0D68A1BB0}" presName="Name0" presStyleCnt="0">
        <dgm:presLayoutVars>
          <dgm:dir/>
          <dgm:resizeHandles val="exact"/>
        </dgm:presLayoutVars>
      </dgm:prSet>
      <dgm:spPr/>
    </dgm:pt>
    <dgm:pt modelId="{381D51D3-9381-42E2-867C-8A3C41BDBCAF}" type="pres">
      <dgm:prSet presAssocID="{F281DA60-C75A-4DF4-B4B9-A8B0D68A1BB0}" presName="fgShape" presStyleLbl="fgShp" presStyleIdx="0" presStyleCnt="1"/>
      <dgm:spPr/>
    </dgm:pt>
    <dgm:pt modelId="{2DC2FBE2-ABE6-4CAA-AAF1-4BF79DCE5E17}" type="pres">
      <dgm:prSet presAssocID="{F281DA60-C75A-4DF4-B4B9-A8B0D68A1BB0}" presName="linComp" presStyleCnt="0"/>
      <dgm:spPr/>
    </dgm:pt>
    <dgm:pt modelId="{C8778CAA-7D8B-49B6-8901-98E2D99EB90B}" type="pres">
      <dgm:prSet presAssocID="{A457F7FB-9D0F-4EDD-8952-4CDA61AE4545}" presName="compNode" presStyleCnt="0"/>
      <dgm:spPr/>
    </dgm:pt>
    <dgm:pt modelId="{214153DA-9CD8-47DB-AF01-9984FA6335EB}" type="pres">
      <dgm:prSet presAssocID="{A457F7FB-9D0F-4EDD-8952-4CDA61AE4545}" presName="bkgdShape" presStyleLbl="node1" presStyleIdx="0" presStyleCnt="4"/>
      <dgm:spPr/>
    </dgm:pt>
    <dgm:pt modelId="{07913670-8395-4275-8B51-F344297893C2}" type="pres">
      <dgm:prSet presAssocID="{A457F7FB-9D0F-4EDD-8952-4CDA61AE4545}" presName="nodeTx" presStyleLbl="node1" presStyleIdx="0" presStyleCnt="4">
        <dgm:presLayoutVars>
          <dgm:bulletEnabled val="1"/>
        </dgm:presLayoutVars>
      </dgm:prSet>
      <dgm:spPr/>
    </dgm:pt>
    <dgm:pt modelId="{E70828C6-7A0B-4D0E-AF1D-C168D1DA7B92}" type="pres">
      <dgm:prSet presAssocID="{A457F7FB-9D0F-4EDD-8952-4CDA61AE4545}" presName="invisiNode" presStyleLbl="node1" presStyleIdx="0" presStyleCnt="4"/>
      <dgm:spPr/>
    </dgm:pt>
    <dgm:pt modelId="{3360BE30-BB2B-4BF5-BED6-712664F10BEB}" type="pres">
      <dgm:prSet presAssocID="{A457F7FB-9D0F-4EDD-8952-4CDA61AE4545}" presName="imagNode" presStyleLbl="fgImgPlac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dge 1 avec un remplissage uni"/>
        </a:ext>
      </dgm:extLst>
    </dgm:pt>
    <dgm:pt modelId="{A0662BC6-0B95-4D49-9A4F-A98285EF4D28}" type="pres">
      <dgm:prSet presAssocID="{7297DB18-D96E-4434-9367-1E228D95B1B7}" presName="sibTrans" presStyleLbl="sibTrans2D1" presStyleIdx="0" presStyleCnt="0"/>
      <dgm:spPr/>
    </dgm:pt>
    <dgm:pt modelId="{D723156A-2D13-4A73-893C-1753D9035089}" type="pres">
      <dgm:prSet presAssocID="{659ADE8B-2357-496F-A0EA-C2A401CFCA44}" presName="compNode" presStyleCnt="0"/>
      <dgm:spPr/>
    </dgm:pt>
    <dgm:pt modelId="{EC7C2414-94C3-4EF3-B8EA-5D9A8B5A528C}" type="pres">
      <dgm:prSet presAssocID="{659ADE8B-2357-496F-A0EA-C2A401CFCA44}" presName="bkgdShape" presStyleLbl="node1" presStyleIdx="1" presStyleCnt="4"/>
      <dgm:spPr/>
    </dgm:pt>
    <dgm:pt modelId="{1BF3732A-0F33-4274-A718-6AA044E44A1E}" type="pres">
      <dgm:prSet presAssocID="{659ADE8B-2357-496F-A0EA-C2A401CFCA44}" presName="nodeTx" presStyleLbl="node1" presStyleIdx="1" presStyleCnt="4">
        <dgm:presLayoutVars>
          <dgm:bulletEnabled val="1"/>
        </dgm:presLayoutVars>
      </dgm:prSet>
      <dgm:spPr/>
    </dgm:pt>
    <dgm:pt modelId="{6226EE5A-8A41-4F55-AA58-5AF7E6BA3B55}" type="pres">
      <dgm:prSet presAssocID="{659ADE8B-2357-496F-A0EA-C2A401CFCA44}" presName="invisiNode" presStyleLbl="node1" presStyleIdx="1" presStyleCnt="4"/>
      <dgm:spPr/>
    </dgm:pt>
    <dgm:pt modelId="{3FB03D8F-A44C-4003-BD76-D31FE0EBA226}" type="pres">
      <dgm:prSet presAssocID="{659ADE8B-2357-496F-A0EA-C2A401CFCA44}" presName="imagNode" presStyleLbl="fgImgPlac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dge avec un remplissage uni"/>
        </a:ext>
      </dgm:extLst>
    </dgm:pt>
    <dgm:pt modelId="{54D2D509-91E0-4271-9B26-EE1D4EA20F0E}" type="pres">
      <dgm:prSet presAssocID="{DED0323C-918B-4AD6-9A7D-D9A1F98EE27D}" presName="sibTrans" presStyleLbl="sibTrans2D1" presStyleIdx="0" presStyleCnt="0"/>
      <dgm:spPr/>
    </dgm:pt>
    <dgm:pt modelId="{B910871F-B82D-4AAF-A64B-F466C7D59552}" type="pres">
      <dgm:prSet presAssocID="{A93B8BE5-E756-460C-A3C0-C9C7134222F7}" presName="compNode" presStyleCnt="0"/>
      <dgm:spPr/>
    </dgm:pt>
    <dgm:pt modelId="{8D795271-4754-479D-BE1E-56D61A629D28}" type="pres">
      <dgm:prSet presAssocID="{A93B8BE5-E756-460C-A3C0-C9C7134222F7}" presName="bkgdShape" presStyleLbl="node1" presStyleIdx="2" presStyleCnt="4"/>
      <dgm:spPr/>
    </dgm:pt>
    <dgm:pt modelId="{64FA33EC-15C9-41B1-97E8-4501BE468869}" type="pres">
      <dgm:prSet presAssocID="{A93B8BE5-E756-460C-A3C0-C9C7134222F7}" presName="nodeTx" presStyleLbl="node1" presStyleIdx="2" presStyleCnt="4">
        <dgm:presLayoutVars>
          <dgm:bulletEnabled val="1"/>
        </dgm:presLayoutVars>
      </dgm:prSet>
      <dgm:spPr/>
    </dgm:pt>
    <dgm:pt modelId="{C5655F12-7F24-481A-85E0-9B494FBD3C91}" type="pres">
      <dgm:prSet presAssocID="{A93B8BE5-E756-460C-A3C0-C9C7134222F7}" presName="invisiNode" presStyleLbl="node1" presStyleIdx="2" presStyleCnt="4"/>
      <dgm:spPr/>
    </dgm:pt>
    <dgm:pt modelId="{372DE4A6-1EAF-4581-954D-745AD428A047}" type="pres">
      <dgm:prSet presAssocID="{A93B8BE5-E756-460C-A3C0-C9C7134222F7}" presName="imagNode" presStyleLbl="fgImgPlac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dge 3 avec un remplissage uni"/>
        </a:ext>
      </dgm:extLst>
    </dgm:pt>
    <dgm:pt modelId="{5256B6A6-D6A1-42AA-B00A-73B17B567DFF}" type="pres">
      <dgm:prSet presAssocID="{BD458450-E98D-44D7-9B90-D7CC38AC8201}" presName="sibTrans" presStyleLbl="sibTrans2D1" presStyleIdx="0" presStyleCnt="0"/>
      <dgm:spPr/>
    </dgm:pt>
    <dgm:pt modelId="{9CECAD69-D484-48A3-8F8B-C245CC4FCBBE}" type="pres">
      <dgm:prSet presAssocID="{7FC5A5E2-D628-4631-8FF7-BE12A0EE5AD3}" presName="compNode" presStyleCnt="0"/>
      <dgm:spPr/>
    </dgm:pt>
    <dgm:pt modelId="{BC9A8FFE-0748-443C-950A-E9A1F3C4C2D1}" type="pres">
      <dgm:prSet presAssocID="{7FC5A5E2-D628-4631-8FF7-BE12A0EE5AD3}" presName="bkgdShape" presStyleLbl="node1" presStyleIdx="3" presStyleCnt="4"/>
      <dgm:spPr/>
    </dgm:pt>
    <dgm:pt modelId="{A289529B-3496-41CC-B326-EAA244097528}" type="pres">
      <dgm:prSet presAssocID="{7FC5A5E2-D628-4631-8FF7-BE12A0EE5AD3}" presName="nodeTx" presStyleLbl="node1" presStyleIdx="3" presStyleCnt="4">
        <dgm:presLayoutVars>
          <dgm:bulletEnabled val="1"/>
        </dgm:presLayoutVars>
      </dgm:prSet>
      <dgm:spPr/>
    </dgm:pt>
    <dgm:pt modelId="{EF2BB8A7-7B21-4CB1-B5C2-188C9E0C1466}" type="pres">
      <dgm:prSet presAssocID="{7FC5A5E2-D628-4631-8FF7-BE12A0EE5AD3}" presName="invisiNode" presStyleLbl="node1" presStyleIdx="3" presStyleCnt="4"/>
      <dgm:spPr/>
    </dgm:pt>
    <dgm:pt modelId="{59B58D0C-2BFF-48A7-ABFA-AA897B9FE1B0}" type="pres">
      <dgm:prSet presAssocID="{7FC5A5E2-D628-4631-8FF7-BE12A0EE5AD3}" presName="imagNode" presStyleLbl="fgImgPlac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adge 4 avec un remplissage uni"/>
        </a:ext>
      </dgm:extLst>
    </dgm:pt>
  </dgm:ptLst>
  <dgm:cxnLst>
    <dgm:cxn modelId="{71A7B708-8CE1-41EA-8782-369FFC0EDCE7}" srcId="{F281DA60-C75A-4DF4-B4B9-A8B0D68A1BB0}" destId="{7FC5A5E2-D628-4631-8FF7-BE12A0EE5AD3}" srcOrd="3" destOrd="0" parTransId="{2EC78FA2-B5EB-4149-9D6E-ECD58C080005}" sibTransId="{00D75793-DF63-411E-A0D6-212B1B6D1C65}"/>
    <dgm:cxn modelId="{17B59612-C94E-4463-B18E-22249403F7EE}" type="presOf" srcId="{B038860F-5731-4A1E-BCAB-19A5D98A8031}" destId="{EC7C2414-94C3-4EF3-B8EA-5D9A8B5A528C}" srcOrd="0" destOrd="1" presId="urn:microsoft.com/office/officeart/2005/8/layout/hList7"/>
    <dgm:cxn modelId="{FECFD91C-0A09-4DC9-B99D-05A554E4E99B}" type="presOf" srcId="{B038860F-5731-4A1E-BCAB-19A5D98A8031}" destId="{1BF3732A-0F33-4274-A718-6AA044E44A1E}" srcOrd="1" destOrd="1" presId="urn:microsoft.com/office/officeart/2005/8/layout/hList7"/>
    <dgm:cxn modelId="{0172B922-B30E-49B6-A362-CC8B85751F98}" type="presOf" srcId="{1E71699C-6BE2-4CD5-B34F-61C30B81A574}" destId="{A289529B-3496-41CC-B326-EAA244097528}" srcOrd="1" destOrd="1" presId="urn:microsoft.com/office/officeart/2005/8/layout/hList7"/>
    <dgm:cxn modelId="{2DD7FE26-9341-444E-B54A-1EC91E3C3DF9}" type="presOf" srcId="{A93B8BE5-E756-460C-A3C0-C9C7134222F7}" destId="{64FA33EC-15C9-41B1-97E8-4501BE468869}" srcOrd="1" destOrd="0" presId="urn:microsoft.com/office/officeart/2005/8/layout/hList7"/>
    <dgm:cxn modelId="{2A36692B-0A48-4C19-ABA7-ADB6E990280E}" srcId="{F281DA60-C75A-4DF4-B4B9-A8B0D68A1BB0}" destId="{A93B8BE5-E756-460C-A3C0-C9C7134222F7}" srcOrd="2" destOrd="0" parTransId="{970FB6FF-35C5-43C6-B705-8D3D02E0FBDD}" sibTransId="{BD458450-E98D-44D7-9B90-D7CC38AC8201}"/>
    <dgm:cxn modelId="{BB32BC5F-9A8D-4EC3-A217-B757A1CD23C4}" type="presOf" srcId="{A457F7FB-9D0F-4EDD-8952-4CDA61AE4545}" destId="{07913670-8395-4275-8B51-F344297893C2}" srcOrd="1" destOrd="0" presId="urn:microsoft.com/office/officeart/2005/8/layout/hList7"/>
    <dgm:cxn modelId="{224E0A41-8800-4B57-BC66-CD43EE280ABA}" type="presOf" srcId="{540A1E6C-B5EE-4D77-BC6E-BD688DCE125F}" destId="{214153DA-9CD8-47DB-AF01-9984FA6335EB}" srcOrd="0" destOrd="1" presId="urn:microsoft.com/office/officeart/2005/8/layout/hList7"/>
    <dgm:cxn modelId="{A587EE61-E70C-409A-921F-CDA2EB3E4B0D}" type="presOf" srcId="{1B43ADC1-1EF3-4C23-ABFF-0EF31B91B0E6}" destId="{8D795271-4754-479D-BE1E-56D61A629D28}" srcOrd="0" destOrd="1" presId="urn:microsoft.com/office/officeart/2005/8/layout/hList7"/>
    <dgm:cxn modelId="{6FA49662-E116-44DD-9A52-A7CBE1E40522}" type="presOf" srcId="{A93B8BE5-E756-460C-A3C0-C9C7134222F7}" destId="{8D795271-4754-479D-BE1E-56D61A629D28}" srcOrd="0" destOrd="0" presId="urn:microsoft.com/office/officeart/2005/8/layout/hList7"/>
    <dgm:cxn modelId="{89405C66-79FC-4A7E-8D07-204C603CAED0}" type="presOf" srcId="{DED0323C-918B-4AD6-9A7D-D9A1F98EE27D}" destId="{54D2D509-91E0-4271-9B26-EE1D4EA20F0E}" srcOrd="0" destOrd="0" presId="urn:microsoft.com/office/officeart/2005/8/layout/hList7"/>
    <dgm:cxn modelId="{F25E5C6C-7A6C-4AC5-A141-F5395A3B2C3E}" type="presOf" srcId="{7297DB18-D96E-4434-9367-1E228D95B1B7}" destId="{A0662BC6-0B95-4D49-9A4F-A98285EF4D28}" srcOrd="0" destOrd="0" presId="urn:microsoft.com/office/officeart/2005/8/layout/hList7"/>
    <dgm:cxn modelId="{0883C270-5107-495B-9CAF-02995E465EAC}" type="presOf" srcId="{659ADE8B-2357-496F-A0EA-C2A401CFCA44}" destId="{1BF3732A-0F33-4274-A718-6AA044E44A1E}" srcOrd="1" destOrd="0" presId="urn:microsoft.com/office/officeart/2005/8/layout/hList7"/>
    <dgm:cxn modelId="{F1B56279-1A21-413F-9E69-C1BA75816AE8}" type="presOf" srcId="{7FC5A5E2-D628-4631-8FF7-BE12A0EE5AD3}" destId="{A289529B-3496-41CC-B326-EAA244097528}" srcOrd="1" destOrd="0" presId="urn:microsoft.com/office/officeart/2005/8/layout/hList7"/>
    <dgm:cxn modelId="{B5F7627A-3ED0-4EAD-BA7A-A4A18ECB85BA}" srcId="{F281DA60-C75A-4DF4-B4B9-A8B0D68A1BB0}" destId="{A457F7FB-9D0F-4EDD-8952-4CDA61AE4545}" srcOrd="0" destOrd="0" parTransId="{76AAB7EC-F8CB-43FD-A0CB-0152CDE20425}" sibTransId="{7297DB18-D96E-4434-9367-1E228D95B1B7}"/>
    <dgm:cxn modelId="{58E27A7C-5FB8-42B2-BB71-08DFCAE0E58F}" srcId="{659ADE8B-2357-496F-A0EA-C2A401CFCA44}" destId="{B038860F-5731-4A1E-BCAB-19A5D98A8031}" srcOrd="0" destOrd="0" parTransId="{59D71D49-90C1-43B7-AAA9-888445CE8FAE}" sibTransId="{D963FFD9-2E9E-4207-9738-F55F5321B63B}"/>
    <dgm:cxn modelId="{4DEA2E8C-1EDF-4B37-AD37-E88E82B79150}" type="presOf" srcId="{A457F7FB-9D0F-4EDD-8952-4CDA61AE4545}" destId="{214153DA-9CD8-47DB-AF01-9984FA6335EB}" srcOrd="0" destOrd="0" presId="urn:microsoft.com/office/officeart/2005/8/layout/hList7"/>
    <dgm:cxn modelId="{59D64C94-7570-4130-8214-7F55DF622729}" srcId="{A93B8BE5-E756-460C-A3C0-C9C7134222F7}" destId="{1B43ADC1-1EF3-4C23-ABFF-0EF31B91B0E6}" srcOrd="0" destOrd="0" parTransId="{5C11309B-976C-4F05-BA77-37F6E40B6765}" sibTransId="{126B6020-FBC3-471E-AABE-895D1CA02ACF}"/>
    <dgm:cxn modelId="{5AABC19A-17D1-4466-9677-D2C8F0E57C9A}" srcId="{F281DA60-C75A-4DF4-B4B9-A8B0D68A1BB0}" destId="{659ADE8B-2357-496F-A0EA-C2A401CFCA44}" srcOrd="1" destOrd="0" parTransId="{02C4DF18-ACDF-4C9D-9736-8F062FFBD459}" sibTransId="{DED0323C-918B-4AD6-9A7D-D9A1F98EE27D}"/>
    <dgm:cxn modelId="{537778B1-BE67-4CF1-8860-BA95C57E7D51}" type="presOf" srcId="{1B43ADC1-1EF3-4C23-ABFF-0EF31B91B0E6}" destId="{64FA33EC-15C9-41B1-97E8-4501BE468869}" srcOrd="1" destOrd="1" presId="urn:microsoft.com/office/officeart/2005/8/layout/hList7"/>
    <dgm:cxn modelId="{4BF100B7-760A-444C-B835-9E9A8489F940}" type="presOf" srcId="{659ADE8B-2357-496F-A0EA-C2A401CFCA44}" destId="{EC7C2414-94C3-4EF3-B8EA-5D9A8B5A528C}" srcOrd="0" destOrd="0" presId="urn:microsoft.com/office/officeart/2005/8/layout/hList7"/>
    <dgm:cxn modelId="{9190C1C3-D1FB-41D6-8EA2-95AFE1B11AF2}" srcId="{7FC5A5E2-D628-4631-8FF7-BE12A0EE5AD3}" destId="{1E71699C-6BE2-4CD5-B34F-61C30B81A574}" srcOrd="0" destOrd="0" parTransId="{54280FF7-C555-4D02-841E-8D8F74567FC9}" sibTransId="{D9A734D2-672A-4994-A6EC-3A81B34FE9EA}"/>
    <dgm:cxn modelId="{E8CF37CE-096E-4D80-A345-3578C5592858}" type="presOf" srcId="{7FC5A5E2-D628-4631-8FF7-BE12A0EE5AD3}" destId="{BC9A8FFE-0748-443C-950A-E9A1F3C4C2D1}" srcOrd="0" destOrd="0" presId="urn:microsoft.com/office/officeart/2005/8/layout/hList7"/>
    <dgm:cxn modelId="{2AD1DCD2-58EA-47C4-A209-551ADCF5E5A1}" type="presOf" srcId="{540A1E6C-B5EE-4D77-BC6E-BD688DCE125F}" destId="{07913670-8395-4275-8B51-F344297893C2}" srcOrd="1" destOrd="1" presId="urn:microsoft.com/office/officeart/2005/8/layout/hList7"/>
    <dgm:cxn modelId="{1ACB47DF-1364-4B1C-B415-2DD7F73913B9}" srcId="{A457F7FB-9D0F-4EDD-8952-4CDA61AE4545}" destId="{540A1E6C-B5EE-4D77-BC6E-BD688DCE125F}" srcOrd="0" destOrd="0" parTransId="{DE8E662B-C741-4EEB-982F-BAC89C7AB0B6}" sibTransId="{664EDB2D-B15D-4DDB-AF50-3AD136662B14}"/>
    <dgm:cxn modelId="{DB2852E5-989F-47B9-9040-29CCFC5FB4CA}" type="presOf" srcId="{F281DA60-C75A-4DF4-B4B9-A8B0D68A1BB0}" destId="{7D2AB818-9D03-4D65-9789-078859940999}" srcOrd="0" destOrd="0" presId="urn:microsoft.com/office/officeart/2005/8/layout/hList7"/>
    <dgm:cxn modelId="{4BA338F4-D827-4F1B-9195-3CCA8EEF2DF6}" type="presOf" srcId="{BD458450-E98D-44D7-9B90-D7CC38AC8201}" destId="{5256B6A6-D6A1-42AA-B00A-73B17B567DFF}" srcOrd="0" destOrd="0" presId="urn:microsoft.com/office/officeart/2005/8/layout/hList7"/>
    <dgm:cxn modelId="{8061D4FA-E616-4DCA-93E4-33186D0F8A5C}" type="presOf" srcId="{1E71699C-6BE2-4CD5-B34F-61C30B81A574}" destId="{BC9A8FFE-0748-443C-950A-E9A1F3C4C2D1}" srcOrd="0" destOrd="1" presId="urn:microsoft.com/office/officeart/2005/8/layout/hList7"/>
    <dgm:cxn modelId="{0A772223-69AC-4C87-ACD3-CCF6AED110F2}" type="presParOf" srcId="{7D2AB818-9D03-4D65-9789-078859940999}" destId="{381D51D3-9381-42E2-867C-8A3C41BDBCAF}" srcOrd="0" destOrd="0" presId="urn:microsoft.com/office/officeart/2005/8/layout/hList7"/>
    <dgm:cxn modelId="{00914462-1722-45A1-BDC9-53DAA853B8DF}" type="presParOf" srcId="{7D2AB818-9D03-4D65-9789-078859940999}" destId="{2DC2FBE2-ABE6-4CAA-AAF1-4BF79DCE5E17}" srcOrd="1" destOrd="0" presId="urn:microsoft.com/office/officeart/2005/8/layout/hList7"/>
    <dgm:cxn modelId="{B9AD9EC4-CFB3-47ED-AD04-0A0715B8D8C3}" type="presParOf" srcId="{2DC2FBE2-ABE6-4CAA-AAF1-4BF79DCE5E17}" destId="{C8778CAA-7D8B-49B6-8901-98E2D99EB90B}" srcOrd="0" destOrd="0" presId="urn:microsoft.com/office/officeart/2005/8/layout/hList7"/>
    <dgm:cxn modelId="{E5C2B16F-9F29-4DDD-8520-7B59E2CE59A3}" type="presParOf" srcId="{C8778CAA-7D8B-49B6-8901-98E2D99EB90B}" destId="{214153DA-9CD8-47DB-AF01-9984FA6335EB}" srcOrd="0" destOrd="0" presId="urn:microsoft.com/office/officeart/2005/8/layout/hList7"/>
    <dgm:cxn modelId="{854AC52A-DBC7-4325-8E4E-F97B1BFAF656}" type="presParOf" srcId="{C8778CAA-7D8B-49B6-8901-98E2D99EB90B}" destId="{07913670-8395-4275-8B51-F344297893C2}" srcOrd="1" destOrd="0" presId="urn:microsoft.com/office/officeart/2005/8/layout/hList7"/>
    <dgm:cxn modelId="{6BB3133A-1200-461B-BDE8-E8CBDDB309E7}" type="presParOf" srcId="{C8778CAA-7D8B-49B6-8901-98E2D99EB90B}" destId="{E70828C6-7A0B-4D0E-AF1D-C168D1DA7B92}" srcOrd="2" destOrd="0" presId="urn:microsoft.com/office/officeart/2005/8/layout/hList7"/>
    <dgm:cxn modelId="{B0EEFFC8-79B5-4C82-B27A-BBC18438E25D}" type="presParOf" srcId="{C8778CAA-7D8B-49B6-8901-98E2D99EB90B}" destId="{3360BE30-BB2B-4BF5-BED6-712664F10BEB}" srcOrd="3" destOrd="0" presId="urn:microsoft.com/office/officeart/2005/8/layout/hList7"/>
    <dgm:cxn modelId="{135DE7E7-0AB5-4039-AF07-91765888ED14}" type="presParOf" srcId="{2DC2FBE2-ABE6-4CAA-AAF1-4BF79DCE5E17}" destId="{A0662BC6-0B95-4D49-9A4F-A98285EF4D28}" srcOrd="1" destOrd="0" presId="urn:microsoft.com/office/officeart/2005/8/layout/hList7"/>
    <dgm:cxn modelId="{70600085-8D68-470A-9942-7637D0E508A2}" type="presParOf" srcId="{2DC2FBE2-ABE6-4CAA-AAF1-4BF79DCE5E17}" destId="{D723156A-2D13-4A73-893C-1753D9035089}" srcOrd="2" destOrd="0" presId="urn:microsoft.com/office/officeart/2005/8/layout/hList7"/>
    <dgm:cxn modelId="{8A97A76A-3BCB-4BDE-85FD-372E2D843F58}" type="presParOf" srcId="{D723156A-2D13-4A73-893C-1753D9035089}" destId="{EC7C2414-94C3-4EF3-B8EA-5D9A8B5A528C}" srcOrd="0" destOrd="0" presId="urn:microsoft.com/office/officeart/2005/8/layout/hList7"/>
    <dgm:cxn modelId="{1F023E77-148F-4DFD-9C14-D958EA99C254}" type="presParOf" srcId="{D723156A-2D13-4A73-893C-1753D9035089}" destId="{1BF3732A-0F33-4274-A718-6AA044E44A1E}" srcOrd="1" destOrd="0" presId="urn:microsoft.com/office/officeart/2005/8/layout/hList7"/>
    <dgm:cxn modelId="{AC5CE036-25C0-4D9D-A32D-E4A3D4733083}" type="presParOf" srcId="{D723156A-2D13-4A73-893C-1753D9035089}" destId="{6226EE5A-8A41-4F55-AA58-5AF7E6BA3B55}" srcOrd="2" destOrd="0" presId="urn:microsoft.com/office/officeart/2005/8/layout/hList7"/>
    <dgm:cxn modelId="{A8D5AB16-720C-40C5-A1EA-E2934D8B7B17}" type="presParOf" srcId="{D723156A-2D13-4A73-893C-1753D9035089}" destId="{3FB03D8F-A44C-4003-BD76-D31FE0EBA226}" srcOrd="3" destOrd="0" presId="urn:microsoft.com/office/officeart/2005/8/layout/hList7"/>
    <dgm:cxn modelId="{4D63999F-BF7C-4D6C-BF4F-A508E4013E96}" type="presParOf" srcId="{2DC2FBE2-ABE6-4CAA-AAF1-4BF79DCE5E17}" destId="{54D2D509-91E0-4271-9B26-EE1D4EA20F0E}" srcOrd="3" destOrd="0" presId="urn:microsoft.com/office/officeart/2005/8/layout/hList7"/>
    <dgm:cxn modelId="{C9E7EF0C-21A0-4124-AB2A-E5C14FC2C368}" type="presParOf" srcId="{2DC2FBE2-ABE6-4CAA-AAF1-4BF79DCE5E17}" destId="{B910871F-B82D-4AAF-A64B-F466C7D59552}" srcOrd="4" destOrd="0" presId="urn:microsoft.com/office/officeart/2005/8/layout/hList7"/>
    <dgm:cxn modelId="{0055B81A-DE94-4F36-A80E-F96320B66B94}" type="presParOf" srcId="{B910871F-B82D-4AAF-A64B-F466C7D59552}" destId="{8D795271-4754-479D-BE1E-56D61A629D28}" srcOrd="0" destOrd="0" presId="urn:microsoft.com/office/officeart/2005/8/layout/hList7"/>
    <dgm:cxn modelId="{F8E90EF1-C9CC-42A4-B2FA-CF7B12C9B32C}" type="presParOf" srcId="{B910871F-B82D-4AAF-A64B-F466C7D59552}" destId="{64FA33EC-15C9-41B1-97E8-4501BE468869}" srcOrd="1" destOrd="0" presId="urn:microsoft.com/office/officeart/2005/8/layout/hList7"/>
    <dgm:cxn modelId="{984FDA1F-ADCA-4FB9-837F-177477125242}" type="presParOf" srcId="{B910871F-B82D-4AAF-A64B-F466C7D59552}" destId="{C5655F12-7F24-481A-85E0-9B494FBD3C91}" srcOrd="2" destOrd="0" presId="urn:microsoft.com/office/officeart/2005/8/layout/hList7"/>
    <dgm:cxn modelId="{CECB252B-D84A-4BCF-A6DA-0646427A6050}" type="presParOf" srcId="{B910871F-B82D-4AAF-A64B-F466C7D59552}" destId="{372DE4A6-1EAF-4581-954D-745AD428A047}" srcOrd="3" destOrd="0" presId="urn:microsoft.com/office/officeart/2005/8/layout/hList7"/>
    <dgm:cxn modelId="{2918FF3B-D028-46D5-AEC1-E3A679B59ADD}" type="presParOf" srcId="{2DC2FBE2-ABE6-4CAA-AAF1-4BF79DCE5E17}" destId="{5256B6A6-D6A1-42AA-B00A-73B17B567DFF}" srcOrd="5" destOrd="0" presId="urn:microsoft.com/office/officeart/2005/8/layout/hList7"/>
    <dgm:cxn modelId="{3C327E09-7E9D-4CB3-ACB9-2AE8159C7651}" type="presParOf" srcId="{2DC2FBE2-ABE6-4CAA-AAF1-4BF79DCE5E17}" destId="{9CECAD69-D484-48A3-8F8B-C245CC4FCBBE}" srcOrd="6" destOrd="0" presId="urn:microsoft.com/office/officeart/2005/8/layout/hList7"/>
    <dgm:cxn modelId="{49FAAA3A-BF17-4CF0-9566-C0369EFF03A5}" type="presParOf" srcId="{9CECAD69-D484-48A3-8F8B-C245CC4FCBBE}" destId="{BC9A8FFE-0748-443C-950A-E9A1F3C4C2D1}" srcOrd="0" destOrd="0" presId="urn:microsoft.com/office/officeart/2005/8/layout/hList7"/>
    <dgm:cxn modelId="{64B379CA-D685-4B31-99F9-41A7D07E676C}" type="presParOf" srcId="{9CECAD69-D484-48A3-8F8B-C245CC4FCBBE}" destId="{A289529B-3496-41CC-B326-EAA244097528}" srcOrd="1" destOrd="0" presId="urn:microsoft.com/office/officeart/2005/8/layout/hList7"/>
    <dgm:cxn modelId="{1DABF57B-7CF7-47DE-83AF-83418C82EEC5}" type="presParOf" srcId="{9CECAD69-D484-48A3-8F8B-C245CC4FCBBE}" destId="{EF2BB8A7-7B21-4CB1-B5C2-188C9E0C1466}" srcOrd="2" destOrd="0" presId="urn:microsoft.com/office/officeart/2005/8/layout/hList7"/>
    <dgm:cxn modelId="{AF03FEC7-9278-4029-9363-80CC084FFA39}" type="presParOf" srcId="{9CECAD69-D484-48A3-8F8B-C245CC4FCBBE}" destId="{59B58D0C-2BFF-48A7-ABFA-AA897B9FE1B0}" srcOrd="3" destOrd="0" presId="urn:microsoft.com/office/officeart/2005/8/layout/hList7"/>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281DA60-C75A-4DF4-B4B9-A8B0D68A1BB0}"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4A496BD8-8035-40DD-9927-7E1EA0AA3EF0}" type="pres">
      <dgm:prSet presAssocID="{F281DA60-C75A-4DF4-B4B9-A8B0D68A1BB0}" presName="cycle" presStyleCnt="0">
        <dgm:presLayoutVars>
          <dgm:dir/>
          <dgm:resizeHandles val="exact"/>
        </dgm:presLayoutVars>
      </dgm:prSet>
      <dgm:spPr/>
    </dgm:pt>
    <dgm:pt modelId="{BD9DEAFE-9BDB-468C-9259-E29A862B4ACC}" type="pres">
      <dgm:prSet presAssocID="{A457F7FB-9D0F-4EDD-8952-4CDA61AE4545}" presName="node" presStyleLbl="node1" presStyleIdx="0" presStyleCnt="4">
        <dgm:presLayoutVars>
          <dgm:bulletEnabled val="1"/>
        </dgm:presLayoutVars>
      </dgm:prSet>
      <dgm:spPr/>
    </dgm:pt>
    <dgm:pt modelId="{3C212830-0536-4D54-B949-C381831F42AB}" type="pres">
      <dgm:prSet presAssocID="{7297DB18-D96E-4434-9367-1E228D95B1B7}" presName="sibTrans" presStyleLbl="sibTrans2D1" presStyleIdx="0" presStyleCnt="4"/>
      <dgm:spPr/>
    </dgm:pt>
    <dgm:pt modelId="{C3A450FD-239B-4503-9543-DEA7B7B2F8B1}" type="pres">
      <dgm:prSet presAssocID="{7297DB18-D96E-4434-9367-1E228D95B1B7}" presName="connectorText" presStyleLbl="sibTrans2D1" presStyleIdx="0" presStyleCnt="4"/>
      <dgm:spPr/>
    </dgm:pt>
    <dgm:pt modelId="{FECBEE2B-2C91-45BA-9196-1D709127A263}" type="pres">
      <dgm:prSet presAssocID="{659ADE8B-2357-496F-A0EA-C2A401CFCA44}" presName="node" presStyleLbl="node1" presStyleIdx="1" presStyleCnt="4">
        <dgm:presLayoutVars>
          <dgm:bulletEnabled val="1"/>
        </dgm:presLayoutVars>
      </dgm:prSet>
      <dgm:spPr/>
    </dgm:pt>
    <dgm:pt modelId="{6B6ECAA7-0478-4757-A568-6D3BB5406FA3}" type="pres">
      <dgm:prSet presAssocID="{DED0323C-918B-4AD6-9A7D-D9A1F98EE27D}" presName="sibTrans" presStyleLbl="sibTrans2D1" presStyleIdx="1" presStyleCnt="4"/>
      <dgm:spPr/>
    </dgm:pt>
    <dgm:pt modelId="{4C93E675-5B1B-4ED6-A7DF-6C3E12EC013B}" type="pres">
      <dgm:prSet presAssocID="{DED0323C-918B-4AD6-9A7D-D9A1F98EE27D}" presName="connectorText" presStyleLbl="sibTrans2D1" presStyleIdx="1" presStyleCnt="4"/>
      <dgm:spPr/>
    </dgm:pt>
    <dgm:pt modelId="{C69BD986-6FFF-4657-8FB6-2B2CCAEE1C35}" type="pres">
      <dgm:prSet presAssocID="{A93B8BE5-E756-460C-A3C0-C9C7134222F7}" presName="node" presStyleLbl="node1" presStyleIdx="2" presStyleCnt="4">
        <dgm:presLayoutVars>
          <dgm:bulletEnabled val="1"/>
        </dgm:presLayoutVars>
      </dgm:prSet>
      <dgm:spPr/>
    </dgm:pt>
    <dgm:pt modelId="{0974A063-4448-4FE8-A39F-0A9D915BCB29}" type="pres">
      <dgm:prSet presAssocID="{BD458450-E98D-44D7-9B90-D7CC38AC8201}" presName="sibTrans" presStyleLbl="sibTrans2D1" presStyleIdx="2" presStyleCnt="4"/>
      <dgm:spPr/>
    </dgm:pt>
    <dgm:pt modelId="{E478D546-F843-4809-AFF5-079022A6C2D0}" type="pres">
      <dgm:prSet presAssocID="{BD458450-E98D-44D7-9B90-D7CC38AC8201}" presName="connectorText" presStyleLbl="sibTrans2D1" presStyleIdx="2" presStyleCnt="4"/>
      <dgm:spPr/>
    </dgm:pt>
    <dgm:pt modelId="{D8BE3EC9-F316-4FB3-A6EC-BADE9AE52A97}" type="pres">
      <dgm:prSet presAssocID="{7FC5A5E2-D628-4631-8FF7-BE12A0EE5AD3}" presName="node" presStyleLbl="node1" presStyleIdx="3" presStyleCnt="4">
        <dgm:presLayoutVars>
          <dgm:bulletEnabled val="1"/>
        </dgm:presLayoutVars>
      </dgm:prSet>
      <dgm:spPr/>
    </dgm:pt>
    <dgm:pt modelId="{9200FE53-3464-488F-93D7-21F13F4E0706}" type="pres">
      <dgm:prSet presAssocID="{00D75793-DF63-411E-A0D6-212B1B6D1C65}" presName="sibTrans" presStyleLbl="sibTrans2D1" presStyleIdx="3" presStyleCnt="4"/>
      <dgm:spPr/>
    </dgm:pt>
    <dgm:pt modelId="{E9F1E0FB-371E-4760-8B2C-18511C4369B8}" type="pres">
      <dgm:prSet presAssocID="{00D75793-DF63-411E-A0D6-212B1B6D1C65}" presName="connectorText" presStyleLbl="sibTrans2D1" presStyleIdx="3" presStyleCnt="4"/>
      <dgm:spPr/>
    </dgm:pt>
  </dgm:ptLst>
  <dgm:cxnLst>
    <dgm:cxn modelId="{C30DD201-3CD8-45D7-B4C0-9D6BC8CA8423}" type="presOf" srcId="{DED0323C-918B-4AD6-9A7D-D9A1F98EE27D}" destId="{6B6ECAA7-0478-4757-A568-6D3BB5406FA3}" srcOrd="0" destOrd="0" presId="urn:microsoft.com/office/officeart/2005/8/layout/cycle2"/>
    <dgm:cxn modelId="{03D9DC07-ADAC-47DE-9D07-7D481CEEEB6B}" type="presOf" srcId="{00D75793-DF63-411E-A0D6-212B1B6D1C65}" destId="{E9F1E0FB-371E-4760-8B2C-18511C4369B8}" srcOrd="1" destOrd="0" presId="urn:microsoft.com/office/officeart/2005/8/layout/cycle2"/>
    <dgm:cxn modelId="{71A7B708-8CE1-41EA-8782-369FFC0EDCE7}" srcId="{F281DA60-C75A-4DF4-B4B9-A8B0D68A1BB0}" destId="{7FC5A5E2-D628-4631-8FF7-BE12A0EE5AD3}" srcOrd="3" destOrd="0" parTransId="{2EC78FA2-B5EB-4149-9D6E-ECD58C080005}" sibTransId="{00D75793-DF63-411E-A0D6-212B1B6D1C65}"/>
    <dgm:cxn modelId="{F3738C1F-A684-4B10-B554-50A38CB8496E}" type="presOf" srcId="{7297DB18-D96E-4434-9367-1E228D95B1B7}" destId="{C3A450FD-239B-4503-9543-DEA7B7B2F8B1}" srcOrd="1" destOrd="0" presId="urn:microsoft.com/office/officeart/2005/8/layout/cycle2"/>
    <dgm:cxn modelId="{82ACAD29-4081-488A-82AB-33C68AA2CB34}" type="presOf" srcId="{1E71699C-6BE2-4CD5-B34F-61C30B81A574}" destId="{D8BE3EC9-F316-4FB3-A6EC-BADE9AE52A97}" srcOrd="0" destOrd="1" presId="urn:microsoft.com/office/officeart/2005/8/layout/cycle2"/>
    <dgm:cxn modelId="{2A36692B-0A48-4C19-ABA7-ADB6E990280E}" srcId="{F281DA60-C75A-4DF4-B4B9-A8B0D68A1BB0}" destId="{A93B8BE5-E756-460C-A3C0-C9C7134222F7}" srcOrd="2" destOrd="0" parTransId="{970FB6FF-35C5-43C6-B705-8D3D02E0FBDD}" sibTransId="{BD458450-E98D-44D7-9B90-D7CC38AC8201}"/>
    <dgm:cxn modelId="{F7C48536-EFDF-47E5-A732-2A104621DCA7}" type="presOf" srcId="{1B43ADC1-1EF3-4C23-ABFF-0EF31B91B0E6}" destId="{C69BD986-6FFF-4657-8FB6-2B2CCAEE1C35}" srcOrd="0" destOrd="1" presId="urn:microsoft.com/office/officeart/2005/8/layout/cycle2"/>
    <dgm:cxn modelId="{D2AEB438-B9C3-4D88-994C-2C4311CAD56A}" type="presOf" srcId="{F281DA60-C75A-4DF4-B4B9-A8B0D68A1BB0}" destId="{4A496BD8-8035-40DD-9927-7E1EA0AA3EF0}" srcOrd="0" destOrd="0" presId="urn:microsoft.com/office/officeart/2005/8/layout/cycle2"/>
    <dgm:cxn modelId="{74ECDB38-9977-4FB6-A598-1890A706A106}" type="presOf" srcId="{BD458450-E98D-44D7-9B90-D7CC38AC8201}" destId="{E478D546-F843-4809-AFF5-079022A6C2D0}" srcOrd="1" destOrd="0" presId="urn:microsoft.com/office/officeart/2005/8/layout/cycle2"/>
    <dgm:cxn modelId="{EFBAD46C-43F0-4620-91C0-9E010C205B2C}" type="presOf" srcId="{A457F7FB-9D0F-4EDD-8952-4CDA61AE4545}" destId="{BD9DEAFE-9BDB-468C-9259-E29A862B4ACC}" srcOrd="0" destOrd="0" presId="urn:microsoft.com/office/officeart/2005/8/layout/cycle2"/>
    <dgm:cxn modelId="{3A48C772-EAC5-45A6-A581-4C22E55C0E59}" type="presOf" srcId="{B038860F-5731-4A1E-BCAB-19A5D98A8031}" destId="{FECBEE2B-2C91-45BA-9196-1D709127A263}" srcOrd="0" destOrd="1" presId="urn:microsoft.com/office/officeart/2005/8/layout/cycle2"/>
    <dgm:cxn modelId="{B5F7627A-3ED0-4EAD-BA7A-A4A18ECB85BA}" srcId="{F281DA60-C75A-4DF4-B4B9-A8B0D68A1BB0}" destId="{A457F7FB-9D0F-4EDD-8952-4CDA61AE4545}" srcOrd="0" destOrd="0" parTransId="{76AAB7EC-F8CB-43FD-A0CB-0152CDE20425}" sibTransId="{7297DB18-D96E-4434-9367-1E228D95B1B7}"/>
    <dgm:cxn modelId="{4C758C7B-55FA-4C64-9CC0-0D9F2D094C55}" type="presOf" srcId="{7297DB18-D96E-4434-9367-1E228D95B1B7}" destId="{3C212830-0536-4D54-B949-C381831F42AB}" srcOrd="0" destOrd="0" presId="urn:microsoft.com/office/officeart/2005/8/layout/cycle2"/>
    <dgm:cxn modelId="{58E27A7C-5FB8-42B2-BB71-08DFCAE0E58F}" srcId="{659ADE8B-2357-496F-A0EA-C2A401CFCA44}" destId="{B038860F-5731-4A1E-BCAB-19A5D98A8031}" srcOrd="0" destOrd="0" parTransId="{59D71D49-90C1-43B7-AAA9-888445CE8FAE}" sibTransId="{D963FFD9-2E9E-4207-9738-F55F5321B63B}"/>
    <dgm:cxn modelId="{59D64C94-7570-4130-8214-7F55DF622729}" srcId="{A93B8BE5-E756-460C-A3C0-C9C7134222F7}" destId="{1B43ADC1-1EF3-4C23-ABFF-0EF31B91B0E6}" srcOrd="0" destOrd="0" parTransId="{5C11309B-976C-4F05-BA77-37F6E40B6765}" sibTransId="{126B6020-FBC3-471E-AABE-895D1CA02ACF}"/>
    <dgm:cxn modelId="{5AABC19A-17D1-4466-9677-D2C8F0E57C9A}" srcId="{F281DA60-C75A-4DF4-B4B9-A8B0D68A1BB0}" destId="{659ADE8B-2357-496F-A0EA-C2A401CFCA44}" srcOrd="1" destOrd="0" parTransId="{02C4DF18-ACDF-4C9D-9736-8F062FFBD459}" sibTransId="{DED0323C-918B-4AD6-9A7D-D9A1F98EE27D}"/>
    <dgm:cxn modelId="{A4ACF89B-87A7-4862-8C78-9E31DA2BEFDA}" type="presOf" srcId="{540A1E6C-B5EE-4D77-BC6E-BD688DCE125F}" destId="{BD9DEAFE-9BDB-468C-9259-E29A862B4ACC}" srcOrd="0" destOrd="1" presId="urn:microsoft.com/office/officeart/2005/8/layout/cycle2"/>
    <dgm:cxn modelId="{02BED2B4-B156-466B-BB28-1C47ACE5D723}" type="presOf" srcId="{7FC5A5E2-D628-4631-8FF7-BE12A0EE5AD3}" destId="{D8BE3EC9-F316-4FB3-A6EC-BADE9AE52A97}" srcOrd="0" destOrd="0" presId="urn:microsoft.com/office/officeart/2005/8/layout/cycle2"/>
    <dgm:cxn modelId="{0B91AAB8-9DF6-49FF-875B-59D3EB6521A5}" type="presOf" srcId="{A93B8BE5-E756-460C-A3C0-C9C7134222F7}" destId="{C69BD986-6FFF-4657-8FB6-2B2CCAEE1C35}" srcOrd="0" destOrd="0" presId="urn:microsoft.com/office/officeart/2005/8/layout/cycle2"/>
    <dgm:cxn modelId="{7F7597B9-32DD-48F9-B22F-BAAE0FEBF4C0}" type="presOf" srcId="{DED0323C-918B-4AD6-9A7D-D9A1F98EE27D}" destId="{4C93E675-5B1B-4ED6-A7DF-6C3E12EC013B}" srcOrd="1" destOrd="0" presId="urn:microsoft.com/office/officeart/2005/8/layout/cycle2"/>
    <dgm:cxn modelId="{158634C2-A174-4C97-B815-22F431DC51DD}" type="presOf" srcId="{BD458450-E98D-44D7-9B90-D7CC38AC8201}" destId="{0974A063-4448-4FE8-A39F-0A9D915BCB29}" srcOrd="0" destOrd="0" presId="urn:microsoft.com/office/officeart/2005/8/layout/cycle2"/>
    <dgm:cxn modelId="{9190C1C3-D1FB-41D6-8EA2-95AFE1B11AF2}" srcId="{7FC5A5E2-D628-4631-8FF7-BE12A0EE5AD3}" destId="{1E71699C-6BE2-4CD5-B34F-61C30B81A574}" srcOrd="0" destOrd="0" parTransId="{54280FF7-C555-4D02-841E-8D8F74567FC9}" sibTransId="{D9A734D2-672A-4994-A6EC-3A81B34FE9EA}"/>
    <dgm:cxn modelId="{1ACB47DF-1364-4B1C-B415-2DD7F73913B9}" srcId="{A457F7FB-9D0F-4EDD-8952-4CDA61AE4545}" destId="{540A1E6C-B5EE-4D77-BC6E-BD688DCE125F}" srcOrd="0" destOrd="0" parTransId="{DE8E662B-C741-4EEB-982F-BAC89C7AB0B6}" sibTransId="{664EDB2D-B15D-4DDB-AF50-3AD136662B14}"/>
    <dgm:cxn modelId="{FE830DED-1BF8-416C-A736-D90C5BDE17AD}" type="presOf" srcId="{00D75793-DF63-411E-A0D6-212B1B6D1C65}" destId="{9200FE53-3464-488F-93D7-21F13F4E0706}" srcOrd="0" destOrd="0" presId="urn:microsoft.com/office/officeart/2005/8/layout/cycle2"/>
    <dgm:cxn modelId="{230E1EEE-87A5-40A1-BF02-3E76FBCAE92C}" type="presOf" srcId="{659ADE8B-2357-496F-A0EA-C2A401CFCA44}" destId="{FECBEE2B-2C91-45BA-9196-1D709127A263}" srcOrd="0" destOrd="0" presId="urn:microsoft.com/office/officeart/2005/8/layout/cycle2"/>
    <dgm:cxn modelId="{4FE3D0B9-2AE1-4B69-80C4-B813A60E579C}" type="presParOf" srcId="{4A496BD8-8035-40DD-9927-7E1EA0AA3EF0}" destId="{BD9DEAFE-9BDB-468C-9259-E29A862B4ACC}" srcOrd="0" destOrd="0" presId="urn:microsoft.com/office/officeart/2005/8/layout/cycle2"/>
    <dgm:cxn modelId="{DE6638BD-B108-4989-92A0-F081D2686112}" type="presParOf" srcId="{4A496BD8-8035-40DD-9927-7E1EA0AA3EF0}" destId="{3C212830-0536-4D54-B949-C381831F42AB}" srcOrd="1" destOrd="0" presId="urn:microsoft.com/office/officeart/2005/8/layout/cycle2"/>
    <dgm:cxn modelId="{DB547668-9F7F-46EE-99DA-C4BC370CD445}" type="presParOf" srcId="{3C212830-0536-4D54-B949-C381831F42AB}" destId="{C3A450FD-239B-4503-9543-DEA7B7B2F8B1}" srcOrd="0" destOrd="0" presId="urn:microsoft.com/office/officeart/2005/8/layout/cycle2"/>
    <dgm:cxn modelId="{BD989662-09C1-4E9F-AC54-E8BC9A6E2F7F}" type="presParOf" srcId="{4A496BD8-8035-40DD-9927-7E1EA0AA3EF0}" destId="{FECBEE2B-2C91-45BA-9196-1D709127A263}" srcOrd="2" destOrd="0" presId="urn:microsoft.com/office/officeart/2005/8/layout/cycle2"/>
    <dgm:cxn modelId="{3B2F7D98-EBDD-48F8-82E5-115A869E171D}" type="presParOf" srcId="{4A496BD8-8035-40DD-9927-7E1EA0AA3EF0}" destId="{6B6ECAA7-0478-4757-A568-6D3BB5406FA3}" srcOrd="3" destOrd="0" presId="urn:microsoft.com/office/officeart/2005/8/layout/cycle2"/>
    <dgm:cxn modelId="{C7D400DE-25BA-43A0-8AA2-1AED4DDFB94F}" type="presParOf" srcId="{6B6ECAA7-0478-4757-A568-6D3BB5406FA3}" destId="{4C93E675-5B1B-4ED6-A7DF-6C3E12EC013B}" srcOrd="0" destOrd="0" presId="urn:microsoft.com/office/officeart/2005/8/layout/cycle2"/>
    <dgm:cxn modelId="{CBB0464C-9109-4A28-88C8-13611F4082F8}" type="presParOf" srcId="{4A496BD8-8035-40DD-9927-7E1EA0AA3EF0}" destId="{C69BD986-6FFF-4657-8FB6-2B2CCAEE1C35}" srcOrd="4" destOrd="0" presId="urn:microsoft.com/office/officeart/2005/8/layout/cycle2"/>
    <dgm:cxn modelId="{2B9E6C42-5C89-49EE-B7F0-A1E4F98EFFBF}" type="presParOf" srcId="{4A496BD8-8035-40DD-9927-7E1EA0AA3EF0}" destId="{0974A063-4448-4FE8-A39F-0A9D915BCB29}" srcOrd="5" destOrd="0" presId="urn:microsoft.com/office/officeart/2005/8/layout/cycle2"/>
    <dgm:cxn modelId="{8FEDAD9C-7A14-4650-A823-7C6E4014E25F}" type="presParOf" srcId="{0974A063-4448-4FE8-A39F-0A9D915BCB29}" destId="{E478D546-F843-4809-AFF5-079022A6C2D0}" srcOrd="0" destOrd="0" presId="urn:microsoft.com/office/officeart/2005/8/layout/cycle2"/>
    <dgm:cxn modelId="{874104BA-5CB4-4C72-A954-408700AF92C0}" type="presParOf" srcId="{4A496BD8-8035-40DD-9927-7E1EA0AA3EF0}" destId="{D8BE3EC9-F316-4FB3-A6EC-BADE9AE52A97}" srcOrd="6" destOrd="0" presId="urn:microsoft.com/office/officeart/2005/8/layout/cycle2"/>
    <dgm:cxn modelId="{F509045B-E4B5-4EC0-A3FE-27F0A74E9F1C}" type="presParOf" srcId="{4A496BD8-8035-40DD-9927-7E1EA0AA3EF0}" destId="{9200FE53-3464-488F-93D7-21F13F4E0706}" srcOrd="7" destOrd="0" presId="urn:microsoft.com/office/officeart/2005/8/layout/cycle2"/>
    <dgm:cxn modelId="{85F9892E-B49C-477A-A55A-DB155C017CE2}" type="presParOf" srcId="{9200FE53-3464-488F-93D7-21F13F4E0706}" destId="{E9F1E0FB-371E-4760-8B2C-18511C4369B8}" srcOrd="0" destOrd="0" presId="urn:microsoft.com/office/officeart/2005/8/layout/cycle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281DA60-C75A-4DF4-B4B9-A8B0D68A1BB0}"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3E271BC0-749C-427A-961A-8B730030FE9D}" type="pres">
      <dgm:prSet presAssocID="{F281DA60-C75A-4DF4-B4B9-A8B0D68A1BB0}" presName="cycleMatrixDiagram" presStyleCnt="0">
        <dgm:presLayoutVars>
          <dgm:chMax val="1"/>
          <dgm:dir/>
          <dgm:animLvl val="lvl"/>
          <dgm:resizeHandles val="exact"/>
        </dgm:presLayoutVars>
      </dgm:prSet>
      <dgm:spPr/>
    </dgm:pt>
    <dgm:pt modelId="{02BCEF7E-8C1B-4DC5-8B89-ADA3DFF8027D}" type="pres">
      <dgm:prSet presAssocID="{F281DA60-C75A-4DF4-B4B9-A8B0D68A1BB0}" presName="children" presStyleCnt="0"/>
      <dgm:spPr/>
    </dgm:pt>
    <dgm:pt modelId="{7D5FE349-E89F-44AD-9561-060C121E9C19}" type="pres">
      <dgm:prSet presAssocID="{F281DA60-C75A-4DF4-B4B9-A8B0D68A1BB0}" presName="child1group" presStyleCnt="0"/>
      <dgm:spPr/>
    </dgm:pt>
    <dgm:pt modelId="{AC591731-DE63-4617-BBA0-620955E57322}" type="pres">
      <dgm:prSet presAssocID="{F281DA60-C75A-4DF4-B4B9-A8B0D68A1BB0}" presName="child1" presStyleLbl="bgAcc1" presStyleIdx="0" presStyleCnt="4"/>
      <dgm:spPr/>
    </dgm:pt>
    <dgm:pt modelId="{6020B6E3-B6AF-416A-A13B-91EA30DBFC62}" type="pres">
      <dgm:prSet presAssocID="{F281DA60-C75A-4DF4-B4B9-A8B0D68A1BB0}" presName="child1Text" presStyleLbl="bgAcc1" presStyleIdx="0" presStyleCnt="4">
        <dgm:presLayoutVars>
          <dgm:bulletEnabled val="1"/>
        </dgm:presLayoutVars>
      </dgm:prSet>
      <dgm:spPr/>
    </dgm:pt>
    <dgm:pt modelId="{FAF811D3-5367-46EA-B681-B780AA7C58CC}" type="pres">
      <dgm:prSet presAssocID="{F281DA60-C75A-4DF4-B4B9-A8B0D68A1BB0}" presName="child2group" presStyleCnt="0"/>
      <dgm:spPr/>
    </dgm:pt>
    <dgm:pt modelId="{8661FFB7-AFB3-4CC4-B141-A02EB97E15FC}" type="pres">
      <dgm:prSet presAssocID="{F281DA60-C75A-4DF4-B4B9-A8B0D68A1BB0}" presName="child2" presStyleLbl="bgAcc1" presStyleIdx="1" presStyleCnt="4"/>
      <dgm:spPr/>
    </dgm:pt>
    <dgm:pt modelId="{DF027140-B4DD-45D0-B9C2-9E01CD5F6666}" type="pres">
      <dgm:prSet presAssocID="{F281DA60-C75A-4DF4-B4B9-A8B0D68A1BB0}" presName="child2Text" presStyleLbl="bgAcc1" presStyleIdx="1" presStyleCnt="4">
        <dgm:presLayoutVars>
          <dgm:bulletEnabled val="1"/>
        </dgm:presLayoutVars>
      </dgm:prSet>
      <dgm:spPr/>
    </dgm:pt>
    <dgm:pt modelId="{28C63C43-D080-4441-9815-0F9C099BDC92}" type="pres">
      <dgm:prSet presAssocID="{F281DA60-C75A-4DF4-B4B9-A8B0D68A1BB0}" presName="child3group" presStyleCnt="0"/>
      <dgm:spPr/>
    </dgm:pt>
    <dgm:pt modelId="{9C903A27-761D-4642-A2E4-B55C16D5547A}" type="pres">
      <dgm:prSet presAssocID="{F281DA60-C75A-4DF4-B4B9-A8B0D68A1BB0}" presName="child3" presStyleLbl="bgAcc1" presStyleIdx="2" presStyleCnt="4"/>
      <dgm:spPr/>
    </dgm:pt>
    <dgm:pt modelId="{FFDA04E5-1580-427A-A46D-2E18F605261B}" type="pres">
      <dgm:prSet presAssocID="{F281DA60-C75A-4DF4-B4B9-A8B0D68A1BB0}" presName="child3Text" presStyleLbl="bgAcc1" presStyleIdx="2" presStyleCnt="4">
        <dgm:presLayoutVars>
          <dgm:bulletEnabled val="1"/>
        </dgm:presLayoutVars>
      </dgm:prSet>
      <dgm:spPr/>
    </dgm:pt>
    <dgm:pt modelId="{BE41B9AA-66B9-4423-8394-E2434DE69BF3}" type="pres">
      <dgm:prSet presAssocID="{F281DA60-C75A-4DF4-B4B9-A8B0D68A1BB0}" presName="child4group" presStyleCnt="0"/>
      <dgm:spPr/>
    </dgm:pt>
    <dgm:pt modelId="{B717A3C1-4560-4FCE-9F47-4D78A4A171BC}" type="pres">
      <dgm:prSet presAssocID="{F281DA60-C75A-4DF4-B4B9-A8B0D68A1BB0}" presName="child4" presStyleLbl="bgAcc1" presStyleIdx="3" presStyleCnt="4"/>
      <dgm:spPr/>
    </dgm:pt>
    <dgm:pt modelId="{219DD89D-8652-4A20-8ECF-73D10950F853}" type="pres">
      <dgm:prSet presAssocID="{F281DA60-C75A-4DF4-B4B9-A8B0D68A1BB0}" presName="child4Text" presStyleLbl="bgAcc1" presStyleIdx="3" presStyleCnt="4">
        <dgm:presLayoutVars>
          <dgm:bulletEnabled val="1"/>
        </dgm:presLayoutVars>
      </dgm:prSet>
      <dgm:spPr/>
    </dgm:pt>
    <dgm:pt modelId="{33F48849-0261-4789-B678-EBD068150F9D}" type="pres">
      <dgm:prSet presAssocID="{F281DA60-C75A-4DF4-B4B9-A8B0D68A1BB0}" presName="childPlaceholder" presStyleCnt="0"/>
      <dgm:spPr/>
    </dgm:pt>
    <dgm:pt modelId="{1314A5AD-501C-4A1C-8D8A-02C5520DC447}" type="pres">
      <dgm:prSet presAssocID="{F281DA60-C75A-4DF4-B4B9-A8B0D68A1BB0}" presName="circle" presStyleCnt="0"/>
      <dgm:spPr/>
    </dgm:pt>
    <dgm:pt modelId="{037E5123-3587-4488-A929-6E99F9C81923}" type="pres">
      <dgm:prSet presAssocID="{F281DA60-C75A-4DF4-B4B9-A8B0D68A1BB0}" presName="quadrant1" presStyleLbl="node1" presStyleIdx="0" presStyleCnt="4">
        <dgm:presLayoutVars>
          <dgm:chMax val="1"/>
          <dgm:bulletEnabled val="1"/>
        </dgm:presLayoutVars>
      </dgm:prSet>
      <dgm:spPr/>
    </dgm:pt>
    <dgm:pt modelId="{2BD73DA8-853D-49DF-BA76-DB4CCB9A7E7D}" type="pres">
      <dgm:prSet presAssocID="{F281DA60-C75A-4DF4-B4B9-A8B0D68A1BB0}" presName="quadrant2" presStyleLbl="node1" presStyleIdx="1" presStyleCnt="4">
        <dgm:presLayoutVars>
          <dgm:chMax val="1"/>
          <dgm:bulletEnabled val="1"/>
        </dgm:presLayoutVars>
      </dgm:prSet>
      <dgm:spPr/>
    </dgm:pt>
    <dgm:pt modelId="{3D8EC524-FAAD-40B1-87AF-8666F5E1D53B}" type="pres">
      <dgm:prSet presAssocID="{F281DA60-C75A-4DF4-B4B9-A8B0D68A1BB0}" presName="quadrant3" presStyleLbl="node1" presStyleIdx="2" presStyleCnt="4">
        <dgm:presLayoutVars>
          <dgm:chMax val="1"/>
          <dgm:bulletEnabled val="1"/>
        </dgm:presLayoutVars>
      </dgm:prSet>
      <dgm:spPr/>
    </dgm:pt>
    <dgm:pt modelId="{DA3A7EEE-A386-4201-B28A-1A08D91AE07E}" type="pres">
      <dgm:prSet presAssocID="{F281DA60-C75A-4DF4-B4B9-A8B0D68A1BB0}" presName="quadrant4" presStyleLbl="node1" presStyleIdx="3" presStyleCnt="4">
        <dgm:presLayoutVars>
          <dgm:chMax val="1"/>
          <dgm:bulletEnabled val="1"/>
        </dgm:presLayoutVars>
      </dgm:prSet>
      <dgm:spPr/>
    </dgm:pt>
    <dgm:pt modelId="{A4AF266D-1C20-44DF-BDD4-EA000A53DB78}" type="pres">
      <dgm:prSet presAssocID="{F281DA60-C75A-4DF4-B4B9-A8B0D68A1BB0}" presName="quadrantPlaceholder" presStyleCnt="0"/>
      <dgm:spPr/>
    </dgm:pt>
    <dgm:pt modelId="{AF893F43-0AAE-4866-A0CD-498E9F2813DC}" type="pres">
      <dgm:prSet presAssocID="{F281DA60-C75A-4DF4-B4B9-A8B0D68A1BB0}" presName="center1" presStyleLbl="fgShp" presStyleIdx="0" presStyleCnt="2"/>
      <dgm:spPr/>
    </dgm:pt>
    <dgm:pt modelId="{7F97F038-3C7D-4C35-A3BC-CBC15487EAE1}" type="pres">
      <dgm:prSet presAssocID="{F281DA60-C75A-4DF4-B4B9-A8B0D68A1BB0}" presName="center2" presStyleLbl="fgShp" presStyleIdx="1" presStyleCnt="2"/>
      <dgm:spPr/>
    </dgm:pt>
  </dgm:ptLst>
  <dgm:cxnLst>
    <dgm:cxn modelId="{B1634700-78DC-42C1-8A3E-47964F1C48F9}" type="presOf" srcId="{1B43ADC1-1EF3-4C23-ABFF-0EF31B91B0E6}" destId="{FFDA04E5-1580-427A-A46D-2E18F605261B}" srcOrd="1" destOrd="0" presId="urn:microsoft.com/office/officeart/2005/8/layout/cycle4"/>
    <dgm:cxn modelId="{71A7B708-8CE1-41EA-8782-369FFC0EDCE7}" srcId="{F281DA60-C75A-4DF4-B4B9-A8B0D68A1BB0}" destId="{7FC5A5E2-D628-4631-8FF7-BE12A0EE5AD3}" srcOrd="3" destOrd="0" parTransId="{2EC78FA2-B5EB-4149-9D6E-ECD58C080005}" sibTransId="{00D75793-DF63-411E-A0D6-212B1B6D1C65}"/>
    <dgm:cxn modelId="{3376CD16-C5D2-407D-8FB5-C0C072178967}" type="presOf" srcId="{659ADE8B-2357-496F-A0EA-C2A401CFCA44}" destId="{2BD73DA8-853D-49DF-BA76-DB4CCB9A7E7D}" srcOrd="0" destOrd="0" presId="urn:microsoft.com/office/officeart/2005/8/layout/cycle4"/>
    <dgm:cxn modelId="{0079C021-581B-40BB-8FDD-C75C3265A579}" type="presOf" srcId="{540A1E6C-B5EE-4D77-BC6E-BD688DCE125F}" destId="{6020B6E3-B6AF-416A-A13B-91EA30DBFC62}" srcOrd="1" destOrd="0" presId="urn:microsoft.com/office/officeart/2005/8/layout/cycle4"/>
    <dgm:cxn modelId="{FB71BF27-2DBE-45F0-A360-35E4F79B59FF}" type="presOf" srcId="{F281DA60-C75A-4DF4-B4B9-A8B0D68A1BB0}" destId="{3E271BC0-749C-427A-961A-8B730030FE9D}" srcOrd="0" destOrd="0" presId="urn:microsoft.com/office/officeart/2005/8/layout/cycle4"/>
    <dgm:cxn modelId="{2A36692B-0A48-4C19-ABA7-ADB6E990280E}" srcId="{F281DA60-C75A-4DF4-B4B9-A8B0D68A1BB0}" destId="{A93B8BE5-E756-460C-A3C0-C9C7134222F7}" srcOrd="2" destOrd="0" parTransId="{970FB6FF-35C5-43C6-B705-8D3D02E0FBDD}" sibTransId="{BD458450-E98D-44D7-9B90-D7CC38AC8201}"/>
    <dgm:cxn modelId="{19DF8730-CF67-4DA0-AC8F-3BCF528C1D0A}" type="presOf" srcId="{B038860F-5731-4A1E-BCAB-19A5D98A8031}" destId="{DF027140-B4DD-45D0-B9C2-9E01CD5F6666}" srcOrd="1" destOrd="0" presId="urn:microsoft.com/office/officeart/2005/8/layout/cycle4"/>
    <dgm:cxn modelId="{C138C830-0BBD-4601-8219-19454ABB2FF8}" type="presOf" srcId="{1E71699C-6BE2-4CD5-B34F-61C30B81A574}" destId="{B717A3C1-4560-4FCE-9F47-4D78A4A171BC}" srcOrd="0" destOrd="0" presId="urn:microsoft.com/office/officeart/2005/8/layout/cycle4"/>
    <dgm:cxn modelId="{954DE160-6837-4FC8-AFF2-0E21483284E2}" type="presOf" srcId="{A457F7FB-9D0F-4EDD-8952-4CDA61AE4545}" destId="{037E5123-3587-4488-A929-6E99F9C81923}" srcOrd="0" destOrd="0" presId="urn:microsoft.com/office/officeart/2005/8/layout/cycle4"/>
    <dgm:cxn modelId="{B5F7627A-3ED0-4EAD-BA7A-A4A18ECB85BA}" srcId="{F281DA60-C75A-4DF4-B4B9-A8B0D68A1BB0}" destId="{A457F7FB-9D0F-4EDD-8952-4CDA61AE4545}" srcOrd="0" destOrd="0" parTransId="{76AAB7EC-F8CB-43FD-A0CB-0152CDE20425}" sibTransId="{7297DB18-D96E-4434-9367-1E228D95B1B7}"/>
    <dgm:cxn modelId="{58E27A7C-5FB8-42B2-BB71-08DFCAE0E58F}" srcId="{659ADE8B-2357-496F-A0EA-C2A401CFCA44}" destId="{B038860F-5731-4A1E-BCAB-19A5D98A8031}" srcOrd="0" destOrd="0" parTransId="{59D71D49-90C1-43B7-AAA9-888445CE8FAE}" sibTransId="{D963FFD9-2E9E-4207-9738-F55F5321B63B}"/>
    <dgm:cxn modelId="{947DDA81-E66C-49E0-9A8A-EB71D4B0C0C9}" type="presOf" srcId="{A93B8BE5-E756-460C-A3C0-C9C7134222F7}" destId="{3D8EC524-FAAD-40B1-87AF-8666F5E1D53B}" srcOrd="0" destOrd="0" presId="urn:microsoft.com/office/officeart/2005/8/layout/cycle4"/>
    <dgm:cxn modelId="{C10CA58A-55F4-4339-9991-F47B0C34D18F}" type="presOf" srcId="{1E71699C-6BE2-4CD5-B34F-61C30B81A574}" destId="{219DD89D-8652-4A20-8ECF-73D10950F853}" srcOrd="1" destOrd="0" presId="urn:microsoft.com/office/officeart/2005/8/layout/cycle4"/>
    <dgm:cxn modelId="{10B60C92-0FFB-458E-93EF-5911E1EB97A2}" type="presOf" srcId="{540A1E6C-B5EE-4D77-BC6E-BD688DCE125F}" destId="{AC591731-DE63-4617-BBA0-620955E57322}" srcOrd="0" destOrd="0" presId="urn:microsoft.com/office/officeart/2005/8/layout/cycle4"/>
    <dgm:cxn modelId="{59D64C94-7570-4130-8214-7F55DF622729}" srcId="{A93B8BE5-E756-460C-A3C0-C9C7134222F7}" destId="{1B43ADC1-1EF3-4C23-ABFF-0EF31B91B0E6}" srcOrd="0" destOrd="0" parTransId="{5C11309B-976C-4F05-BA77-37F6E40B6765}" sibTransId="{126B6020-FBC3-471E-AABE-895D1CA02ACF}"/>
    <dgm:cxn modelId="{5AABC19A-17D1-4466-9677-D2C8F0E57C9A}" srcId="{F281DA60-C75A-4DF4-B4B9-A8B0D68A1BB0}" destId="{659ADE8B-2357-496F-A0EA-C2A401CFCA44}" srcOrd="1" destOrd="0" parTransId="{02C4DF18-ACDF-4C9D-9736-8F062FFBD459}" sibTransId="{DED0323C-918B-4AD6-9A7D-D9A1F98EE27D}"/>
    <dgm:cxn modelId="{1C996BA2-F1C9-492E-BB1A-8E53588F6993}" type="presOf" srcId="{1B43ADC1-1EF3-4C23-ABFF-0EF31B91B0E6}" destId="{9C903A27-761D-4642-A2E4-B55C16D5547A}" srcOrd="0" destOrd="0" presId="urn:microsoft.com/office/officeart/2005/8/layout/cycle4"/>
    <dgm:cxn modelId="{9BB492BE-FAB1-4A5A-858D-2B24A6096B57}" type="presOf" srcId="{B038860F-5731-4A1E-BCAB-19A5D98A8031}" destId="{8661FFB7-AFB3-4CC4-B141-A02EB97E15FC}" srcOrd="0" destOrd="0" presId="urn:microsoft.com/office/officeart/2005/8/layout/cycle4"/>
    <dgm:cxn modelId="{9190C1C3-D1FB-41D6-8EA2-95AFE1B11AF2}" srcId="{7FC5A5E2-D628-4631-8FF7-BE12A0EE5AD3}" destId="{1E71699C-6BE2-4CD5-B34F-61C30B81A574}" srcOrd="0" destOrd="0" parTransId="{54280FF7-C555-4D02-841E-8D8F74567FC9}" sibTransId="{D9A734D2-672A-4994-A6EC-3A81B34FE9EA}"/>
    <dgm:cxn modelId="{1ACB47DF-1364-4B1C-B415-2DD7F73913B9}" srcId="{A457F7FB-9D0F-4EDD-8952-4CDA61AE4545}" destId="{540A1E6C-B5EE-4D77-BC6E-BD688DCE125F}" srcOrd="0" destOrd="0" parTransId="{DE8E662B-C741-4EEB-982F-BAC89C7AB0B6}" sibTransId="{664EDB2D-B15D-4DDB-AF50-3AD136662B14}"/>
    <dgm:cxn modelId="{174BFCE9-2E4B-45DE-9CDD-4C48C70C35A1}" type="presOf" srcId="{7FC5A5E2-D628-4631-8FF7-BE12A0EE5AD3}" destId="{DA3A7EEE-A386-4201-B28A-1A08D91AE07E}" srcOrd="0" destOrd="0" presId="urn:microsoft.com/office/officeart/2005/8/layout/cycle4"/>
    <dgm:cxn modelId="{0FBEBC6E-6940-4C88-B569-4917938E6246}" type="presParOf" srcId="{3E271BC0-749C-427A-961A-8B730030FE9D}" destId="{02BCEF7E-8C1B-4DC5-8B89-ADA3DFF8027D}" srcOrd="0" destOrd="0" presId="urn:microsoft.com/office/officeart/2005/8/layout/cycle4"/>
    <dgm:cxn modelId="{87729F9A-EDE9-4BEF-9992-B113FFBD9425}" type="presParOf" srcId="{02BCEF7E-8C1B-4DC5-8B89-ADA3DFF8027D}" destId="{7D5FE349-E89F-44AD-9561-060C121E9C19}" srcOrd="0" destOrd="0" presId="urn:microsoft.com/office/officeart/2005/8/layout/cycle4"/>
    <dgm:cxn modelId="{B77E39B0-B9E8-4AA1-99A1-7C7F23C5D33F}" type="presParOf" srcId="{7D5FE349-E89F-44AD-9561-060C121E9C19}" destId="{AC591731-DE63-4617-BBA0-620955E57322}" srcOrd="0" destOrd="0" presId="urn:microsoft.com/office/officeart/2005/8/layout/cycle4"/>
    <dgm:cxn modelId="{1E95B999-F3EC-4BCE-BD01-CA08E4711A69}" type="presParOf" srcId="{7D5FE349-E89F-44AD-9561-060C121E9C19}" destId="{6020B6E3-B6AF-416A-A13B-91EA30DBFC62}" srcOrd="1" destOrd="0" presId="urn:microsoft.com/office/officeart/2005/8/layout/cycle4"/>
    <dgm:cxn modelId="{9EDA74B0-AF0A-4930-8E93-6056769A9668}" type="presParOf" srcId="{02BCEF7E-8C1B-4DC5-8B89-ADA3DFF8027D}" destId="{FAF811D3-5367-46EA-B681-B780AA7C58CC}" srcOrd="1" destOrd="0" presId="urn:microsoft.com/office/officeart/2005/8/layout/cycle4"/>
    <dgm:cxn modelId="{30CCC9E2-7440-45EA-BAF6-D0C1B2600200}" type="presParOf" srcId="{FAF811D3-5367-46EA-B681-B780AA7C58CC}" destId="{8661FFB7-AFB3-4CC4-B141-A02EB97E15FC}" srcOrd="0" destOrd="0" presId="urn:microsoft.com/office/officeart/2005/8/layout/cycle4"/>
    <dgm:cxn modelId="{D369D39E-A725-4A48-B756-791EE5A9324A}" type="presParOf" srcId="{FAF811D3-5367-46EA-B681-B780AA7C58CC}" destId="{DF027140-B4DD-45D0-B9C2-9E01CD5F6666}" srcOrd="1" destOrd="0" presId="urn:microsoft.com/office/officeart/2005/8/layout/cycle4"/>
    <dgm:cxn modelId="{B06A2DAE-D690-4646-B1FA-338996DF19E9}" type="presParOf" srcId="{02BCEF7E-8C1B-4DC5-8B89-ADA3DFF8027D}" destId="{28C63C43-D080-4441-9815-0F9C099BDC92}" srcOrd="2" destOrd="0" presId="urn:microsoft.com/office/officeart/2005/8/layout/cycle4"/>
    <dgm:cxn modelId="{155F01D9-F55E-476E-9A0D-1652D9A9FA17}" type="presParOf" srcId="{28C63C43-D080-4441-9815-0F9C099BDC92}" destId="{9C903A27-761D-4642-A2E4-B55C16D5547A}" srcOrd="0" destOrd="0" presId="urn:microsoft.com/office/officeart/2005/8/layout/cycle4"/>
    <dgm:cxn modelId="{7272967F-4F9C-4891-A436-FAA58BAF7275}" type="presParOf" srcId="{28C63C43-D080-4441-9815-0F9C099BDC92}" destId="{FFDA04E5-1580-427A-A46D-2E18F605261B}" srcOrd="1" destOrd="0" presId="urn:microsoft.com/office/officeart/2005/8/layout/cycle4"/>
    <dgm:cxn modelId="{2311562B-7F8B-48BB-B258-5C363F06730F}" type="presParOf" srcId="{02BCEF7E-8C1B-4DC5-8B89-ADA3DFF8027D}" destId="{BE41B9AA-66B9-4423-8394-E2434DE69BF3}" srcOrd="3" destOrd="0" presId="urn:microsoft.com/office/officeart/2005/8/layout/cycle4"/>
    <dgm:cxn modelId="{8705045A-DB78-4A31-8A38-B2DB72C7BC25}" type="presParOf" srcId="{BE41B9AA-66B9-4423-8394-E2434DE69BF3}" destId="{B717A3C1-4560-4FCE-9F47-4D78A4A171BC}" srcOrd="0" destOrd="0" presId="urn:microsoft.com/office/officeart/2005/8/layout/cycle4"/>
    <dgm:cxn modelId="{9B1469C1-51F7-470C-8617-FC387D7D5731}" type="presParOf" srcId="{BE41B9AA-66B9-4423-8394-E2434DE69BF3}" destId="{219DD89D-8652-4A20-8ECF-73D10950F853}" srcOrd="1" destOrd="0" presId="urn:microsoft.com/office/officeart/2005/8/layout/cycle4"/>
    <dgm:cxn modelId="{0B93D78D-96D4-49C7-8FBF-87A22ECBB8EA}" type="presParOf" srcId="{02BCEF7E-8C1B-4DC5-8B89-ADA3DFF8027D}" destId="{33F48849-0261-4789-B678-EBD068150F9D}" srcOrd="4" destOrd="0" presId="urn:microsoft.com/office/officeart/2005/8/layout/cycle4"/>
    <dgm:cxn modelId="{F2739C1A-F3BE-4276-B166-9B9B2AC00322}" type="presParOf" srcId="{3E271BC0-749C-427A-961A-8B730030FE9D}" destId="{1314A5AD-501C-4A1C-8D8A-02C5520DC447}" srcOrd="1" destOrd="0" presId="urn:microsoft.com/office/officeart/2005/8/layout/cycle4"/>
    <dgm:cxn modelId="{9A7B8698-77FE-4CE9-B7F1-BDA83A452230}" type="presParOf" srcId="{1314A5AD-501C-4A1C-8D8A-02C5520DC447}" destId="{037E5123-3587-4488-A929-6E99F9C81923}" srcOrd="0" destOrd="0" presId="urn:microsoft.com/office/officeart/2005/8/layout/cycle4"/>
    <dgm:cxn modelId="{383D1E19-1F05-4B5F-9CCB-2BEE625DBEBD}" type="presParOf" srcId="{1314A5AD-501C-4A1C-8D8A-02C5520DC447}" destId="{2BD73DA8-853D-49DF-BA76-DB4CCB9A7E7D}" srcOrd="1" destOrd="0" presId="urn:microsoft.com/office/officeart/2005/8/layout/cycle4"/>
    <dgm:cxn modelId="{1949352E-C30C-4A65-90C3-27EC7B3449D3}" type="presParOf" srcId="{1314A5AD-501C-4A1C-8D8A-02C5520DC447}" destId="{3D8EC524-FAAD-40B1-87AF-8666F5E1D53B}" srcOrd="2" destOrd="0" presId="urn:microsoft.com/office/officeart/2005/8/layout/cycle4"/>
    <dgm:cxn modelId="{0A5F3070-3F8D-4F71-B934-0A4B8F77F34A}" type="presParOf" srcId="{1314A5AD-501C-4A1C-8D8A-02C5520DC447}" destId="{DA3A7EEE-A386-4201-B28A-1A08D91AE07E}" srcOrd="3" destOrd="0" presId="urn:microsoft.com/office/officeart/2005/8/layout/cycle4"/>
    <dgm:cxn modelId="{910DF649-507F-4DA2-BBA8-0F52C82A85B7}" type="presParOf" srcId="{1314A5AD-501C-4A1C-8D8A-02C5520DC447}" destId="{A4AF266D-1C20-44DF-BDD4-EA000A53DB78}" srcOrd="4" destOrd="0" presId="urn:microsoft.com/office/officeart/2005/8/layout/cycle4"/>
    <dgm:cxn modelId="{A946127E-E8F8-4EC7-A04F-0A7301271D11}" type="presParOf" srcId="{3E271BC0-749C-427A-961A-8B730030FE9D}" destId="{AF893F43-0AAE-4866-A0CD-498E9F2813DC}" srcOrd="2" destOrd="0" presId="urn:microsoft.com/office/officeart/2005/8/layout/cycle4"/>
    <dgm:cxn modelId="{2D8FF582-2ECF-4271-B4C8-04BA6F7C26F1}" type="presParOf" srcId="{3E271BC0-749C-427A-961A-8B730030FE9D}" destId="{7F97F038-3C7D-4C35-A3BC-CBC15487EAE1}" srcOrd="3" destOrd="0" presId="urn:microsoft.com/office/officeart/2005/8/layout/cycle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281DA60-C75A-4DF4-B4B9-A8B0D68A1BB0}" type="doc">
      <dgm:prSet loTypeId="urn:microsoft.com/office/officeart/2009/layout/CircleArrowProcess" loCatId="cycle"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AB22E4F8-8E23-40CD-AF13-7BA7C330E626}" type="pres">
      <dgm:prSet presAssocID="{F281DA60-C75A-4DF4-B4B9-A8B0D68A1BB0}" presName="Name0" presStyleCnt="0">
        <dgm:presLayoutVars>
          <dgm:chMax val="7"/>
          <dgm:chPref val="7"/>
          <dgm:dir/>
          <dgm:animLvl val="lvl"/>
        </dgm:presLayoutVars>
      </dgm:prSet>
      <dgm:spPr/>
    </dgm:pt>
    <dgm:pt modelId="{62E88FD6-E0A3-434E-8875-141CC4323737}" type="pres">
      <dgm:prSet presAssocID="{A457F7FB-9D0F-4EDD-8952-4CDA61AE4545}" presName="Accent1" presStyleCnt="0"/>
      <dgm:spPr/>
    </dgm:pt>
    <dgm:pt modelId="{FC36D0C7-C045-4E5F-A525-E7797AAF368B}" type="pres">
      <dgm:prSet presAssocID="{A457F7FB-9D0F-4EDD-8952-4CDA61AE4545}" presName="Accent" presStyleLbl="node1" presStyleIdx="0" presStyleCnt="4"/>
      <dgm:spPr/>
    </dgm:pt>
    <dgm:pt modelId="{3BACA06C-8235-414D-BF73-AD86FEDDFCCB}" type="pres">
      <dgm:prSet presAssocID="{A457F7FB-9D0F-4EDD-8952-4CDA61AE4545}" presName="Child1" presStyleLbl="revTx" presStyleIdx="0" presStyleCnt="8">
        <dgm:presLayoutVars>
          <dgm:chMax val="0"/>
          <dgm:chPref val="0"/>
          <dgm:bulletEnabled val="1"/>
        </dgm:presLayoutVars>
      </dgm:prSet>
      <dgm:spPr/>
    </dgm:pt>
    <dgm:pt modelId="{3109320C-0E93-48A8-A0F9-3FB622F85724}" type="pres">
      <dgm:prSet presAssocID="{A457F7FB-9D0F-4EDD-8952-4CDA61AE4545}" presName="Parent1" presStyleLbl="revTx" presStyleIdx="1" presStyleCnt="8">
        <dgm:presLayoutVars>
          <dgm:chMax val="1"/>
          <dgm:chPref val="1"/>
          <dgm:bulletEnabled val="1"/>
        </dgm:presLayoutVars>
      </dgm:prSet>
      <dgm:spPr/>
    </dgm:pt>
    <dgm:pt modelId="{2C226D42-18F6-43BA-963E-C7EC0F3876E4}" type="pres">
      <dgm:prSet presAssocID="{659ADE8B-2357-496F-A0EA-C2A401CFCA44}" presName="Accent2" presStyleCnt="0"/>
      <dgm:spPr/>
    </dgm:pt>
    <dgm:pt modelId="{FBA34CCD-EC31-4247-9943-500E2B35BBE9}" type="pres">
      <dgm:prSet presAssocID="{659ADE8B-2357-496F-A0EA-C2A401CFCA44}" presName="Accent" presStyleLbl="node1" presStyleIdx="1" presStyleCnt="4"/>
      <dgm:spPr/>
    </dgm:pt>
    <dgm:pt modelId="{83C56E87-43D4-4808-BB16-CB2667D480BE}" type="pres">
      <dgm:prSet presAssocID="{659ADE8B-2357-496F-A0EA-C2A401CFCA44}" presName="Child2" presStyleLbl="revTx" presStyleIdx="2" presStyleCnt="8">
        <dgm:presLayoutVars>
          <dgm:chMax val="0"/>
          <dgm:chPref val="0"/>
          <dgm:bulletEnabled val="1"/>
        </dgm:presLayoutVars>
      </dgm:prSet>
      <dgm:spPr/>
    </dgm:pt>
    <dgm:pt modelId="{1EE79C57-103B-46FA-938C-008793A97FD7}" type="pres">
      <dgm:prSet presAssocID="{659ADE8B-2357-496F-A0EA-C2A401CFCA44}" presName="Parent2" presStyleLbl="revTx" presStyleIdx="3" presStyleCnt="8">
        <dgm:presLayoutVars>
          <dgm:chMax val="1"/>
          <dgm:chPref val="1"/>
          <dgm:bulletEnabled val="1"/>
        </dgm:presLayoutVars>
      </dgm:prSet>
      <dgm:spPr/>
    </dgm:pt>
    <dgm:pt modelId="{F4086FA9-DD49-4B9F-AEEF-83C2D9462589}" type="pres">
      <dgm:prSet presAssocID="{A93B8BE5-E756-460C-A3C0-C9C7134222F7}" presName="Accent3" presStyleCnt="0"/>
      <dgm:spPr/>
    </dgm:pt>
    <dgm:pt modelId="{23D061F5-6008-4AD0-9C9B-D4858D42FBFD}" type="pres">
      <dgm:prSet presAssocID="{A93B8BE5-E756-460C-A3C0-C9C7134222F7}" presName="Accent" presStyleLbl="node1" presStyleIdx="2" presStyleCnt="4"/>
      <dgm:spPr/>
    </dgm:pt>
    <dgm:pt modelId="{9AD7E661-0BD3-40BD-9861-66B4E4D968D6}" type="pres">
      <dgm:prSet presAssocID="{A93B8BE5-E756-460C-A3C0-C9C7134222F7}" presName="Child3" presStyleLbl="revTx" presStyleIdx="4" presStyleCnt="8">
        <dgm:presLayoutVars>
          <dgm:chMax val="0"/>
          <dgm:chPref val="0"/>
          <dgm:bulletEnabled val="1"/>
        </dgm:presLayoutVars>
      </dgm:prSet>
      <dgm:spPr/>
    </dgm:pt>
    <dgm:pt modelId="{F8B1D9B2-BC85-4C61-801D-3700F519428A}" type="pres">
      <dgm:prSet presAssocID="{A93B8BE5-E756-460C-A3C0-C9C7134222F7}" presName="Parent3" presStyleLbl="revTx" presStyleIdx="5" presStyleCnt="8">
        <dgm:presLayoutVars>
          <dgm:chMax val="1"/>
          <dgm:chPref val="1"/>
          <dgm:bulletEnabled val="1"/>
        </dgm:presLayoutVars>
      </dgm:prSet>
      <dgm:spPr/>
    </dgm:pt>
    <dgm:pt modelId="{5D8DCD2A-F880-4B74-982C-0644288FA121}" type="pres">
      <dgm:prSet presAssocID="{7FC5A5E2-D628-4631-8FF7-BE12A0EE5AD3}" presName="Accent4" presStyleCnt="0"/>
      <dgm:spPr/>
    </dgm:pt>
    <dgm:pt modelId="{E37625D2-F50B-4CC8-85EB-3B1A626FA034}" type="pres">
      <dgm:prSet presAssocID="{7FC5A5E2-D628-4631-8FF7-BE12A0EE5AD3}" presName="Accent" presStyleLbl="node1" presStyleIdx="3" presStyleCnt="4"/>
      <dgm:spPr/>
    </dgm:pt>
    <dgm:pt modelId="{60DDD44C-A809-44D3-919D-85B2C01643EC}" type="pres">
      <dgm:prSet presAssocID="{7FC5A5E2-D628-4631-8FF7-BE12A0EE5AD3}" presName="Child4" presStyleLbl="revTx" presStyleIdx="6" presStyleCnt="8">
        <dgm:presLayoutVars>
          <dgm:chMax val="0"/>
          <dgm:chPref val="0"/>
          <dgm:bulletEnabled val="1"/>
        </dgm:presLayoutVars>
      </dgm:prSet>
      <dgm:spPr/>
    </dgm:pt>
    <dgm:pt modelId="{EACC67C4-8267-4C6C-B133-244F43AB0B0F}" type="pres">
      <dgm:prSet presAssocID="{7FC5A5E2-D628-4631-8FF7-BE12A0EE5AD3}" presName="Parent4" presStyleLbl="revTx" presStyleIdx="7" presStyleCnt="8">
        <dgm:presLayoutVars>
          <dgm:chMax val="1"/>
          <dgm:chPref val="1"/>
          <dgm:bulletEnabled val="1"/>
        </dgm:presLayoutVars>
      </dgm:prSet>
      <dgm:spPr/>
    </dgm:pt>
  </dgm:ptLst>
  <dgm:cxnLst>
    <dgm:cxn modelId="{71A7B708-8CE1-41EA-8782-369FFC0EDCE7}" srcId="{F281DA60-C75A-4DF4-B4B9-A8B0D68A1BB0}" destId="{7FC5A5E2-D628-4631-8FF7-BE12A0EE5AD3}" srcOrd="3" destOrd="0" parTransId="{2EC78FA2-B5EB-4149-9D6E-ECD58C080005}" sibTransId="{00D75793-DF63-411E-A0D6-212B1B6D1C65}"/>
    <dgm:cxn modelId="{2A36692B-0A48-4C19-ABA7-ADB6E990280E}" srcId="{F281DA60-C75A-4DF4-B4B9-A8B0D68A1BB0}" destId="{A93B8BE5-E756-460C-A3C0-C9C7134222F7}" srcOrd="2" destOrd="0" parTransId="{970FB6FF-35C5-43C6-B705-8D3D02E0FBDD}" sibTransId="{BD458450-E98D-44D7-9B90-D7CC38AC8201}"/>
    <dgm:cxn modelId="{8A6E3C2C-0B92-43A3-839E-A234538FE8E8}" type="presOf" srcId="{B038860F-5731-4A1E-BCAB-19A5D98A8031}" destId="{83C56E87-43D4-4808-BB16-CB2667D480BE}" srcOrd="0" destOrd="0" presId="urn:microsoft.com/office/officeart/2009/layout/CircleArrowProcess"/>
    <dgm:cxn modelId="{07A3BA30-67E6-41ED-B655-E12AF3D1CA40}" type="presOf" srcId="{7FC5A5E2-D628-4631-8FF7-BE12A0EE5AD3}" destId="{EACC67C4-8267-4C6C-B133-244F43AB0B0F}" srcOrd="0" destOrd="0" presId="urn:microsoft.com/office/officeart/2009/layout/CircleArrowProcess"/>
    <dgm:cxn modelId="{200AA939-4455-456D-8B38-E61FB2C6D665}" type="presOf" srcId="{F281DA60-C75A-4DF4-B4B9-A8B0D68A1BB0}" destId="{AB22E4F8-8E23-40CD-AF13-7BA7C330E626}" srcOrd="0" destOrd="0" presId="urn:microsoft.com/office/officeart/2009/layout/CircleArrowProcess"/>
    <dgm:cxn modelId="{62481D47-C7CB-4C5B-B244-68245EC0D789}" type="presOf" srcId="{1E71699C-6BE2-4CD5-B34F-61C30B81A574}" destId="{60DDD44C-A809-44D3-919D-85B2C01643EC}" srcOrd="0" destOrd="0" presId="urn:microsoft.com/office/officeart/2009/layout/CircleArrowProcess"/>
    <dgm:cxn modelId="{C11F3375-F15B-4DE5-9B6F-E6AD82C15B43}" type="presOf" srcId="{1B43ADC1-1EF3-4C23-ABFF-0EF31B91B0E6}" destId="{9AD7E661-0BD3-40BD-9861-66B4E4D968D6}" srcOrd="0" destOrd="0" presId="urn:microsoft.com/office/officeart/2009/layout/CircleArrowProcess"/>
    <dgm:cxn modelId="{B5F7627A-3ED0-4EAD-BA7A-A4A18ECB85BA}" srcId="{F281DA60-C75A-4DF4-B4B9-A8B0D68A1BB0}" destId="{A457F7FB-9D0F-4EDD-8952-4CDA61AE4545}" srcOrd="0" destOrd="0" parTransId="{76AAB7EC-F8CB-43FD-A0CB-0152CDE20425}" sibTransId="{7297DB18-D96E-4434-9367-1E228D95B1B7}"/>
    <dgm:cxn modelId="{58E27A7C-5FB8-42B2-BB71-08DFCAE0E58F}" srcId="{659ADE8B-2357-496F-A0EA-C2A401CFCA44}" destId="{B038860F-5731-4A1E-BCAB-19A5D98A8031}" srcOrd="0" destOrd="0" parTransId="{59D71D49-90C1-43B7-AAA9-888445CE8FAE}" sibTransId="{D963FFD9-2E9E-4207-9738-F55F5321B63B}"/>
    <dgm:cxn modelId="{59D64C94-7570-4130-8214-7F55DF622729}" srcId="{A93B8BE5-E756-460C-A3C0-C9C7134222F7}" destId="{1B43ADC1-1EF3-4C23-ABFF-0EF31B91B0E6}" srcOrd="0" destOrd="0" parTransId="{5C11309B-976C-4F05-BA77-37F6E40B6765}" sibTransId="{126B6020-FBC3-471E-AABE-895D1CA02ACF}"/>
    <dgm:cxn modelId="{C6E35A9A-C30F-4210-9B13-3B12D3FBA5D7}" type="presOf" srcId="{540A1E6C-B5EE-4D77-BC6E-BD688DCE125F}" destId="{3BACA06C-8235-414D-BF73-AD86FEDDFCCB}" srcOrd="0" destOrd="0" presId="urn:microsoft.com/office/officeart/2009/layout/CircleArrowProcess"/>
    <dgm:cxn modelId="{5AABC19A-17D1-4466-9677-D2C8F0E57C9A}" srcId="{F281DA60-C75A-4DF4-B4B9-A8B0D68A1BB0}" destId="{659ADE8B-2357-496F-A0EA-C2A401CFCA44}" srcOrd="1" destOrd="0" parTransId="{02C4DF18-ACDF-4C9D-9736-8F062FFBD459}" sibTransId="{DED0323C-918B-4AD6-9A7D-D9A1F98EE27D}"/>
    <dgm:cxn modelId="{714A5CA3-D306-48F8-84B3-A6BAB37D37D5}" type="presOf" srcId="{659ADE8B-2357-496F-A0EA-C2A401CFCA44}" destId="{1EE79C57-103B-46FA-938C-008793A97FD7}" srcOrd="0" destOrd="0" presId="urn:microsoft.com/office/officeart/2009/layout/CircleArrowProcess"/>
    <dgm:cxn modelId="{833188BF-05A8-4F20-94A6-E9B7EE3F55DA}" type="presOf" srcId="{A93B8BE5-E756-460C-A3C0-C9C7134222F7}" destId="{F8B1D9B2-BC85-4C61-801D-3700F519428A}" srcOrd="0" destOrd="0" presId="urn:microsoft.com/office/officeart/2009/layout/CircleArrowProcess"/>
    <dgm:cxn modelId="{9190C1C3-D1FB-41D6-8EA2-95AFE1B11AF2}" srcId="{7FC5A5E2-D628-4631-8FF7-BE12A0EE5AD3}" destId="{1E71699C-6BE2-4CD5-B34F-61C30B81A574}" srcOrd="0" destOrd="0" parTransId="{54280FF7-C555-4D02-841E-8D8F74567FC9}" sibTransId="{D9A734D2-672A-4994-A6EC-3A81B34FE9EA}"/>
    <dgm:cxn modelId="{3DDEFACA-7ABA-42D4-83C1-28A1049D4E4A}" type="presOf" srcId="{A457F7FB-9D0F-4EDD-8952-4CDA61AE4545}" destId="{3109320C-0E93-48A8-A0F9-3FB622F85724}" srcOrd="0" destOrd="0" presId="urn:microsoft.com/office/officeart/2009/layout/CircleArrowProcess"/>
    <dgm:cxn modelId="{1ACB47DF-1364-4B1C-B415-2DD7F73913B9}" srcId="{A457F7FB-9D0F-4EDD-8952-4CDA61AE4545}" destId="{540A1E6C-B5EE-4D77-BC6E-BD688DCE125F}" srcOrd="0" destOrd="0" parTransId="{DE8E662B-C741-4EEB-982F-BAC89C7AB0B6}" sibTransId="{664EDB2D-B15D-4DDB-AF50-3AD136662B14}"/>
    <dgm:cxn modelId="{94962A89-8D43-45A3-9F0E-30E78E8F97A8}" type="presParOf" srcId="{AB22E4F8-8E23-40CD-AF13-7BA7C330E626}" destId="{62E88FD6-E0A3-434E-8875-141CC4323737}" srcOrd="0" destOrd="0" presId="urn:microsoft.com/office/officeart/2009/layout/CircleArrowProcess"/>
    <dgm:cxn modelId="{66083800-9432-4FA0-9963-81FB40799174}" type="presParOf" srcId="{62E88FD6-E0A3-434E-8875-141CC4323737}" destId="{FC36D0C7-C045-4E5F-A525-E7797AAF368B}" srcOrd="0" destOrd="0" presId="urn:microsoft.com/office/officeart/2009/layout/CircleArrowProcess"/>
    <dgm:cxn modelId="{8A349884-8519-4697-A66E-3DCA85E93243}" type="presParOf" srcId="{AB22E4F8-8E23-40CD-AF13-7BA7C330E626}" destId="{3BACA06C-8235-414D-BF73-AD86FEDDFCCB}" srcOrd="1" destOrd="0" presId="urn:microsoft.com/office/officeart/2009/layout/CircleArrowProcess"/>
    <dgm:cxn modelId="{9FE6E467-4DED-4A5E-A962-AADF166C6F19}" type="presParOf" srcId="{AB22E4F8-8E23-40CD-AF13-7BA7C330E626}" destId="{3109320C-0E93-48A8-A0F9-3FB622F85724}" srcOrd="2" destOrd="0" presId="urn:microsoft.com/office/officeart/2009/layout/CircleArrowProcess"/>
    <dgm:cxn modelId="{1DC94989-9C97-4C72-ADAB-337A915EE6EC}" type="presParOf" srcId="{AB22E4F8-8E23-40CD-AF13-7BA7C330E626}" destId="{2C226D42-18F6-43BA-963E-C7EC0F3876E4}" srcOrd="3" destOrd="0" presId="urn:microsoft.com/office/officeart/2009/layout/CircleArrowProcess"/>
    <dgm:cxn modelId="{DDF73181-4889-48FE-A2BE-2339052A3343}" type="presParOf" srcId="{2C226D42-18F6-43BA-963E-C7EC0F3876E4}" destId="{FBA34CCD-EC31-4247-9943-500E2B35BBE9}" srcOrd="0" destOrd="0" presId="urn:microsoft.com/office/officeart/2009/layout/CircleArrowProcess"/>
    <dgm:cxn modelId="{E5F6A47F-20E0-4B4F-BDA8-B8CECAF4F5B1}" type="presParOf" srcId="{AB22E4F8-8E23-40CD-AF13-7BA7C330E626}" destId="{83C56E87-43D4-4808-BB16-CB2667D480BE}" srcOrd="4" destOrd="0" presId="urn:microsoft.com/office/officeart/2009/layout/CircleArrowProcess"/>
    <dgm:cxn modelId="{E5B444A7-A0E7-459A-8CC3-02D9A9F44766}" type="presParOf" srcId="{AB22E4F8-8E23-40CD-AF13-7BA7C330E626}" destId="{1EE79C57-103B-46FA-938C-008793A97FD7}" srcOrd="5" destOrd="0" presId="urn:microsoft.com/office/officeart/2009/layout/CircleArrowProcess"/>
    <dgm:cxn modelId="{F9D6B98E-BDF6-4F6D-AE86-B30373D06450}" type="presParOf" srcId="{AB22E4F8-8E23-40CD-AF13-7BA7C330E626}" destId="{F4086FA9-DD49-4B9F-AEEF-83C2D9462589}" srcOrd="6" destOrd="0" presId="urn:microsoft.com/office/officeart/2009/layout/CircleArrowProcess"/>
    <dgm:cxn modelId="{EA59550A-EF0A-410E-8DD1-C00D31BA494F}" type="presParOf" srcId="{F4086FA9-DD49-4B9F-AEEF-83C2D9462589}" destId="{23D061F5-6008-4AD0-9C9B-D4858D42FBFD}" srcOrd="0" destOrd="0" presId="urn:microsoft.com/office/officeart/2009/layout/CircleArrowProcess"/>
    <dgm:cxn modelId="{C54A1347-39A1-437F-994E-ED38B9564460}" type="presParOf" srcId="{AB22E4F8-8E23-40CD-AF13-7BA7C330E626}" destId="{9AD7E661-0BD3-40BD-9861-66B4E4D968D6}" srcOrd="7" destOrd="0" presId="urn:microsoft.com/office/officeart/2009/layout/CircleArrowProcess"/>
    <dgm:cxn modelId="{D85F13F8-7FC7-4E40-B792-5588E402704F}" type="presParOf" srcId="{AB22E4F8-8E23-40CD-AF13-7BA7C330E626}" destId="{F8B1D9B2-BC85-4C61-801D-3700F519428A}" srcOrd="8" destOrd="0" presId="urn:microsoft.com/office/officeart/2009/layout/CircleArrowProcess"/>
    <dgm:cxn modelId="{89CC6166-AC87-45B4-899E-6FBEA38B22C7}" type="presParOf" srcId="{AB22E4F8-8E23-40CD-AF13-7BA7C330E626}" destId="{5D8DCD2A-F880-4B74-982C-0644288FA121}" srcOrd="9" destOrd="0" presId="urn:microsoft.com/office/officeart/2009/layout/CircleArrowProcess"/>
    <dgm:cxn modelId="{7FD4DE97-44CD-4DE4-8C17-CC0FF7FDA892}" type="presParOf" srcId="{5D8DCD2A-F880-4B74-982C-0644288FA121}" destId="{E37625D2-F50B-4CC8-85EB-3B1A626FA034}" srcOrd="0" destOrd="0" presId="urn:microsoft.com/office/officeart/2009/layout/CircleArrowProcess"/>
    <dgm:cxn modelId="{BF21436C-4036-4309-9CCF-19339A72CAF0}" type="presParOf" srcId="{AB22E4F8-8E23-40CD-AF13-7BA7C330E626}" destId="{60DDD44C-A809-44D3-919D-85B2C01643EC}" srcOrd="10" destOrd="0" presId="urn:microsoft.com/office/officeart/2009/layout/CircleArrowProcess"/>
    <dgm:cxn modelId="{6A4954E4-9CE7-4633-94D9-097C52698AC5}" type="presParOf" srcId="{AB22E4F8-8E23-40CD-AF13-7BA7C330E626}" destId="{EACC67C4-8267-4C6C-B133-244F43AB0B0F}" srcOrd="11" destOrd="0" presId="urn:microsoft.com/office/officeart/2009/layout/CircleArrow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DD60ACD-E544-4CA0-B636-AE6AC4DD22B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CA"/>
        </a:p>
      </dgm:t>
    </dgm:pt>
    <dgm:pt modelId="{70A71E17-2F3D-42B0-BD33-20C8D85725D1}">
      <dgm:prSet phldrT="[Texte]" phldr="0"/>
      <dgm:spPr/>
      <dgm:t>
        <a:bodyPr/>
        <a:lstStyle/>
        <a:p>
          <a:r>
            <a:rPr lang="fr-CA" dirty="0"/>
            <a:t>Bosse</a:t>
          </a:r>
        </a:p>
      </dgm:t>
    </dgm:pt>
    <dgm:pt modelId="{00D0DE4B-28A7-4273-BA82-9F3D156F18E1}" type="parTrans" cxnId="{B94430A5-902E-455D-8A8B-6D08369351EF}">
      <dgm:prSet/>
      <dgm:spPr/>
      <dgm:t>
        <a:bodyPr/>
        <a:lstStyle/>
        <a:p>
          <a:endParaRPr lang="fr-CA"/>
        </a:p>
      </dgm:t>
    </dgm:pt>
    <dgm:pt modelId="{17F5AE55-7DC3-4551-BCB3-27DC2143C605}" type="sibTrans" cxnId="{B94430A5-902E-455D-8A8B-6D08369351EF}">
      <dgm:prSet/>
      <dgm:spPr/>
      <dgm:t>
        <a:bodyPr/>
        <a:lstStyle/>
        <a:p>
          <a:endParaRPr lang="fr-CA"/>
        </a:p>
      </dgm:t>
    </dgm:pt>
    <dgm:pt modelId="{54550AC1-6BE1-4269-9BEF-C20637C20FF9}" type="asst">
      <dgm:prSet phldrT="[Texte]" phldr="0"/>
      <dgm:spPr/>
      <dgm:t>
        <a:bodyPr/>
        <a:lstStyle/>
        <a:p>
          <a:r>
            <a:rPr lang="fr-CA" dirty="0"/>
            <a:t>Assistant</a:t>
          </a:r>
        </a:p>
      </dgm:t>
    </dgm:pt>
    <dgm:pt modelId="{254752F7-44B5-4398-A6AD-1D52A98566E2}" type="parTrans" cxnId="{1449AF02-25C4-488A-9B26-FB04D3EB4325}">
      <dgm:prSet/>
      <dgm:spPr/>
      <dgm:t>
        <a:bodyPr/>
        <a:lstStyle/>
        <a:p>
          <a:endParaRPr lang="fr-CA"/>
        </a:p>
      </dgm:t>
    </dgm:pt>
    <dgm:pt modelId="{3A2D279D-63FE-483B-86CF-A594BAE2165F}" type="sibTrans" cxnId="{1449AF02-25C4-488A-9B26-FB04D3EB4325}">
      <dgm:prSet/>
      <dgm:spPr/>
      <dgm:t>
        <a:bodyPr/>
        <a:lstStyle/>
        <a:p>
          <a:endParaRPr lang="fr-CA"/>
        </a:p>
      </dgm:t>
    </dgm:pt>
    <dgm:pt modelId="{E0DC5086-54E4-436A-8C8A-509B1DC85E5C}">
      <dgm:prSet phldrT="[Texte]" phldr="0"/>
      <dgm:spPr/>
      <dgm:t>
        <a:bodyPr/>
        <a:lstStyle/>
        <a:p>
          <a:r>
            <a:rPr lang="fr-CA" dirty="0"/>
            <a:t>Employé 1</a:t>
          </a:r>
        </a:p>
      </dgm:t>
    </dgm:pt>
    <dgm:pt modelId="{CCCA0456-529D-494F-8DE5-14B5ADF416B7}" type="parTrans" cxnId="{159B3653-3950-4AF1-AE74-DEB3FAB1DF4D}">
      <dgm:prSet/>
      <dgm:spPr/>
      <dgm:t>
        <a:bodyPr/>
        <a:lstStyle/>
        <a:p>
          <a:endParaRPr lang="fr-CA"/>
        </a:p>
      </dgm:t>
    </dgm:pt>
    <dgm:pt modelId="{9BEEA8FF-35A8-4BFB-867F-D116C218C9DB}" type="sibTrans" cxnId="{159B3653-3950-4AF1-AE74-DEB3FAB1DF4D}">
      <dgm:prSet/>
      <dgm:spPr/>
      <dgm:t>
        <a:bodyPr/>
        <a:lstStyle/>
        <a:p>
          <a:endParaRPr lang="fr-CA"/>
        </a:p>
      </dgm:t>
    </dgm:pt>
    <dgm:pt modelId="{2905196F-E4CF-419D-AAA0-DA535A47FDBA}">
      <dgm:prSet phldrT="[Texte]" phldr="0"/>
      <dgm:spPr/>
      <dgm:t>
        <a:bodyPr/>
        <a:lstStyle/>
        <a:p>
          <a:r>
            <a:rPr lang="fr-CA" dirty="0"/>
            <a:t>Employé 2</a:t>
          </a:r>
        </a:p>
      </dgm:t>
    </dgm:pt>
    <dgm:pt modelId="{74B5C2C4-FD0D-4FFA-AF09-EBBB61F1900A}" type="parTrans" cxnId="{B4C55FE2-297D-4E8E-94A5-13A8E521A759}">
      <dgm:prSet/>
      <dgm:spPr/>
      <dgm:t>
        <a:bodyPr/>
        <a:lstStyle/>
        <a:p>
          <a:endParaRPr lang="fr-CA"/>
        </a:p>
      </dgm:t>
    </dgm:pt>
    <dgm:pt modelId="{AFD5F371-512C-49CB-875C-41CF8731328D}" type="sibTrans" cxnId="{B4C55FE2-297D-4E8E-94A5-13A8E521A759}">
      <dgm:prSet/>
      <dgm:spPr/>
      <dgm:t>
        <a:bodyPr/>
        <a:lstStyle/>
        <a:p>
          <a:endParaRPr lang="fr-CA"/>
        </a:p>
      </dgm:t>
    </dgm:pt>
    <dgm:pt modelId="{E1C97BCA-DA35-4165-B9F3-E4C7687C3A93}">
      <dgm:prSet phldrT="[Texte]" phldr="0"/>
      <dgm:spPr/>
      <dgm:t>
        <a:bodyPr/>
        <a:lstStyle/>
        <a:p>
          <a:r>
            <a:rPr lang="fr-CA" dirty="0"/>
            <a:t>Employé 3</a:t>
          </a:r>
        </a:p>
      </dgm:t>
    </dgm:pt>
    <dgm:pt modelId="{8B185EEB-5982-482C-89A7-AC651FE5B19C}" type="parTrans" cxnId="{6B0C8B1B-9BF5-48D6-B653-3DEBFB59853E}">
      <dgm:prSet/>
      <dgm:spPr/>
      <dgm:t>
        <a:bodyPr/>
        <a:lstStyle/>
        <a:p>
          <a:endParaRPr lang="fr-CA"/>
        </a:p>
      </dgm:t>
    </dgm:pt>
    <dgm:pt modelId="{F91E4FD5-8A44-4214-9C07-DFCB6F41E83D}" type="sibTrans" cxnId="{6B0C8B1B-9BF5-48D6-B653-3DEBFB59853E}">
      <dgm:prSet/>
      <dgm:spPr/>
      <dgm:t>
        <a:bodyPr/>
        <a:lstStyle/>
        <a:p>
          <a:endParaRPr lang="fr-CA"/>
        </a:p>
      </dgm:t>
    </dgm:pt>
    <dgm:pt modelId="{DF3B15FD-A1CC-49F8-AE48-39BE86689499}" type="pres">
      <dgm:prSet presAssocID="{1DD60ACD-E544-4CA0-B636-AE6AC4DD22B5}" presName="hierChild1" presStyleCnt="0">
        <dgm:presLayoutVars>
          <dgm:orgChart val="1"/>
          <dgm:chPref val="1"/>
          <dgm:dir/>
          <dgm:animOne val="branch"/>
          <dgm:animLvl val="lvl"/>
          <dgm:resizeHandles/>
        </dgm:presLayoutVars>
      </dgm:prSet>
      <dgm:spPr/>
    </dgm:pt>
    <dgm:pt modelId="{8067F2A1-E233-4D43-A4F8-E6B88889E6C6}" type="pres">
      <dgm:prSet presAssocID="{70A71E17-2F3D-42B0-BD33-20C8D85725D1}" presName="hierRoot1" presStyleCnt="0">
        <dgm:presLayoutVars>
          <dgm:hierBranch val="init"/>
        </dgm:presLayoutVars>
      </dgm:prSet>
      <dgm:spPr/>
    </dgm:pt>
    <dgm:pt modelId="{E4B7791C-7BE2-4C31-AD5C-6D0DCB1DEC0A}" type="pres">
      <dgm:prSet presAssocID="{70A71E17-2F3D-42B0-BD33-20C8D85725D1}" presName="rootComposite1" presStyleCnt="0"/>
      <dgm:spPr/>
    </dgm:pt>
    <dgm:pt modelId="{012672CC-B43E-46A5-AE3E-13805F1D5A7F}" type="pres">
      <dgm:prSet presAssocID="{70A71E17-2F3D-42B0-BD33-20C8D85725D1}" presName="rootText1" presStyleLbl="node0" presStyleIdx="0" presStyleCnt="1">
        <dgm:presLayoutVars>
          <dgm:chPref val="3"/>
        </dgm:presLayoutVars>
      </dgm:prSet>
      <dgm:spPr/>
    </dgm:pt>
    <dgm:pt modelId="{0CC2C5BF-6FED-4FAB-817B-89334DD2E9D4}" type="pres">
      <dgm:prSet presAssocID="{70A71E17-2F3D-42B0-BD33-20C8D85725D1}" presName="rootConnector1" presStyleLbl="node1" presStyleIdx="0" presStyleCnt="0"/>
      <dgm:spPr/>
    </dgm:pt>
    <dgm:pt modelId="{E622E49D-8182-4ACB-9BFB-1D6C8CFF2F3A}" type="pres">
      <dgm:prSet presAssocID="{70A71E17-2F3D-42B0-BD33-20C8D85725D1}" presName="hierChild2" presStyleCnt="0"/>
      <dgm:spPr/>
    </dgm:pt>
    <dgm:pt modelId="{7F8459B6-3F52-45F1-B14F-80B46655A720}" type="pres">
      <dgm:prSet presAssocID="{CCCA0456-529D-494F-8DE5-14B5ADF416B7}" presName="Name37" presStyleLbl="parChTrans1D2" presStyleIdx="0" presStyleCnt="4"/>
      <dgm:spPr/>
    </dgm:pt>
    <dgm:pt modelId="{07E86A6F-D765-4043-8B44-BD6F8E2D9EC9}" type="pres">
      <dgm:prSet presAssocID="{E0DC5086-54E4-436A-8C8A-509B1DC85E5C}" presName="hierRoot2" presStyleCnt="0">
        <dgm:presLayoutVars>
          <dgm:hierBranch val="init"/>
        </dgm:presLayoutVars>
      </dgm:prSet>
      <dgm:spPr/>
    </dgm:pt>
    <dgm:pt modelId="{31A5727E-77EF-46A0-ADAE-C18977949592}" type="pres">
      <dgm:prSet presAssocID="{E0DC5086-54E4-436A-8C8A-509B1DC85E5C}" presName="rootComposite" presStyleCnt="0"/>
      <dgm:spPr/>
    </dgm:pt>
    <dgm:pt modelId="{7A19822E-C1DB-424D-9D57-A31274F2E621}" type="pres">
      <dgm:prSet presAssocID="{E0DC5086-54E4-436A-8C8A-509B1DC85E5C}" presName="rootText" presStyleLbl="node2" presStyleIdx="0" presStyleCnt="3">
        <dgm:presLayoutVars>
          <dgm:chPref val="3"/>
        </dgm:presLayoutVars>
      </dgm:prSet>
      <dgm:spPr/>
    </dgm:pt>
    <dgm:pt modelId="{3D3C4D2F-552B-4C0B-905C-797E8577F453}" type="pres">
      <dgm:prSet presAssocID="{E0DC5086-54E4-436A-8C8A-509B1DC85E5C}" presName="rootConnector" presStyleLbl="node2" presStyleIdx="0" presStyleCnt="3"/>
      <dgm:spPr/>
    </dgm:pt>
    <dgm:pt modelId="{72800EB7-59E2-4D01-8468-4F1CA27284A5}" type="pres">
      <dgm:prSet presAssocID="{E0DC5086-54E4-436A-8C8A-509B1DC85E5C}" presName="hierChild4" presStyleCnt="0"/>
      <dgm:spPr/>
    </dgm:pt>
    <dgm:pt modelId="{3FF4E3C0-8B56-44D4-9D11-B826E47440BE}" type="pres">
      <dgm:prSet presAssocID="{E0DC5086-54E4-436A-8C8A-509B1DC85E5C}" presName="hierChild5" presStyleCnt="0"/>
      <dgm:spPr/>
    </dgm:pt>
    <dgm:pt modelId="{E44F5B17-BB8C-48EC-9C1A-9AFC692712B0}" type="pres">
      <dgm:prSet presAssocID="{74B5C2C4-FD0D-4FFA-AF09-EBBB61F1900A}" presName="Name37" presStyleLbl="parChTrans1D2" presStyleIdx="1" presStyleCnt="4"/>
      <dgm:spPr/>
    </dgm:pt>
    <dgm:pt modelId="{A217FC16-7323-4902-8ED9-C2EFC37ED9FA}" type="pres">
      <dgm:prSet presAssocID="{2905196F-E4CF-419D-AAA0-DA535A47FDBA}" presName="hierRoot2" presStyleCnt="0">
        <dgm:presLayoutVars>
          <dgm:hierBranch val="init"/>
        </dgm:presLayoutVars>
      </dgm:prSet>
      <dgm:spPr/>
    </dgm:pt>
    <dgm:pt modelId="{8A500003-3D4E-4B20-BB7D-0EED21CDE9B3}" type="pres">
      <dgm:prSet presAssocID="{2905196F-E4CF-419D-AAA0-DA535A47FDBA}" presName="rootComposite" presStyleCnt="0"/>
      <dgm:spPr/>
    </dgm:pt>
    <dgm:pt modelId="{A3DA3F52-41E9-429E-8F6B-21D15F8C5732}" type="pres">
      <dgm:prSet presAssocID="{2905196F-E4CF-419D-AAA0-DA535A47FDBA}" presName="rootText" presStyleLbl="node2" presStyleIdx="1" presStyleCnt="3">
        <dgm:presLayoutVars>
          <dgm:chPref val="3"/>
        </dgm:presLayoutVars>
      </dgm:prSet>
      <dgm:spPr/>
    </dgm:pt>
    <dgm:pt modelId="{77B46695-2CD9-4479-8734-419302F9F67C}" type="pres">
      <dgm:prSet presAssocID="{2905196F-E4CF-419D-AAA0-DA535A47FDBA}" presName="rootConnector" presStyleLbl="node2" presStyleIdx="1" presStyleCnt="3"/>
      <dgm:spPr/>
    </dgm:pt>
    <dgm:pt modelId="{99B65DF9-4739-4D19-A43E-88AE31BA92D7}" type="pres">
      <dgm:prSet presAssocID="{2905196F-E4CF-419D-AAA0-DA535A47FDBA}" presName="hierChild4" presStyleCnt="0"/>
      <dgm:spPr/>
    </dgm:pt>
    <dgm:pt modelId="{5EC0128E-7104-4F4A-8A8C-4C18DD5B10FD}" type="pres">
      <dgm:prSet presAssocID="{2905196F-E4CF-419D-AAA0-DA535A47FDBA}" presName="hierChild5" presStyleCnt="0"/>
      <dgm:spPr/>
    </dgm:pt>
    <dgm:pt modelId="{E0CDF1CA-791C-4256-810E-B50C48310E50}" type="pres">
      <dgm:prSet presAssocID="{8B185EEB-5982-482C-89A7-AC651FE5B19C}" presName="Name37" presStyleLbl="parChTrans1D2" presStyleIdx="2" presStyleCnt="4"/>
      <dgm:spPr/>
    </dgm:pt>
    <dgm:pt modelId="{56F2FEB6-52E2-4F6C-8879-7399EB47464F}" type="pres">
      <dgm:prSet presAssocID="{E1C97BCA-DA35-4165-B9F3-E4C7687C3A93}" presName="hierRoot2" presStyleCnt="0">
        <dgm:presLayoutVars>
          <dgm:hierBranch val="init"/>
        </dgm:presLayoutVars>
      </dgm:prSet>
      <dgm:spPr/>
    </dgm:pt>
    <dgm:pt modelId="{D3BD34E6-63A7-4772-9004-A2BCAA2D456A}" type="pres">
      <dgm:prSet presAssocID="{E1C97BCA-DA35-4165-B9F3-E4C7687C3A93}" presName="rootComposite" presStyleCnt="0"/>
      <dgm:spPr/>
    </dgm:pt>
    <dgm:pt modelId="{A66CC716-057C-46AE-BB00-457031786BC0}" type="pres">
      <dgm:prSet presAssocID="{E1C97BCA-DA35-4165-B9F3-E4C7687C3A93}" presName="rootText" presStyleLbl="node2" presStyleIdx="2" presStyleCnt="3">
        <dgm:presLayoutVars>
          <dgm:chPref val="3"/>
        </dgm:presLayoutVars>
      </dgm:prSet>
      <dgm:spPr/>
    </dgm:pt>
    <dgm:pt modelId="{CDA3BA86-19A3-43D2-81A7-0555150845BA}" type="pres">
      <dgm:prSet presAssocID="{E1C97BCA-DA35-4165-B9F3-E4C7687C3A93}" presName="rootConnector" presStyleLbl="node2" presStyleIdx="2" presStyleCnt="3"/>
      <dgm:spPr/>
    </dgm:pt>
    <dgm:pt modelId="{6B32FB97-E789-400D-97FD-3EC0AA9465C0}" type="pres">
      <dgm:prSet presAssocID="{E1C97BCA-DA35-4165-B9F3-E4C7687C3A93}" presName="hierChild4" presStyleCnt="0"/>
      <dgm:spPr/>
    </dgm:pt>
    <dgm:pt modelId="{5770D70C-9EE7-4AEA-93FC-83A93AA1E54C}" type="pres">
      <dgm:prSet presAssocID="{E1C97BCA-DA35-4165-B9F3-E4C7687C3A93}" presName="hierChild5" presStyleCnt="0"/>
      <dgm:spPr/>
    </dgm:pt>
    <dgm:pt modelId="{F4455379-D71A-4399-B096-5D8AFEBB9016}" type="pres">
      <dgm:prSet presAssocID="{70A71E17-2F3D-42B0-BD33-20C8D85725D1}" presName="hierChild3" presStyleCnt="0"/>
      <dgm:spPr/>
    </dgm:pt>
    <dgm:pt modelId="{2E7C959A-56A6-430D-A3E5-697CB71F55B6}" type="pres">
      <dgm:prSet presAssocID="{254752F7-44B5-4398-A6AD-1D52A98566E2}" presName="Name111" presStyleLbl="parChTrans1D2" presStyleIdx="3" presStyleCnt="4"/>
      <dgm:spPr/>
    </dgm:pt>
    <dgm:pt modelId="{07230041-BE75-4C46-B0F7-2747EDF27DC7}" type="pres">
      <dgm:prSet presAssocID="{54550AC1-6BE1-4269-9BEF-C20637C20FF9}" presName="hierRoot3" presStyleCnt="0">
        <dgm:presLayoutVars>
          <dgm:hierBranch val="init"/>
        </dgm:presLayoutVars>
      </dgm:prSet>
      <dgm:spPr/>
    </dgm:pt>
    <dgm:pt modelId="{CCCF1AAC-845E-4D91-A7B5-A6A7535381E3}" type="pres">
      <dgm:prSet presAssocID="{54550AC1-6BE1-4269-9BEF-C20637C20FF9}" presName="rootComposite3" presStyleCnt="0"/>
      <dgm:spPr/>
    </dgm:pt>
    <dgm:pt modelId="{97450275-0172-41FE-91E6-CF71E619D156}" type="pres">
      <dgm:prSet presAssocID="{54550AC1-6BE1-4269-9BEF-C20637C20FF9}" presName="rootText3" presStyleLbl="asst1" presStyleIdx="0" presStyleCnt="1">
        <dgm:presLayoutVars>
          <dgm:chPref val="3"/>
        </dgm:presLayoutVars>
      </dgm:prSet>
      <dgm:spPr/>
    </dgm:pt>
    <dgm:pt modelId="{673CE957-95D2-4F60-9346-086A87181C84}" type="pres">
      <dgm:prSet presAssocID="{54550AC1-6BE1-4269-9BEF-C20637C20FF9}" presName="rootConnector3" presStyleLbl="asst1" presStyleIdx="0" presStyleCnt="1"/>
      <dgm:spPr/>
    </dgm:pt>
    <dgm:pt modelId="{D2FE4558-5C2A-429B-A7E9-2922A2A2D0E5}" type="pres">
      <dgm:prSet presAssocID="{54550AC1-6BE1-4269-9BEF-C20637C20FF9}" presName="hierChild6" presStyleCnt="0"/>
      <dgm:spPr/>
    </dgm:pt>
    <dgm:pt modelId="{CF5A8473-84FF-4061-98E6-710012AEB0D8}" type="pres">
      <dgm:prSet presAssocID="{54550AC1-6BE1-4269-9BEF-C20637C20FF9}" presName="hierChild7" presStyleCnt="0"/>
      <dgm:spPr/>
    </dgm:pt>
  </dgm:ptLst>
  <dgm:cxnLst>
    <dgm:cxn modelId="{1449AF02-25C4-488A-9B26-FB04D3EB4325}" srcId="{70A71E17-2F3D-42B0-BD33-20C8D85725D1}" destId="{54550AC1-6BE1-4269-9BEF-C20637C20FF9}" srcOrd="0" destOrd="0" parTransId="{254752F7-44B5-4398-A6AD-1D52A98566E2}" sibTransId="{3A2D279D-63FE-483B-86CF-A594BAE2165F}"/>
    <dgm:cxn modelId="{1ED70F0D-14A1-4087-9ECB-334B6A54039B}" type="presOf" srcId="{70A71E17-2F3D-42B0-BD33-20C8D85725D1}" destId="{0CC2C5BF-6FED-4FAB-817B-89334DD2E9D4}" srcOrd="1" destOrd="0" presId="urn:microsoft.com/office/officeart/2005/8/layout/orgChart1"/>
    <dgm:cxn modelId="{428FD30E-7F7B-404D-A109-454F03553C8C}" type="presOf" srcId="{254752F7-44B5-4398-A6AD-1D52A98566E2}" destId="{2E7C959A-56A6-430D-A3E5-697CB71F55B6}" srcOrd="0" destOrd="0" presId="urn:microsoft.com/office/officeart/2005/8/layout/orgChart1"/>
    <dgm:cxn modelId="{6B0C8B1B-9BF5-48D6-B653-3DEBFB59853E}" srcId="{70A71E17-2F3D-42B0-BD33-20C8D85725D1}" destId="{E1C97BCA-DA35-4165-B9F3-E4C7687C3A93}" srcOrd="3" destOrd="0" parTransId="{8B185EEB-5982-482C-89A7-AC651FE5B19C}" sibTransId="{F91E4FD5-8A44-4214-9C07-DFCB6F41E83D}"/>
    <dgm:cxn modelId="{5339863B-ED51-4718-90D3-1618CD4C9006}" type="presOf" srcId="{74B5C2C4-FD0D-4FFA-AF09-EBBB61F1900A}" destId="{E44F5B17-BB8C-48EC-9C1A-9AFC692712B0}" srcOrd="0" destOrd="0" presId="urn:microsoft.com/office/officeart/2005/8/layout/orgChart1"/>
    <dgm:cxn modelId="{08B91A42-10CE-41D5-BF87-0527DC472BC0}" type="presOf" srcId="{E0DC5086-54E4-436A-8C8A-509B1DC85E5C}" destId="{7A19822E-C1DB-424D-9D57-A31274F2E621}" srcOrd="0" destOrd="0" presId="urn:microsoft.com/office/officeart/2005/8/layout/orgChart1"/>
    <dgm:cxn modelId="{F1D1C86F-80CB-4CA5-945C-8885C5406A8E}" type="presOf" srcId="{2905196F-E4CF-419D-AAA0-DA535A47FDBA}" destId="{77B46695-2CD9-4479-8734-419302F9F67C}" srcOrd="1" destOrd="0" presId="urn:microsoft.com/office/officeart/2005/8/layout/orgChart1"/>
    <dgm:cxn modelId="{159B3653-3950-4AF1-AE74-DEB3FAB1DF4D}" srcId="{70A71E17-2F3D-42B0-BD33-20C8D85725D1}" destId="{E0DC5086-54E4-436A-8C8A-509B1DC85E5C}" srcOrd="1" destOrd="0" parTransId="{CCCA0456-529D-494F-8DE5-14B5ADF416B7}" sibTransId="{9BEEA8FF-35A8-4BFB-867F-D116C218C9DB}"/>
    <dgm:cxn modelId="{B94430A5-902E-455D-8A8B-6D08369351EF}" srcId="{1DD60ACD-E544-4CA0-B636-AE6AC4DD22B5}" destId="{70A71E17-2F3D-42B0-BD33-20C8D85725D1}" srcOrd="0" destOrd="0" parTransId="{00D0DE4B-28A7-4273-BA82-9F3D156F18E1}" sibTransId="{17F5AE55-7DC3-4551-BCB3-27DC2143C605}"/>
    <dgm:cxn modelId="{6E9EC9A7-3B7E-41DC-9C3A-185554AB5213}" type="presOf" srcId="{70A71E17-2F3D-42B0-BD33-20C8D85725D1}" destId="{012672CC-B43E-46A5-AE3E-13805F1D5A7F}" srcOrd="0" destOrd="0" presId="urn:microsoft.com/office/officeart/2005/8/layout/orgChart1"/>
    <dgm:cxn modelId="{CCA3EDA9-FCAC-46B5-85AF-FF16DA848D27}" type="presOf" srcId="{8B185EEB-5982-482C-89A7-AC651FE5B19C}" destId="{E0CDF1CA-791C-4256-810E-B50C48310E50}" srcOrd="0" destOrd="0" presId="urn:microsoft.com/office/officeart/2005/8/layout/orgChart1"/>
    <dgm:cxn modelId="{3C2358B5-24E9-4EA6-A759-238A9B402B95}" type="presOf" srcId="{1DD60ACD-E544-4CA0-B636-AE6AC4DD22B5}" destId="{DF3B15FD-A1CC-49F8-AE48-39BE86689499}" srcOrd="0" destOrd="0" presId="urn:microsoft.com/office/officeart/2005/8/layout/orgChart1"/>
    <dgm:cxn modelId="{2DB045BA-BDFC-4737-8506-09F771BFFF8D}" type="presOf" srcId="{E1C97BCA-DA35-4165-B9F3-E4C7687C3A93}" destId="{A66CC716-057C-46AE-BB00-457031786BC0}" srcOrd="0" destOrd="0" presId="urn:microsoft.com/office/officeart/2005/8/layout/orgChart1"/>
    <dgm:cxn modelId="{DA7FB7C3-1D63-4972-A0D9-DC90E78F7E01}" type="presOf" srcId="{E1C97BCA-DA35-4165-B9F3-E4C7687C3A93}" destId="{CDA3BA86-19A3-43D2-81A7-0555150845BA}" srcOrd="1" destOrd="0" presId="urn:microsoft.com/office/officeart/2005/8/layout/orgChart1"/>
    <dgm:cxn modelId="{BE17FFDA-A072-491B-9F47-1E42040C0861}" type="presOf" srcId="{54550AC1-6BE1-4269-9BEF-C20637C20FF9}" destId="{673CE957-95D2-4F60-9346-086A87181C84}" srcOrd="1" destOrd="0" presId="urn:microsoft.com/office/officeart/2005/8/layout/orgChart1"/>
    <dgm:cxn modelId="{4125D5DB-5986-48C8-8859-81E513ABC4EA}" type="presOf" srcId="{E0DC5086-54E4-436A-8C8A-509B1DC85E5C}" destId="{3D3C4D2F-552B-4C0B-905C-797E8577F453}" srcOrd="1" destOrd="0" presId="urn:microsoft.com/office/officeart/2005/8/layout/orgChart1"/>
    <dgm:cxn modelId="{295546DF-9405-4BA7-9639-B524B7ACE00D}" type="presOf" srcId="{54550AC1-6BE1-4269-9BEF-C20637C20FF9}" destId="{97450275-0172-41FE-91E6-CF71E619D156}" srcOrd="0" destOrd="0" presId="urn:microsoft.com/office/officeart/2005/8/layout/orgChart1"/>
    <dgm:cxn modelId="{B4C55FE2-297D-4E8E-94A5-13A8E521A759}" srcId="{70A71E17-2F3D-42B0-BD33-20C8D85725D1}" destId="{2905196F-E4CF-419D-AAA0-DA535A47FDBA}" srcOrd="2" destOrd="0" parTransId="{74B5C2C4-FD0D-4FFA-AF09-EBBB61F1900A}" sibTransId="{AFD5F371-512C-49CB-875C-41CF8731328D}"/>
    <dgm:cxn modelId="{C475B6E8-2353-47C7-970E-24C9BD8D2F46}" type="presOf" srcId="{CCCA0456-529D-494F-8DE5-14B5ADF416B7}" destId="{7F8459B6-3F52-45F1-B14F-80B46655A720}" srcOrd="0" destOrd="0" presId="urn:microsoft.com/office/officeart/2005/8/layout/orgChart1"/>
    <dgm:cxn modelId="{FB930DF0-37EF-49F3-9C5E-6D75DEA5E2AF}" type="presOf" srcId="{2905196F-E4CF-419D-AAA0-DA535A47FDBA}" destId="{A3DA3F52-41E9-429E-8F6B-21D15F8C5732}" srcOrd="0" destOrd="0" presId="urn:microsoft.com/office/officeart/2005/8/layout/orgChart1"/>
    <dgm:cxn modelId="{49DD1F67-DCED-46DE-B531-DD10BDB3125C}" type="presParOf" srcId="{DF3B15FD-A1CC-49F8-AE48-39BE86689499}" destId="{8067F2A1-E233-4D43-A4F8-E6B88889E6C6}" srcOrd="0" destOrd="0" presId="urn:microsoft.com/office/officeart/2005/8/layout/orgChart1"/>
    <dgm:cxn modelId="{D1186936-F6D0-4AE8-A4FF-7671039F71B1}" type="presParOf" srcId="{8067F2A1-E233-4D43-A4F8-E6B88889E6C6}" destId="{E4B7791C-7BE2-4C31-AD5C-6D0DCB1DEC0A}" srcOrd="0" destOrd="0" presId="urn:microsoft.com/office/officeart/2005/8/layout/orgChart1"/>
    <dgm:cxn modelId="{91C694C3-579C-4160-B267-40DBAD86FEB6}" type="presParOf" srcId="{E4B7791C-7BE2-4C31-AD5C-6D0DCB1DEC0A}" destId="{012672CC-B43E-46A5-AE3E-13805F1D5A7F}" srcOrd="0" destOrd="0" presId="urn:microsoft.com/office/officeart/2005/8/layout/orgChart1"/>
    <dgm:cxn modelId="{9B45AE05-C836-4A83-ADF4-67083585DE0F}" type="presParOf" srcId="{E4B7791C-7BE2-4C31-AD5C-6D0DCB1DEC0A}" destId="{0CC2C5BF-6FED-4FAB-817B-89334DD2E9D4}" srcOrd="1" destOrd="0" presId="urn:microsoft.com/office/officeart/2005/8/layout/orgChart1"/>
    <dgm:cxn modelId="{EDC0AACE-D118-4628-A4D3-F73A0D0DC715}" type="presParOf" srcId="{8067F2A1-E233-4D43-A4F8-E6B88889E6C6}" destId="{E622E49D-8182-4ACB-9BFB-1D6C8CFF2F3A}" srcOrd="1" destOrd="0" presId="urn:microsoft.com/office/officeart/2005/8/layout/orgChart1"/>
    <dgm:cxn modelId="{50854CB5-3CAE-4E4B-9563-B14AF563B1C8}" type="presParOf" srcId="{E622E49D-8182-4ACB-9BFB-1D6C8CFF2F3A}" destId="{7F8459B6-3F52-45F1-B14F-80B46655A720}" srcOrd="0" destOrd="0" presId="urn:microsoft.com/office/officeart/2005/8/layout/orgChart1"/>
    <dgm:cxn modelId="{C9E6E95A-DB06-465F-8586-1518333D62F1}" type="presParOf" srcId="{E622E49D-8182-4ACB-9BFB-1D6C8CFF2F3A}" destId="{07E86A6F-D765-4043-8B44-BD6F8E2D9EC9}" srcOrd="1" destOrd="0" presId="urn:microsoft.com/office/officeart/2005/8/layout/orgChart1"/>
    <dgm:cxn modelId="{CF307F0B-5224-4DC2-9BB1-4687E076F3DD}" type="presParOf" srcId="{07E86A6F-D765-4043-8B44-BD6F8E2D9EC9}" destId="{31A5727E-77EF-46A0-ADAE-C18977949592}" srcOrd="0" destOrd="0" presId="urn:microsoft.com/office/officeart/2005/8/layout/orgChart1"/>
    <dgm:cxn modelId="{3D3910CB-AFD8-45AC-AB32-7D8EB8DDC680}" type="presParOf" srcId="{31A5727E-77EF-46A0-ADAE-C18977949592}" destId="{7A19822E-C1DB-424D-9D57-A31274F2E621}" srcOrd="0" destOrd="0" presId="urn:microsoft.com/office/officeart/2005/8/layout/orgChart1"/>
    <dgm:cxn modelId="{D9C1320D-7B30-4CFE-80CD-F0B22A02ABF6}" type="presParOf" srcId="{31A5727E-77EF-46A0-ADAE-C18977949592}" destId="{3D3C4D2F-552B-4C0B-905C-797E8577F453}" srcOrd="1" destOrd="0" presId="urn:microsoft.com/office/officeart/2005/8/layout/orgChart1"/>
    <dgm:cxn modelId="{44CCC095-D85E-40B3-95B0-6AD25A43F79D}" type="presParOf" srcId="{07E86A6F-D765-4043-8B44-BD6F8E2D9EC9}" destId="{72800EB7-59E2-4D01-8468-4F1CA27284A5}" srcOrd="1" destOrd="0" presId="urn:microsoft.com/office/officeart/2005/8/layout/orgChart1"/>
    <dgm:cxn modelId="{BAD2106B-5D97-48E2-8492-C260F48787E3}" type="presParOf" srcId="{07E86A6F-D765-4043-8B44-BD6F8E2D9EC9}" destId="{3FF4E3C0-8B56-44D4-9D11-B826E47440BE}" srcOrd="2" destOrd="0" presId="urn:microsoft.com/office/officeart/2005/8/layout/orgChart1"/>
    <dgm:cxn modelId="{F3B8C284-2F7D-4BC3-BD9C-0C6C5D89AA45}" type="presParOf" srcId="{E622E49D-8182-4ACB-9BFB-1D6C8CFF2F3A}" destId="{E44F5B17-BB8C-48EC-9C1A-9AFC692712B0}" srcOrd="2" destOrd="0" presId="urn:microsoft.com/office/officeart/2005/8/layout/orgChart1"/>
    <dgm:cxn modelId="{1C15B178-DCFB-40EC-A51D-80562EEA01F2}" type="presParOf" srcId="{E622E49D-8182-4ACB-9BFB-1D6C8CFF2F3A}" destId="{A217FC16-7323-4902-8ED9-C2EFC37ED9FA}" srcOrd="3" destOrd="0" presId="urn:microsoft.com/office/officeart/2005/8/layout/orgChart1"/>
    <dgm:cxn modelId="{95C4D157-ECDE-4EFE-BC30-F28B467CDC58}" type="presParOf" srcId="{A217FC16-7323-4902-8ED9-C2EFC37ED9FA}" destId="{8A500003-3D4E-4B20-BB7D-0EED21CDE9B3}" srcOrd="0" destOrd="0" presId="urn:microsoft.com/office/officeart/2005/8/layout/orgChart1"/>
    <dgm:cxn modelId="{68966D24-9D33-4E35-8268-7016530CD30F}" type="presParOf" srcId="{8A500003-3D4E-4B20-BB7D-0EED21CDE9B3}" destId="{A3DA3F52-41E9-429E-8F6B-21D15F8C5732}" srcOrd="0" destOrd="0" presId="urn:microsoft.com/office/officeart/2005/8/layout/orgChart1"/>
    <dgm:cxn modelId="{F50794D0-2BF2-46E9-8CA3-BE3569EF0270}" type="presParOf" srcId="{8A500003-3D4E-4B20-BB7D-0EED21CDE9B3}" destId="{77B46695-2CD9-4479-8734-419302F9F67C}" srcOrd="1" destOrd="0" presId="urn:microsoft.com/office/officeart/2005/8/layout/orgChart1"/>
    <dgm:cxn modelId="{5C4FB768-2851-481C-8CF0-9AD47F769173}" type="presParOf" srcId="{A217FC16-7323-4902-8ED9-C2EFC37ED9FA}" destId="{99B65DF9-4739-4D19-A43E-88AE31BA92D7}" srcOrd="1" destOrd="0" presId="urn:microsoft.com/office/officeart/2005/8/layout/orgChart1"/>
    <dgm:cxn modelId="{31A8A381-65EE-4382-8708-FC2C8FBA3E87}" type="presParOf" srcId="{A217FC16-7323-4902-8ED9-C2EFC37ED9FA}" destId="{5EC0128E-7104-4F4A-8A8C-4C18DD5B10FD}" srcOrd="2" destOrd="0" presId="urn:microsoft.com/office/officeart/2005/8/layout/orgChart1"/>
    <dgm:cxn modelId="{3D551DA8-85F7-4047-8D5A-12556E0620E9}" type="presParOf" srcId="{E622E49D-8182-4ACB-9BFB-1D6C8CFF2F3A}" destId="{E0CDF1CA-791C-4256-810E-B50C48310E50}" srcOrd="4" destOrd="0" presId="urn:microsoft.com/office/officeart/2005/8/layout/orgChart1"/>
    <dgm:cxn modelId="{9D983E52-49CD-4022-9BE5-2376BDF3D86C}" type="presParOf" srcId="{E622E49D-8182-4ACB-9BFB-1D6C8CFF2F3A}" destId="{56F2FEB6-52E2-4F6C-8879-7399EB47464F}" srcOrd="5" destOrd="0" presId="urn:microsoft.com/office/officeart/2005/8/layout/orgChart1"/>
    <dgm:cxn modelId="{F8606BF4-EA62-423E-BDDD-780B96D7103F}" type="presParOf" srcId="{56F2FEB6-52E2-4F6C-8879-7399EB47464F}" destId="{D3BD34E6-63A7-4772-9004-A2BCAA2D456A}" srcOrd="0" destOrd="0" presId="urn:microsoft.com/office/officeart/2005/8/layout/orgChart1"/>
    <dgm:cxn modelId="{E5FDEFFB-0EEB-4CA5-BA31-410E1494EF12}" type="presParOf" srcId="{D3BD34E6-63A7-4772-9004-A2BCAA2D456A}" destId="{A66CC716-057C-46AE-BB00-457031786BC0}" srcOrd="0" destOrd="0" presId="urn:microsoft.com/office/officeart/2005/8/layout/orgChart1"/>
    <dgm:cxn modelId="{169721B5-1CE8-4A8A-80D1-F0977E171048}" type="presParOf" srcId="{D3BD34E6-63A7-4772-9004-A2BCAA2D456A}" destId="{CDA3BA86-19A3-43D2-81A7-0555150845BA}" srcOrd="1" destOrd="0" presId="urn:microsoft.com/office/officeart/2005/8/layout/orgChart1"/>
    <dgm:cxn modelId="{BF35393A-6F6A-4ECE-B992-FA55A9ED77E6}" type="presParOf" srcId="{56F2FEB6-52E2-4F6C-8879-7399EB47464F}" destId="{6B32FB97-E789-400D-97FD-3EC0AA9465C0}" srcOrd="1" destOrd="0" presId="urn:microsoft.com/office/officeart/2005/8/layout/orgChart1"/>
    <dgm:cxn modelId="{E9594A6B-AA44-4744-9082-7B01482E6471}" type="presParOf" srcId="{56F2FEB6-52E2-4F6C-8879-7399EB47464F}" destId="{5770D70C-9EE7-4AEA-93FC-83A93AA1E54C}" srcOrd="2" destOrd="0" presId="urn:microsoft.com/office/officeart/2005/8/layout/orgChart1"/>
    <dgm:cxn modelId="{57F34EF4-5915-4750-BFC2-4BD13A3BBE85}" type="presParOf" srcId="{8067F2A1-E233-4D43-A4F8-E6B88889E6C6}" destId="{F4455379-D71A-4399-B096-5D8AFEBB9016}" srcOrd="2" destOrd="0" presId="urn:microsoft.com/office/officeart/2005/8/layout/orgChart1"/>
    <dgm:cxn modelId="{665E50B6-2675-42BD-94CB-9106A29978A5}" type="presParOf" srcId="{F4455379-D71A-4399-B096-5D8AFEBB9016}" destId="{2E7C959A-56A6-430D-A3E5-697CB71F55B6}" srcOrd="0" destOrd="0" presId="urn:microsoft.com/office/officeart/2005/8/layout/orgChart1"/>
    <dgm:cxn modelId="{4CF8EDB2-1253-45AE-818F-567CD0AA0076}" type="presParOf" srcId="{F4455379-D71A-4399-B096-5D8AFEBB9016}" destId="{07230041-BE75-4C46-B0F7-2747EDF27DC7}" srcOrd="1" destOrd="0" presId="urn:microsoft.com/office/officeart/2005/8/layout/orgChart1"/>
    <dgm:cxn modelId="{861D9ECC-D365-4215-974C-4EAEAACAF9B0}" type="presParOf" srcId="{07230041-BE75-4C46-B0F7-2747EDF27DC7}" destId="{CCCF1AAC-845E-4D91-A7B5-A6A7535381E3}" srcOrd="0" destOrd="0" presId="urn:microsoft.com/office/officeart/2005/8/layout/orgChart1"/>
    <dgm:cxn modelId="{30FA3F96-B986-4D1E-B737-3585714E7567}" type="presParOf" srcId="{CCCF1AAC-845E-4D91-A7B5-A6A7535381E3}" destId="{97450275-0172-41FE-91E6-CF71E619D156}" srcOrd="0" destOrd="0" presId="urn:microsoft.com/office/officeart/2005/8/layout/orgChart1"/>
    <dgm:cxn modelId="{60FAECD2-3D41-480E-B8AA-4E162F120149}" type="presParOf" srcId="{CCCF1AAC-845E-4D91-A7B5-A6A7535381E3}" destId="{673CE957-95D2-4F60-9346-086A87181C84}" srcOrd="1" destOrd="0" presId="urn:microsoft.com/office/officeart/2005/8/layout/orgChart1"/>
    <dgm:cxn modelId="{F06F66DE-D8FA-40DF-8634-02847DD98E00}" type="presParOf" srcId="{07230041-BE75-4C46-B0F7-2747EDF27DC7}" destId="{D2FE4558-5C2A-429B-A7E9-2922A2A2D0E5}" srcOrd="1" destOrd="0" presId="urn:microsoft.com/office/officeart/2005/8/layout/orgChart1"/>
    <dgm:cxn modelId="{27EC30F9-DA9E-43C5-8302-1EEB1706F22F}" type="presParOf" srcId="{07230041-BE75-4C46-B0F7-2747EDF27DC7}" destId="{CF5A8473-84FF-4061-98E6-710012AEB0D8}"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DD60ACD-E544-4CA0-B636-AE6AC4DD22B5}"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fr-CA"/>
        </a:p>
      </dgm:t>
    </dgm:pt>
    <dgm:pt modelId="{70A71E17-2F3D-42B0-BD33-20C8D85725D1}">
      <dgm:prSet phldrT="[Texte]" phldr="0"/>
      <dgm:spPr/>
      <dgm:t>
        <a:bodyPr/>
        <a:lstStyle/>
        <a:p>
          <a:r>
            <a:rPr lang="fr-CA" dirty="0"/>
            <a:t>Bosse</a:t>
          </a:r>
        </a:p>
      </dgm:t>
    </dgm:pt>
    <dgm:pt modelId="{00D0DE4B-28A7-4273-BA82-9F3D156F18E1}" type="parTrans" cxnId="{B94430A5-902E-455D-8A8B-6D08369351EF}">
      <dgm:prSet/>
      <dgm:spPr/>
      <dgm:t>
        <a:bodyPr/>
        <a:lstStyle/>
        <a:p>
          <a:endParaRPr lang="fr-CA"/>
        </a:p>
      </dgm:t>
    </dgm:pt>
    <dgm:pt modelId="{17F5AE55-7DC3-4551-BCB3-27DC2143C605}" type="sibTrans" cxnId="{B94430A5-902E-455D-8A8B-6D08369351EF}">
      <dgm:prSet/>
      <dgm:spPr/>
      <dgm:t>
        <a:bodyPr/>
        <a:lstStyle/>
        <a:p>
          <a:endParaRPr lang="fr-CA"/>
        </a:p>
      </dgm:t>
    </dgm:pt>
    <dgm:pt modelId="{54550AC1-6BE1-4269-9BEF-C20637C20FF9}" type="asst">
      <dgm:prSet phldrT="[Texte]" phldr="0"/>
      <dgm:spPr/>
      <dgm:t>
        <a:bodyPr/>
        <a:lstStyle/>
        <a:p>
          <a:r>
            <a:rPr lang="fr-CA"/>
            <a:t>Assistant</a:t>
          </a:r>
          <a:endParaRPr lang="fr-CA" dirty="0"/>
        </a:p>
      </dgm:t>
    </dgm:pt>
    <dgm:pt modelId="{254752F7-44B5-4398-A6AD-1D52A98566E2}" type="parTrans" cxnId="{1449AF02-25C4-488A-9B26-FB04D3EB4325}">
      <dgm:prSet/>
      <dgm:spPr/>
      <dgm:t>
        <a:bodyPr/>
        <a:lstStyle/>
        <a:p>
          <a:endParaRPr lang="fr-CA"/>
        </a:p>
      </dgm:t>
    </dgm:pt>
    <dgm:pt modelId="{3A2D279D-63FE-483B-86CF-A594BAE2165F}" type="sibTrans" cxnId="{1449AF02-25C4-488A-9B26-FB04D3EB4325}">
      <dgm:prSet/>
      <dgm:spPr/>
      <dgm:t>
        <a:bodyPr/>
        <a:lstStyle/>
        <a:p>
          <a:endParaRPr lang="fr-CA"/>
        </a:p>
      </dgm:t>
    </dgm:pt>
    <dgm:pt modelId="{E0DC5086-54E4-436A-8C8A-509B1DC85E5C}">
      <dgm:prSet phldrT="[Texte]" phldr="0"/>
      <dgm:spPr/>
      <dgm:t>
        <a:bodyPr/>
        <a:lstStyle/>
        <a:p>
          <a:r>
            <a:rPr lang="fr-CA" dirty="0"/>
            <a:t>Employé 1</a:t>
          </a:r>
        </a:p>
      </dgm:t>
    </dgm:pt>
    <dgm:pt modelId="{CCCA0456-529D-494F-8DE5-14B5ADF416B7}" type="parTrans" cxnId="{159B3653-3950-4AF1-AE74-DEB3FAB1DF4D}">
      <dgm:prSet/>
      <dgm:spPr/>
      <dgm:t>
        <a:bodyPr/>
        <a:lstStyle/>
        <a:p>
          <a:endParaRPr lang="fr-CA"/>
        </a:p>
      </dgm:t>
    </dgm:pt>
    <dgm:pt modelId="{9BEEA8FF-35A8-4BFB-867F-D116C218C9DB}" type="sibTrans" cxnId="{159B3653-3950-4AF1-AE74-DEB3FAB1DF4D}">
      <dgm:prSet/>
      <dgm:spPr/>
      <dgm:t>
        <a:bodyPr/>
        <a:lstStyle/>
        <a:p>
          <a:endParaRPr lang="fr-CA"/>
        </a:p>
      </dgm:t>
    </dgm:pt>
    <dgm:pt modelId="{2905196F-E4CF-419D-AAA0-DA535A47FDBA}">
      <dgm:prSet phldrT="[Texte]" phldr="0"/>
      <dgm:spPr/>
      <dgm:t>
        <a:bodyPr/>
        <a:lstStyle/>
        <a:p>
          <a:r>
            <a:rPr lang="fr-CA" dirty="0"/>
            <a:t>Employé 2</a:t>
          </a:r>
        </a:p>
      </dgm:t>
    </dgm:pt>
    <dgm:pt modelId="{74B5C2C4-FD0D-4FFA-AF09-EBBB61F1900A}" type="parTrans" cxnId="{B4C55FE2-297D-4E8E-94A5-13A8E521A759}">
      <dgm:prSet/>
      <dgm:spPr/>
      <dgm:t>
        <a:bodyPr/>
        <a:lstStyle/>
        <a:p>
          <a:endParaRPr lang="fr-CA"/>
        </a:p>
      </dgm:t>
    </dgm:pt>
    <dgm:pt modelId="{AFD5F371-512C-49CB-875C-41CF8731328D}" type="sibTrans" cxnId="{B4C55FE2-297D-4E8E-94A5-13A8E521A759}">
      <dgm:prSet/>
      <dgm:spPr/>
      <dgm:t>
        <a:bodyPr/>
        <a:lstStyle/>
        <a:p>
          <a:endParaRPr lang="fr-CA"/>
        </a:p>
      </dgm:t>
    </dgm:pt>
    <dgm:pt modelId="{E1C97BCA-DA35-4165-B9F3-E4C7687C3A93}">
      <dgm:prSet phldrT="[Texte]" phldr="0"/>
      <dgm:spPr/>
      <dgm:t>
        <a:bodyPr/>
        <a:lstStyle/>
        <a:p>
          <a:r>
            <a:rPr lang="fr-CA" dirty="0"/>
            <a:t>Employé 3</a:t>
          </a:r>
        </a:p>
      </dgm:t>
    </dgm:pt>
    <dgm:pt modelId="{8B185EEB-5982-482C-89A7-AC651FE5B19C}" type="parTrans" cxnId="{6B0C8B1B-9BF5-48D6-B653-3DEBFB59853E}">
      <dgm:prSet/>
      <dgm:spPr/>
      <dgm:t>
        <a:bodyPr/>
        <a:lstStyle/>
        <a:p>
          <a:endParaRPr lang="fr-CA"/>
        </a:p>
      </dgm:t>
    </dgm:pt>
    <dgm:pt modelId="{F91E4FD5-8A44-4214-9C07-DFCB6F41E83D}" type="sibTrans" cxnId="{6B0C8B1B-9BF5-48D6-B653-3DEBFB59853E}">
      <dgm:prSet/>
      <dgm:spPr/>
      <dgm:t>
        <a:bodyPr/>
        <a:lstStyle/>
        <a:p>
          <a:endParaRPr lang="fr-CA"/>
        </a:p>
      </dgm:t>
    </dgm:pt>
    <dgm:pt modelId="{E126DAEE-662E-4512-ACE0-609022A9AD70}">
      <dgm:prSet phldrT="[Texte]" phldr="0"/>
      <dgm:spPr/>
      <dgm:t>
        <a:bodyPr/>
        <a:lstStyle/>
        <a:p>
          <a:r>
            <a:rPr lang="fr-CA"/>
            <a:t>Employé 3.1</a:t>
          </a:r>
          <a:endParaRPr lang="fr-CA" dirty="0"/>
        </a:p>
      </dgm:t>
    </dgm:pt>
    <dgm:pt modelId="{B9336D47-9C97-499A-8BC2-0EE0FC54A79B}" type="parTrans" cxnId="{3650AA1A-4544-45E8-B2B0-96D9755F5E27}">
      <dgm:prSet/>
      <dgm:spPr/>
      <dgm:t>
        <a:bodyPr/>
        <a:lstStyle/>
        <a:p>
          <a:endParaRPr lang="fr-CA"/>
        </a:p>
      </dgm:t>
    </dgm:pt>
    <dgm:pt modelId="{A93CF2B9-7AE9-4A3A-B000-9342F96BEAA4}" type="sibTrans" cxnId="{3650AA1A-4544-45E8-B2B0-96D9755F5E27}">
      <dgm:prSet/>
      <dgm:spPr/>
      <dgm:t>
        <a:bodyPr/>
        <a:lstStyle/>
        <a:p>
          <a:endParaRPr lang="fr-CA"/>
        </a:p>
      </dgm:t>
    </dgm:pt>
    <dgm:pt modelId="{AE5EB892-701C-4B96-9D3D-BB9643CA9CCD}">
      <dgm:prSet phldrT="[Texte]" phldr="0"/>
      <dgm:spPr/>
      <dgm:t>
        <a:bodyPr/>
        <a:lstStyle/>
        <a:p>
          <a:r>
            <a:rPr lang="fr-CA" dirty="0"/>
            <a:t>Employé 3.2</a:t>
          </a:r>
        </a:p>
      </dgm:t>
    </dgm:pt>
    <dgm:pt modelId="{8F477A44-760A-4C3E-8B74-BD6CF95F8A87}" type="parTrans" cxnId="{665B98F4-F141-4949-91B8-FF5C57F39C4B}">
      <dgm:prSet/>
      <dgm:spPr/>
      <dgm:t>
        <a:bodyPr/>
        <a:lstStyle/>
        <a:p>
          <a:endParaRPr lang="fr-CA"/>
        </a:p>
      </dgm:t>
    </dgm:pt>
    <dgm:pt modelId="{CA3A5B6D-55DE-4D46-A5CD-B1BC6E6D2EBF}" type="sibTrans" cxnId="{665B98F4-F141-4949-91B8-FF5C57F39C4B}">
      <dgm:prSet/>
      <dgm:spPr/>
      <dgm:t>
        <a:bodyPr/>
        <a:lstStyle/>
        <a:p>
          <a:endParaRPr lang="fr-CA"/>
        </a:p>
      </dgm:t>
    </dgm:pt>
    <dgm:pt modelId="{858C51D5-1846-43AB-9DD3-57030CBEEC8C}">
      <dgm:prSet phldrT="[Texte]" phldr="0"/>
      <dgm:spPr/>
      <dgm:t>
        <a:bodyPr/>
        <a:lstStyle/>
        <a:p>
          <a:r>
            <a:rPr lang="fr-CA"/>
            <a:t>Niv 1</a:t>
          </a:r>
          <a:endParaRPr lang="fr-CA" dirty="0"/>
        </a:p>
      </dgm:t>
    </dgm:pt>
    <dgm:pt modelId="{B7FCF601-2776-4CC0-BA09-600AB935DD33}" type="parTrans" cxnId="{BA7E37CC-FABA-45D9-BB17-17DDEC810380}">
      <dgm:prSet/>
      <dgm:spPr/>
      <dgm:t>
        <a:bodyPr/>
        <a:lstStyle/>
        <a:p>
          <a:endParaRPr lang="fr-CA"/>
        </a:p>
      </dgm:t>
    </dgm:pt>
    <dgm:pt modelId="{417FE573-0975-4304-9C41-D9895754FD22}" type="sibTrans" cxnId="{BA7E37CC-FABA-45D9-BB17-17DDEC810380}">
      <dgm:prSet/>
      <dgm:spPr/>
      <dgm:t>
        <a:bodyPr/>
        <a:lstStyle/>
        <a:p>
          <a:endParaRPr lang="fr-CA"/>
        </a:p>
      </dgm:t>
    </dgm:pt>
    <dgm:pt modelId="{173C987F-1DDF-45B6-8762-DD6187A62B67}">
      <dgm:prSet phldrT="[Texte]" phldr="0"/>
      <dgm:spPr/>
      <dgm:t>
        <a:bodyPr/>
        <a:lstStyle/>
        <a:p>
          <a:r>
            <a:rPr lang="fr-CA" dirty="0" err="1"/>
            <a:t>Niv</a:t>
          </a:r>
          <a:r>
            <a:rPr lang="fr-CA" dirty="0"/>
            <a:t> 2</a:t>
          </a:r>
        </a:p>
      </dgm:t>
    </dgm:pt>
    <dgm:pt modelId="{9F346FE3-ACF3-4929-9CB2-C615E93650B5}" type="parTrans" cxnId="{2668B920-00A4-43F1-8375-0E32F077CE8E}">
      <dgm:prSet/>
      <dgm:spPr/>
      <dgm:t>
        <a:bodyPr/>
        <a:lstStyle/>
        <a:p>
          <a:endParaRPr lang="fr-CA"/>
        </a:p>
      </dgm:t>
    </dgm:pt>
    <dgm:pt modelId="{2BA78879-308F-4235-A0BB-0EC9AE309CD6}" type="sibTrans" cxnId="{2668B920-00A4-43F1-8375-0E32F077CE8E}">
      <dgm:prSet/>
      <dgm:spPr/>
      <dgm:t>
        <a:bodyPr/>
        <a:lstStyle/>
        <a:p>
          <a:endParaRPr lang="fr-CA"/>
        </a:p>
      </dgm:t>
    </dgm:pt>
    <dgm:pt modelId="{F04F22DB-08E8-498E-ACAF-6892C327D6C3}">
      <dgm:prSet phldrT="[Texte]" phldr="0"/>
      <dgm:spPr/>
      <dgm:t>
        <a:bodyPr/>
        <a:lstStyle/>
        <a:p>
          <a:r>
            <a:rPr lang="fr-CA"/>
            <a:t>Niv 3</a:t>
          </a:r>
          <a:endParaRPr lang="fr-CA" dirty="0"/>
        </a:p>
      </dgm:t>
    </dgm:pt>
    <dgm:pt modelId="{CFD9E88E-4130-4FAC-851A-08B0BD1DA0FF}" type="parTrans" cxnId="{5DE9BC13-90F0-4538-80F5-A227C1B4315E}">
      <dgm:prSet/>
      <dgm:spPr/>
      <dgm:t>
        <a:bodyPr/>
        <a:lstStyle/>
        <a:p>
          <a:endParaRPr lang="fr-CA"/>
        </a:p>
      </dgm:t>
    </dgm:pt>
    <dgm:pt modelId="{FDFA81CE-10D4-4FD3-AEF9-FB5F512CB565}" type="sibTrans" cxnId="{5DE9BC13-90F0-4538-80F5-A227C1B4315E}">
      <dgm:prSet/>
      <dgm:spPr/>
      <dgm:t>
        <a:bodyPr/>
        <a:lstStyle/>
        <a:p>
          <a:endParaRPr lang="fr-CA"/>
        </a:p>
      </dgm:t>
    </dgm:pt>
    <dgm:pt modelId="{A3355CEE-51E3-49B3-9FF6-E5C6F599B5C8}" type="pres">
      <dgm:prSet presAssocID="{1DD60ACD-E544-4CA0-B636-AE6AC4DD22B5}" presName="mainComposite" presStyleCnt="0">
        <dgm:presLayoutVars>
          <dgm:chPref val="1"/>
          <dgm:dir/>
          <dgm:animOne val="branch"/>
          <dgm:animLvl val="lvl"/>
          <dgm:resizeHandles val="exact"/>
        </dgm:presLayoutVars>
      </dgm:prSet>
      <dgm:spPr/>
    </dgm:pt>
    <dgm:pt modelId="{B0E9AA72-9F02-4C81-896D-C1A6FCE8BA65}" type="pres">
      <dgm:prSet presAssocID="{1DD60ACD-E544-4CA0-B636-AE6AC4DD22B5}" presName="hierFlow" presStyleCnt="0"/>
      <dgm:spPr/>
    </dgm:pt>
    <dgm:pt modelId="{30702F9D-3299-418D-96E9-C04ABBE2934D}" type="pres">
      <dgm:prSet presAssocID="{1DD60ACD-E544-4CA0-B636-AE6AC4DD22B5}" presName="firstBuf" presStyleCnt="0"/>
      <dgm:spPr/>
    </dgm:pt>
    <dgm:pt modelId="{2BD060C7-6728-460B-A2A7-97DD17F65F94}" type="pres">
      <dgm:prSet presAssocID="{1DD60ACD-E544-4CA0-B636-AE6AC4DD22B5}" presName="hierChild1" presStyleCnt="0">
        <dgm:presLayoutVars>
          <dgm:chPref val="1"/>
          <dgm:animOne val="branch"/>
          <dgm:animLvl val="lvl"/>
        </dgm:presLayoutVars>
      </dgm:prSet>
      <dgm:spPr/>
    </dgm:pt>
    <dgm:pt modelId="{1805B1FC-CB64-4909-BE97-86156B680D2D}" type="pres">
      <dgm:prSet presAssocID="{70A71E17-2F3D-42B0-BD33-20C8D85725D1}" presName="Name14" presStyleCnt="0"/>
      <dgm:spPr/>
    </dgm:pt>
    <dgm:pt modelId="{A94B4953-A035-4791-B6F3-74D3C2680EA4}" type="pres">
      <dgm:prSet presAssocID="{70A71E17-2F3D-42B0-BD33-20C8D85725D1}" presName="level1Shape" presStyleLbl="node0" presStyleIdx="0" presStyleCnt="1">
        <dgm:presLayoutVars>
          <dgm:chPref val="3"/>
        </dgm:presLayoutVars>
      </dgm:prSet>
      <dgm:spPr/>
    </dgm:pt>
    <dgm:pt modelId="{42261129-3C8C-44C1-A0AB-84FCC3774C27}" type="pres">
      <dgm:prSet presAssocID="{70A71E17-2F3D-42B0-BD33-20C8D85725D1}" presName="hierChild2" presStyleCnt="0"/>
      <dgm:spPr/>
    </dgm:pt>
    <dgm:pt modelId="{AA08F331-3D1A-4193-9D67-E8B3105E2D55}" type="pres">
      <dgm:prSet presAssocID="{254752F7-44B5-4398-A6AD-1D52A98566E2}" presName="Name19" presStyleLbl="parChTrans1D2" presStyleIdx="0" presStyleCnt="4"/>
      <dgm:spPr/>
    </dgm:pt>
    <dgm:pt modelId="{4601FEFE-9414-4B04-B51B-A3B0D76D751B}" type="pres">
      <dgm:prSet presAssocID="{54550AC1-6BE1-4269-9BEF-C20637C20FF9}" presName="Name21" presStyleCnt="0"/>
      <dgm:spPr/>
    </dgm:pt>
    <dgm:pt modelId="{87AE9421-3E6D-4BEE-86C5-A250310D0A47}" type="pres">
      <dgm:prSet presAssocID="{54550AC1-6BE1-4269-9BEF-C20637C20FF9}" presName="level2Shape" presStyleLbl="asst1" presStyleIdx="0" presStyleCnt="1"/>
      <dgm:spPr/>
    </dgm:pt>
    <dgm:pt modelId="{F0DAF148-A75E-4A5A-B8FF-E37434E319B3}" type="pres">
      <dgm:prSet presAssocID="{54550AC1-6BE1-4269-9BEF-C20637C20FF9}" presName="hierChild3" presStyleCnt="0"/>
      <dgm:spPr/>
    </dgm:pt>
    <dgm:pt modelId="{4A2DEA57-BA33-40A5-BAB8-C3EA2DA3C1C5}" type="pres">
      <dgm:prSet presAssocID="{CCCA0456-529D-494F-8DE5-14B5ADF416B7}" presName="Name19" presStyleLbl="parChTrans1D2" presStyleIdx="1" presStyleCnt="4"/>
      <dgm:spPr/>
    </dgm:pt>
    <dgm:pt modelId="{6F62D88F-C690-4F89-9C01-2EE9E36B796F}" type="pres">
      <dgm:prSet presAssocID="{E0DC5086-54E4-436A-8C8A-509B1DC85E5C}" presName="Name21" presStyleCnt="0"/>
      <dgm:spPr/>
    </dgm:pt>
    <dgm:pt modelId="{6A9BE8DD-7172-4205-B447-402133912F60}" type="pres">
      <dgm:prSet presAssocID="{E0DC5086-54E4-436A-8C8A-509B1DC85E5C}" presName="level2Shape" presStyleLbl="node2" presStyleIdx="0" presStyleCnt="3"/>
      <dgm:spPr/>
    </dgm:pt>
    <dgm:pt modelId="{E5BDD409-624C-46CD-B704-65C4C705B524}" type="pres">
      <dgm:prSet presAssocID="{E0DC5086-54E4-436A-8C8A-509B1DC85E5C}" presName="hierChild3" presStyleCnt="0"/>
      <dgm:spPr/>
    </dgm:pt>
    <dgm:pt modelId="{0CB3BD6A-6CC0-4BBA-8E76-11552244D5DB}" type="pres">
      <dgm:prSet presAssocID="{74B5C2C4-FD0D-4FFA-AF09-EBBB61F1900A}" presName="Name19" presStyleLbl="parChTrans1D2" presStyleIdx="2" presStyleCnt="4"/>
      <dgm:spPr/>
    </dgm:pt>
    <dgm:pt modelId="{1C4D6A88-B015-4177-8026-C81A98F87D83}" type="pres">
      <dgm:prSet presAssocID="{2905196F-E4CF-419D-AAA0-DA535A47FDBA}" presName="Name21" presStyleCnt="0"/>
      <dgm:spPr/>
    </dgm:pt>
    <dgm:pt modelId="{2A3673E0-95E6-477D-8136-28A663450C8D}" type="pres">
      <dgm:prSet presAssocID="{2905196F-E4CF-419D-AAA0-DA535A47FDBA}" presName="level2Shape" presStyleLbl="node2" presStyleIdx="1" presStyleCnt="3"/>
      <dgm:spPr/>
    </dgm:pt>
    <dgm:pt modelId="{9EE0A553-3296-4200-8C8A-9814002219BE}" type="pres">
      <dgm:prSet presAssocID="{2905196F-E4CF-419D-AAA0-DA535A47FDBA}" presName="hierChild3" presStyleCnt="0"/>
      <dgm:spPr/>
    </dgm:pt>
    <dgm:pt modelId="{70AC9BA1-F85F-4511-A14C-9187D9A0E122}" type="pres">
      <dgm:prSet presAssocID="{8B185EEB-5982-482C-89A7-AC651FE5B19C}" presName="Name19" presStyleLbl="parChTrans1D2" presStyleIdx="3" presStyleCnt="4"/>
      <dgm:spPr/>
    </dgm:pt>
    <dgm:pt modelId="{72B8830A-042E-40AD-B70B-26B94E2177A9}" type="pres">
      <dgm:prSet presAssocID="{E1C97BCA-DA35-4165-B9F3-E4C7687C3A93}" presName="Name21" presStyleCnt="0"/>
      <dgm:spPr/>
    </dgm:pt>
    <dgm:pt modelId="{B8AD5119-D4F5-4BA6-9A67-DFD43C6B4247}" type="pres">
      <dgm:prSet presAssocID="{E1C97BCA-DA35-4165-B9F3-E4C7687C3A93}" presName="level2Shape" presStyleLbl="node2" presStyleIdx="2" presStyleCnt="3"/>
      <dgm:spPr/>
    </dgm:pt>
    <dgm:pt modelId="{3FDDC103-0561-492D-8E35-D89C7CAA5BEF}" type="pres">
      <dgm:prSet presAssocID="{E1C97BCA-DA35-4165-B9F3-E4C7687C3A93}" presName="hierChild3" presStyleCnt="0"/>
      <dgm:spPr/>
    </dgm:pt>
    <dgm:pt modelId="{95105EBE-785D-4CF7-8362-3C5C7BD2BD72}" type="pres">
      <dgm:prSet presAssocID="{B9336D47-9C97-499A-8BC2-0EE0FC54A79B}" presName="Name19" presStyleLbl="parChTrans1D3" presStyleIdx="0" presStyleCnt="2"/>
      <dgm:spPr/>
    </dgm:pt>
    <dgm:pt modelId="{BF771D57-B0DE-4AF0-92AC-238BDFC07C34}" type="pres">
      <dgm:prSet presAssocID="{E126DAEE-662E-4512-ACE0-609022A9AD70}" presName="Name21" presStyleCnt="0"/>
      <dgm:spPr/>
    </dgm:pt>
    <dgm:pt modelId="{E64627B7-741B-440C-93BD-2C02AE1CBF2E}" type="pres">
      <dgm:prSet presAssocID="{E126DAEE-662E-4512-ACE0-609022A9AD70}" presName="level2Shape" presStyleLbl="node3" presStyleIdx="0" presStyleCnt="2"/>
      <dgm:spPr/>
    </dgm:pt>
    <dgm:pt modelId="{06DB1D2C-DD80-488E-8590-562CC6CAD3AD}" type="pres">
      <dgm:prSet presAssocID="{E126DAEE-662E-4512-ACE0-609022A9AD70}" presName="hierChild3" presStyleCnt="0"/>
      <dgm:spPr/>
    </dgm:pt>
    <dgm:pt modelId="{4960FA3D-5792-4FA2-BB72-4E850F945790}" type="pres">
      <dgm:prSet presAssocID="{8F477A44-760A-4C3E-8B74-BD6CF95F8A87}" presName="Name19" presStyleLbl="parChTrans1D3" presStyleIdx="1" presStyleCnt="2"/>
      <dgm:spPr/>
    </dgm:pt>
    <dgm:pt modelId="{AC36278A-9656-4856-B7E3-A41F6CAF19C9}" type="pres">
      <dgm:prSet presAssocID="{AE5EB892-701C-4B96-9D3D-BB9643CA9CCD}" presName="Name21" presStyleCnt="0"/>
      <dgm:spPr/>
    </dgm:pt>
    <dgm:pt modelId="{A79FA34D-D9B4-461F-9308-EB2C6BB25E79}" type="pres">
      <dgm:prSet presAssocID="{AE5EB892-701C-4B96-9D3D-BB9643CA9CCD}" presName="level2Shape" presStyleLbl="node3" presStyleIdx="1" presStyleCnt="2"/>
      <dgm:spPr/>
    </dgm:pt>
    <dgm:pt modelId="{407DA568-0E3C-4F11-BA41-CDF7F7BF8715}" type="pres">
      <dgm:prSet presAssocID="{AE5EB892-701C-4B96-9D3D-BB9643CA9CCD}" presName="hierChild3" presStyleCnt="0"/>
      <dgm:spPr/>
    </dgm:pt>
    <dgm:pt modelId="{2B001D4B-0C34-4D77-87A1-94CAA559AB50}" type="pres">
      <dgm:prSet presAssocID="{1DD60ACD-E544-4CA0-B636-AE6AC4DD22B5}" presName="bgShapesFlow" presStyleCnt="0"/>
      <dgm:spPr/>
    </dgm:pt>
    <dgm:pt modelId="{8EF61B8D-15D6-465F-BBB3-EB00FF3D7883}" type="pres">
      <dgm:prSet presAssocID="{858C51D5-1846-43AB-9DD3-57030CBEEC8C}" presName="rectComp" presStyleCnt="0"/>
      <dgm:spPr/>
    </dgm:pt>
    <dgm:pt modelId="{C95C4783-78F1-4922-9D4F-032893E17120}" type="pres">
      <dgm:prSet presAssocID="{858C51D5-1846-43AB-9DD3-57030CBEEC8C}" presName="bgRect" presStyleLbl="bgShp" presStyleIdx="0" presStyleCnt="3"/>
      <dgm:spPr/>
    </dgm:pt>
    <dgm:pt modelId="{3ABF62AE-FCBF-4A01-B1F3-8BB0427D8334}" type="pres">
      <dgm:prSet presAssocID="{858C51D5-1846-43AB-9DD3-57030CBEEC8C}" presName="bgRectTx" presStyleLbl="bgShp" presStyleIdx="0" presStyleCnt="3">
        <dgm:presLayoutVars>
          <dgm:bulletEnabled val="1"/>
        </dgm:presLayoutVars>
      </dgm:prSet>
      <dgm:spPr/>
    </dgm:pt>
    <dgm:pt modelId="{61E2D49A-BA68-4AE7-8EA5-E23F13BB3DEC}" type="pres">
      <dgm:prSet presAssocID="{858C51D5-1846-43AB-9DD3-57030CBEEC8C}" presName="spComp" presStyleCnt="0"/>
      <dgm:spPr/>
    </dgm:pt>
    <dgm:pt modelId="{0229421E-6389-4DBD-AFFF-04EFE38D7DF0}" type="pres">
      <dgm:prSet presAssocID="{858C51D5-1846-43AB-9DD3-57030CBEEC8C}" presName="vSp" presStyleCnt="0"/>
      <dgm:spPr/>
    </dgm:pt>
    <dgm:pt modelId="{59FB2021-D1F9-4FF5-823A-4599F044036D}" type="pres">
      <dgm:prSet presAssocID="{173C987F-1DDF-45B6-8762-DD6187A62B67}" presName="rectComp" presStyleCnt="0"/>
      <dgm:spPr/>
    </dgm:pt>
    <dgm:pt modelId="{7054B0BD-2C23-4968-9775-C4E8E9CC6219}" type="pres">
      <dgm:prSet presAssocID="{173C987F-1DDF-45B6-8762-DD6187A62B67}" presName="bgRect" presStyleLbl="bgShp" presStyleIdx="1" presStyleCnt="3"/>
      <dgm:spPr/>
    </dgm:pt>
    <dgm:pt modelId="{44D140EE-66D4-4120-844B-BE444221629F}" type="pres">
      <dgm:prSet presAssocID="{173C987F-1DDF-45B6-8762-DD6187A62B67}" presName="bgRectTx" presStyleLbl="bgShp" presStyleIdx="1" presStyleCnt="3">
        <dgm:presLayoutVars>
          <dgm:bulletEnabled val="1"/>
        </dgm:presLayoutVars>
      </dgm:prSet>
      <dgm:spPr/>
    </dgm:pt>
    <dgm:pt modelId="{B0703DDE-72F7-4748-877F-07A6E9E87C49}" type="pres">
      <dgm:prSet presAssocID="{173C987F-1DDF-45B6-8762-DD6187A62B67}" presName="spComp" presStyleCnt="0"/>
      <dgm:spPr/>
    </dgm:pt>
    <dgm:pt modelId="{9692739B-1B50-458D-9A95-01BE74BFA512}" type="pres">
      <dgm:prSet presAssocID="{173C987F-1DDF-45B6-8762-DD6187A62B67}" presName="vSp" presStyleCnt="0"/>
      <dgm:spPr/>
    </dgm:pt>
    <dgm:pt modelId="{CEE63192-E4CB-4AED-AD90-A7AFD58428A5}" type="pres">
      <dgm:prSet presAssocID="{F04F22DB-08E8-498E-ACAF-6892C327D6C3}" presName="rectComp" presStyleCnt="0"/>
      <dgm:spPr/>
    </dgm:pt>
    <dgm:pt modelId="{BAF123E0-EDB2-4382-8CA3-5D9C235A1531}" type="pres">
      <dgm:prSet presAssocID="{F04F22DB-08E8-498E-ACAF-6892C327D6C3}" presName="bgRect" presStyleLbl="bgShp" presStyleIdx="2" presStyleCnt="3"/>
      <dgm:spPr/>
    </dgm:pt>
    <dgm:pt modelId="{CAC4DA1F-612B-4603-A32E-C46B06103BB3}" type="pres">
      <dgm:prSet presAssocID="{F04F22DB-08E8-498E-ACAF-6892C327D6C3}" presName="bgRectTx" presStyleLbl="bgShp" presStyleIdx="2" presStyleCnt="3">
        <dgm:presLayoutVars>
          <dgm:bulletEnabled val="1"/>
        </dgm:presLayoutVars>
      </dgm:prSet>
      <dgm:spPr/>
    </dgm:pt>
  </dgm:ptLst>
  <dgm:cxnLst>
    <dgm:cxn modelId="{9C656900-5089-41D8-93E4-ABC82BB70276}" type="presOf" srcId="{858C51D5-1846-43AB-9DD3-57030CBEEC8C}" destId="{3ABF62AE-FCBF-4A01-B1F3-8BB0427D8334}" srcOrd="1" destOrd="0" presId="urn:microsoft.com/office/officeart/2005/8/layout/hierarchy6"/>
    <dgm:cxn modelId="{1449AF02-25C4-488A-9B26-FB04D3EB4325}" srcId="{70A71E17-2F3D-42B0-BD33-20C8D85725D1}" destId="{54550AC1-6BE1-4269-9BEF-C20637C20FF9}" srcOrd="0" destOrd="0" parTransId="{254752F7-44B5-4398-A6AD-1D52A98566E2}" sibTransId="{3A2D279D-63FE-483B-86CF-A594BAE2165F}"/>
    <dgm:cxn modelId="{5DE9BC13-90F0-4538-80F5-A227C1B4315E}" srcId="{1DD60ACD-E544-4CA0-B636-AE6AC4DD22B5}" destId="{F04F22DB-08E8-498E-ACAF-6892C327D6C3}" srcOrd="3" destOrd="0" parTransId="{CFD9E88E-4130-4FAC-851A-08B0BD1DA0FF}" sibTransId="{FDFA81CE-10D4-4FD3-AEF9-FB5F512CB565}"/>
    <dgm:cxn modelId="{65204D1A-8C94-4924-9B2C-2CA969EC92AF}" type="presOf" srcId="{CCCA0456-529D-494F-8DE5-14B5ADF416B7}" destId="{4A2DEA57-BA33-40A5-BAB8-C3EA2DA3C1C5}" srcOrd="0" destOrd="0" presId="urn:microsoft.com/office/officeart/2005/8/layout/hierarchy6"/>
    <dgm:cxn modelId="{3650AA1A-4544-45E8-B2B0-96D9755F5E27}" srcId="{E1C97BCA-DA35-4165-B9F3-E4C7687C3A93}" destId="{E126DAEE-662E-4512-ACE0-609022A9AD70}" srcOrd="0" destOrd="0" parTransId="{B9336D47-9C97-499A-8BC2-0EE0FC54A79B}" sibTransId="{A93CF2B9-7AE9-4A3A-B000-9342F96BEAA4}"/>
    <dgm:cxn modelId="{6B0C8B1B-9BF5-48D6-B653-3DEBFB59853E}" srcId="{70A71E17-2F3D-42B0-BD33-20C8D85725D1}" destId="{E1C97BCA-DA35-4165-B9F3-E4C7687C3A93}" srcOrd="3" destOrd="0" parTransId="{8B185EEB-5982-482C-89A7-AC651FE5B19C}" sibTransId="{F91E4FD5-8A44-4214-9C07-DFCB6F41E83D}"/>
    <dgm:cxn modelId="{2668B920-00A4-43F1-8375-0E32F077CE8E}" srcId="{1DD60ACD-E544-4CA0-B636-AE6AC4DD22B5}" destId="{173C987F-1DDF-45B6-8762-DD6187A62B67}" srcOrd="2" destOrd="0" parTransId="{9F346FE3-ACF3-4929-9CB2-C615E93650B5}" sibTransId="{2BA78879-308F-4235-A0BB-0EC9AE309CD6}"/>
    <dgm:cxn modelId="{218B0021-97B6-4186-BBD2-B8149E5D3755}" type="presOf" srcId="{858C51D5-1846-43AB-9DD3-57030CBEEC8C}" destId="{C95C4783-78F1-4922-9D4F-032893E17120}" srcOrd="0" destOrd="0" presId="urn:microsoft.com/office/officeart/2005/8/layout/hierarchy6"/>
    <dgm:cxn modelId="{28344141-E3A5-4613-A030-A2B6B33645C7}" type="presOf" srcId="{B9336D47-9C97-499A-8BC2-0EE0FC54A79B}" destId="{95105EBE-785D-4CF7-8362-3C5C7BD2BD72}" srcOrd="0" destOrd="0" presId="urn:microsoft.com/office/officeart/2005/8/layout/hierarchy6"/>
    <dgm:cxn modelId="{DFE7E348-4E50-415B-8AEB-E974F6FEB812}" type="presOf" srcId="{E126DAEE-662E-4512-ACE0-609022A9AD70}" destId="{E64627B7-741B-440C-93BD-2C02AE1CBF2E}" srcOrd="0" destOrd="0" presId="urn:microsoft.com/office/officeart/2005/8/layout/hierarchy6"/>
    <dgm:cxn modelId="{A3AE606F-88AD-41C4-8AE0-FAE439F9EF2E}" type="presOf" srcId="{173C987F-1DDF-45B6-8762-DD6187A62B67}" destId="{7054B0BD-2C23-4968-9775-C4E8E9CC6219}" srcOrd="0" destOrd="0" presId="urn:microsoft.com/office/officeart/2005/8/layout/hierarchy6"/>
    <dgm:cxn modelId="{159B3653-3950-4AF1-AE74-DEB3FAB1DF4D}" srcId="{70A71E17-2F3D-42B0-BD33-20C8D85725D1}" destId="{E0DC5086-54E4-436A-8C8A-509B1DC85E5C}" srcOrd="1" destOrd="0" parTransId="{CCCA0456-529D-494F-8DE5-14B5ADF416B7}" sibTransId="{9BEEA8FF-35A8-4BFB-867F-D116C218C9DB}"/>
    <dgm:cxn modelId="{DEE39983-163C-4B7A-A8C5-A552516B7A47}" type="presOf" srcId="{E1C97BCA-DA35-4165-B9F3-E4C7687C3A93}" destId="{B8AD5119-D4F5-4BA6-9A67-DFD43C6B4247}" srcOrd="0" destOrd="0" presId="urn:microsoft.com/office/officeart/2005/8/layout/hierarchy6"/>
    <dgm:cxn modelId="{D5FA4988-B5A6-4FB2-85CF-DEE170439D06}" type="presOf" srcId="{254752F7-44B5-4398-A6AD-1D52A98566E2}" destId="{AA08F331-3D1A-4193-9D67-E8B3105E2D55}" srcOrd="0" destOrd="0" presId="urn:microsoft.com/office/officeart/2005/8/layout/hierarchy6"/>
    <dgm:cxn modelId="{5F3CD48D-8E2A-45CA-B96F-037F72381D54}" type="presOf" srcId="{E0DC5086-54E4-436A-8C8A-509B1DC85E5C}" destId="{6A9BE8DD-7172-4205-B447-402133912F60}" srcOrd="0" destOrd="0" presId="urn:microsoft.com/office/officeart/2005/8/layout/hierarchy6"/>
    <dgm:cxn modelId="{8166BB97-F207-40C4-BA1C-CFBC70969865}" type="presOf" srcId="{2905196F-E4CF-419D-AAA0-DA535A47FDBA}" destId="{2A3673E0-95E6-477D-8136-28A663450C8D}" srcOrd="0" destOrd="0" presId="urn:microsoft.com/office/officeart/2005/8/layout/hierarchy6"/>
    <dgm:cxn modelId="{0C5EFF9E-3A6D-49BF-84EF-90A7F259524C}" type="presOf" srcId="{54550AC1-6BE1-4269-9BEF-C20637C20FF9}" destId="{87AE9421-3E6D-4BEE-86C5-A250310D0A47}" srcOrd="0" destOrd="0" presId="urn:microsoft.com/office/officeart/2005/8/layout/hierarchy6"/>
    <dgm:cxn modelId="{6B13BE9F-95F2-4D88-8C3E-900B16921340}" type="presOf" srcId="{8F477A44-760A-4C3E-8B74-BD6CF95F8A87}" destId="{4960FA3D-5792-4FA2-BB72-4E850F945790}" srcOrd="0" destOrd="0" presId="urn:microsoft.com/office/officeart/2005/8/layout/hierarchy6"/>
    <dgm:cxn modelId="{B94430A5-902E-455D-8A8B-6D08369351EF}" srcId="{1DD60ACD-E544-4CA0-B636-AE6AC4DD22B5}" destId="{70A71E17-2F3D-42B0-BD33-20C8D85725D1}" srcOrd="0" destOrd="0" parTransId="{00D0DE4B-28A7-4273-BA82-9F3D156F18E1}" sibTransId="{17F5AE55-7DC3-4551-BCB3-27DC2143C605}"/>
    <dgm:cxn modelId="{6371A3A6-24E0-4464-BFBA-5279728FD37A}" type="presOf" srcId="{AE5EB892-701C-4B96-9D3D-BB9643CA9CCD}" destId="{A79FA34D-D9B4-461F-9308-EB2C6BB25E79}" srcOrd="0" destOrd="0" presId="urn:microsoft.com/office/officeart/2005/8/layout/hierarchy6"/>
    <dgm:cxn modelId="{45F1C1AB-B84D-4A8C-995A-D8425289C89E}" type="presOf" srcId="{F04F22DB-08E8-498E-ACAF-6892C327D6C3}" destId="{BAF123E0-EDB2-4382-8CA3-5D9C235A1531}" srcOrd="0" destOrd="0" presId="urn:microsoft.com/office/officeart/2005/8/layout/hierarchy6"/>
    <dgm:cxn modelId="{769AD9BF-70A6-4B3F-BB1E-2D34A2C2F303}" type="presOf" srcId="{173C987F-1DDF-45B6-8762-DD6187A62B67}" destId="{44D140EE-66D4-4120-844B-BE444221629F}" srcOrd="1" destOrd="0" presId="urn:microsoft.com/office/officeart/2005/8/layout/hierarchy6"/>
    <dgm:cxn modelId="{2DB18FC3-0579-42C7-AC34-C622759086C8}" type="presOf" srcId="{F04F22DB-08E8-498E-ACAF-6892C327D6C3}" destId="{CAC4DA1F-612B-4603-A32E-C46B06103BB3}" srcOrd="1" destOrd="0" presId="urn:microsoft.com/office/officeart/2005/8/layout/hierarchy6"/>
    <dgm:cxn modelId="{886936C6-C6BB-4905-9EB7-9BC378D66F13}" type="presOf" srcId="{74B5C2C4-FD0D-4FFA-AF09-EBBB61F1900A}" destId="{0CB3BD6A-6CC0-4BBA-8E76-11552244D5DB}" srcOrd="0" destOrd="0" presId="urn:microsoft.com/office/officeart/2005/8/layout/hierarchy6"/>
    <dgm:cxn modelId="{BA7E37CC-FABA-45D9-BB17-17DDEC810380}" srcId="{1DD60ACD-E544-4CA0-B636-AE6AC4DD22B5}" destId="{858C51D5-1846-43AB-9DD3-57030CBEEC8C}" srcOrd="1" destOrd="0" parTransId="{B7FCF601-2776-4CC0-BA09-600AB935DD33}" sibTransId="{417FE573-0975-4304-9C41-D9895754FD22}"/>
    <dgm:cxn modelId="{E9103ECC-BA35-4102-81F0-056AAF15D473}" type="presOf" srcId="{1DD60ACD-E544-4CA0-B636-AE6AC4DD22B5}" destId="{A3355CEE-51E3-49B3-9FF6-E5C6F599B5C8}" srcOrd="0" destOrd="0" presId="urn:microsoft.com/office/officeart/2005/8/layout/hierarchy6"/>
    <dgm:cxn modelId="{B4C55FE2-297D-4E8E-94A5-13A8E521A759}" srcId="{70A71E17-2F3D-42B0-BD33-20C8D85725D1}" destId="{2905196F-E4CF-419D-AAA0-DA535A47FDBA}" srcOrd="2" destOrd="0" parTransId="{74B5C2C4-FD0D-4FFA-AF09-EBBB61F1900A}" sibTransId="{AFD5F371-512C-49CB-875C-41CF8731328D}"/>
    <dgm:cxn modelId="{12DB18EE-5B26-420A-980D-DFA18EBE5269}" type="presOf" srcId="{70A71E17-2F3D-42B0-BD33-20C8D85725D1}" destId="{A94B4953-A035-4791-B6F3-74D3C2680EA4}" srcOrd="0" destOrd="0" presId="urn:microsoft.com/office/officeart/2005/8/layout/hierarchy6"/>
    <dgm:cxn modelId="{665B98F4-F141-4949-91B8-FF5C57F39C4B}" srcId="{E1C97BCA-DA35-4165-B9F3-E4C7687C3A93}" destId="{AE5EB892-701C-4B96-9D3D-BB9643CA9CCD}" srcOrd="1" destOrd="0" parTransId="{8F477A44-760A-4C3E-8B74-BD6CF95F8A87}" sibTransId="{CA3A5B6D-55DE-4D46-A5CD-B1BC6E6D2EBF}"/>
    <dgm:cxn modelId="{4C83E0F5-3CDB-46F9-AEB7-C640EE3B55B0}" type="presOf" srcId="{8B185EEB-5982-482C-89A7-AC651FE5B19C}" destId="{70AC9BA1-F85F-4511-A14C-9187D9A0E122}" srcOrd="0" destOrd="0" presId="urn:microsoft.com/office/officeart/2005/8/layout/hierarchy6"/>
    <dgm:cxn modelId="{BE35F519-7863-4B56-8A54-AD4D3D544954}" type="presParOf" srcId="{A3355CEE-51E3-49B3-9FF6-E5C6F599B5C8}" destId="{B0E9AA72-9F02-4C81-896D-C1A6FCE8BA65}" srcOrd="0" destOrd="0" presId="urn:microsoft.com/office/officeart/2005/8/layout/hierarchy6"/>
    <dgm:cxn modelId="{BF950560-9BB5-43F3-BBBB-4B76C5F1BC04}" type="presParOf" srcId="{B0E9AA72-9F02-4C81-896D-C1A6FCE8BA65}" destId="{30702F9D-3299-418D-96E9-C04ABBE2934D}" srcOrd="0" destOrd="0" presId="urn:microsoft.com/office/officeart/2005/8/layout/hierarchy6"/>
    <dgm:cxn modelId="{E6E5A25F-BFF0-4A23-A194-40D354EB1F5D}" type="presParOf" srcId="{B0E9AA72-9F02-4C81-896D-C1A6FCE8BA65}" destId="{2BD060C7-6728-460B-A2A7-97DD17F65F94}" srcOrd="1" destOrd="0" presId="urn:microsoft.com/office/officeart/2005/8/layout/hierarchy6"/>
    <dgm:cxn modelId="{CF145E23-0C42-42F2-B3FE-6664F954644A}" type="presParOf" srcId="{2BD060C7-6728-460B-A2A7-97DD17F65F94}" destId="{1805B1FC-CB64-4909-BE97-86156B680D2D}" srcOrd="0" destOrd="0" presId="urn:microsoft.com/office/officeart/2005/8/layout/hierarchy6"/>
    <dgm:cxn modelId="{ACBE31D5-D4F4-49A3-A2F4-6C560638D713}" type="presParOf" srcId="{1805B1FC-CB64-4909-BE97-86156B680D2D}" destId="{A94B4953-A035-4791-B6F3-74D3C2680EA4}" srcOrd="0" destOrd="0" presId="urn:microsoft.com/office/officeart/2005/8/layout/hierarchy6"/>
    <dgm:cxn modelId="{DFF8C84C-BAEE-4A7B-8A6B-C2CBD1D73D37}" type="presParOf" srcId="{1805B1FC-CB64-4909-BE97-86156B680D2D}" destId="{42261129-3C8C-44C1-A0AB-84FCC3774C27}" srcOrd="1" destOrd="0" presId="urn:microsoft.com/office/officeart/2005/8/layout/hierarchy6"/>
    <dgm:cxn modelId="{F014B2AE-D03F-406C-87ED-E0C442B5E878}" type="presParOf" srcId="{42261129-3C8C-44C1-A0AB-84FCC3774C27}" destId="{AA08F331-3D1A-4193-9D67-E8B3105E2D55}" srcOrd="0" destOrd="0" presId="urn:microsoft.com/office/officeart/2005/8/layout/hierarchy6"/>
    <dgm:cxn modelId="{48D93D86-B4DA-43E9-BD17-16AB1D5434DE}" type="presParOf" srcId="{42261129-3C8C-44C1-A0AB-84FCC3774C27}" destId="{4601FEFE-9414-4B04-B51B-A3B0D76D751B}" srcOrd="1" destOrd="0" presId="urn:microsoft.com/office/officeart/2005/8/layout/hierarchy6"/>
    <dgm:cxn modelId="{AE62BA48-18BB-4ED7-865A-5F603E4FDCE5}" type="presParOf" srcId="{4601FEFE-9414-4B04-B51B-A3B0D76D751B}" destId="{87AE9421-3E6D-4BEE-86C5-A250310D0A47}" srcOrd="0" destOrd="0" presId="urn:microsoft.com/office/officeart/2005/8/layout/hierarchy6"/>
    <dgm:cxn modelId="{17D99B83-E3B0-46E0-AD17-4C299ABA6108}" type="presParOf" srcId="{4601FEFE-9414-4B04-B51B-A3B0D76D751B}" destId="{F0DAF148-A75E-4A5A-B8FF-E37434E319B3}" srcOrd="1" destOrd="0" presId="urn:microsoft.com/office/officeart/2005/8/layout/hierarchy6"/>
    <dgm:cxn modelId="{0FE29E83-E542-4063-8E54-088DA6E55314}" type="presParOf" srcId="{42261129-3C8C-44C1-A0AB-84FCC3774C27}" destId="{4A2DEA57-BA33-40A5-BAB8-C3EA2DA3C1C5}" srcOrd="2" destOrd="0" presId="urn:microsoft.com/office/officeart/2005/8/layout/hierarchy6"/>
    <dgm:cxn modelId="{45E00352-C4AE-4D6B-8E5D-9457307BFE6A}" type="presParOf" srcId="{42261129-3C8C-44C1-A0AB-84FCC3774C27}" destId="{6F62D88F-C690-4F89-9C01-2EE9E36B796F}" srcOrd="3" destOrd="0" presId="urn:microsoft.com/office/officeart/2005/8/layout/hierarchy6"/>
    <dgm:cxn modelId="{41A2D8E8-E227-4875-A737-FDB1D175086E}" type="presParOf" srcId="{6F62D88F-C690-4F89-9C01-2EE9E36B796F}" destId="{6A9BE8DD-7172-4205-B447-402133912F60}" srcOrd="0" destOrd="0" presId="urn:microsoft.com/office/officeart/2005/8/layout/hierarchy6"/>
    <dgm:cxn modelId="{0D879021-3EC3-4D95-A597-8EBC076EE3E4}" type="presParOf" srcId="{6F62D88F-C690-4F89-9C01-2EE9E36B796F}" destId="{E5BDD409-624C-46CD-B704-65C4C705B524}" srcOrd="1" destOrd="0" presId="urn:microsoft.com/office/officeart/2005/8/layout/hierarchy6"/>
    <dgm:cxn modelId="{53C2485A-9F48-4AE4-80C8-991CD08553F6}" type="presParOf" srcId="{42261129-3C8C-44C1-A0AB-84FCC3774C27}" destId="{0CB3BD6A-6CC0-4BBA-8E76-11552244D5DB}" srcOrd="4" destOrd="0" presId="urn:microsoft.com/office/officeart/2005/8/layout/hierarchy6"/>
    <dgm:cxn modelId="{CC428B9F-2529-46D7-845E-DEC427CA1B56}" type="presParOf" srcId="{42261129-3C8C-44C1-A0AB-84FCC3774C27}" destId="{1C4D6A88-B015-4177-8026-C81A98F87D83}" srcOrd="5" destOrd="0" presId="urn:microsoft.com/office/officeart/2005/8/layout/hierarchy6"/>
    <dgm:cxn modelId="{CAA783C7-2A45-4D38-868E-40BDDF057369}" type="presParOf" srcId="{1C4D6A88-B015-4177-8026-C81A98F87D83}" destId="{2A3673E0-95E6-477D-8136-28A663450C8D}" srcOrd="0" destOrd="0" presId="urn:microsoft.com/office/officeart/2005/8/layout/hierarchy6"/>
    <dgm:cxn modelId="{5FA30A57-B7D8-4AEC-BAE1-58EB68FEFED7}" type="presParOf" srcId="{1C4D6A88-B015-4177-8026-C81A98F87D83}" destId="{9EE0A553-3296-4200-8C8A-9814002219BE}" srcOrd="1" destOrd="0" presId="urn:microsoft.com/office/officeart/2005/8/layout/hierarchy6"/>
    <dgm:cxn modelId="{42EEAAC8-916F-4177-8DE8-29A782CE25D3}" type="presParOf" srcId="{42261129-3C8C-44C1-A0AB-84FCC3774C27}" destId="{70AC9BA1-F85F-4511-A14C-9187D9A0E122}" srcOrd="6" destOrd="0" presId="urn:microsoft.com/office/officeart/2005/8/layout/hierarchy6"/>
    <dgm:cxn modelId="{40C4F18D-CB48-4619-8C08-7DE6F4344C86}" type="presParOf" srcId="{42261129-3C8C-44C1-A0AB-84FCC3774C27}" destId="{72B8830A-042E-40AD-B70B-26B94E2177A9}" srcOrd="7" destOrd="0" presId="urn:microsoft.com/office/officeart/2005/8/layout/hierarchy6"/>
    <dgm:cxn modelId="{B9E9C27C-6E36-4AD5-990F-4261AD12001D}" type="presParOf" srcId="{72B8830A-042E-40AD-B70B-26B94E2177A9}" destId="{B8AD5119-D4F5-4BA6-9A67-DFD43C6B4247}" srcOrd="0" destOrd="0" presId="urn:microsoft.com/office/officeart/2005/8/layout/hierarchy6"/>
    <dgm:cxn modelId="{C5F152EB-BA3D-49DE-982C-10ECE4D8491C}" type="presParOf" srcId="{72B8830A-042E-40AD-B70B-26B94E2177A9}" destId="{3FDDC103-0561-492D-8E35-D89C7CAA5BEF}" srcOrd="1" destOrd="0" presId="urn:microsoft.com/office/officeart/2005/8/layout/hierarchy6"/>
    <dgm:cxn modelId="{84D96417-FF95-490F-BEFF-EF07E9284021}" type="presParOf" srcId="{3FDDC103-0561-492D-8E35-D89C7CAA5BEF}" destId="{95105EBE-785D-4CF7-8362-3C5C7BD2BD72}" srcOrd="0" destOrd="0" presId="urn:microsoft.com/office/officeart/2005/8/layout/hierarchy6"/>
    <dgm:cxn modelId="{4628D166-2DB6-4C4A-9538-E449CB8705DA}" type="presParOf" srcId="{3FDDC103-0561-492D-8E35-D89C7CAA5BEF}" destId="{BF771D57-B0DE-4AF0-92AC-238BDFC07C34}" srcOrd="1" destOrd="0" presId="urn:microsoft.com/office/officeart/2005/8/layout/hierarchy6"/>
    <dgm:cxn modelId="{D5C4C694-66D0-465F-8A86-38A8C843B6F8}" type="presParOf" srcId="{BF771D57-B0DE-4AF0-92AC-238BDFC07C34}" destId="{E64627B7-741B-440C-93BD-2C02AE1CBF2E}" srcOrd="0" destOrd="0" presId="urn:microsoft.com/office/officeart/2005/8/layout/hierarchy6"/>
    <dgm:cxn modelId="{032B2BD2-64C2-497B-855C-EF6B8AD5BA04}" type="presParOf" srcId="{BF771D57-B0DE-4AF0-92AC-238BDFC07C34}" destId="{06DB1D2C-DD80-488E-8590-562CC6CAD3AD}" srcOrd="1" destOrd="0" presId="urn:microsoft.com/office/officeart/2005/8/layout/hierarchy6"/>
    <dgm:cxn modelId="{4CD7B921-B359-417F-9A6C-9C8EC7CB8F47}" type="presParOf" srcId="{3FDDC103-0561-492D-8E35-D89C7CAA5BEF}" destId="{4960FA3D-5792-4FA2-BB72-4E850F945790}" srcOrd="2" destOrd="0" presId="urn:microsoft.com/office/officeart/2005/8/layout/hierarchy6"/>
    <dgm:cxn modelId="{5FB6651C-FDB9-4219-AC50-3D9DBBB1F32B}" type="presParOf" srcId="{3FDDC103-0561-492D-8E35-D89C7CAA5BEF}" destId="{AC36278A-9656-4856-B7E3-A41F6CAF19C9}" srcOrd="3" destOrd="0" presId="urn:microsoft.com/office/officeart/2005/8/layout/hierarchy6"/>
    <dgm:cxn modelId="{F666DD06-A9D1-44FD-965E-B3452CEE5228}" type="presParOf" srcId="{AC36278A-9656-4856-B7E3-A41F6CAF19C9}" destId="{A79FA34D-D9B4-461F-9308-EB2C6BB25E79}" srcOrd="0" destOrd="0" presId="urn:microsoft.com/office/officeart/2005/8/layout/hierarchy6"/>
    <dgm:cxn modelId="{EFA69945-5CB8-4C09-A173-87B3CFE6064D}" type="presParOf" srcId="{AC36278A-9656-4856-B7E3-A41F6CAF19C9}" destId="{407DA568-0E3C-4F11-BA41-CDF7F7BF8715}" srcOrd="1" destOrd="0" presId="urn:microsoft.com/office/officeart/2005/8/layout/hierarchy6"/>
    <dgm:cxn modelId="{F951DD20-2B9E-4CBC-A4D0-EC05FA46A923}" type="presParOf" srcId="{A3355CEE-51E3-49B3-9FF6-E5C6F599B5C8}" destId="{2B001D4B-0C34-4D77-87A1-94CAA559AB50}" srcOrd="1" destOrd="0" presId="urn:microsoft.com/office/officeart/2005/8/layout/hierarchy6"/>
    <dgm:cxn modelId="{0E9FF628-A20D-4E2E-890A-A3E6A5CC95E2}" type="presParOf" srcId="{2B001D4B-0C34-4D77-87A1-94CAA559AB50}" destId="{8EF61B8D-15D6-465F-BBB3-EB00FF3D7883}" srcOrd="0" destOrd="0" presId="urn:microsoft.com/office/officeart/2005/8/layout/hierarchy6"/>
    <dgm:cxn modelId="{1F3248F9-AF35-4A05-89F5-B2BFCF0C9A8E}" type="presParOf" srcId="{8EF61B8D-15D6-465F-BBB3-EB00FF3D7883}" destId="{C95C4783-78F1-4922-9D4F-032893E17120}" srcOrd="0" destOrd="0" presId="urn:microsoft.com/office/officeart/2005/8/layout/hierarchy6"/>
    <dgm:cxn modelId="{546A68B1-2AD5-48FF-990D-920ACC52815B}" type="presParOf" srcId="{8EF61B8D-15D6-465F-BBB3-EB00FF3D7883}" destId="{3ABF62AE-FCBF-4A01-B1F3-8BB0427D8334}" srcOrd="1" destOrd="0" presId="urn:microsoft.com/office/officeart/2005/8/layout/hierarchy6"/>
    <dgm:cxn modelId="{921F3156-C319-4FCE-AECC-9C1914DC063A}" type="presParOf" srcId="{2B001D4B-0C34-4D77-87A1-94CAA559AB50}" destId="{61E2D49A-BA68-4AE7-8EA5-E23F13BB3DEC}" srcOrd="1" destOrd="0" presId="urn:microsoft.com/office/officeart/2005/8/layout/hierarchy6"/>
    <dgm:cxn modelId="{5E98AD54-697B-479B-99C7-1A6855E52E9B}" type="presParOf" srcId="{61E2D49A-BA68-4AE7-8EA5-E23F13BB3DEC}" destId="{0229421E-6389-4DBD-AFFF-04EFE38D7DF0}" srcOrd="0" destOrd="0" presId="urn:microsoft.com/office/officeart/2005/8/layout/hierarchy6"/>
    <dgm:cxn modelId="{511D448B-2F51-429E-A3C0-482EC8F01535}" type="presParOf" srcId="{2B001D4B-0C34-4D77-87A1-94CAA559AB50}" destId="{59FB2021-D1F9-4FF5-823A-4599F044036D}" srcOrd="2" destOrd="0" presId="urn:microsoft.com/office/officeart/2005/8/layout/hierarchy6"/>
    <dgm:cxn modelId="{48B25D47-3CC8-4F8C-8882-2DE1614D5423}" type="presParOf" srcId="{59FB2021-D1F9-4FF5-823A-4599F044036D}" destId="{7054B0BD-2C23-4968-9775-C4E8E9CC6219}" srcOrd="0" destOrd="0" presId="urn:microsoft.com/office/officeart/2005/8/layout/hierarchy6"/>
    <dgm:cxn modelId="{18C09D67-D79E-4D6C-811A-72A1B298A01F}" type="presParOf" srcId="{59FB2021-D1F9-4FF5-823A-4599F044036D}" destId="{44D140EE-66D4-4120-844B-BE444221629F}" srcOrd="1" destOrd="0" presId="urn:microsoft.com/office/officeart/2005/8/layout/hierarchy6"/>
    <dgm:cxn modelId="{43D1D9F6-7A83-4D2E-9D75-F05B5FB55B7C}" type="presParOf" srcId="{2B001D4B-0C34-4D77-87A1-94CAA559AB50}" destId="{B0703DDE-72F7-4748-877F-07A6E9E87C49}" srcOrd="3" destOrd="0" presId="urn:microsoft.com/office/officeart/2005/8/layout/hierarchy6"/>
    <dgm:cxn modelId="{576C0182-BE8A-49B9-A0A2-FC989B685E89}" type="presParOf" srcId="{B0703DDE-72F7-4748-877F-07A6E9E87C49}" destId="{9692739B-1B50-458D-9A95-01BE74BFA512}" srcOrd="0" destOrd="0" presId="urn:microsoft.com/office/officeart/2005/8/layout/hierarchy6"/>
    <dgm:cxn modelId="{F2D221CB-3519-4274-9878-283FA0F8B51F}" type="presParOf" srcId="{2B001D4B-0C34-4D77-87A1-94CAA559AB50}" destId="{CEE63192-E4CB-4AED-AD90-A7AFD58428A5}" srcOrd="4" destOrd="0" presId="urn:microsoft.com/office/officeart/2005/8/layout/hierarchy6"/>
    <dgm:cxn modelId="{12863331-271F-40FF-8882-F8968F1CF28E}" type="presParOf" srcId="{CEE63192-E4CB-4AED-AD90-A7AFD58428A5}" destId="{BAF123E0-EDB2-4382-8CA3-5D9C235A1531}" srcOrd="0" destOrd="0" presId="urn:microsoft.com/office/officeart/2005/8/layout/hierarchy6"/>
    <dgm:cxn modelId="{E9A85A19-B49C-4A7A-A7F1-66D4C5C142D7}" type="presParOf" srcId="{CEE63192-E4CB-4AED-AD90-A7AFD58428A5}" destId="{CAC4DA1F-612B-4603-A32E-C46B06103BB3}" srcOrd="1" destOrd="0" presId="urn:microsoft.com/office/officeart/2005/8/layout/hierarchy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DD60ACD-E544-4CA0-B636-AE6AC4DD22B5}"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fr-CA"/>
        </a:p>
      </dgm:t>
    </dgm:pt>
    <dgm:pt modelId="{70A71E17-2F3D-42B0-BD33-20C8D85725D1}">
      <dgm:prSet phldrT="[Texte]" phldr="0"/>
      <dgm:spPr/>
      <dgm:t>
        <a:bodyPr/>
        <a:lstStyle/>
        <a:p>
          <a:r>
            <a:rPr lang="fr-CA" dirty="0"/>
            <a:t>Bosse</a:t>
          </a:r>
        </a:p>
      </dgm:t>
    </dgm:pt>
    <dgm:pt modelId="{00D0DE4B-28A7-4273-BA82-9F3D156F18E1}" type="parTrans" cxnId="{B94430A5-902E-455D-8A8B-6D08369351EF}">
      <dgm:prSet/>
      <dgm:spPr/>
      <dgm:t>
        <a:bodyPr/>
        <a:lstStyle/>
        <a:p>
          <a:endParaRPr lang="fr-CA"/>
        </a:p>
      </dgm:t>
    </dgm:pt>
    <dgm:pt modelId="{17F5AE55-7DC3-4551-BCB3-27DC2143C605}" type="sibTrans" cxnId="{B94430A5-902E-455D-8A8B-6D08369351EF}">
      <dgm:prSet/>
      <dgm:spPr/>
      <dgm:t>
        <a:bodyPr/>
        <a:lstStyle/>
        <a:p>
          <a:endParaRPr lang="fr-CA"/>
        </a:p>
      </dgm:t>
    </dgm:pt>
    <dgm:pt modelId="{54550AC1-6BE1-4269-9BEF-C20637C20FF9}" type="asst">
      <dgm:prSet phldrT="[Texte]" phldr="0"/>
      <dgm:spPr/>
      <dgm:t>
        <a:bodyPr/>
        <a:lstStyle/>
        <a:p>
          <a:r>
            <a:rPr lang="fr-CA" dirty="0"/>
            <a:t>Assistant</a:t>
          </a:r>
        </a:p>
      </dgm:t>
    </dgm:pt>
    <dgm:pt modelId="{254752F7-44B5-4398-A6AD-1D52A98566E2}" type="parTrans" cxnId="{1449AF02-25C4-488A-9B26-FB04D3EB4325}">
      <dgm:prSet/>
      <dgm:spPr/>
      <dgm:t>
        <a:bodyPr/>
        <a:lstStyle/>
        <a:p>
          <a:endParaRPr lang="fr-CA"/>
        </a:p>
      </dgm:t>
    </dgm:pt>
    <dgm:pt modelId="{3A2D279D-63FE-483B-86CF-A594BAE2165F}" type="sibTrans" cxnId="{1449AF02-25C4-488A-9B26-FB04D3EB4325}">
      <dgm:prSet/>
      <dgm:spPr/>
      <dgm:t>
        <a:bodyPr/>
        <a:lstStyle/>
        <a:p>
          <a:endParaRPr lang="fr-CA"/>
        </a:p>
      </dgm:t>
    </dgm:pt>
    <dgm:pt modelId="{E0DC5086-54E4-436A-8C8A-509B1DC85E5C}">
      <dgm:prSet phldrT="[Texte]" phldr="0"/>
      <dgm:spPr/>
      <dgm:t>
        <a:bodyPr/>
        <a:lstStyle/>
        <a:p>
          <a:r>
            <a:rPr lang="fr-CA" dirty="0"/>
            <a:t>Employé 1</a:t>
          </a:r>
        </a:p>
      </dgm:t>
    </dgm:pt>
    <dgm:pt modelId="{CCCA0456-529D-494F-8DE5-14B5ADF416B7}" type="parTrans" cxnId="{159B3653-3950-4AF1-AE74-DEB3FAB1DF4D}">
      <dgm:prSet/>
      <dgm:spPr/>
      <dgm:t>
        <a:bodyPr/>
        <a:lstStyle/>
        <a:p>
          <a:endParaRPr lang="fr-CA"/>
        </a:p>
      </dgm:t>
    </dgm:pt>
    <dgm:pt modelId="{9BEEA8FF-35A8-4BFB-867F-D116C218C9DB}" type="sibTrans" cxnId="{159B3653-3950-4AF1-AE74-DEB3FAB1DF4D}">
      <dgm:prSet/>
      <dgm:spPr/>
      <dgm:t>
        <a:bodyPr/>
        <a:lstStyle/>
        <a:p>
          <a:endParaRPr lang="fr-CA"/>
        </a:p>
      </dgm:t>
    </dgm:pt>
    <dgm:pt modelId="{2905196F-E4CF-419D-AAA0-DA535A47FDBA}">
      <dgm:prSet phldrT="[Texte]" phldr="0"/>
      <dgm:spPr/>
      <dgm:t>
        <a:bodyPr/>
        <a:lstStyle/>
        <a:p>
          <a:r>
            <a:rPr lang="fr-CA" dirty="0"/>
            <a:t>Employé 2</a:t>
          </a:r>
        </a:p>
      </dgm:t>
    </dgm:pt>
    <dgm:pt modelId="{74B5C2C4-FD0D-4FFA-AF09-EBBB61F1900A}" type="parTrans" cxnId="{B4C55FE2-297D-4E8E-94A5-13A8E521A759}">
      <dgm:prSet/>
      <dgm:spPr/>
      <dgm:t>
        <a:bodyPr/>
        <a:lstStyle/>
        <a:p>
          <a:endParaRPr lang="fr-CA"/>
        </a:p>
      </dgm:t>
    </dgm:pt>
    <dgm:pt modelId="{AFD5F371-512C-49CB-875C-41CF8731328D}" type="sibTrans" cxnId="{B4C55FE2-297D-4E8E-94A5-13A8E521A759}">
      <dgm:prSet/>
      <dgm:spPr/>
      <dgm:t>
        <a:bodyPr/>
        <a:lstStyle/>
        <a:p>
          <a:endParaRPr lang="fr-CA"/>
        </a:p>
      </dgm:t>
    </dgm:pt>
    <dgm:pt modelId="{E1C97BCA-DA35-4165-B9F3-E4C7687C3A93}">
      <dgm:prSet phldrT="[Texte]" phldr="0"/>
      <dgm:spPr/>
      <dgm:t>
        <a:bodyPr/>
        <a:lstStyle/>
        <a:p>
          <a:r>
            <a:rPr lang="fr-CA" dirty="0"/>
            <a:t>Employé 3</a:t>
          </a:r>
        </a:p>
      </dgm:t>
    </dgm:pt>
    <dgm:pt modelId="{8B185EEB-5982-482C-89A7-AC651FE5B19C}" type="parTrans" cxnId="{6B0C8B1B-9BF5-48D6-B653-3DEBFB59853E}">
      <dgm:prSet/>
      <dgm:spPr/>
      <dgm:t>
        <a:bodyPr/>
        <a:lstStyle/>
        <a:p>
          <a:endParaRPr lang="fr-CA"/>
        </a:p>
      </dgm:t>
    </dgm:pt>
    <dgm:pt modelId="{F91E4FD5-8A44-4214-9C07-DFCB6F41E83D}" type="sibTrans" cxnId="{6B0C8B1B-9BF5-48D6-B653-3DEBFB59853E}">
      <dgm:prSet/>
      <dgm:spPr/>
      <dgm:t>
        <a:bodyPr/>
        <a:lstStyle/>
        <a:p>
          <a:endParaRPr lang="fr-CA"/>
        </a:p>
      </dgm:t>
    </dgm:pt>
    <dgm:pt modelId="{A271E0E9-3842-448B-ACD2-2A4A7C19A452}" type="pres">
      <dgm:prSet presAssocID="{1DD60ACD-E544-4CA0-B636-AE6AC4DD22B5}" presName="diagram" presStyleCnt="0">
        <dgm:presLayoutVars>
          <dgm:chPref val="1"/>
          <dgm:dir/>
          <dgm:animOne val="branch"/>
          <dgm:animLvl val="lvl"/>
          <dgm:resizeHandles val="exact"/>
        </dgm:presLayoutVars>
      </dgm:prSet>
      <dgm:spPr/>
    </dgm:pt>
    <dgm:pt modelId="{314B53C4-823E-48DC-A984-8C5AB58B4181}" type="pres">
      <dgm:prSet presAssocID="{70A71E17-2F3D-42B0-BD33-20C8D85725D1}" presName="root1" presStyleCnt="0"/>
      <dgm:spPr/>
    </dgm:pt>
    <dgm:pt modelId="{8B7C294F-1002-4158-BD9E-EA493F439C5C}" type="pres">
      <dgm:prSet presAssocID="{70A71E17-2F3D-42B0-BD33-20C8D85725D1}" presName="LevelOneTextNode" presStyleLbl="node0" presStyleIdx="0" presStyleCnt="1">
        <dgm:presLayoutVars>
          <dgm:chPref val="3"/>
        </dgm:presLayoutVars>
      </dgm:prSet>
      <dgm:spPr/>
    </dgm:pt>
    <dgm:pt modelId="{D15CE08D-96D3-4DF8-89E3-D8BD224C4A3F}" type="pres">
      <dgm:prSet presAssocID="{70A71E17-2F3D-42B0-BD33-20C8D85725D1}" presName="level2hierChild" presStyleCnt="0"/>
      <dgm:spPr/>
    </dgm:pt>
    <dgm:pt modelId="{EBDB0199-8C2C-4ACA-A5E9-26CE86009035}" type="pres">
      <dgm:prSet presAssocID="{254752F7-44B5-4398-A6AD-1D52A98566E2}" presName="conn2-1" presStyleLbl="parChTrans1D2" presStyleIdx="0" presStyleCnt="4"/>
      <dgm:spPr/>
    </dgm:pt>
    <dgm:pt modelId="{F957C095-5BE0-4600-9B4C-18E662446E73}" type="pres">
      <dgm:prSet presAssocID="{254752F7-44B5-4398-A6AD-1D52A98566E2}" presName="connTx" presStyleLbl="parChTrans1D2" presStyleIdx="0" presStyleCnt="4"/>
      <dgm:spPr/>
    </dgm:pt>
    <dgm:pt modelId="{395901C4-5D52-4C08-9445-86DB342539C3}" type="pres">
      <dgm:prSet presAssocID="{54550AC1-6BE1-4269-9BEF-C20637C20FF9}" presName="root2" presStyleCnt="0"/>
      <dgm:spPr/>
    </dgm:pt>
    <dgm:pt modelId="{74662C62-908F-46D1-B0C1-FF3C7A067041}" type="pres">
      <dgm:prSet presAssocID="{54550AC1-6BE1-4269-9BEF-C20637C20FF9}" presName="LevelTwoTextNode" presStyleLbl="asst1" presStyleIdx="0" presStyleCnt="1">
        <dgm:presLayoutVars>
          <dgm:chPref val="3"/>
        </dgm:presLayoutVars>
      </dgm:prSet>
      <dgm:spPr/>
    </dgm:pt>
    <dgm:pt modelId="{52850B42-F56C-4D2C-B22E-51D7AAB619EF}" type="pres">
      <dgm:prSet presAssocID="{54550AC1-6BE1-4269-9BEF-C20637C20FF9}" presName="level3hierChild" presStyleCnt="0"/>
      <dgm:spPr/>
    </dgm:pt>
    <dgm:pt modelId="{ACFEAB7A-F303-4E44-A9EC-ACC13F51339D}" type="pres">
      <dgm:prSet presAssocID="{CCCA0456-529D-494F-8DE5-14B5ADF416B7}" presName="conn2-1" presStyleLbl="parChTrans1D2" presStyleIdx="1" presStyleCnt="4"/>
      <dgm:spPr/>
    </dgm:pt>
    <dgm:pt modelId="{3965EB8E-DDE1-4064-8199-A3438668E505}" type="pres">
      <dgm:prSet presAssocID="{CCCA0456-529D-494F-8DE5-14B5ADF416B7}" presName="connTx" presStyleLbl="parChTrans1D2" presStyleIdx="1" presStyleCnt="4"/>
      <dgm:spPr/>
    </dgm:pt>
    <dgm:pt modelId="{C0FEE139-2FD2-4948-80F6-C36832412F82}" type="pres">
      <dgm:prSet presAssocID="{E0DC5086-54E4-436A-8C8A-509B1DC85E5C}" presName="root2" presStyleCnt="0"/>
      <dgm:spPr/>
    </dgm:pt>
    <dgm:pt modelId="{B1CA4DE3-0323-4DF8-81FE-ECF5797A93F2}" type="pres">
      <dgm:prSet presAssocID="{E0DC5086-54E4-436A-8C8A-509B1DC85E5C}" presName="LevelTwoTextNode" presStyleLbl="node2" presStyleIdx="0" presStyleCnt="3">
        <dgm:presLayoutVars>
          <dgm:chPref val="3"/>
        </dgm:presLayoutVars>
      </dgm:prSet>
      <dgm:spPr/>
    </dgm:pt>
    <dgm:pt modelId="{6C0A434D-E097-40DA-8A87-35AFA95367EE}" type="pres">
      <dgm:prSet presAssocID="{E0DC5086-54E4-436A-8C8A-509B1DC85E5C}" presName="level3hierChild" presStyleCnt="0"/>
      <dgm:spPr/>
    </dgm:pt>
    <dgm:pt modelId="{16E4966B-817C-4AEF-B93B-3641333816ED}" type="pres">
      <dgm:prSet presAssocID="{74B5C2C4-FD0D-4FFA-AF09-EBBB61F1900A}" presName="conn2-1" presStyleLbl="parChTrans1D2" presStyleIdx="2" presStyleCnt="4"/>
      <dgm:spPr/>
    </dgm:pt>
    <dgm:pt modelId="{3CF1FF64-D341-465B-8A0A-7D1EBB3751C3}" type="pres">
      <dgm:prSet presAssocID="{74B5C2C4-FD0D-4FFA-AF09-EBBB61F1900A}" presName="connTx" presStyleLbl="parChTrans1D2" presStyleIdx="2" presStyleCnt="4"/>
      <dgm:spPr/>
    </dgm:pt>
    <dgm:pt modelId="{C54BC32D-7249-4D3B-A6B1-95EFDCE3DEA8}" type="pres">
      <dgm:prSet presAssocID="{2905196F-E4CF-419D-AAA0-DA535A47FDBA}" presName="root2" presStyleCnt="0"/>
      <dgm:spPr/>
    </dgm:pt>
    <dgm:pt modelId="{02C92A8F-5A2D-4094-9D5F-622335135617}" type="pres">
      <dgm:prSet presAssocID="{2905196F-E4CF-419D-AAA0-DA535A47FDBA}" presName="LevelTwoTextNode" presStyleLbl="node2" presStyleIdx="1" presStyleCnt="3">
        <dgm:presLayoutVars>
          <dgm:chPref val="3"/>
        </dgm:presLayoutVars>
      </dgm:prSet>
      <dgm:spPr/>
    </dgm:pt>
    <dgm:pt modelId="{BB2B5F97-8679-4E4B-91C0-3BAE42C3FA97}" type="pres">
      <dgm:prSet presAssocID="{2905196F-E4CF-419D-AAA0-DA535A47FDBA}" presName="level3hierChild" presStyleCnt="0"/>
      <dgm:spPr/>
    </dgm:pt>
    <dgm:pt modelId="{493CFDFE-6F64-441C-9BA8-DC30C90DA76B}" type="pres">
      <dgm:prSet presAssocID="{8B185EEB-5982-482C-89A7-AC651FE5B19C}" presName="conn2-1" presStyleLbl="parChTrans1D2" presStyleIdx="3" presStyleCnt="4"/>
      <dgm:spPr/>
    </dgm:pt>
    <dgm:pt modelId="{ED4EB9B4-D8A3-4269-A5B8-8D69C7579872}" type="pres">
      <dgm:prSet presAssocID="{8B185EEB-5982-482C-89A7-AC651FE5B19C}" presName="connTx" presStyleLbl="parChTrans1D2" presStyleIdx="3" presStyleCnt="4"/>
      <dgm:spPr/>
    </dgm:pt>
    <dgm:pt modelId="{C270041F-1127-4176-B589-8EFE2A141670}" type="pres">
      <dgm:prSet presAssocID="{E1C97BCA-DA35-4165-B9F3-E4C7687C3A93}" presName="root2" presStyleCnt="0"/>
      <dgm:spPr/>
    </dgm:pt>
    <dgm:pt modelId="{7360467B-37DC-4FEE-896B-BEF280EF6321}" type="pres">
      <dgm:prSet presAssocID="{E1C97BCA-DA35-4165-B9F3-E4C7687C3A93}" presName="LevelTwoTextNode" presStyleLbl="node2" presStyleIdx="2" presStyleCnt="3">
        <dgm:presLayoutVars>
          <dgm:chPref val="3"/>
        </dgm:presLayoutVars>
      </dgm:prSet>
      <dgm:spPr/>
    </dgm:pt>
    <dgm:pt modelId="{E6D692E6-F1B3-48D4-98EC-36D0A2D78CE2}" type="pres">
      <dgm:prSet presAssocID="{E1C97BCA-DA35-4165-B9F3-E4C7687C3A93}" presName="level3hierChild" presStyleCnt="0"/>
      <dgm:spPr/>
    </dgm:pt>
  </dgm:ptLst>
  <dgm:cxnLst>
    <dgm:cxn modelId="{1449AF02-25C4-488A-9B26-FB04D3EB4325}" srcId="{70A71E17-2F3D-42B0-BD33-20C8D85725D1}" destId="{54550AC1-6BE1-4269-9BEF-C20637C20FF9}" srcOrd="0" destOrd="0" parTransId="{254752F7-44B5-4398-A6AD-1D52A98566E2}" sibTransId="{3A2D279D-63FE-483B-86CF-A594BAE2165F}"/>
    <dgm:cxn modelId="{BD352304-514B-4A00-8104-592157BC5F6E}" type="presOf" srcId="{2905196F-E4CF-419D-AAA0-DA535A47FDBA}" destId="{02C92A8F-5A2D-4094-9D5F-622335135617}" srcOrd="0" destOrd="0" presId="urn:microsoft.com/office/officeart/2005/8/layout/hierarchy2"/>
    <dgm:cxn modelId="{1D2FB819-0A8B-4EF1-B29E-4DBBC5B597BA}" type="presOf" srcId="{70A71E17-2F3D-42B0-BD33-20C8D85725D1}" destId="{8B7C294F-1002-4158-BD9E-EA493F439C5C}" srcOrd="0" destOrd="0" presId="urn:microsoft.com/office/officeart/2005/8/layout/hierarchy2"/>
    <dgm:cxn modelId="{6B0C8B1B-9BF5-48D6-B653-3DEBFB59853E}" srcId="{70A71E17-2F3D-42B0-BD33-20C8D85725D1}" destId="{E1C97BCA-DA35-4165-B9F3-E4C7687C3A93}" srcOrd="3" destOrd="0" parTransId="{8B185EEB-5982-482C-89A7-AC651FE5B19C}" sibTransId="{F91E4FD5-8A44-4214-9C07-DFCB6F41E83D}"/>
    <dgm:cxn modelId="{527AAB25-D92C-4966-AC64-8E2D19537722}" type="presOf" srcId="{254752F7-44B5-4398-A6AD-1D52A98566E2}" destId="{F957C095-5BE0-4600-9B4C-18E662446E73}" srcOrd="1" destOrd="0" presId="urn:microsoft.com/office/officeart/2005/8/layout/hierarchy2"/>
    <dgm:cxn modelId="{E3CCBE27-B046-47AC-8EB3-DF569E6E6B10}" type="presOf" srcId="{CCCA0456-529D-494F-8DE5-14B5ADF416B7}" destId="{ACFEAB7A-F303-4E44-A9EC-ACC13F51339D}" srcOrd="0" destOrd="0" presId="urn:microsoft.com/office/officeart/2005/8/layout/hierarchy2"/>
    <dgm:cxn modelId="{255AC83D-2D8B-4190-935F-FB8E821F0148}" type="presOf" srcId="{254752F7-44B5-4398-A6AD-1D52A98566E2}" destId="{EBDB0199-8C2C-4ACA-A5E9-26CE86009035}" srcOrd="0" destOrd="0" presId="urn:microsoft.com/office/officeart/2005/8/layout/hierarchy2"/>
    <dgm:cxn modelId="{D22CC152-09E6-42D6-996C-ED35976F388B}" type="presOf" srcId="{74B5C2C4-FD0D-4FFA-AF09-EBBB61F1900A}" destId="{16E4966B-817C-4AEF-B93B-3641333816ED}" srcOrd="0" destOrd="0" presId="urn:microsoft.com/office/officeart/2005/8/layout/hierarchy2"/>
    <dgm:cxn modelId="{159B3653-3950-4AF1-AE74-DEB3FAB1DF4D}" srcId="{70A71E17-2F3D-42B0-BD33-20C8D85725D1}" destId="{E0DC5086-54E4-436A-8C8A-509B1DC85E5C}" srcOrd="1" destOrd="0" parTransId="{CCCA0456-529D-494F-8DE5-14B5ADF416B7}" sibTransId="{9BEEA8FF-35A8-4BFB-867F-D116C218C9DB}"/>
    <dgm:cxn modelId="{1B80FD74-BEB6-4865-A616-C97DDC397707}" type="presOf" srcId="{54550AC1-6BE1-4269-9BEF-C20637C20FF9}" destId="{74662C62-908F-46D1-B0C1-FF3C7A067041}" srcOrd="0" destOrd="0" presId="urn:microsoft.com/office/officeart/2005/8/layout/hierarchy2"/>
    <dgm:cxn modelId="{08A94E56-AC02-45EC-B22A-7BD9AD60DC4D}" type="presOf" srcId="{74B5C2C4-FD0D-4FFA-AF09-EBBB61F1900A}" destId="{3CF1FF64-D341-465B-8A0A-7D1EBB3751C3}" srcOrd="1" destOrd="0" presId="urn:microsoft.com/office/officeart/2005/8/layout/hierarchy2"/>
    <dgm:cxn modelId="{87CF7B82-DAC8-4090-B6CE-A50690E84658}" type="presOf" srcId="{1DD60ACD-E544-4CA0-B636-AE6AC4DD22B5}" destId="{A271E0E9-3842-448B-ACD2-2A4A7C19A452}" srcOrd="0" destOrd="0" presId="urn:microsoft.com/office/officeart/2005/8/layout/hierarchy2"/>
    <dgm:cxn modelId="{A2F01F91-752B-44F5-BE01-CEDFEB15203E}" type="presOf" srcId="{E0DC5086-54E4-436A-8C8A-509B1DC85E5C}" destId="{B1CA4DE3-0323-4DF8-81FE-ECF5797A93F2}" srcOrd="0" destOrd="0" presId="urn:microsoft.com/office/officeart/2005/8/layout/hierarchy2"/>
    <dgm:cxn modelId="{8D677991-B4F8-4CBB-9687-91F11E6951CF}" type="presOf" srcId="{8B185EEB-5982-482C-89A7-AC651FE5B19C}" destId="{ED4EB9B4-D8A3-4269-A5B8-8D69C7579872}" srcOrd="1" destOrd="0" presId="urn:microsoft.com/office/officeart/2005/8/layout/hierarchy2"/>
    <dgm:cxn modelId="{B94430A5-902E-455D-8A8B-6D08369351EF}" srcId="{1DD60ACD-E544-4CA0-B636-AE6AC4DD22B5}" destId="{70A71E17-2F3D-42B0-BD33-20C8D85725D1}" srcOrd="0" destOrd="0" parTransId="{00D0DE4B-28A7-4273-BA82-9F3D156F18E1}" sibTransId="{17F5AE55-7DC3-4551-BCB3-27DC2143C605}"/>
    <dgm:cxn modelId="{B10325CF-E7E7-46AA-AFC0-DAD3B99ED5E7}" type="presOf" srcId="{8B185EEB-5982-482C-89A7-AC651FE5B19C}" destId="{493CFDFE-6F64-441C-9BA8-DC30C90DA76B}" srcOrd="0" destOrd="0" presId="urn:microsoft.com/office/officeart/2005/8/layout/hierarchy2"/>
    <dgm:cxn modelId="{9473A5E0-A812-40ED-8794-8000505C8A88}" type="presOf" srcId="{E1C97BCA-DA35-4165-B9F3-E4C7687C3A93}" destId="{7360467B-37DC-4FEE-896B-BEF280EF6321}" srcOrd="0" destOrd="0" presId="urn:microsoft.com/office/officeart/2005/8/layout/hierarchy2"/>
    <dgm:cxn modelId="{B4C55FE2-297D-4E8E-94A5-13A8E521A759}" srcId="{70A71E17-2F3D-42B0-BD33-20C8D85725D1}" destId="{2905196F-E4CF-419D-AAA0-DA535A47FDBA}" srcOrd="2" destOrd="0" parTransId="{74B5C2C4-FD0D-4FFA-AF09-EBBB61F1900A}" sibTransId="{AFD5F371-512C-49CB-875C-41CF8731328D}"/>
    <dgm:cxn modelId="{68C0F3FA-7E55-48F4-9130-3B7C6760AF24}" type="presOf" srcId="{CCCA0456-529D-494F-8DE5-14B5ADF416B7}" destId="{3965EB8E-DDE1-4064-8199-A3438668E505}" srcOrd="1" destOrd="0" presId="urn:microsoft.com/office/officeart/2005/8/layout/hierarchy2"/>
    <dgm:cxn modelId="{099EDCB5-DD81-48CD-9640-159B53EF6D24}" type="presParOf" srcId="{A271E0E9-3842-448B-ACD2-2A4A7C19A452}" destId="{314B53C4-823E-48DC-A984-8C5AB58B4181}" srcOrd="0" destOrd="0" presId="urn:microsoft.com/office/officeart/2005/8/layout/hierarchy2"/>
    <dgm:cxn modelId="{2D25E9AE-185C-40CB-B5B0-892B5D806BA3}" type="presParOf" srcId="{314B53C4-823E-48DC-A984-8C5AB58B4181}" destId="{8B7C294F-1002-4158-BD9E-EA493F439C5C}" srcOrd="0" destOrd="0" presId="urn:microsoft.com/office/officeart/2005/8/layout/hierarchy2"/>
    <dgm:cxn modelId="{C8B413DF-8F72-4909-89EB-D51F1BC9C710}" type="presParOf" srcId="{314B53C4-823E-48DC-A984-8C5AB58B4181}" destId="{D15CE08D-96D3-4DF8-89E3-D8BD224C4A3F}" srcOrd="1" destOrd="0" presId="urn:microsoft.com/office/officeart/2005/8/layout/hierarchy2"/>
    <dgm:cxn modelId="{232E61E7-3696-43B1-AB93-C0E855FF1860}" type="presParOf" srcId="{D15CE08D-96D3-4DF8-89E3-D8BD224C4A3F}" destId="{EBDB0199-8C2C-4ACA-A5E9-26CE86009035}" srcOrd="0" destOrd="0" presId="urn:microsoft.com/office/officeart/2005/8/layout/hierarchy2"/>
    <dgm:cxn modelId="{BBAE1BAA-5F3E-4971-A85F-0EC23CA5B7B8}" type="presParOf" srcId="{EBDB0199-8C2C-4ACA-A5E9-26CE86009035}" destId="{F957C095-5BE0-4600-9B4C-18E662446E73}" srcOrd="0" destOrd="0" presId="urn:microsoft.com/office/officeart/2005/8/layout/hierarchy2"/>
    <dgm:cxn modelId="{9FC1E043-DAE1-4C4E-849F-17588931E6EF}" type="presParOf" srcId="{D15CE08D-96D3-4DF8-89E3-D8BD224C4A3F}" destId="{395901C4-5D52-4C08-9445-86DB342539C3}" srcOrd="1" destOrd="0" presId="urn:microsoft.com/office/officeart/2005/8/layout/hierarchy2"/>
    <dgm:cxn modelId="{711239DD-3D27-4544-B744-B9CB6B53BA91}" type="presParOf" srcId="{395901C4-5D52-4C08-9445-86DB342539C3}" destId="{74662C62-908F-46D1-B0C1-FF3C7A067041}" srcOrd="0" destOrd="0" presId="urn:microsoft.com/office/officeart/2005/8/layout/hierarchy2"/>
    <dgm:cxn modelId="{2586CC41-01FE-471B-B08E-1BB63EF208B8}" type="presParOf" srcId="{395901C4-5D52-4C08-9445-86DB342539C3}" destId="{52850B42-F56C-4D2C-B22E-51D7AAB619EF}" srcOrd="1" destOrd="0" presId="urn:microsoft.com/office/officeart/2005/8/layout/hierarchy2"/>
    <dgm:cxn modelId="{F54AA54B-71E2-4CB0-BA03-472DDBF647CD}" type="presParOf" srcId="{D15CE08D-96D3-4DF8-89E3-D8BD224C4A3F}" destId="{ACFEAB7A-F303-4E44-A9EC-ACC13F51339D}" srcOrd="2" destOrd="0" presId="urn:microsoft.com/office/officeart/2005/8/layout/hierarchy2"/>
    <dgm:cxn modelId="{6992D1F6-A805-486B-9459-7AC5ABC551D9}" type="presParOf" srcId="{ACFEAB7A-F303-4E44-A9EC-ACC13F51339D}" destId="{3965EB8E-DDE1-4064-8199-A3438668E505}" srcOrd="0" destOrd="0" presId="urn:microsoft.com/office/officeart/2005/8/layout/hierarchy2"/>
    <dgm:cxn modelId="{98F6F23B-B09C-4E16-8B47-C22CF6BCA573}" type="presParOf" srcId="{D15CE08D-96D3-4DF8-89E3-D8BD224C4A3F}" destId="{C0FEE139-2FD2-4948-80F6-C36832412F82}" srcOrd="3" destOrd="0" presId="urn:microsoft.com/office/officeart/2005/8/layout/hierarchy2"/>
    <dgm:cxn modelId="{59E1B64E-A1E6-4CE5-8FDB-98E1069409D0}" type="presParOf" srcId="{C0FEE139-2FD2-4948-80F6-C36832412F82}" destId="{B1CA4DE3-0323-4DF8-81FE-ECF5797A93F2}" srcOrd="0" destOrd="0" presId="urn:microsoft.com/office/officeart/2005/8/layout/hierarchy2"/>
    <dgm:cxn modelId="{AFDB4C5F-FACF-4907-B14C-0BF15914FB25}" type="presParOf" srcId="{C0FEE139-2FD2-4948-80F6-C36832412F82}" destId="{6C0A434D-E097-40DA-8A87-35AFA95367EE}" srcOrd="1" destOrd="0" presId="urn:microsoft.com/office/officeart/2005/8/layout/hierarchy2"/>
    <dgm:cxn modelId="{FB84FEAC-3195-490B-AB3D-DC2C0EA4276D}" type="presParOf" srcId="{D15CE08D-96D3-4DF8-89E3-D8BD224C4A3F}" destId="{16E4966B-817C-4AEF-B93B-3641333816ED}" srcOrd="4" destOrd="0" presId="urn:microsoft.com/office/officeart/2005/8/layout/hierarchy2"/>
    <dgm:cxn modelId="{BECDE6DF-7F74-4464-B55C-7C174FBB7E77}" type="presParOf" srcId="{16E4966B-817C-4AEF-B93B-3641333816ED}" destId="{3CF1FF64-D341-465B-8A0A-7D1EBB3751C3}" srcOrd="0" destOrd="0" presId="urn:microsoft.com/office/officeart/2005/8/layout/hierarchy2"/>
    <dgm:cxn modelId="{1EA1C2EA-40D8-4E3E-A02C-2AEF3017A261}" type="presParOf" srcId="{D15CE08D-96D3-4DF8-89E3-D8BD224C4A3F}" destId="{C54BC32D-7249-4D3B-A6B1-95EFDCE3DEA8}" srcOrd="5" destOrd="0" presId="urn:microsoft.com/office/officeart/2005/8/layout/hierarchy2"/>
    <dgm:cxn modelId="{3B41A98B-6808-4CEB-9C6E-69D86EDB1FDC}" type="presParOf" srcId="{C54BC32D-7249-4D3B-A6B1-95EFDCE3DEA8}" destId="{02C92A8F-5A2D-4094-9D5F-622335135617}" srcOrd="0" destOrd="0" presId="urn:microsoft.com/office/officeart/2005/8/layout/hierarchy2"/>
    <dgm:cxn modelId="{14F5AE54-E876-40C1-9A6C-23C8CFCE54F0}" type="presParOf" srcId="{C54BC32D-7249-4D3B-A6B1-95EFDCE3DEA8}" destId="{BB2B5F97-8679-4E4B-91C0-3BAE42C3FA97}" srcOrd="1" destOrd="0" presId="urn:microsoft.com/office/officeart/2005/8/layout/hierarchy2"/>
    <dgm:cxn modelId="{337EB250-A741-4E8B-97D7-6007BE14D848}" type="presParOf" srcId="{D15CE08D-96D3-4DF8-89E3-D8BD224C4A3F}" destId="{493CFDFE-6F64-441C-9BA8-DC30C90DA76B}" srcOrd="6" destOrd="0" presId="urn:microsoft.com/office/officeart/2005/8/layout/hierarchy2"/>
    <dgm:cxn modelId="{E4974227-054A-4AE2-A830-BABAEAAB6A1E}" type="presParOf" srcId="{493CFDFE-6F64-441C-9BA8-DC30C90DA76B}" destId="{ED4EB9B4-D8A3-4269-A5B8-8D69C7579872}" srcOrd="0" destOrd="0" presId="urn:microsoft.com/office/officeart/2005/8/layout/hierarchy2"/>
    <dgm:cxn modelId="{B40CD391-1BB6-4EE5-BAD7-480917EA82AE}" type="presParOf" srcId="{D15CE08D-96D3-4DF8-89E3-D8BD224C4A3F}" destId="{C270041F-1127-4176-B589-8EFE2A141670}" srcOrd="7" destOrd="0" presId="urn:microsoft.com/office/officeart/2005/8/layout/hierarchy2"/>
    <dgm:cxn modelId="{46CEE079-666A-421B-BB78-AFEFDB9C8D43}" type="presParOf" srcId="{C270041F-1127-4176-B589-8EFE2A141670}" destId="{7360467B-37DC-4FEE-896B-BEF280EF6321}" srcOrd="0" destOrd="0" presId="urn:microsoft.com/office/officeart/2005/8/layout/hierarchy2"/>
    <dgm:cxn modelId="{76026044-417E-47CF-B10D-9502ADEE7412}" type="presParOf" srcId="{C270041F-1127-4176-B589-8EFE2A141670}" destId="{E6D692E6-F1B3-48D4-98EC-36D0A2D78CE2}" srcOrd="1" destOrd="0" presId="urn:microsoft.com/office/officeart/2005/8/layout/hierarchy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38AC326-B47F-4B23-9EA6-2E9D8678612A}"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fr-CA"/>
        </a:p>
      </dgm:t>
    </dgm:pt>
    <dgm:pt modelId="{415FFE45-515D-4487-81FC-FC5F8C04B73E}">
      <dgm:prSet phldrT="[Texte]" phldr="0"/>
      <dgm:spPr/>
      <dgm:t>
        <a:bodyPr/>
        <a:lstStyle/>
        <a:p>
          <a:r>
            <a:rPr lang="fr-CA" dirty="0"/>
            <a:t>Matrice</a:t>
          </a:r>
        </a:p>
      </dgm:t>
    </dgm:pt>
    <dgm:pt modelId="{E1EF02B3-E300-47E1-8606-87CBE5F3730B}" type="parTrans" cxnId="{3EAABF27-54BB-4DC7-A0C5-DF878526384C}">
      <dgm:prSet/>
      <dgm:spPr/>
      <dgm:t>
        <a:bodyPr/>
        <a:lstStyle/>
        <a:p>
          <a:endParaRPr lang="fr-CA"/>
        </a:p>
      </dgm:t>
    </dgm:pt>
    <dgm:pt modelId="{82FD7229-AAC4-4698-ABEB-ABFEE68C225E}" type="sibTrans" cxnId="{3EAABF27-54BB-4DC7-A0C5-DF878526384C}">
      <dgm:prSet/>
      <dgm:spPr/>
      <dgm:t>
        <a:bodyPr/>
        <a:lstStyle/>
        <a:p>
          <a:endParaRPr lang="fr-CA"/>
        </a:p>
      </dgm:t>
    </dgm:pt>
    <dgm:pt modelId="{1E764248-6198-433A-B072-340F1B51BC0E}">
      <dgm:prSet phldrT="[Texte]"/>
      <dgm:spPr/>
      <dgm:t>
        <a:bodyPr/>
        <a:lstStyle/>
        <a:p>
          <a:pPr>
            <a:buNone/>
          </a:pPr>
          <a:r>
            <a:rPr lang="fr-CA" b="1" dirty="0">
              <a:solidFill>
                <a:srgbClr val="000000"/>
              </a:solidFill>
              <a:effectLst/>
              <a:latin typeface="Mongolian Baiti" panose="03000500000000000000" pitchFamily="66" charset="0"/>
            </a:rPr>
            <a:t>Faiblesses</a:t>
          </a:r>
          <a:r>
            <a:rPr lang="fr-CA" dirty="0">
              <a:effectLst/>
            </a:rPr>
            <a:t> </a:t>
          </a:r>
          <a:endParaRPr lang="fr-CA" dirty="0"/>
        </a:p>
      </dgm:t>
    </dgm:pt>
    <dgm:pt modelId="{D7FBAB2C-D8B4-4982-99FC-517F05BA344B}" type="parTrans" cxnId="{64984B2D-72C3-49CB-BBBE-36A691E7015C}">
      <dgm:prSet/>
      <dgm:spPr/>
      <dgm:t>
        <a:bodyPr/>
        <a:lstStyle/>
        <a:p>
          <a:endParaRPr lang="fr-CA"/>
        </a:p>
      </dgm:t>
    </dgm:pt>
    <dgm:pt modelId="{52932FC0-07F5-4442-9E7E-0DAC27322CE5}" type="sibTrans" cxnId="{64984B2D-72C3-49CB-BBBE-36A691E7015C}">
      <dgm:prSet/>
      <dgm:spPr/>
      <dgm:t>
        <a:bodyPr/>
        <a:lstStyle/>
        <a:p>
          <a:endParaRPr lang="fr-CA"/>
        </a:p>
      </dgm:t>
    </dgm:pt>
    <dgm:pt modelId="{E3A6C1DA-A14D-48E6-98F5-1E0371EA84B6}">
      <dgm:prSet phldrT="[Texte]"/>
      <dgm:spPr/>
      <dgm:t>
        <a:bodyPr/>
        <a:lstStyle/>
        <a:p>
          <a:pPr>
            <a:buNone/>
          </a:pPr>
          <a:r>
            <a:rPr lang="fr-CA" b="1" dirty="0">
              <a:solidFill>
                <a:srgbClr val="000000"/>
              </a:solidFill>
              <a:effectLst/>
              <a:latin typeface="Mongolian Baiti" panose="03000500000000000000" pitchFamily="66" charset="0"/>
            </a:rPr>
            <a:t>Opportunités</a:t>
          </a:r>
          <a:r>
            <a:rPr lang="fr-CA" dirty="0">
              <a:effectLst/>
            </a:rPr>
            <a:t> </a:t>
          </a:r>
          <a:endParaRPr lang="fr-CA" dirty="0"/>
        </a:p>
      </dgm:t>
    </dgm:pt>
    <dgm:pt modelId="{2AB1699F-AEBD-4484-956E-4C1C69785B8B}" type="parTrans" cxnId="{4F70589A-6F02-45F5-B8C0-17EF3E43D2ED}">
      <dgm:prSet/>
      <dgm:spPr/>
      <dgm:t>
        <a:bodyPr/>
        <a:lstStyle/>
        <a:p>
          <a:endParaRPr lang="fr-CA"/>
        </a:p>
      </dgm:t>
    </dgm:pt>
    <dgm:pt modelId="{016F5E58-5BD5-4F40-A616-93F11F58F642}" type="sibTrans" cxnId="{4F70589A-6F02-45F5-B8C0-17EF3E43D2ED}">
      <dgm:prSet/>
      <dgm:spPr/>
      <dgm:t>
        <a:bodyPr/>
        <a:lstStyle/>
        <a:p>
          <a:endParaRPr lang="fr-CA"/>
        </a:p>
      </dgm:t>
    </dgm:pt>
    <dgm:pt modelId="{A6686295-661A-420B-B9AA-9673E212A0E5}">
      <dgm:prSet phldrT="[Texte]"/>
      <dgm:spPr/>
      <dgm:t>
        <a:bodyPr/>
        <a:lstStyle/>
        <a:p>
          <a:pPr>
            <a:buNone/>
          </a:pPr>
          <a:r>
            <a:rPr lang="fr-CA" b="1" dirty="0">
              <a:solidFill>
                <a:srgbClr val="000000"/>
              </a:solidFill>
              <a:effectLst/>
              <a:latin typeface="Mongolian Baiti" panose="03000500000000000000" pitchFamily="66" charset="0"/>
            </a:rPr>
            <a:t>Menaces</a:t>
          </a:r>
          <a:r>
            <a:rPr lang="fr-CA" dirty="0">
              <a:effectLst/>
            </a:rPr>
            <a:t> </a:t>
          </a:r>
          <a:endParaRPr lang="fr-CA" dirty="0"/>
        </a:p>
      </dgm:t>
    </dgm:pt>
    <dgm:pt modelId="{16E287B5-B8D7-4AB5-BB01-158A1C8B8908}" type="parTrans" cxnId="{0C6028E8-4174-4BD0-9D41-6FB498448956}">
      <dgm:prSet/>
      <dgm:spPr/>
      <dgm:t>
        <a:bodyPr/>
        <a:lstStyle/>
        <a:p>
          <a:endParaRPr lang="fr-CA"/>
        </a:p>
      </dgm:t>
    </dgm:pt>
    <dgm:pt modelId="{29663FC9-A0BD-4465-8312-C2926654E73E}" type="sibTrans" cxnId="{0C6028E8-4174-4BD0-9D41-6FB498448956}">
      <dgm:prSet/>
      <dgm:spPr/>
      <dgm:t>
        <a:bodyPr/>
        <a:lstStyle/>
        <a:p>
          <a:endParaRPr lang="fr-CA"/>
        </a:p>
      </dgm:t>
    </dgm:pt>
    <dgm:pt modelId="{E0C5D09C-8FFB-43CF-9420-F53029056FC4}">
      <dgm:prSet/>
      <dgm:spPr/>
      <dgm:t>
        <a:bodyPr/>
        <a:lstStyle/>
        <a:p>
          <a:r>
            <a:rPr lang="fr-CA" b="0" dirty="0">
              <a:solidFill>
                <a:srgbClr val="000000"/>
              </a:solidFill>
              <a:effectLst/>
              <a:latin typeface="Avenir"/>
            </a:rPr>
            <a:t>Facteurs internes négatifs qui peuvent limiter la performance ou la réussite.</a:t>
          </a:r>
          <a:r>
            <a:rPr lang="fr-CA" dirty="0">
              <a:effectLst/>
            </a:rPr>
            <a:t> </a:t>
          </a:r>
          <a:endParaRPr lang="fr-CA" dirty="0"/>
        </a:p>
      </dgm:t>
    </dgm:pt>
    <dgm:pt modelId="{1E5E668E-E72A-4BD9-9505-CC2884819714}" type="parTrans" cxnId="{7089F880-141D-4495-8F3D-FF36A307797C}">
      <dgm:prSet/>
      <dgm:spPr/>
      <dgm:t>
        <a:bodyPr/>
        <a:lstStyle/>
        <a:p>
          <a:endParaRPr lang="fr-CA"/>
        </a:p>
      </dgm:t>
    </dgm:pt>
    <dgm:pt modelId="{09CF7906-93F8-449A-AB8F-5BD008FD69F8}" type="sibTrans" cxnId="{7089F880-141D-4495-8F3D-FF36A307797C}">
      <dgm:prSet/>
      <dgm:spPr/>
      <dgm:t>
        <a:bodyPr/>
        <a:lstStyle/>
        <a:p>
          <a:endParaRPr lang="fr-CA"/>
        </a:p>
      </dgm:t>
    </dgm:pt>
    <dgm:pt modelId="{DF74D3C1-362A-4E56-A1AC-7A475A2AC492}">
      <dgm:prSet/>
      <dgm:spPr/>
      <dgm:t>
        <a:bodyPr/>
        <a:lstStyle/>
        <a:p>
          <a:r>
            <a:rPr lang="fr-CA" b="0" dirty="0">
              <a:solidFill>
                <a:srgbClr val="000000"/>
              </a:solidFill>
              <a:effectLst/>
              <a:latin typeface="Avenir"/>
            </a:rPr>
            <a:t>Facteurs externes favorables à exploiter pour renforcer la position de l’organisation.</a:t>
          </a:r>
          <a:r>
            <a:rPr lang="fr-CA" dirty="0">
              <a:effectLst/>
            </a:rPr>
            <a:t> </a:t>
          </a:r>
          <a:endParaRPr lang="fr-CA" dirty="0"/>
        </a:p>
      </dgm:t>
    </dgm:pt>
    <dgm:pt modelId="{1B357EF6-F477-4A85-87AF-42BB59FABF97}" type="parTrans" cxnId="{8436503F-C8A7-4F71-9B23-B522130BFD5C}">
      <dgm:prSet/>
      <dgm:spPr/>
      <dgm:t>
        <a:bodyPr/>
        <a:lstStyle/>
        <a:p>
          <a:endParaRPr lang="fr-CA"/>
        </a:p>
      </dgm:t>
    </dgm:pt>
    <dgm:pt modelId="{E7591FAE-8042-4200-95F8-881FDC7F91CC}" type="sibTrans" cxnId="{8436503F-C8A7-4F71-9B23-B522130BFD5C}">
      <dgm:prSet/>
      <dgm:spPr/>
      <dgm:t>
        <a:bodyPr/>
        <a:lstStyle/>
        <a:p>
          <a:endParaRPr lang="fr-CA"/>
        </a:p>
      </dgm:t>
    </dgm:pt>
    <dgm:pt modelId="{4E4E0D76-A2EA-437C-B203-D5D51ED0386D}">
      <dgm:prSet/>
      <dgm:spPr/>
      <dgm:t>
        <a:bodyPr/>
        <a:lstStyle/>
        <a:p>
          <a:r>
            <a:rPr lang="fr-CA" b="0" dirty="0">
              <a:solidFill>
                <a:srgbClr val="000000"/>
              </a:solidFill>
              <a:effectLst/>
              <a:latin typeface="Avenir"/>
            </a:rPr>
            <a:t>Facteurs externes défavorables qui peuvent nuire à l’organisation ou à ses objectifs.</a:t>
          </a:r>
          <a:r>
            <a:rPr lang="fr-CA" dirty="0">
              <a:effectLst/>
            </a:rPr>
            <a:t> </a:t>
          </a:r>
          <a:endParaRPr lang="fr-CA" dirty="0"/>
        </a:p>
      </dgm:t>
    </dgm:pt>
    <dgm:pt modelId="{9EC1496E-7926-4FDC-9A1B-59BC00BAD3DF}" type="parTrans" cxnId="{2C658016-EF07-4088-8BC7-5513F8B98A70}">
      <dgm:prSet/>
      <dgm:spPr/>
      <dgm:t>
        <a:bodyPr/>
        <a:lstStyle/>
        <a:p>
          <a:endParaRPr lang="fr-CA"/>
        </a:p>
      </dgm:t>
    </dgm:pt>
    <dgm:pt modelId="{629458AB-72D9-46BB-A88F-1CF956BFD863}" type="sibTrans" cxnId="{2C658016-EF07-4088-8BC7-5513F8B98A70}">
      <dgm:prSet/>
      <dgm:spPr/>
      <dgm:t>
        <a:bodyPr/>
        <a:lstStyle/>
        <a:p>
          <a:endParaRPr lang="fr-CA"/>
        </a:p>
      </dgm:t>
    </dgm:pt>
    <dgm:pt modelId="{FC6BF990-161B-4BBD-80C3-10366984A050}">
      <dgm:prSet phldrT="[Texte]"/>
      <dgm:spPr/>
      <dgm:t>
        <a:bodyPr/>
        <a:lstStyle/>
        <a:p>
          <a:pPr>
            <a:buNone/>
          </a:pPr>
          <a:r>
            <a:rPr lang="fr-CA" b="1" dirty="0">
              <a:solidFill>
                <a:srgbClr val="000000"/>
              </a:solidFill>
              <a:effectLst/>
              <a:latin typeface="Mongolian Baiti" panose="03000500000000000000" pitchFamily="66" charset="0"/>
            </a:rPr>
            <a:t>Forces</a:t>
          </a:r>
          <a:r>
            <a:rPr lang="fr-CA" dirty="0">
              <a:effectLst/>
            </a:rPr>
            <a:t> </a:t>
          </a:r>
          <a:endParaRPr lang="fr-CA" dirty="0"/>
        </a:p>
      </dgm:t>
    </dgm:pt>
    <dgm:pt modelId="{143A70A0-2FB6-4537-84DA-EEA16865B1F1}" type="sibTrans" cxnId="{21198AB4-ED8D-4462-A59A-F813AA4AB9EB}">
      <dgm:prSet/>
      <dgm:spPr/>
      <dgm:t>
        <a:bodyPr/>
        <a:lstStyle/>
        <a:p>
          <a:endParaRPr lang="fr-CA"/>
        </a:p>
      </dgm:t>
    </dgm:pt>
    <dgm:pt modelId="{1BE7C5E8-C097-40F2-91E4-D5E7979377D9}" type="parTrans" cxnId="{21198AB4-ED8D-4462-A59A-F813AA4AB9EB}">
      <dgm:prSet/>
      <dgm:spPr/>
      <dgm:t>
        <a:bodyPr/>
        <a:lstStyle/>
        <a:p>
          <a:endParaRPr lang="fr-CA"/>
        </a:p>
      </dgm:t>
    </dgm:pt>
    <dgm:pt modelId="{B63EE08D-C0EB-4EFB-9C73-8374D7022C4F}">
      <dgm:prSet/>
      <dgm:spPr/>
      <dgm:t>
        <a:bodyPr/>
        <a:lstStyle/>
        <a:p>
          <a:r>
            <a:rPr lang="fr-CA" b="0" dirty="0">
              <a:solidFill>
                <a:srgbClr val="000000"/>
              </a:solidFill>
              <a:effectLst/>
              <a:latin typeface="Avenir"/>
            </a:rPr>
            <a:t>Facteurs internes positifs qui favorisent l’atteinte des objectifs stratégiques.</a:t>
          </a:r>
          <a:r>
            <a:rPr lang="fr-CA" dirty="0">
              <a:effectLst/>
            </a:rPr>
            <a:t> </a:t>
          </a:r>
          <a:endParaRPr lang="fr-CA" dirty="0"/>
        </a:p>
      </dgm:t>
    </dgm:pt>
    <dgm:pt modelId="{E31B3C4D-1ED1-48CB-9C79-978349F8A636}" type="sibTrans" cxnId="{2A1970CA-342C-4883-BD62-8102678CDB10}">
      <dgm:prSet/>
      <dgm:spPr/>
      <dgm:t>
        <a:bodyPr/>
        <a:lstStyle/>
        <a:p>
          <a:endParaRPr lang="fr-CA"/>
        </a:p>
      </dgm:t>
    </dgm:pt>
    <dgm:pt modelId="{89FFF7D3-A868-4DBE-9543-EEC5354CF601}" type="parTrans" cxnId="{2A1970CA-342C-4883-BD62-8102678CDB10}">
      <dgm:prSet/>
      <dgm:spPr/>
      <dgm:t>
        <a:bodyPr/>
        <a:lstStyle/>
        <a:p>
          <a:endParaRPr lang="fr-CA"/>
        </a:p>
      </dgm:t>
    </dgm:pt>
    <dgm:pt modelId="{CCFDAC98-27EA-4DD9-A862-D8E753734B96}" type="pres">
      <dgm:prSet presAssocID="{538AC326-B47F-4B23-9EA6-2E9D8678612A}" presName="diagram" presStyleCnt="0">
        <dgm:presLayoutVars>
          <dgm:chMax val="1"/>
          <dgm:dir/>
          <dgm:animLvl val="ctr"/>
          <dgm:resizeHandles val="exact"/>
        </dgm:presLayoutVars>
      </dgm:prSet>
      <dgm:spPr/>
    </dgm:pt>
    <dgm:pt modelId="{B57B65C3-B81F-4C6A-A4FC-E59000BB6B53}" type="pres">
      <dgm:prSet presAssocID="{538AC326-B47F-4B23-9EA6-2E9D8678612A}" presName="matrix" presStyleCnt="0"/>
      <dgm:spPr/>
    </dgm:pt>
    <dgm:pt modelId="{120BCD0B-1768-4B57-8D68-C611DA168D74}" type="pres">
      <dgm:prSet presAssocID="{538AC326-B47F-4B23-9EA6-2E9D8678612A}" presName="tile1" presStyleLbl="node1" presStyleIdx="0" presStyleCnt="4"/>
      <dgm:spPr/>
    </dgm:pt>
    <dgm:pt modelId="{33DDF33B-4E5A-4476-A1AC-B0EFDE36E1C3}" type="pres">
      <dgm:prSet presAssocID="{538AC326-B47F-4B23-9EA6-2E9D8678612A}" presName="tile1text" presStyleLbl="node1" presStyleIdx="0" presStyleCnt="4">
        <dgm:presLayoutVars>
          <dgm:chMax val="0"/>
          <dgm:chPref val="0"/>
          <dgm:bulletEnabled val="1"/>
        </dgm:presLayoutVars>
      </dgm:prSet>
      <dgm:spPr/>
    </dgm:pt>
    <dgm:pt modelId="{5AAEED9C-7F27-4E57-9170-8F87A4DDEF9A}" type="pres">
      <dgm:prSet presAssocID="{538AC326-B47F-4B23-9EA6-2E9D8678612A}" presName="tile2" presStyleLbl="node1" presStyleIdx="1" presStyleCnt="4"/>
      <dgm:spPr/>
    </dgm:pt>
    <dgm:pt modelId="{E7E7C66D-343C-4F76-9061-346701B560D8}" type="pres">
      <dgm:prSet presAssocID="{538AC326-B47F-4B23-9EA6-2E9D8678612A}" presName="tile2text" presStyleLbl="node1" presStyleIdx="1" presStyleCnt="4">
        <dgm:presLayoutVars>
          <dgm:chMax val="0"/>
          <dgm:chPref val="0"/>
          <dgm:bulletEnabled val="1"/>
        </dgm:presLayoutVars>
      </dgm:prSet>
      <dgm:spPr/>
    </dgm:pt>
    <dgm:pt modelId="{5BC00529-C42F-4600-A9BC-BCE89B843B10}" type="pres">
      <dgm:prSet presAssocID="{538AC326-B47F-4B23-9EA6-2E9D8678612A}" presName="tile3" presStyleLbl="node1" presStyleIdx="2" presStyleCnt="4"/>
      <dgm:spPr/>
    </dgm:pt>
    <dgm:pt modelId="{45EC4968-84D1-486D-8D08-C3F6FA88A9B1}" type="pres">
      <dgm:prSet presAssocID="{538AC326-B47F-4B23-9EA6-2E9D8678612A}" presName="tile3text" presStyleLbl="node1" presStyleIdx="2" presStyleCnt="4">
        <dgm:presLayoutVars>
          <dgm:chMax val="0"/>
          <dgm:chPref val="0"/>
          <dgm:bulletEnabled val="1"/>
        </dgm:presLayoutVars>
      </dgm:prSet>
      <dgm:spPr/>
    </dgm:pt>
    <dgm:pt modelId="{831AE73E-05AB-43D6-85A5-5E4604998CB5}" type="pres">
      <dgm:prSet presAssocID="{538AC326-B47F-4B23-9EA6-2E9D8678612A}" presName="tile4" presStyleLbl="node1" presStyleIdx="3" presStyleCnt="4"/>
      <dgm:spPr/>
    </dgm:pt>
    <dgm:pt modelId="{A0CA4F52-552E-46B5-8B12-74A4316FE3B4}" type="pres">
      <dgm:prSet presAssocID="{538AC326-B47F-4B23-9EA6-2E9D8678612A}" presName="tile4text" presStyleLbl="node1" presStyleIdx="3" presStyleCnt="4">
        <dgm:presLayoutVars>
          <dgm:chMax val="0"/>
          <dgm:chPref val="0"/>
          <dgm:bulletEnabled val="1"/>
        </dgm:presLayoutVars>
      </dgm:prSet>
      <dgm:spPr/>
    </dgm:pt>
    <dgm:pt modelId="{F434A6C3-9220-426B-8849-549BC58240C2}" type="pres">
      <dgm:prSet presAssocID="{538AC326-B47F-4B23-9EA6-2E9D8678612A}" presName="centerTile" presStyleLbl="fgShp" presStyleIdx="0" presStyleCnt="1">
        <dgm:presLayoutVars>
          <dgm:chMax val="0"/>
          <dgm:chPref val="0"/>
        </dgm:presLayoutVars>
      </dgm:prSet>
      <dgm:spPr/>
    </dgm:pt>
  </dgm:ptLst>
  <dgm:cxnLst>
    <dgm:cxn modelId="{3EC5C508-CD6B-40A8-877C-342675CDC46B}" type="presOf" srcId="{DF74D3C1-362A-4E56-A1AC-7A475A2AC492}" destId="{5BC00529-C42F-4600-A9BC-BCE89B843B10}" srcOrd="0" destOrd="1" presId="urn:microsoft.com/office/officeart/2005/8/layout/matrix1"/>
    <dgm:cxn modelId="{A4A6CB11-7E1A-47CF-A6E3-73AADDED1E27}" type="presOf" srcId="{DF74D3C1-362A-4E56-A1AC-7A475A2AC492}" destId="{45EC4968-84D1-486D-8D08-C3F6FA88A9B1}" srcOrd="1" destOrd="1" presId="urn:microsoft.com/office/officeart/2005/8/layout/matrix1"/>
    <dgm:cxn modelId="{2C658016-EF07-4088-8BC7-5513F8B98A70}" srcId="{A6686295-661A-420B-B9AA-9673E212A0E5}" destId="{4E4E0D76-A2EA-437C-B203-D5D51ED0386D}" srcOrd="0" destOrd="0" parTransId="{9EC1496E-7926-4FDC-9A1B-59BC00BAD3DF}" sibTransId="{629458AB-72D9-46BB-A88F-1CF956BFD863}"/>
    <dgm:cxn modelId="{F966C221-4282-40D9-98C7-F2211FD96BF1}" type="presOf" srcId="{E3A6C1DA-A14D-48E6-98F5-1E0371EA84B6}" destId="{5BC00529-C42F-4600-A9BC-BCE89B843B10}" srcOrd="0" destOrd="0" presId="urn:microsoft.com/office/officeart/2005/8/layout/matrix1"/>
    <dgm:cxn modelId="{3EAABF27-54BB-4DC7-A0C5-DF878526384C}" srcId="{538AC326-B47F-4B23-9EA6-2E9D8678612A}" destId="{415FFE45-515D-4487-81FC-FC5F8C04B73E}" srcOrd="0" destOrd="0" parTransId="{E1EF02B3-E300-47E1-8606-87CBE5F3730B}" sibTransId="{82FD7229-AAC4-4698-ABEB-ABFEE68C225E}"/>
    <dgm:cxn modelId="{64984B2D-72C3-49CB-BBBE-36A691E7015C}" srcId="{415FFE45-515D-4487-81FC-FC5F8C04B73E}" destId="{1E764248-6198-433A-B072-340F1B51BC0E}" srcOrd="1" destOrd="0" parTransId="{D7FBAB2C-D8B4-4982-99FC-517F05BA344B}" sibTransId="{52932FC0-07F5-4442-9E7E-0DAC27322CE5}"/>
    <dgm:cxn modelId="{8436503F-C8A7-4F71-9B23-B522130BFD5C}" srcId="{E3A6C1DA-A14D-48E6-98F5-1E0371EA84B6}" destId="{DF74D3C1-362A-4E56-A1AC-7A475A2AC492}" srcOrd="0" destOrd="0" parTransId="{1B357EF6-F477-4A85-87AF-42BB59FABF97}" sibTransId="{E7591FAE-8042-4200-95F8-881FDC7F91CC}"/>
    <dgm:cxn modelId="{FF2CE93F-5A9D-49B7-8F93-FC4596690B12}" type="presOf" srcId="{538AC326-B47F-4B23-9EA6-2E9D8678612A}" destId="{CCFDAC98-27EA-4DD9-A862-D8E753734B96}" srcOrd="0" destOrd="0" presId="urn:microsoft.com/office/officeart/2005/8/layout/matrix1"/>
    <dgm:cxn modelId="{FAB2C34A-7774-44BF-8ABC-F53E4DFB4F99}" type="presOf" srcId="{415FFE45-515D-4487-81FC-FC5F8C04B73E}" destId="{F434A6C3-9220-426B-8849-549BC58240C2}" srcOrd="0" destOrd="0" presId="urn:microsoft.com/office/officeart/2005/8/layout/matrix1"/>
    <dgm:cxn modelId="{81FB506B-86B0-4BC2-88E2-488B9C6746F7}" type="presOf" srcId="{FC6BF990-161B-4BBD-80C3-10366984A050}" destId="{33DDF33B-4E5A-4476-A1AC-B0EFDE36E1C3}" srcOrd="1" destOrd="0" presId="urn:microsoft.com/office/officeart/2005/8/layout/matrix1"/>
    <dgm:cxn modelId="{B6C6896D-A3E8-4047-8D35-8B79363E27D4}" type="presOf" srcId="{E0C5D09C-8FFB-43CF-9420-F53029056FC4}" destId="{5AAEED9C-7F27-4E57-9170-8F87A4DDEF9A}" srcOrd="0" destOrd="1" presId="urn:microsoft.com/office/officeart/2005/8/layout/matrix1"/>
    <dgm:cxn modelId="{7C37ED6D-349C-4398-98EE-149DCC8BF531}" type="presOf" srcId="{1E764248-6198-433A-B072-340F1B51BC0E}" destId="{E7E7C66D-343C-4F76-9061-346701B560D8}" srcOrd="1" destOrd="0" presId="urn:microsoft.com/office/officeart/2005/8/layout/matrix1"/>
    <dgm:cxn modelId="{08628B75-5A0E-4949-A60F-8195A2C3B730}" type="presOf" srcId="{4E4E0D76-A2EA-437C-B203-D5D51ED0386D}" destId="{831AE73E-05AB-43D6-85A5-5E4604998CB5}" srcOrd="0" destOrd="1" presId="urn:microsoft.com/office/officeart/2005/8/layout/matrix1"/>
    <dgm:cxn modelId="{7D590D7E-605F-4F3F-B80E-2BE1964CFBA4}" type="presOf" srcId="{A6686295-661A-420B-B9AA-9673E212A0E5}" destId="{A0CA4F52-552E-46B5-8B12-74A4316FE3B4}" srcOrd="1" destOrd="0" presId="urn:microsoft.com/office/officeart/2005/8/layout/matrix1"/>
    <dgm:cxn modelId="{7089F880-141D-4495-8F3D-FF36A307797C}" srcId="{1E764248-6198-433A-B072-340F1B51BC0E}" destId="{E0C5D09C-8FFB-43CF-9420-F53029056FC4}" srcOrd="0" destOrd="0" parTransId="{1E5E668E-E72A-4BD9-9505-CC2884819714}" sibTransId="{09CF7906-93F8-449A-AB8F-5BD008FD69F8}"/>
    <dgm:cxn modelId="{21C5E98E-FA49-403C-9867-20E236F289E3}" type="presOf" srcId="{4E4E0D76-A2EA-437C-B203-D5D51ED0386D}" destId="{A0CA4F52-552E-46B5-8B12-74A4316FE3B4}" srcOrd="1" destOrd="1" presId="urn:microsoft.com/office/officeart/2005/8/layout/matrix1"/>
    <dgm:cxn modelId="{4F70589A-6F02-45F5-B8C0-17EF3E43D2ED}" srcId="{415FFE45-515D-4487-81FC-FC5F8C04B73E}" destId="{E3A6C1DA-A14D-48E6-98F5-1E0371EA84B6}" srcOrd="2" destOrd="0" parTransId="{2AB1699F-AEBD-4484-956E-4C1C69785B8B}" sibTransId="{016F5E58-5BD5-4F40-A616-93F11F58F642}"/>
    <dgm:cxn modelId="{B00FD89E-8740-44C0-89A0-CDCC79972D78}" type="presOf" srcId="{E3A6C1DA-A14D-48E6-98F5-1E0371EA84B6}" destId="{45EC4968-84D1-486D-8D08-C3F6FA88A9B1}" srcOrd="1" destOrd="0" presId="urn:microsoft.com/office/officeart/2005/8/layout/matrix1"/>
    <dgm:cxn modelId="{6634EA9F-26BD-4245-B098-E7B94CECA64E}" type="presOf" srcId="{B63EE08D-C0EB-4EFB-9C73-8374D7022C4F}" destId="{120BCD0B-1768-4B57-8D68-C611DA168D74}" srcOrd="0" destOrd="1" presId="urn:microsoft.com/office/officeart/2005/8/layout/matrix1"/>
    <dgm:cxn modelId="{B7BD92A1-7897-47C0-A0BF-9675ED8AAD7A}" type="presOf" srcId="{FC6BF990-161B-4BBD-80C3-10366984A050}" destId="{120BCD0B-1768-4B57-8D68-C611DA168D74}" srcOrd="0" destOrd="0" presId="urn:microsoft.com/office/officeart/2005/8/layout/matrix1"/>
    <dgm:cxn modelId="{64E521AB-8501-47E2-A125-A56AA8AA185B}" type="presOf" srcId="{1E764248-6198-433A-B072-340F1B51BC0E}" destId="{5AAEED9C-7F27-4E57-9170-8F87A4DDEF9A}" srcOrd="0" destOrd="0" presId="urn:microsoft.com/office/officeart/2005/8/layout/matrix1"/>
    <dgm:cxn modelId="{21198AB4-ED8D-4462-A59A-F813AA4AB9EB}" srcId="{415FFE45-515D-4487-81FC-FC5F8C04B73E}" destId="{FC6BF990-161B-4BBD-80C3-10366984A050}" srcOrd="0" destOrd="0" parTransId="{1BE7C5E8-C097-40F2-91E4-D5E7979377D9}" sibTransId="{143A70A0-2FB6-4537-84DA-EEA16865B1F1}"/>
    <dgm:cxn modelId="{2A1970CA-342C-4883-BD62-8102678CDB10}" srcId="{FC6BF990-161B-4BBD-80C3-10366984A050}" destId="{B63EE08D-C0EB-4EFB-9C73-8374D7022C4F}" srcOrd="0" destOrd="0" parTransId="{89FFF7D3-A868-4DBE-9543-EEC5354CF601}" sibTransId="{E31B3C4D-1ED1-48CB-9C79-978349F8A636}"/>
    <dgm:cxn modelId="{8144A2CE-E0E6-4A17-A9E7-67D2B2D787BD}" type="presOf" srcId="{E0C5D09C-8FFB-43CF-9420-F53029056FC4}" destId="{E7E7C66D-343C-4F76-9061-346701B560D8}" srcOrd="1" destOrd="1" presId="urn:microsoft.com/office/officeart/2005/8/layout/matrix1"/>
    <dgm:cxn modelId="{F3E21AE1-8BC3-4EDB-880D-0FA13FE55B60}" type="presOf" srcId="{A6686295-661A-420B-B9AA-9673E212A0E5}" destId="{831AE73E-05AB-43D6-85A5-5E4604998CB5}" srcOrd="0" destOrd="0" presId="urn:microsoft.com/office/officeart/2005/8/layout/matrix1"/>
    <dgm:cxn modelId="{EC6F2DE3-17D6-4484-9EEC-C1C43D7AE71E}" type="presOf" srcId="{B63EE08D-C0EB-4EFB-9C73-8374D7022C4F}" destId="{33DDF33B-4E5A-4476-A1AC-B0EFDE36E1C3}" srcOrd="1" destOrd="1" presId="urn:microsoft.com/office/officeart/2005/8/layout/matrix1"/>
    <dgm:cxn modelId="{0C6028E8-4174-4BD0-9D41-6FB498448956}" srcId="{415FFE45-515D-4487-81FC-FC5F8C04B73E}" destId="{A6686295-661A-420B-B9AA-9673E212A0E5}" srcOrd="3" destOrd="0" parTransId="{16E287B5-B8D7-4AB5-BB01-158A1C8B8908}" sibTransId="{29663FC9-A0BD-4465-8312-C2926654E73E}"/>
    <dgm:cxn modelId="{6294EE2E-339E-443E-8D53-F65CBADCD973}" type="presParOf" srcId="{CCFDAC98-27EA-4DD9-A862-D8E753734B96}" destId="{B57B65C3-B81F-4C6A-A4FC-E59000BB6B53}" srcOrd="0" destOrd="0" presId="urn:microsoft.com/office/officeart/2005/8/layout/matrix1"/>
    <dgm:cxn modelId="{2B45A495-4B56-40C3-9EDC-FBB42A8B7F88}" type="presParOf" srcId="{B57B65C3-B81F-4C6A-A4FC-E59000BB6B53}" destId="{120BCD0B-1768-4B57-8D68-C611DA168D74}" srcOrd="0" destOrd="0" presId="urn:microsoft.com/office/officeart/2005/8/layout/matrix1"/>
    <dgm:cxn modelId="{64BA01C4-0BC3-4EC1-B4DE-B771AF32139F}" type="presParOf" srcId="{B57B65C3-B81F-4C6A-A4FC-E59000BB6B53}" destId="{33DDF33B-4E5A-4476-A1AC-B0EFDE36E1C3}" srcOrd="1" destOrd="0" presId="urn:microsoft.com/office/officeart/2005/8/layout/matrix1"/>
    <dgm:cxn modelId="{D2FB5F51-C7D5-47D5-9F1B-BF57E456A180}" type="presParOf" srcId="{B57B65C3-B81F-4C6A-A4FC-E59000BB6B53}" destId="{5AAEED9C-7F27-4E57-9170-8F87A4DDEF9A}" srcOrd="2" destOrd="0" presId="urn:microsoft.com/office/officeart/2005/8/layout/matrix1"/>
    <dgm:cxn modelId="{B148316F-4650-49ED-B6C2-A78306C20061}" type="presParOf" srcId="{B57B65C3-B81F-4C6A-A4FC-E59000BB6B53}" destId="{E7E7C66D-343C-4F76-9061-346701B560D8}" srcOrd="3" destOrd="0" presId="urn:microsoft.com/office/officeart/2005/8/layout/matrix1"/>
    <dgm:cxn modelId="{4811CE92-DC55-4AE2-BCA5-3B0533F249A0}" type="presParOf" srcId="{B57B65C3-B81F-4C6A-A4FC-E59000BB6B53}" destId="{5BC00529-C42F-4600-A9BC-BCE89B843B10}" srcOrd="4" destOrd="0" presId="urn:microsoft.com/office/officeart/2005/8/layout/matrix1"/>
    <dgm:cxn modelId="{EE923CB2-8DE8-4876-9DAD-27C45FDF47EE}" type="presParOf" srcId="{B57B65C3-B81F-4C6A-A4FC-E59000BB6B53}" destId="{45EC4968-84D1-486D-8D08-C3F6FA88A9B1}" srcOrd="5" destOrd="0" presId="urn:microsoft.com/office/officeart/2005/8/layout/matrix1"/>
    <dgm:cxn modelId="{3F17B509-743B-497C-AEAF-3C81DAC0C0F3}" type="presParOf" srcId="{B57B65C3-B81F-4C6A-A4FC-E59000BB6B53}" destId="{831AE73E-05AB-43D6-85A5-5E4604998CB5}" srcOrd="6" destOrd="0" presId="urn:microsoft.com/office/officeart/2005/8/layout/matrix1"/>
    <dgm:cxn modelId="{27B2BDDB-59A2-4671-9275-46D2F27045ED}" type="presParOf" srcId="{B57B65C3-B81F-4C6A-A4FC-E59000BB6B53}" destId="{A0CA4F52-552E-46B5-8B12-74A4316FE3B4}" srcOrd="7" destOrd="0" presId="urn:microsoft.com/office/officeart/2005/8/layout/matrix1"/>
    <dgm:cxn modelId="{A7B9AF58-55B1-46B3-9DD4-F91916AA5EF5}" type="presParOf" srcId="{CCFDAC98-27EA-4DD9-A862-D8E753734B96}" destId="{F434A6C3-9220-426B-8849-549BC58240C2}" srcOrd="1" destOrd="0" presId="urn:microsoft.com/office/officeart/2005/8/layout/matrix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3882D3-59EE-4FBC-954C-8ECCBEF64FA0}">
      <dsp:nvSpPr>
        <dsp:cNvPr id="0" name=""/>
        <dsp:cNvSpPr/>
      </dsp:nvSpPr>
      <dsp:spPr>
        <a:xfrm>
          <a:off x="690184" y="1970"/>
          <a:ext cx="3164642" cy="18987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fr-CA" sz="3700" kern="1200" dirty="0" err="1"/>
            <a:t>Level</a:t>
          </a:r>
          <a:r>
            <a:rPr lang="fr-CA" sz="3700" kern="1200" dirty="0"/>
            <a:t> 1</a:t>
          </a:r>
        </a:p>
        <a:p>
          <a:pPr marL="285750" lvl="1" indent="-285750" algn="l" defTabSz="1289050">
            <a:lnSpc>
              <a:spcPct val="90000"/>
            </a:lnSpc>
            <a:spcBef>
              <a:spcPct val="0"/>
            </a:spcBef>
            <a:spcAft>
              <a:spcPct val="15000"/>
            </a:spcAft>
            <a:buChar char="•"/>
          </a:pPr>
          <a:r>
            <a:rPr lang="fr-CA" sz="2900" kern="1200" dirty="0" err="1"/>
            <a:t>Level</a:t>
          </a:r>
          <a:r>
            <a:rPr lang="fr-CA" sz="2900" kern="1200" dirty="0"/>
            <a:t> 1.1</a:t>
          </a:r>
        </a:p>
        <a:p>
          <a:pPr marL="285750" lvl="1" indent="-285750" algn="l" defTabSz="1289050">
            <a:lnSpc>
              <a:spcPct val="90000"/>
            </a:lnSpc>
            <a:spcBef>
              <a:spcPct val="0"/>
            </a:spcBef>
            <a:spcAft>
              <a:spcPct val="15000"/>
            </a:spcAft>
            <a:buChar char="•"/>
          </a:pPr>
          <a:r>
            <a:rPr lang="fr-CA" sz="2900" kern="1200"/>
            <a:t>Level 1.2</a:t>
          </a:r>
          <a:endParaRPr lang="fr-CA" sz="2900" kern="1200" dirty="0"/>
        </a:p>
      </dsp:txBody>
      <dsp:txXfrm>
        <a:off x="690184" y="1970"/>
        <a:ext cx="3164642" cy="1898785"/>
      </dsp:txXfrm>
    </dsp:sp>
    <dsp:sp modelId="{B9120597-43FD-41A1-A634-40DCB2BED909}">
      <dsp:nvSpPr>
        <dsp:cNvPr id="0" name=""/>
        <dsp:cNvSpPr/>
      </dsp:nvSpPr>
      <dsp:spPr>
        <a:xfrm>
          <a:off x="690184" y="2217219"/>
          <a:ext cx="3164642" cy="18987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fr-CA" sz="3700" kern="1200" dirty="0" err="1"/>
            <a:t>Level</a:t>
          </a:r>
          <a:r>
            <a:rPr lang="fr-CA" sz="3700" kern="1200" dirty="0"/>
            <a:t> 2</a:t>
          </a:r>
        </a:p>
        <a:p>
          <a:pPr marL="285750" lvl="1" indent="-285750" algn="l" defTabSz="1289050">
            <a:lnSpc>
              <a:spcPct val="90000"/>
            </a:lnSpc>
            <a:spcBef>
              <a:spcPct val="0"/>
            </a:spcBef>
            <a:spcAft>
              <a:spcPct val="15000"/>
            </a:spcAft>
            <a:buChar char="•"/>
          </a:pPr>
          <a:r>
            <a:rPr lang="fr-CA" sz="2900" kern="1200" dirty="0" err="1"/>
            <a:t>Level</a:t>
          </a:r>
          <a:r>
            <a:rPr lang="fr-CA" sz="2900" kern="1200" dirty="0"/>
            <a:t> 2.1</a:t>
          </a:r>
        </a:p>
        <a:p>
          <a:pPr marL="285750" lvl="1" indent="-285750" algn="l" defTabSz="1289050">
            <a:lnSpc>
              <a:spcPct val="90000"/>
            </a:lnSpc>
            <a:spcBef>
              <a:spcPct val="0"/>
            </a:spcBef>
            <a:spcAft>
              <a:spcPct val="15000"/>
            </a:spcAft>
            <a:buChar char="•"/>
          </a:pPr>
          <a:r>
            <a:rPr lang="fr-CA" sz="2900" kern="1200"/>
            <a:t>Level 2.2</a:t>
          </a:r>
          <a:endParaRPr lang="fr-CA" sz="2900" kern="1200" dirty="0"/>
        </a:p>
      </dsp:txBody>
      <dsp:txXfrm>
        <a:off x="690184" y="2217219"/>
        <a:ext cx="3164642" cy="18987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1420FC-6547-4E6E-A607-9ED103A7CFD3}">
      <dsp:nvSpPr>
        <dsp:cNvPr id="0" name=""/>
        <dsp:cNvSpPr/>
      </dsp:nvSpPr>
      <dsp:spPr>
        <a:xfrm>
          <a:off x="0" y="0"/>
          <a:ext cx="4545012" cy="1286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fr-CA" sz="2500" kern="1200" dirty="0" err="1"/>
            <a:t>Level</a:t>
          </a:r>
          <a:r>
            <a:rPr lang="fr-CA" sz="2500" kern="1200" dirty="0"/>
            <a:t> 1</a:t>
          </a:r>
        </a:p>
        <a:p>
          <a:pPr marL="228600" lvl="1" indent="-228600" algn="l" defTabSz="889000">
            <a:lnSpc>
              <a:spcPct val="90000"/>
            </a:lnSpc>
            <a:spcBef>
              <a:spcPct val="0"/>
            </a:spcBef>
            <a:spcAft>
              <a:spcPct val="15000"/>
            </a:spcAft>
            <a:buChar char="•"/>
          </a:pPr>
          <a:r>
            <a:rPr lang="fr-CA" sz="2000" kern="1200" dirty="0" err="1"/>
            <a:t>Level</a:t>
          </a:r>
          <a:r>
            <a:rPr lang="fr-CA" sz="2000" kern="1200" dirty="0"/>
            <a:t> 1.1</a:t>
          </a:r>
        </a:p>
        <a:p>
          <a:pPr marL="228600" lvl="1" indent="-228600" algn="l" defTabSz="889000">
            <a:lnSpc>
              <a:spcPct val="90000"/>
            </a:lnSpc>
            <a:spcBef>
              <a:spcPct val="0"/>
            </a:spcBef>
            <a:spcAft>
              <a:spcPct val="15000"/>
            </a:spcAft>
            <a:buChar char="•"/>
          </a:pPr>
          <a:r>
            <a:rPr lang="fr-CA" sz="2000" kern="1200" dirty="0" err="1"/>
            <a:t>Level</a:t>
          </a:r>
          <a:r>
            <a:rPr lang="fr-CA" sz="2000" kern="1200" dirty="0"/>
            <a:t> 1.2</a:t>
          </a:r>
        </a:p>
      </dsp:txBody>
      <dsp:txXfrm>
        <a:off x="1037689" y="0"/>
        <a:ext cx="3507322" cy="1286867"/>
      </dsp:txXfrm>
    </dsp:sp>
    <dsp:sp modelId="{BFA773CA-2D00-4C0C-B438-3FD8FD3DEEF5}">
      <dsp:nvSpPr>
        <dsp:cNvPr id="0" name=""/>
        <dsp:cNvSpPr/>
      </dsp:nvSpPr>
      <dsp:spPr>
        <a:xfrm>
          <a:off x="128686" y="128686"/>
          <a:ext cx="909002" cy="1029493"/>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7000" r="-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BD6452-9581-486A-9B78-295A96E47F48}">
      <dsp:nvSpPr>
        <dsp:cNvPr id="0" name=""/>
        <dsp:cNvSpPr/>
      </dsp:nvSpPr>
      <dsp:spPr>
        <a:xfrm>
          <a:off x="0" y="1415553"/>
          <a:ext cx="4545012" cy="1286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fr-CA" sz="2500" kern="1200" dirty="0" err="1"/>
            <a:t>Level</a:t>
          </a:r>
          <a:r>
            <a:rPr lang="fr-CA" sz="2500" kern="1200" dirty="0"/>
            <a:t> 2</a:t>
          </a:r>
        </a:p>
        <a:p>
          <a:pPr marL="228600" lvl="1" indent="-228600" algn="l" defTabSz="889000">
            <a:lnSpc>
              <a:spcPct val="90000"/>
            </a:lnSpc>
            <a:spcBef>
              <a:spcPct val="0"/>
            </a:spcBef>
            <a:spcAft>
              <a:spcPct val="15000"/>
            </a:spcAft>
            <a:buChar char="•"/>
          </a:pPr>
          <a:r>
            <a:rPr lang="fr-CA" sz="2000" kern="1200" dirty="0" err="1"/>
            <a:t>Level</a:t>
          </a:r>
          <a:r>
            <a:rPr lang="fr-CA" sz="2000" kern="1200" dirty="0"/>
            <a:t> 2.1</a:t>
          </a:r>
        </a:p>
        <a:p>
          <a:pPr marL="228600" lvl="1" indent="-228600" algn="l" defTabSz="889000">
            <a:lnSpc>
              <a:spcPct val="90000"/>
            </a:lnSpc>
            <a:spcBef>
              <a:spcPct val="0"/>
            </a:spcBef>
            <a:spcAft>
              <a:spcPct val="15000"/>
            </a:spcAft>
            <a:buChar char="•"/>
          </a:pPr>
          <a:r>
            <a:rPr lang="fr-CA" sz="2000" kern="1200" dirty="0" err="1"/>
            <a:t>Level</a:t>
          </a:r>
          <a:r>
            <a:rPr lang="fr-CA" sz="2000" kern="1200" dirty="0"/>
            <a:t> 2.2</a:t>
          </a:r>
        </a:p>
      </dsp:txBody>
      <dsp:txXfrm>
        <a:off x="1037689" y="1415553"/>
        <a:ext cx="3507322" cy="1286867"/>
      </dsp:txXfrm>
    </dsp:sp>
    <dsp:sp modelId="{86A1480C-245F-49C4-B2C2-50898D583646}">
      <dsp:nvSpPr>
        <dsp:cNvPr id="0" name=""/>
        <dsp:cNvSpPr/>
      </dsp:nvSpPr>
      <dsp:spPr>
        <a:xfrm>
          <a:off x="128686" y="1544240"/>
          <a:ext cx="909002" cy="1029493"/>
        </a:xfrm>
        <a:prstGeom prst="roundRect">
          <a:avLst>
            <a:gd name="adj" fmla="val 10000"/>
          </a:avLst>
        </a:prstGeom>
        <a:blipFill>
          <a:blip xmlns:r="http://schemas.openxmlformats.org/officeDocument/2006/relationships" r:embed="rId3"/>
          <a:srcRect/>
          <a:stretch>
            <a:fillRect l="-8000" r="-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C48BE2-EF40-40BE-ACCE-6E9D7373C233}">
      <dsp:nvSpPr>
        <dsp:cNvPr id="0" name=""/>
        <dsp:cNvSpPr/>
      </dsp:nvSpPr>
      <dsp:spPr>
        <a:xfrm>
          <a:off x="0" y="2831107"/>
          <a:ext cx="4545012" cy="1286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fr-CA" sz="2500" kern="1200" dirty="0" err="1"/>
            <a:t>Level</a:t>
          </a:r>
          <a:r>
            <a:rPr lang="fr-CA" sz="2500" kern="1200" dirty="0"/>
            <a:t> 3</a:t>
          </a:r>
        </a:p>
        <a:p>
          <a:pPr marL="228600" lvl="1" indent="-228600" algn="l" defTabSz="889000">
            <a:lnSpc>
              <a:spcPct val="90000"/>
            </a:lnSpc>
            <a:spcBef>
              <a:spcPct val="0"/>
            </a:spcBef>
            <a:spcAft>
              <a:spcPct val="15000"/>
            </a:spcAft>
            <a:buChar char="•"/>
          </a:pPr>
          <a:r>
            <a:rPr lang="fr-CA" sz="2000" kern="1200" dirty="0" err="1"/>
            <a:t>Level</a:t>
          </a:r>
          <a:r>
            <a:rPr lang="fr-CA" sz="2000" kern="1200" dirty="0"/>
            <a:t> 3.1</a:t>
          </a:r>
        </a:p>
        <a:p>
          <a:pPr marL="228600" lvl="1" indent="-228600" algn="l" defTabSz="889000">
            <a:lnSpc>
              <a:spcPct val="90000"/>
            </a:lnSpc>
            <a:spcBef>
              <a:spcPct val="0"/>
            </a:spcBef>
            <a:spcAft>
              <a:spcPct val="15000"/>
            </a:spcAft>
            <a:buChar char="•"/>
          </a:pPr>
          <a:r>
            <a:rPr lang="fr-CA" sz="2000" kern="1200"/>
            <a:t>Level 3.2</a:t>
          </a:r>
          <a:endParaRPr lang="fr-CA" sz="2000" kern="1200" dirty="0"/>
        </a:p>
      </dsp:txBody>
      <dsp:txXfrm>
        <a:off x="1037689" y="2831107"/>
        <a:ext cx="3507322" cy="1286867"/>
      </dsp:txXfrm>
    </dsp:sp>
    <dsp:sp modelId="{EDD4774C-5D4E-4B45-9EF0-1ABA99CF5454}">
      <dsp:nvSpPr>
        <dsp:cNvPr id="0" name=""/>
        <dsp:cNvSpPr/>
      </dsp:nvSpPr>
      <dsp:spPr>
        <a:xfrm>
          <a:off x="128686" y="2959794"/>
          <a:ext cx="909002" cy="1029493"/>
        </a:xfrm>
        <a:prstGeom prst="roundRect">
          <a:avLst>
            <a:gd name="adj" fmla="val 10000"/>
          </a:avLst>
        </a:prstGeom>
        <a:blipFill>
          <a:blip xmlns:r="http://schemas.openxmlformats.org/officeDocument/2006/relationships" r:embed="rId4">
            <a:extLst>
              <a:ext uri="{96DAC541-7B7A-43D3-8B79-37D633B846F1}">
                <asvg:svgBlip xmlns:asvg="http://schemas.microsoft.com/office/drawing/2016/SVG/main" r:embed="rId5"/>
              </a:ext>
            </a:extLst>
          </a:blip>
          <a:srcRect/>
          <a:stretch>
            <a:fillRect l="-7000" r="-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D9108-59C5-46FA-95C8-F1922F06123F}">
      <dsp:nvSpPr>
        <dsp:cNvPr id="0" name=""/>
        <dsp:cNvSpPr/>
      </dsp:nvSpPr>
      <dsp:spPr>
        <a:xfrm>
          <a:off x="0" y="31737"/>
          <a:ext cx="4545012" cy="1199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fr-CA" sz="5000" kern="1200" dirty="0" err="1"/>
            <a:t>Level</a:t>
          </a:r>
          <a:r>
            <a:rPr lang="fr-CA" sz="5000" kern="1200" dirty="0"/>
            <a:t> 1</a:t>
          </a:r>
        </a:p>
      </dsp:txBody>
      <dsp:txXfrm>
        <a:off x="58543" y="90280"/>
        <a:ext cx="4427926" cy="1082164"/>
      </dsp:txXfrm>
    </dsp:sp>
    <dsp:sp modelId="{46825B7F-E843-4DA6-812F-0A66E1484B96}">
      <dsp:nvSpPr>
        <dsp:cNvPr id="0" name=""/>
        <dsp:cNvSpPr/>
      </dsp:nvSpPr>
      <dsp:spPr>
        <a:xfrm>
          <a:off x="0" y="1230987"/>
          <a:ext cx="4545012"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304" tIns="63500" rIns="355600" bIns="63500" numCol="1" spcCol="1270" anchor="t" anchorCtr="0">
          <a:noAutofit/>
        </a:bodyPr>
        <a:lstStyle/>
        <a:p>
          <a:pPr marL="285750" lvl="1" indent="-285750" algn="l" defTabSz="1733550">
            <a:lnSpc>
              <a:spcPct val="90000"/>
            </a:lnSpc>
            <a:spcBef>
              <a:spcPct val="0"/>
            </a:spcBef>
            <a:spcAft>
              <a:spcPct val="20000"/>
            </a:spcAft>
            <a:buChar char="•"/>
          </a:pPr>
          <a:r>
            <a:rPr lang="fr-CA" sz="3900" kern="1200" dirty="0" err="1"/>
            <a:t>Level</a:t>
          </a:r>
          <a:r>
            <a:rPr lang="fr-CA" sz="3900" kern="1200" dirty="0"/>
            <a:t> 1.1</a:t>
          </a:r>
        </a:p>
      </dsp:txBody>
      <dsp:txXfrm>
        <a:off x="0" y="1230987"/>
        <a:ext cx="4545012" cy="828000"/>
      </dsp:txXfrm>
    </dsp:sp>
    <dsp:sp modelId="{F02586B5-87AC-4EC8-96ED-C2D7E3C36418}">
      <dsp:nvSpPr>
        <dsp:cNvPr id="0" name=""/>
        <dsp:cNvSpPr/>
      </dsp:nvSpPr>
      <dsp:spPr>
        <a:xfrm>
          <a:off x="0" y="2058987"/>
          <a:ext cx="4545012" cy="1199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fr-CA" sz="5000" kern="1200" dirty="0" err="1"/>
            <a:t>Level</a:t>
          </a:r>
          <a:r>
            <a:rPr lang="fr-CA" sz="5000" kern="1200" dirty="0"/>
            <a:t> 2</a:t>
          </a:r>
        </a:p>
      </dsp:txBody>
      <dsp:txXfrm>
        <a:off x="58543" y="2117530"/>
        <a:ext cx="4427926" cy="1082164"/>
      </dsp:txXfrm>
    </dsp:sp>
    <dsp:sp modelId="{BCECAFF9-2FE1-42C4-B5A2-C125121267C7}">
      <dsp:nvSpPr>
        <dsp:cNvPr id="0" name=""/>
        <dsp:cNvSpPr/>
      </dsp:nvSpPr>
      <dsp:spPr>
        <a:xfrm>
          <a:off x="0" y="3258237"/>
          <a:ext cx="4545012"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304" tIns="63500" rIns="355600" bIns="63500" numCol="1" spcCol="1270" anchor="t" anchorCtr="0">
          <a:noAutofit/>
        </a:bodyPr>
        <a:lstStyle/>
        <a:p>
          <a:pPr marL="285750" lvl="1" indent="-285750" algn="l" defTabSz="1733550">
            <a:lnSpc>
              <a:spcPct val="90000"/>
            </a:lnSpc>
            <a:spcBef>
              <a:spcPct val="0"/>
            </a:spcBef>
            <a:spcAft>
              <a:spcPct val="20000"/>
            </a:spcAft>
            <a:buChar char="•"/>
          </a:pPr>
          <a:r>
            <a:rPr lang="fr-CA" sz="3900" kern="1200" dirty="0" err="1"/>
            <a:t>Level</a:t>
          </a:r>
          <a:r>
            <a:rPr lang="fr-CA" sz="3900" kern="1200" dirty="0"/>
            <a:t> 2.2</a:t>
          </a:r>
        </a:p>
      </dsp:txBody>
      <dsp:txXfrm>
        <a:off x="0" y="3258237"/>
        <a:ext cx="4545012" cy="828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599D3-183E-4D22-B21C-F0C18A0075BA}">
      <dsp:nvSpPr>
        <dsp:cNvPr id="0" name=""/>
        <dsp:cNvSpPr/>
      </dsp:nvSpPr>
      <dsp:spPr>
        <a:xfrm>
          <a:off x="4822" y="616605"/>
          <a:ext cx="2108299" cy="1442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CA" sz="1800" b="1" kern="1200" dirty="0">
              <a:solidFill>
                <a:srgbClr val="000000"/>
              </a:solidFill>
              <a:effectLst/>
              <a:latin typeface="Avenir"/>
            </a:rPr>
            <a:t>01- Progression directe</a:t>
          </a:r>
          <a:r>
            <a:rPr lang="fr-CA" sz="1800" kern="1200" dirty="0">
              <a:effectLst/>
            </a:rPr>
            <a:t> </a:t>
          </a:r>
          <a:endParaRPr lang="fr-CA" sz="1800" kern="1200" dirty="0"/>
        </a:p>
        <a:p>
          <a:pPr marL="114300" lvl="1" indent="-114300" algn="l" defTabSz="622300">
            <a:lnSpc>
              <a:spcPct val="90000"/>
            </a:lnSpc>
            <a:spcBef>
              <a:spcPct val="0"/>
            </a:spcBef>
            <a:spcAft>
              <a:spcPct val="15000"/>
            </a:spcAft>
            <a:buChar char="•"/>
          </a:pPr>
          <a:r>
            <a:rPr lang="fr-CA" sz="1400" b="0" kern="1200" dirty="0">
              <a:solidFill>
                <a:srgbClr val="000000"/>
              </a:solidFill>
              <a:effectLst/>
              <a:latin typeface="Avenir"/>
            </a:rPr>
            <a:t>Étapes séquentielles du début à la fin, sans embranchements.</a:t>
          </a:r>
          <a:r>
            <a:rPr lang="fr-CA" sz="1400" kern="1200" dirty="0">
              <a:effectLst/>
            </a:rPr>
            <a:t> </a:t>
          </a:r>
          <a:endParaRPr lang="fr-CA" sz="1400" kern="1200" dirty="0"/>
        </a:p>
      </dsp:txBody>
      <dsp:txXfrm>
        <a:off x="47082" y="658865"/>
        <a:ext cx="2023779" cy="1358347"/>
      </dsp:txXfrm>
    </dsp:sp>
    <dsp:sp modelId="{1469EA02-E514-49A4-A4BA-F0BF30D5B3B2}">
      <dsp:nvSpPr>
        <dsp:cNvPr id="0" name=""/>
        <dsp:cNvSpPr/>
      </dsp:nvSpPr>
      <dsp:spPr>
        <a:xfrm>
          <a:off x="2323950" y="1076610"/>
          <a:ext cx="446959" cy="522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CA" sz="1400" kern="1200"/>
        </a:p>
      </dsp:txBody>
      <dsp:txXfrm>
        <a:off x="2323950" y="1181182"/>
        <a:ext cx="312871" cy="313714"/>
      </dsp:txXfrm>
    </dsp:sp>
    <dsp:sp modelId="{1A66D92F-2378-4CF0-BE3A-247E64AB3064}">
      <dsp:nvSpPr>
        <dsp:cNvPr id="0" name=""/>
        <dsp:cNvSpPr/>
      </dsp:nvSpPr>
      <dsp:spPr>
        <a:xfrm>
          <a:off x="2956440" y="616605"/>
          <a:ext cx="2108299" cy="1442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CA" sz="1800" b="1" kern="1200" dirty="0">
              <a:solidFill>
                <a:srgbClr val="000000"/>
              </a:solidFill>
              <a:effectLst/>
              <a:latin typeface="Avenir"/>
            </a:rPr>
            <a:t>02 -Visibilité des dépendances</a:t>
          </a:r>
          <a:r>
            <a:rPr lang="fr-CA" sz="1800" kern="1200" dirty="0">
              <a:effectLst/>
            </a:rPr>
            <a:t> </a:t>
          </a:r>
          <a:endParaRPr lang="fr-CA" sz="1800" kern="1200" dirty="0"/>
        </a:p>
        <a:p>
          <a:pPr marL="114300" lvl="1" indent="-114300" algn="l" defTabSz="622300">
            <a:lnSpc>
              <a:spcPct val="90000"/>
            </a:lnSpc>
            <a:spcBef>
              <a:spcPct val="0"/>
            </a:spcBef>
            <a:spcAft>
              <a:spcPct val="15000"/>
            </a:spcAft>
            <a:buChar char="•"/>
          </a:pPr>
          <a:r>
            <a:rPr lang="fr-CA" sz="1400" b="0" kern="1200">
              <a:solidFill>
                <a:srgbClr val="000000"/>
              </a:solidFill>
              <a:effectLst/>
              <a:latin typeface="Avenir"/>
            </a:rPr>
            <a:t>Les relations entre phases sont explicites le long de la ligne.</a:t>
          </a:r>
          <a:r>
            <a:rPr lang="fr-CA" sz="1400" kern="1200">
              <a:effectLst/>
            </a:rPr>
            <a:t> </a:t>
          </a:r>
          <a:endParaRPr lang="fr-CA" sz="1400" kern="1200" dirty="0"/>
        </a:p>
      </dsp:txBody>
      <dsp:txXfrm>
        <a:off x="2998700" y="658865"/>
        <a:ext cx="2023779" cy="1358347"/>
      </dsp:txXfrm>
    </dsp:sp>
    <dsp:sp modelId="{D15B96DA-6D51-4CB3-989A-86CE08DC315D}">
      <dsp:nvSpPr>
        <dsp:cNvPr id="0" name=""/>
        <dsp:cNvSpPr/>
      </dsp:nvSpPr>
      <dsp:spPr>
        <a:xfrm>
          <a:off x="5275569" y="1076610"/>
          <a:ext cx="446959" cy="522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CA" sz="1400" kern="1200"/>
        </a:p>
      </dsp:txBody>
      <dsp:txXfrm>
        <a:off x="5275569" y="1181182"/>
        <a:ext cx="312871" cy="313714"/>
      </dsp:txXfrm>
    </dsp:sp>
    <dsp:sp modelId="{3375AC13-101B-4D29-8B17-54C6E790D857}">
      <dsp:nvSpPr>
        <dsp:cNvPr id="0" name=""/>
        <dsp:cNvSpPr/>
      </dsp:nvSpPr>
      <dsp:spPr>
        <a:xfrm>
          <a:off x="5908059" y="616605"/>
          <a:ext cx="2108299" cy="1442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CA" sz="1800" b="1" kern="1200" dirty="0">
              <a:solidFill>
                <a:srgbClr val="000000"/>
              </a:solidFill>
              <a:effectLst/>
              <a:latin typeface="Avenir"/>
            </a:rPr>
            <a:t>03</a:t>
          </a:r>
          <a:r>
            <a:rPr lang="fr-CA" sz="1800" kern="1200" dirty="0">
              <a:effectLst/>
            </a:rPr>
            <a:t> - </a:t>
          </a:r>
          <a:r>
            <a:rPr lang="fr-CA" sz="1800" b="1" kern="1200" dirty="0">
              <a:solidFill>
                <a:srgbClr val="000000"/>
              </a:solidFill>
              <a:effectLst/>
              <a:latin typeface="Avenir"/>
            </a:rPr>
            <a:t>Planification facilitée</a:t>
          </a:r>
          <a:r>
            <a:rPr lang="fr-CA" sz="1800" kern="1200" dirty="0">
              <a:effectLst/>
            </a:rPr>
            <a:t> </a:t>
          </a:r>
          <a:endParaRPr lang="fr-CA" sz="1800" kern="1200" dirty="0"/>
        </a:p>
        <a:p>
          <a:pPr marL="114300" lvl="1" indent="-114300" algn="l" defTabSz="622300">
            <a:lnSpc>
              <a:spcPct val="90000"/>
            </a:lnSpc>
            <a:spcBef>
              <a:spcPct val="0"/>
            </a:spcBef>
            <a:spcAft>
              <a:spcPct val="15000"/>
            </a:spcAft>
            <a:buNone/>
          </a:pPr>
          <a:r>
            <a:rPr lang="fr-CA" sz="1400" b="0" kern="1200" dirty="0">
              <a:solidFill>
                <a:srgbClr val="000000"/>
              </a:solidFill>
              <a:effectLst/>
              <a:latin typeface="Avenir"/>
            </a:rPr>
            <a:t>Aide à estimer durées, jalons et ressources de façon simple.</a:t>
          </a:r>
          <a:r>
            <a:rPr lang="fr-CA" sz="1400" kern="1200" dirty="0">
              <a:effectLst/>
            </a:rPr>
            <a:t> </a:t>
          </a:r>
          <a:endParaRPr lang="fr-CA" sz="1400" kern="1200" dirty="0"/>
        </a:p>
      </dsp:txBody>
      <dsp:txXfrm>
        <a:off x="5950319" y="658865"/>
        <a:ext cx="2023779" cy="1358347"/>
      </dsp:txXfrm>
    </dsp:sp>
    <dsp:sp modelId="{8A0C4F74-2C63-451D-B72C-1469579ED1BA}">
      <dsp:nvSpPr>
        <dsp:cNvPr id="0" name=""/>
        <dsp:cNvSpPr/>
      </dsp:nvSpPr>
      <dsp:spPr>
        <a:xfrm>
          <a:off x="8227188" y="1076610"/>
          <a:ext cx="446959" cy="522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CA" sz="1400" kern="1200"/>
        </a:p>
      </dsp:txBody>
      <dsp:txXfrm>
        <a:off x="8227188" y="1181182"/>
        <a:ext cx="312871" cy="313714"/>
      </dsp:txXfrm>
    </dsp:sp>
    <dsp:sp modelId="{B97A9360-49F6-400E-875A-80D1ADACBA63}">
      <dsp:nvSpPr>
        <dsp:cNvPr id="0" name=""/>
        <dsp:cNvSpPr/>
      </dsp:nvSpPr>
      <dsp:spPr>
        <a:xfrm>
          <a:off x="8859677" y="616605"/>
          <a:ext cx="2108299" cy="1442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CA" sz="1800" b="1" kern="1200" dirty="0">
              <a:solidFill>
                <a:srgbClr val="000000"/>
              </a:solidFill>
              <a:effectLst/>
              <a:latin typeface="Avenir"/>
            </a:rPr>
            <a:t>04</a:t>
          </a:r>
          <a:r>
            <a:rPr lang="fr-CA" sz="1800" kern="1200" dirty="0">
              <a:effectLst/>
            </a:rPr>
            <a:t> - </a:t>
          </a:r>
          <a:r>
            <a:rPr lang="fr-CA" sz="1800" b="1" kern="1200" dirty="0">
              <a:solidFill>
                <a:srgbClr val="000000"/>
              </a:solidFill>
              <a:effectLst/>
              <a:latin typeface="Avenir"/>
            </a:rPr>
            <a:t>Adoption par les managers (68%)</a:t>
          </a:r>
          <a:r>
            <a:rPr lang="fr-CA" sz="1800" kern="1200" dirty="0">
              <a:effectLst/>
            </a:rPr>
            <a:t> </a:t>
          </a:r>
          <a:endParaRPr lang="fr-CA" sz="1800" kern="1200" dirty="0"/>
        </a:p>
        <a:p>
          <a:pPr marL="114300" lvl="1" indent="-114300" algn="l" defTabSz="622300">
            <a:lnSpc>
              <a:spcPct val="90000"/>
            </a:lnSpc>
            <a:spcBef>
              <a:spcPct val="0"/>
            </a:spcBef>
            <a:spcAft>
              <a:spcPct val="15000"/>
            </a:spcAft>
            <a:buChar char="•"/>
          </a:pPr>
          <a:r>
            <a:rPr lang="fr-CA" sz="1400" b="0" kern="1200">
              <a:solidFill>
                <a:srgbClr val="000000"/>
              </a:solidFill>
              <a:effectLst/>
              <a:latin typeface="Avenir"/>
            </a:rPr>
            <a:t>Préféré pour expliquer des workflows simples et ordonnés.</a:t>
          </a:r>
          <a:endParaRPr lang="fr-CA" sz="1400" kern="1200" dirty="0"/>
        </a:p>
      </dsp:txBody>
      <dsp:txXfrm>
        <a:off x="8901937" y="658865"/>
        <a:ext cx="2023779" cy="135834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A28C00-8196-4AB9-87CF-778B6B582511}">
      <dsp:nvSpPr>
        <dsp:cNvPr id="0" name=""/>
        <dsp:cNvSpPr/>
      </dsp:nvSpPr>
      <dsp:spPr>
        <a:xfrm>
          <a:off x="0" y="0"/>
          <a:ext cx="8778239" cy="588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CA" sz="1400" b="1" kern="1200" dirty="0">
              <a:solidFill>
                <a:srgbClr val="000000"/>
              </a:solidFill>
              <a:effectLst/>
              <a:latin typeface="Avenir"/>
            </a:rPr>
            <a:t>01- Progression directe</a:t>
          </a:r>
          <a:r>
            <a:rPr lang="fr-CA" sz="1400" kern="1200" dirty="0">
              <a:effectLst/>
            </a:rPr>
            <a:t> </a:t>
          </a:r>
          <a:endParaRPr lang="fr-CA" sz="1400" kern="1200" dirty="0"/>
        </a:p>
        <a:p>
          <a:pPr marL="57150" lvl="1" indent="-57150" algn="l" defTabSz="488950">
            <a:lnSpc>
              <a:spcPct val="90000"/>
            </a:lnSpc>
            <a:spcBef>
              <a:spcPct val="0"/>
            </a:spcBef>
            <a:spcAft>
              <a:spcPct val="15000"/>
            </a:spcAft>
            <a:buChar char="•"/>
          </a:pPr>
          <a:r>
            <a:rPr lang="fr-CA" sz="1100" b="0" kern="1200" dirty="0">
              <a:solidFill>
                <a:srgbClr val="000000"/>
              </a:solidFill>
              <a:effectLst/>
              <a:latin typeface="Avenir"/>
            </a:rPr>
            <a:t>Étapes séquentielles du début à la fin, sans embranchements.</a:t>
          </a:r>
          <a:r>
            <a:rPr lang="fr-CA" sz="1100" kern="1200" dirty="0">
              <a:effectLst/>
            </a:rPr>
            <a:t> </a:t>
          </a:r>
          <a:endParaRPr lang="fr-CA" sz="1100" kern="1200" dirty="0"/>
        </a:p>
      </dsp:txBody>
      <dsp:txXfrm>
        <a:off x="17244" y="17244"/>
        <a:ext cx="8093196" cy="554249"/>
      </dsp:txXfrm>
    </dsp:sp>
    <dsp:sp modelId="{E9B5E612-6956-4D77-90E6-81D6D1035791}">
      <dsp:nvSpPr>
        <dsp:cNvPr id="0" name=""/>
        <dsp:cNvSpPr/>
      </dsp:nvSpPr>
      <dsp:spPr>
        <a:xfrm>
          <a:off x="735177" y="695780"/>
          <a:ext cx="8778239" cy="588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CA" sz="1400" b="1" kern="1200" dirty="0">
              <a:solidFill>
                <a:srgbClr val="000000"/>
              </a:solidFill>
              <a:effectLst/>
              <a:latin typeface="Avenir"/>
            </a:rPr>
            <a:t>02 -Visibilité des dépendances</a:t>
          </a:r>
          <a:r>
            <a:rPr lang="fr-CA" sz="1400" kern="1200" dirty="0">
              <a:effectLst/>
            </a:rPr>
            <a:t> </a:t>
          </a:r>
          <a:endParaRPr lang="fr-CA" sz="1400" kern="1200" dirty="0"/>
        </a:p>
        <a:p>
          <a:pPr marL="57150" lvl="1" indent="-57150" algn="l" defTabSz="488950">
            <a:lnSpc>
              <a:spcPct val="90000"/>
            </a:lnSpc>
            <a:spcBef>
              <a:spcPct val="0"/>
            </a:spcBef>
            <a:spcAft>
              <a:spcPct val="15000"/>
            </a:spcAft>
            <a:buChar char="•"/>
          </a:pPr>
          <a:r>
            <a:rPr lang="fr-CA" sz="1100" b="0" kern="1200">
              <a:solidFill>
                <a:srgbClr val="000000"/>
              </a:solidFill>
              <a:effectLst/>
              <a:latin typeface="Avenir"/>
            </a:rPr>
            <a:t>Les relations entre phases sont explicites le long de la ligne.</a:t>
          </a:r>
          <a:r>
            <a:rPr lang="fr-CA" sz="1100" kern="1200">
              <a:effectLst/>
            </a:rPr>
            <a:t> </a:t>
          </a:r>
          <a:endParaRPr lang="fr-CA" sz="1100" kern="1200" dirty="0"/>
        </a:p>
      </dsp:txBody>
      <dsp:txXfrm>
        <a:off x="752421" y="713024"/>
        <a:ext cx="7625894" cy="554249"/>
      </dsp:txXfrm>
    </dsp:sp>
    <dsp:sp modelId="{5BB44703-1706-4F02-A45A-995F2D6B63E1}">
      <dsp:nvSpPr>
        <dsp:cNvPr id="0" name=""/>
        <dsp:cNvSpPr/>
      </dsp:nvSpPr>
      <dsp:spPr>
        <a:xfrm>
          <a:off x="1459382" y="1391561"/>
          <a:ext cx="8778239" cy="588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CA" sz="1400" b="1" kern="1200" dirty="0">
              <a:solidFill>
                <a:srgbClr val="000000"/>
              </a:solidFill>
              <a:effectLst/>
              <a:latin typeface="Avenir"/>
            </a:rPr>
            <a:t>03</a:t>
          </a:r>
          <a:r>
            <a:rPr lang="fr-CA" sz="1400" kern="1200" dirty="0">
              <a:effectLst/>
            </a:rPr>
            <a:t> - </a:t>
          </a:r>
          <a:r>
            <a:rPr lang="fr-CA" sz="1400" b="1" kern="1200" dirty="0">
              <a:solidFill>
                <a:srgbClr val="000000"/>
              </a:solidFill>
              <a:effectLst/>
              <a:latin typeface="Avenir"/>
            </a:rPr>
            <a:t>Planification facilitée</a:t>
          </a:r>
          <a:r>
            <a:rPr lang="fr-CA" sz="1400" kern="1200" dirty="0">
              <a:effectLst/>
            </a:rPr>
            <a:t> </a:t>
          </a:r>
          <a:endParaRPr lang="fr-CA" sz="1400" kern="1200" dirty="0"/>
        </a:p>
        <a:p>
          <a:pPr marL="57150" lvl="1" indent="-57150" algn="l" defTabSz="488950">
            <a:lnSpc>
              <a:spcPct val="90000"/>
            </a:lnSpc>
            <a:spcBef>
              <a:spcPct val="0"/>
            </a:spcBef>
            <a:spcAft>
              <a:spcPct val="15000"/>
            </a:spcAft>
            <a:buNone/>
          </a:pPr>
          <a:r>
            <a:rPr lang="fr-CA" sz="1100" b="0" kern="1200" dirty="0">
              <a:solidFill>
                <a:srgbClr val="000000"/>
              </a:solidFill>
              <a:effectLst/>
              <a:latin typeface="Avenir"/>
            </a:rPr>
            <a:t>Aide à estimer durées, jalons et ressources de façon simple.</a:t>
          </a:r>
          <a:r>
            <a:rPr lang="fr-CA" sz="1100" kern="1200" dirty="0">
              <a:effectLst/>
            </a:rPr>
            <a:t> </a:t>
          </a:r>
          <a:endParaRPr lang="fr-CA" sz="1100" kern="1200" dirty="0"/>
        </a:p>
      </dsp:txBody>
      <dsp:txXfrm>
        <a:off x="1476626" y="1408805"/>
        <a:ext cx="7636867" cy="554249"/>
      </dsp:txXfrm>
    </dsp:sp>
    <dsp:sp modelId="{96711EF7-B7C1-4A3C-8CBC-8553374F48E2}">
      <dsp:nvSpPr>
        <dsp:cNvPr id="0" name=""/>
        <dsp:cNvSpPr/>
      </dsp:nvSpPr>
      <dsp:spPr>
        <a:xfrm>
          <a:off x="2194559" y="2087341"/>
          <a:ext cx="8778239" cy="588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CA" sz="1400" b="1" kern="1200" dirty="0">
              <a:solidFill>
                <a:srgbClr val="000000"/>
              </a:solidFill>
              <a:effectLst/>
              <a:latin typeface="Avenir"/>
            </a:rPr>
            <a:t>04</a:t>
          </a:r>
          <a:r>
            <a:rPr lang="fr-CA" sz="1400" kern="1200" dirty="0">
              <a:effectLst/>
            </a:rPr>
            <a:t> - </a:t>
          </a:r>
          <a:r>
            <a:rPr lang="fr-CA" sz="1400" b="1" kern="1200" dirty="0">
              <a:solidFill>
                <a:srgbClr val="000000"/>
              </a:solidFill>
              <a:effectLst/>
              <a:latin typeface="Avenir"/>
            </a:rPr>
            <a:t>Adoption par les managers (68%)</a:t>
          </a:r>
          <a:r>
            <a:rPr lang="fr-CA" sz="1400" kern="1200" dirty="0">
              <a:effectLst/>
            </a:rPr>
            <a:t> </a:t>
          </a:r>
          <a:endParaRPr lang="fr-CA" sz="1400" kern="1200" dirty="0"/>
        </a:p>
        <a:p>
          <a:pPr marL="57150" lvl="1" indent="-57150" algn="l" defTabSz="488950">
            <a:lnSpc>
              <a:spcPct val="90000"/>
            </a:lnSpc>
            <a:spcBef>
              <a:spcPct val="0"/>
            </a:spcBef>
            <a:spcAft>
              <a:spcPct val="15000"/>
            </a:spcAft>
            <a:buChar char="•"/>
          </a:pPr>
          <a:r>
            <a:rPr lang="fr-CA" sz="1100" b="0" kern="1200">
              <a:solidFill>
                <a:srgbClr val="000000"/>
              </a:solidFill>
              <a:effectLst/>
              <a:latin typeface="Avenir"/>
            </a:rPr>
            <a:t>Préféré pour expliquer des workflows simples et ordonnés.</a:t>
          </a:r>
          <a:endParaRPr lang="fr-CA" sz="1100" kern="1200" dirty="0"/>
        </a:p>
      </dsp:txBody>
      <dsp:txXfrm>
        <a:off x="2211803" y="2104585"/>
        <a:ext cx="7625894" cy="554249"/>
      </dsp:txXfrm>
    </dsp:sp>
    <dsp:sp modelId="{33499A1F-DB9C-4CFF-B0DE-DFA92DD8694E}">
      <dsp:nvSpPr>
        <dsp:cNvPr id="0" name=""/>
        <dsp:cNvSpPr/>
      </dsp:nvSpPr>
      <dsp:spPr>
        <a:xfrm>
          <a:off x="8395559" y="450919"/>
          <a:ext cx="382679" cy="38267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fr-CA" sz="1700" kern="1200"/>
        </a:p>
      </dsp:txBody>
      <dsp:txXfrm>
        <a:off x="8481662" y="450919"/>
        <a:ext cx="210473" cy="287966"/>
      </dsp:txXfrm>
    </dsp:sp>
    <dsp:sp modelId="{91D38545-65B7-4CB3-B5F2-DD581DE1B68C}">
      <dsp:nvSpPr>
        <dsp:cNvPr id="0" name=""/>
        <dsp:cNvSpPr/>
      </dsp:nvSpPr>
      <dsp:spPr>
        <a:xfrm>
          <a:off x="9130737" y="1146699"/>
          <a:ext cx="382679" cy="38267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fr-CA" sz="1700" kern="1200"/>
        </a:p>
      </dsp:txBody>
      <dsp:txXfrm>
        <a:off x="9216840" y="1146699"/>
        <a:ext cx="210473" cy="287966"/>
      </dsp:txXfrm>
    </dsp:sp>
    <dsp:sp modelId="{3C91B55C-069A-4452-9D87-6E631193F33B}">
      <dsp:nvSpPr>
        <dsp:cNvPr id="0" name=""/>
        <dsp:cNvSpPr/>
      </dsp:nvSpPr>
      <dsp:spPr>
        <a:xfrm>
          <a:off x="9854942" y="1842480"/>
          <a:ext cx="382679" cy="38267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fr-CA" sz="1700" kern="1200"/>
        </a:p>
      </dsp:txBody>
      <dsp:txXfrm>
        <a:off x="9941045" y="1842480"/>
        <a:ext cx="210473" cy="2879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4153DA-9CD8-47DB-AF01-9984FA6335EB}">
      <dsp:nvSpPr>
        <dsp:cNvPr id="0" name=""/>
        <dsp:cNvSpPr/>
      </dsp:nvSpPr>
      <dsp:spPr>
        <a:xfrm>
          <a:off x="2558" y="0"/>
          <a:ext cx="2681584" cy="2676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1">
          <a:noAutofit/>
        </a:bodyPr>
        <a:lstStyle/>
        <a:p>
          <a:pPr marL="0" lvl="0" indent="0" algn="l" defTabSz="666750">
            <a:lnSpc>
              <a:spcPct val="90000"/>
            </a:lnSpc>
            <a:spcBef>
              <a:spcPct val="0"/>
            </a:spcBef>
            <a:spcAft>
              <a:spcPct val="35000"/>
            </a:spcAft>
            <a:buNone/>
          </a:pPr>
          <a:r>
            <a:rPr lang="fr-CA" sz="1500" b="1" kern="1200" dirty="0">
              <a:solidFill>
                <a:srgbClr val="000000"/>
              </a:solidFill>
              <a:effectLst/>
              <a:latin typeface="Avenir"/>
            </a:rPr>
            <a:t>01- Progression directe</a:t>
          </a:r>
          <a:r>
            <a:rPr lang="fr-CA" sz="1500" kern="1200" dirty="0">
              <a:effectLst/>
            </a:rPr>
            <a:t> </a:t>
          </a:r>
          <a:endParaRPr lang="fr-CA" sz="1500" kern="1200" dirty="0"/>
        </a:p>
        <a:p>
          <a:pPr marL="114300" lvl="1" indent="-114300" algn="l" defTabSz="533400">
            <a:lnSpc>
              <a:spcPct val="90000"/>
            </a:lnSpc>
            <a:spcBef>
              <a:spcPct val="0"/>
            </a:spcBef>
            <a:spcAft>
              <a:spcPct val="15000"/>
            </a:spcAft>
            <a:buChar char="•"/>
          </a:pPr>
          <a:r>
            <a:rPr lang="fr-CA" sz="1200" b="0" kern="1200" dirty="0">
              <a:solidFill>
                <a:srgbClr val="000000"/>
              </a:solidFill>
              <a:effectLst/>
              <a:latin typeface="Avenir"/>
            </a:rPr>
            <a:t>Étapes séquentielles du début à la fin, sans embranchements.</a:t>
          </a:r>
          <a:r>
            <a:rPr lang="fr-CA" sz="1200" kern="1200" dirty="0">
              <a:effectLst/>
            </a:rPr>
            <a:t> </a:t>
          </a:r>
          <a:endParaRPr lang="fr-CA" sz="1200" kern="1200" dirty="0"/>
        </a:p>
      </dsp:txBody>
      <dsp:txXfrm>
        <a:off x="2558" y="1070431"/>
        <a:ext cx="2681584" cy="1070431"/>
      </dsp:txXfrm>
    </dsp:sp>
    <dsp:sp modelId="{3360BE30-BB2B-4BF5-BED6-712664F10BEB}">
      <dsp:nvSpPr>
        <dsp:cNvPr id="0" name=""/>
        <dsp:cNvSpPr/>
      </dsp:nvSpPr>
      <dsp:spPr>
        <a:xfrm>
          <a:off x="897783" y="160564"/>
          <a:ext cx="891134" cy="891134"/>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7C2414-94C3-4EF3-B8EA-5D9A8B5A528C}">
      <dsp:nvSpPr>
        <dsp:cNvPr id="0" name=""/>
        <dsp:cNvSpPr/>
      </dsp:nvSpPr>
      <dsp:spPr>
        <a:xfrm>
          <a:off x="2764590" y="0"/>
          <a:ext cx="2681584" cy="2676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1">
          <a:noAutofit/>
        </a:bodyPr>
        <a:lstStyle/>
        <a:p>
          <a:pPr marL="0" lvl="0" indent="0" algn="l" defTabSz="666750">
            <a:lnSpc>
              <a:spcPct val="90000"/>
            </a:lnSpc>
            <a:spcBef>
              <a:spcPct val="0"/>
            </a:spcBef>
            <a:spcAft>
              <a:spcPct val="35000"/>
            </a:spcAft>
            <a:buNone/>
          </a:pPr>
          <a:r>
            <a:rPr lang="fr-CA" sz="1500" b="1" kern="1200" dirty="0">
              <a:solidFill>
                <a:srgbClr val="000000"/>
              </a:solidFill>
              <a:effectLst/>
              <a:latin typeface="Avenir"/>
            </a:rPr>
            <a:t>02 -Visibilité des dépendances</a:t>
          </a:r>
          <a:r>
            <a:rPr lang="fr-CA" sz="1500" kern="1200" dirty="0">
              <a:effectLst/>
            </a:rPr>
            <a:t> </a:t>
          </a:r>
          <a:endParaRPr lang="fr-CA" sz="1500" kern="1200" dirty="0"/>
        </a:p>
        <a:p>
          <a:pPr marL="114300" lvl="1" indent="-114300" algn="l" defTabSz="533400">
            <a:lnSpc>
              <a:spcPct val="90000"/>
            </a:lnSpc>
            <a:spcBef>
              <a:spcPct val="0"/>
            </a:spcBef>
            <a:spcAft>
              <a:spcPct val="15000"/>
            </a:spcAft>
            <a:buChar char="•"/>
          </a:pPr>
          <a:r>
            <a:rPr lang="fr-CA" sz="1200" b="0" kern="1200">
              <a:solidFill>
                <a:srgbClr val="000000"/>
              </a:solidFill>
              <a:effectLst/>
              <a:latin typeface="Avenir"/>
            </a:rPr>
            <a:t>Les relations entre phases sont explicites le long de la ligne.</a:t>
          </a:r>
          <a:r>
            <a:rPr lang="fr-CA" sz="1200" kern="1200">
              <a:effectLst/>
            </a:rPr>
            <a:t> </a:t>
          </a:r>
          <a:endParaRPr lang="fr-CA" sz="1200" kern="1200" dirty="0"/>
        </a:p>
      </dsp:txBody>
      <dsp:txXfrm>
        <a:off x="2764590" y="1070431"/>
        <a:ext cx="2681584" cy="1070431"/>
      </dsp:txXfrm>
    </dsp:sp>
    <dsp:sp modelId="{3FB03D8F-A44C-4003-BD76-D31FE0EBA226}">
      <dsp:nvSpPr>
        <dsp:cNvPr id="0" name=""/>
        <dsp:cNvSpPr/>
      </dsp:nvSpPr>
      <dsp:spPr>
        <a:xfrm>
          <a:off x="3659816" y="160564"/>
          <a:ext cx="891134" cy="891134"/>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795271-4754-479D-BE1E-56D61A629D28}">
      <dsp:nvSpPr>
        <dsp:cNvPr id="0" name=""/>
        <dsp:cNvSpPr/>
      </dsp:nvSpPr>
      <dsp:spPr>
        <a:xfrm>
          <a:off x="5526623" y="0"/>
          <a:ext cx="2681584" cy="2676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1">
          <a:noAutofit/>
        </a:bodyPr>
        <a:lstStyle/>
        <a:p>
          <a:pPr marL="0" lvl="0" indent="0" algn="l" defTabSz="666750">
            <a:lnSpc>
              <a:spcPct val="90000"/>
            </a:lnSpc>
            <a:spcBef>
              <a:spcPct val="0"/>
            </a:spcBef>
            <a:spcAft>
              <a:spcPct val="35000"/>
            </a:spcAft>
            <a:buNone/>
          </a:pPr>
          <a:r>
            <a:rPr lang="fr-CA" sz="1500" b="1" kern="1200" dirty="0">
              <a:solidFill>
                <a:srgbClr val="000000"/>
              </a:solidFill>
              <a:effectLst/>
              <a:latin typeface="Avenir"/>
            </a:rPr>
            <a:t>03</a:t>
          </a:r>
          <a:r>
            <a:rPr lang="fr-CA" sz="1500" kern="1200" dirty="0">
              <a:effectLst/>
            </a:rPr>
            <a:t> - </a:t>
          </a:r>
          <a:r>
            <a:rPr lang="fr-CA" sz="1500" b="1" kern="1200" dirty="0">
              <a:solidFill>
                <a:srgbClr val="000000"/>
              </a:solidFill>
              <a:effectLst/>
              <a:latin typeface="Avenir"/>
            </a:rPr>
            <a:t>Planification facilitée</a:t>
          </a:r>
          <a:r>
            <a:rPr lang="fr-CA" sz="1500" kern="1200" dirty="0">
              <a:effectLst/>
            </a:rPr>
            <a:t> </a:t>
          </a:r>
          <a:endParaRPr lang="fr-CA" sz="1500" kern="1200" dirty="0"/>
        </a:p>
        <a:p>
          <a:pPr marL="114300" lvl="1" indent="-114300" algn="l" defTabSz="533400">
            <a:lnSpc>
              <a:spcPct val="90000"/>
            </a:lnSpc>
            <a:spcBef>
              <a:spcPct val="0"/>
            </a:spcBef>
            <a:spcAft>
              <a:spcPct val="15000"/>
            </a:spcAft>
            <a:buNone/>
          </a:pPr>
          <a:r>
            <a:rPr lang="fr-CA" sz="1200" b="0" kern="1200" dirty="0">
              <a:solidFill>
                <a:srgbClr val="000000"/>
              </a:solidFill>
              <a:effectLst/>
              <a:latin typeface="Avenir"/>
            </a:rPr>
            <a:t>Aide à estimer durées, jalons et ressources de façon simple.</a:t>
          </a:r>
          <a:r>
            <a:rPr lang="fr-CA" sz="1200" kern="1200" dirty="0">
              <a:effectLst/>
            </a:rPr>
            <a:t> </a:t>
          </a:r>
          <a:endParaRPr lang="fr-CA" sz="1200" kern="1200" dirty="0"/>
        </a:p>
      </dsp:txBody>
      <dsp:txXfrm>
        <a:off x="5526623" y="1070431"/>
        <a:ext cx="2681584" cy="1070431"/>
      </dsp:txXfrm>
    </dsp:sp>
    <dsp:sp modelId="{372DE4A6-1EAF-4581-954D-745AD428A047}">
      <dsp:nvSpPr>
        <dsp:cNvPr id="0" name=""/>
        <dsp:cNvSpPr/>
      </dsp:nvSpPr>
      <dsp:spPr>
        <a:xfrm>
          <a:off x="6421848" y="160564"/>
          <a:ext cx="891134" cy="891134"/>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9A8FFE-0748-443C-950A-E9A1F3C4C2D1}">
      <dsp:nvSpPr>
        <dsp:cNvPr id="0" name=""/>
        <dsp:cNvSpPr/>
      </dsp:nvSpPr>
      <dsp:spPr>
        <a:xfrm>
          <a:off x="8288655" y="0"/>
          <a:ext cx="2681584" cy="2676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1">
          <a:noAutofit/>
        </a:bodyPr>
        <a:lstStyle/>
        <a:p>
          <a:pPr marL="0" lvl="0" indent="0" algn="l" defTabSz="666750">
            <a:lnSpc>
              <a:spcPct val="90000"/>
            </a:lnSpc>
            <a:spcBef>
              <a:spcPct val="0"/>
            </a:spcBef>
            <a:spcAft>
              <a:spcPct val="35000"/>
            </a:spcAft>
            <a:buNone/>
          </a:pPr>
          <a:r>
            <a:rPr lang="fr-CA" sz="1500" b="1" kern="1200" dirty="0">
              <a:solidFill>
                <a:srgbClr val="000000"/>
              </a:solidFill>
              <a:effectLst/>
              <a:latin typeface="Avenir"/>
            </a:rPr>
            <a:t>04</a:t>
          </a:r>
          <a:r>
            <a:rPr lang="fr-CA" sz="1500" kern="1200" dirty="0">
              <a:effectLst/>
            </a:rPr>
            <a:t> - </a:t>
          </a:r>
          <a:r>
            <a:rPr lang="fr-CA" sz="1500" b="1" kern="1200" dirty="0">
              <a:solidFill>
                <a:srgbClr val="000000"/>
              </a:solidFill>
              <a:effectLst/>
              <a:latin typeface="Avenir"/>
            </a:rPr>
            <a:t>Adoption par les managers (68%)</a:t>
          </a:r>
          <a:r>
            <a:rPr lang="fr-CA" sz="1500" kern="1200" dirty="0">
              <a:effectLst/>
            </a:rPr>
            <a:t> </a:t>
          </a:r>
          <a:endParaRPr lang="fr-CA" sz="1500" kern="1200" dirty="0"/>
        </a:p>
        <a:p>
          <a:pPr marL="114300" lvl="1" indent="-114300" algn="l" defTabSz="533400">
            <a:lnSpc>
              <a:spcPct val="90000"/>
            </a:lnSpc>
            <a:spcBef>
              <a:spcPct val="0"/>
            </a:spcBef>
            <a:spcAft>
              <a:spcPct val="15000"/>
            </a:spcAft>
            <a:buChar char="•"/>
          </a:pPr>
          <a:r>
            <a:rPr lang="fr-CA" sz="1200" b="0" kern="1200">
              <a:solidFill>
                <a:srgbClr val="000000"/>
              </a:solidFill>
              <a:effectLst/>
              <a:latin typeface="Avenir"/>
            </a:rPr>
            <a:t>Préféré pour expliquer des workflows simples et ordonnés.</a:t>
          </a:r>
          <a:endParaRPr lang="fr-CA" sz="1200" kern="1200" dirty="0"/>
        </a:p>
      </dsp:txBody>
      <dsp:txXfrm>
        <a:off x="8288655" y="1070431"/>
        <a:ext cx="2681584" cy="1070431"/>
      </dsp:txXfrm>
    </dsp:sp>
    <dsp:sp modelId="{59B58D0C-2BFF-48A7-ABFA-AA897B9FE1B0}">
      <dsp:nvSpPr>
        <dsp:cNvPr id="0" name=""/>
        <dsp:cNvSpPr/>
      </dsp:nvSpPr>
      <dsp:spPr>
        <a:xfrm>
          <a:off x="9183881" y="160564"/>
          <a:ext cx="891134" cy="891134"/>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1D51D3-9381-42E2-867C-8A3C41BDBCAF}">
      <dsp:nvSpPr>
        <dsp:cNvPr id="0" name=""/>
        <dsp:cNvSpPr/>
      </dsp:nvSpPr>
      <dsp:spPr>
        <a:xfrm>
          <a:off x="438911" y="2140863"/>
          <a:ext cx="10094975" cy="401411"/>
        </a:xfrm>
        <a:prstGeom prst="leftRight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9DEAFE-9BDB-468C-9259-E29A862B4ACC}">
      <dsp:nvSpPr>
        <dsp:cNvPr id="0" name=""/>
        <dsp:cNvSpPr/>
      </dsp:nvSpPr>
      <dsp:spPr>
        <a:xfrm>
          <a:off x="1613390" y="580"/>
          <a:ext cx="1318231" cy="13182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fr-CA" sz="900" b="1" kern="1200" dirty="0">
              <a:solidFill>
                <a:srgbClr val="000000"/>
              </a:solidFill>
              <a:effectLst/>
              <a:latin typeface="Avenir"/>
            </a:rPr>
            <a:t>01- Progression directe</a:t>
          </a:r>
          <a:r>
            <a:rPr lang="fr-CA" sz="900" kern="1200" dirty="0">
              <a:effectLst/>
            </a:rPr>
            <a:t> </a:t>
          </a:r>
          <a:endParaRPr lang="fr-CA" sz="900" kern="1200" dirty="0"/>
        </a:p>
        <a:p>
          <a:pPr marL="57150" lvl="1" indent="-57150" algn="l" defTabSz="311150">
            <a:lnSpc>
              <a:spcPct val="90000"/>
            </a:lnSpc>
            <a:spcBef>
              <a:spcPct val="0"/>
            </a:spcBef>
            <a:spcAft>
              <a:spcPct val="15000"/>
            </a:spcAft>
            <a:buChar char="•"/>
          </a:pPr>
          <a:r>
            <a:rPr lang="fr-CA" sz="700" b="0" kern="1200" dirty="0">
              <a:solidFill>
                <a:srgbClr val="000000"/>
              </a:solidFill>
              <a:effectLst/>
              <a:latin typeface="Avenir"/>
            </a:rPr>
            <a:t>Étapes séquentielles du début à la fin, sans embranchements.</a:t>
          </a:r>
          <a:r>
            <a:rPr lang="fr-CA" sz="700" kern="1200" dirty="0">
              <a:effectLst/>
            </a:rPr>
            <a:t> </a:t>
          </a:r>
          <a:endParaRPr lang="fr-CA" sz="700" kern="1200" dirty="0"/>
        </a:p>
      </dsp:txBody>
      <dsp:txXfrm>
        <a:off x="1806440" y="193630"/>
        <a:ext cx="932131" cy="932131"/>
      </dsp:txXfrm>
    </dsp:sp>
    <dsp:sp modelId="{3C212830-0536-4D54-B949-C381831F42AB}">
      <dsp:nvSpPr>
        <dsp:cNvPr id="0" name=""/>
        <dsp:cNvSpPr/>
      </dsp:nvSpPr>
      <dsp:spPr>
        <a:xfrm rot="2700000">
          <a:off x="2790067" y="1129882"/>
          <a:ext cx="350152" cy="4449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fr-CA" sz="700" kern="1200"/>
        </a:p>
      </dsp:txBody>
      <dsp:txXfrm>
        <a:off x="2805451" y="1181723"/>
        <a:ext cx="245106" cy="266942"/>
      </dsp:txXfrm>
    </dsp:sp>
    <dsp:sp modelId="{FECBEE2B-2C91-45BA-9196-1D709127A263}">
      <dsp:nvSpPr>
        <dsp:cNvPr id="0" name=""/>
        <dsp:cNvSpPr/>
      </dsp:nvSpPr>
      <dsp:spPr>
        <a:xfrm>
          <a:off x="3012681" y="1399871"/>
          <a:ext cx="1318231" cy="13182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fr-CA" sz="900" b="1" kern="1200" dirty="0">
              <a:solidFill>
                <a:srgbClr val="000000"/>
              </a:solidFill>
              <a:effectLst/>
              <a:latin typeface="Avenir"/>
            </a:rPr>
            <a:t>02 -Visibilité des dépendances</a:t>
          </a:r>
          <a:r>
            <a:rPr lang="fr-CA" sz="900" kern="1200" dirty="0">
              <a:effectLst/>
            </a:rPr>
            <a:t> </a:t>
          </a:r>
          <a:endParaRPr lang="fr-CA" sz="900" kern="1200" dirty="0"/>
        </a:p>
        <a:p>
          <a:pPr marL="57150" lvl="1" indent="-57150" algn="l" defTabSz="311150">
            <a:lnSpc>
              <a:spcPct val="90000"/>
            </a:lnSpc>
            <a:spcBef>
              <a:spcPct val="0"/>
            </a:spcBef>
            <a:spcAft>
              <a:spcPct val="15000"/>
            </a:spcAft>
            <a:buChar char="•"/>
          </a:pPr>
          <a:r>
            <a:rPr lang="fr-CA" sz="700" b="0" kern="1200">
              <a:solidFill>
                <a:srgbClr val="000000"/>
              </a:solidFill>
              <a:effectLst/>
              <a:latin typeface="Avenir"/>
            </a:rPr>
            <a:t>Les relations entre phases sont explicites le long de la ligne.</a:t>
          </a:r>
          <a:r>
            <a:rPr lang="fr-CA" sz="700" kern="1200">
              <a:effectLst/>
            </a:rPr>
            <a:t> </a:t>
          </a:r>
          <a:endParaRPr lang="fr-CA" sz="700" kern="1200" dirty="0"/>
        </a:p>
      </dsp:txBody>
      <dsp:txXfrm>
        <a:off x="3205731" y="1592921"/>
        <a:ext cx="932131" cy="932131"/>
      </dsp:txXfrm>
    </dsp:sp>
    <dsp:sp modelId="{6B6ECAA7-0478-4757-A568-6D3BB5406FA3}">
      <dsp:nvSpPr>
        <dsp:cNvPr id="0" name=""/>
        <dsp:cNvSpPr/>
      </dsp:nvSpPr>
      <dsp:spPr>
        <a:xfrm rot="8100000">
          <a:off x="2804082" y="2529174"/>
          <a:ext cx="350152" cy="4449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fr-CA" sz="700" kern="1200"/>
        </a:p>
      </dsp:txBody>
      <dsp:txXfrm rot="10800000">
        <a:off x="2893744" y="2581015"/>
        <a:ext cx="245106" cy="266942"/>
      </dsp:txXfrm>
    </dsp:sp>
    <dsp:sp modelId="{C69BD986-6FFF-4657-8FB6-2B2CCAEE1C35}">
      <dsp:nvSpPr>
        <dsp:cNvPr id="0" name=""/>
        <dsp:cNvSpPr/>
      </dsp:nvSpPr>
      <dsp:spPr>
        <a:xfrm>
          <a:off x="1613390" y="2799163"/>
          <a:ext cx="1318231" cy="13182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fr-CA" sz="900" b="1" kern="1200" dirty="0">
              <a:solidFill>
                <a:srgbClr val="000000"/>
              </a:solidFill>
              <a:effectLst/>
              <a:latin typeface="Avenir"/>
            </a:rPr>
            <a:t>03</a:t>
          </a:r>
          <a:r>
            <a:rPr lang="fr-CA" sz="900" kern="1200" dirty="0">
              <a:effectLst/>
            </a:rPr>
            <a:t> - </a:t>
          </a:r>
          <a:r>
            <a:rPr lang="fr-CA" sz="900" b="1" kern="1200" dirty="0">
              <a:solidFill>
                <a:srgbClr val="000000"/>
              </a:solidFill>
              <a:effectLst/>
              <a:latin typeface="Avenir"/>
            </a:rPr>
            <a:t>Planification facilitée</a:t>
          </a:r>
          <a:r>
            <a:rPr lang="fr-CA" sz="900" kern="1200" dirty="0">
              <a:effectLst/>
            </a:rPr>
            <a:t> </a:t>
          </a:r>
          <a:endParaRPr lang="fr-CA" sz="900" kern="1200" dirty="0"/>
        </a:p>
        <a:p>
          <a:pPr marL="57150" lvl="1" indent="-57150" algn="l" defTabSz="311150">
            <a:lnSpc>
              <a:spcPct val="90000"/>
            </a:lnSpc>
            <a:spcBef>
              <a:spcPct val="0"/>
            </a:spcBef>
            <a:spcAft>
              <a:spcPct val="15000"/>
            </a:spcAft>
            <a:buNone/>
          </a:pPr>
          <a:r>
            <a:rPr lang="fr-CA" sz="700" b="0" kern="1200" dirty="0">
              <a:solidFill>
                <a:srgbClr val="000000"/>
              </a:solidFill>
              <a:effectLst/>
              <a:latin typeface="Avenir"/>
            </a:rPr>
            <a:t>Aide à estimer durées, jalons et ressources de façon simple.</a:t>
          </a:r>
          <a:r>
            <a:rPr lang="fr-CA" sz="700" kern="1200" dirty="0">
              <a:effectLst/>
            </a:rPr>
            <a:t> </a:t>
          </a:r>
          <a:endParaRPr lang="fr-CA" sz="700" kern="1200" dirty="0"/>
        </a:p>
      </dsp:txBody>
      <dsp:txXfrm>
        <a:off x="1806440" y="2992213"/>
        <a:ext cx="932131" cy="932131"/>
      </dsp:txXfrm>
    </dsp:sp>
    <dsp:sp modelId="{0974A063-4448-4FE8-A39F-0A9D915BCB29}">
      <dsp:nvSpPr>
        <dsp:cNvPr id="0" name=""/>
        <dsp:cNvSpPr/>
      </dsp:nvSpPr>
      <dsp:spPr>
        <a:xfrm rot="13500000">
          <a:off x="1404791" y="2543189"/>
          <a:ext cx="350152" cy="4449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fr-CA" sz="700" kern="1200"/>
        </a:p>
      </dsp:txBody>
      <dsp:txXfrm rot="10800000">
        <a:off x="1494453" y="2669308"/>
        <a:ext cx="245106" cy="266942"/>
      </dsp:txXfrm>
    </dsp:sp>
    <dsp:sp modelId="{D8BE3EC9-F316-4FB3-A6EC-BADE9AE52A97}">
      <dsp:nvSpPr>
        <dsp:cNvPr id="0" name=""/>
        <dsp:cNvSpPr/>
      </dsp:nvSpPr>
      <dsp:spPr>
        <a:xfrm>
          <a:off x="214099" y="1399871"/>
          <a:ext cx="1318231" cy="13182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fr-CA" sz="900" b="1" kern="1200" dirty="0">
              <a:solidFill>
                <a:srgbClr val="000000"/>
              </a:solidFill>
              <a:effectLst/>
              <a:latin typeface="Avenir"/>
            </a:rPr>
            <a:t>04</a:t>
          </a:r>
          <a:r>
            <a:rPr lang="fr-CA" sz="900" kern="1200" dirty="0">
              <a:effectLst/>
            </a:rPr>
            <a:t> - </a:t>
          </a:r>
          <a:r>
            <a:rPr lang="fr-CA" sz="900" b="1" kern="1200" dirty="0">
              <a:solidFill>
                <a:srgbClr val="000000"/>
              </a:solidFill>
              <a:effectLst/>
              <a:latin typeface="Avenir"/>
            </a:rPr>
            <a:t>Adoption par les managers (68%)</a:t>
          </a:r>
          <a:r>
            <a:rPr lang="fr-CA" sz="900" kern="1200" dirty="0">
              <a:effectLst/>
            </a:rPr>
            <a:t> </a:t>
          </a:r>
          <a:endParaRPr lang="fr-CA" sz="900" kern="1200" dirty="0"/>
        </a:p>
        <a:p>
          <a:pPr marL="57150" lvl="1" indent="-57150" algn="l" defTabSz="311150">
            <a:lnSpc>
              <a:spcPct val="90000"/>
            </a:lnSpc>
            <a:spcBef>
              <a:spcPct val="0"/>
            </a:spcBef>
            <a:spcAft>
              <a:spcPct val="15000"/>
            </a:spcAft>
            <a:buChar char="•"/>
          </a:pPr>
          <a:r>
            <a:rPr lang="fr-CA" sz="700" b="0" kern="1200">
              <a:solidFill>
                <a:srgbClr val="000000"/>
              </a:solidFill>
              <a:effectLst/>
              <a:latin typeface="Avenir"/>
            </a:rPr>
            <a:t>Préféré pour expliquer des workflows simples et ordonnés.</a:t>
          </a:r>
          <a:endParaRPr lang="fr-CA" sz="700" kern="1200" dirty="0"/>
        </a:p>
      </dsp:txBody>
      <dsp:txXfrm>
        <a:off x="407149" y="1592921"/>
        <a:ext cx="932131" cy="932131"/>
      </dsp:txXfrm>
    </dsp:sp>
    <dsp:sp modelId="{9200FE53-3464-488F-93D7-21F13F4E0706}">
      <dsp:nvSpPr>
        <dsp:cNvPr id="0" name=""/>
        <dsp:cNvSpPr/>
      </dsp:nvSpPr>
      <dsp:spPr>
        <a:xfrm rot="18900000">
          <a:off x="1390776" y="1143897"/>
          <a:ext cx="350152" cy="4449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fr-CA" sz="700" kern="1200"/>
        </a:p>
      </dsp:txBody>
      <dsp:txXfrm>
        <a:off x="1406160" y="1270016"/>
        <a:ext cx="245106" cy="26694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903A27-761D-4642-A2E4-B55C16D5547A}">
      <dsp:nvSpPr>
        <dsp:cNvPr id="0" name=""/>
        <dsp:cNvSpPr/>
      </dsp:nvSpPr>
      <dsp:spPr>
        <a:xfrm>
          <a:off x="2817907" y="2688296"/>
          <a:ext cx="1727104" cy="111877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a:lnSpc>
              <a:spcPct val="90000"/>
            </a:lnSpc>
            <a:spcBef>
              <a:spcPct val="0"/>
            </a:spcBef>
            <a:spcAft>
              <a:spcPct val="15000"/>
            </a:spcAft>
            <a:buNone/>
          </a:pPr>
          <a:r>
            <a:rPr lang="fr-CA" sz="1000" b="0" kern="1200" dirty="0">
              <a:solidFill>
                <a:srgbClr val="000000"/>
              </a:solidFill>
              <a:effectLst/>
              <a:latin typeface="Avenir"/>
            </a:rPr>
            <a:t>Aide à estimer durées, jalons et ressources de façon simple.</a:t>
          </a:r>
          <a:r>
            <a:rPr lang="fr-CA" sz="1000" kern="1200" dirty="0">
              <a:effectLst/>
            </a:rPr>
            <a:t> </a:t>
          </a:r>
          <a:endParaRPr lang="fr-CA" sz="1000" kern="1200" dirty="0"/>
        </a:p>
      </dsp:txBody>
      <dsp:txXfrm>
        <a:off x="3360614" y="2992565"/>
        <a:ext cx="1159821" cy="789927"/>
      </dsp:txXfrm>
    </dsp:sp>
    <dsp:sp modelId="{B717A3C1-4560-4FCE-9F47-4D78A4A171BC}">
      <dsp:nvSpPr>
        <dsp:cNvPr id="0" name=""/>
        <dsp:cNvSpPr/>
      </dsp:nvSpPr>
      <dsp:spPr>
        <a:xfrm>
          <a:off x="0" y="2688296"/>
          <a:ext cx="1727104" cy="111877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a:lnSpc>
              <a:spcPct val="90000"/>
            </a:lnSpc>
            <a:spcBef>
              <a:spcPct val="0"/>
            </a:spcBef>
            <a:spcAft>
              <a:spcPct val="15000"/>
            </a:spcAft>
            <a:buChar char="•"/>
          </a:pPr>
          <a:r>
            <a:rPr lang="fr-CA" sz="1000" b="0" kern="1200">
              <a:solidFill>
                <a:srgbClr val="000000"/>
              </a:solidFill>
              <a:effectLst/>
              <a:latin typeface="Avenir"/>
            </a:rPr>
            <a:t>Préféré pour expliquer des workflows simples et ordonnés.</a:t>
          </a:r>
          <a:endParaRPr lang="fr-CA" sz="1000" kern="1200" dirty="0"/>
        </a:p>
      </dsp:txBody>
      <dsp:txXfrm>
        <a:off x="24576" y="2992565"/>
        <a:ext cx="1159821" cy="789927"/>
      </dsp:txXfrm>
    </dsp:sp>
    <dsp:sp modelId="{8661FFB7-AFB3-4CC4-B141-A02EB97E15FC}">
      <dsp:nvSpPr>
        <dsp:cNvPr id="0" name=""/>
        <dsp:cNvSpPr/>
      </dsp:nvSpPr>
      <dsp:spPr>
        <a:xfrm>
          <a:off x="2817907" y="310905"/>
          <a:ext cx="1727104" cy="111877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a:lnSpc>
              <a:spcPct val="90000"/>
            </a:lnSpc>
            <a:spcBef>
              <a:spcPct val="0"/>
            </a:spcBef>
            <a:spcAft>
              <a:spcPct val="15000"/>
            </a:spcAft>
            <a:buChar char="•"/>
          </a:pPr>
          <a:r>
            <a:rPr lang="fr-CA" sz="1000" b="0" kern="1200">
              <a:solidFill>
                <a:srgbClr val="000000"/>
              </a:solidFill>
              <a:effectLst/>
              <a:latin typeface="Avenir"/>
            </a:rPr>
            <a:t>Les relations entre phases sont explicites le long de la ligne.</a:t>
          </a:r>
          <a:r>
            <a:rPr lang="fr-CA" sz="1000" kern="1200">
              <a:effectLst/>
            </a:rPr>
            <a:t> </a:t>
          </a:r>
          <a:endParaRPr lang="fr-CA" sz="1000" kern="1200" dirty="0"/>
        </a:p>
      </dsp:txBody>
      <dsp:txXfrm>
        <a:off x="3360614" y="335481"/>
        <a:ext cx="1159821" cy="789927"/>
      </dsp:txXfrm>
    </dsp:sp>
    <dsp:sp modelId="{AC591731-DE63-4617-BBA0-620955E57322}">
      <dsp:nvSpPr>
        <dsp:cNvPr id="0" name=""/>
        <dsp:cNvSpPr/>
      </dsp:nvSpPr>
      <dsp:spPr>
        <a:xfrm>
          <a:off x="0" y="310905"/>
          <a:ext cx="1727104" cy="111877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a:lnSpc>
              <a:spcPct val="90000"/>
            </a:lnSpc>
            <a:spcBef>
              <a:spcPct val="0"/>
            </a:spcBef>
            <a:spcAft>
              <a:spcPct val="15000"/>
            </a:spcAft>
            <a:buChar char="•"/>
          </a:pPr>
          <a:r>
            <a:rPr lang="fr-CA" sz="1000" b="0" kern="1200" dirty="0">
              <a:solidFill>
                <a:srgbClr val="000000"/>
              </a:solidFill>
              <a:effectLst/>
              <a:latin typeface="Avenir"/>
            </a:rPr>
            <a:t>Étapes séquentielles du début à la fin, sans embranchements.</a:t>
          </a:r>
          <a:r>
            <a:rPr lang="fr-CA" sz="1000" kern="1200" dirty="0">
              <a:effectLst/>
            </a:rPr>
            <a:t> </a:t>
          </a:r>
          <a:endParaRPr lang="fr-CA" sz="1000" kern="1200" dirty="0"/>
        </a:p>
      </dsp:txBody>
      <dsp:txXfrm>
        <a:off x="24576" y="335481"/>
        <a:ext cx="1159821" cy="789927"/>
      </dsp:txXfrm>
    </dsp:sp>
    <dsp:sp modelId="{037E5123-3587-4488-A929-6E99F9C81923}">
      <dsp:nvSpPr>
        <dsp:cNvPr id="0" name=""/>
        <dsp:cNvSpPr/>
      </dsp:nvSpPr>
      <dsp:spPr>
        <a:xfrm>
          <a:off x="723705" y="510187"/>
          <a:ext cx="1513838" cy="1513838"/>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fr-CA" sz="1200" b="1" kern="1200" dirty="0">
              <a:solidFill>
                <a:srgbClr val="000000"/>
              </a:solidFill>
              <a:effectLst/>
              <a:latin typeface="Avenir"/>
            </a:rPr>
            <a:t>01- Progression directe</a:t>
          </a:r>
          <a:r>
            <a:rPr lang="fr-CA" sz="1200" kern="1200" dirty="0">
              <a:effectLst/>
            </a:rPr>
            <a:t> </a:t>
          </a:r>
          <a:endParaRPr lang="fr-CA" sz="1200" kern="1200" dirty="0"/>
        </a:p>
      </dsp:txBody>
      <dsp:txXfrm>
        <a:off x="1167098" y="953580"/>
        <a:ext cx="1070445" cy="1070445"/>
      </dsp:txXfrm>
    </dsp:sp>
    <dsp:sp modelId="{2BD73DA8-853D-49DF-BA76-DB4CCB9A7E7D}">
      <dsp:nvSpPr>
        <dsp:cNvPr id="0" name=""/>
        <dsp:cNvSpPr/>
      </dsp:nvSpPr>
      <dsp:spPr>
        <a:xfrm rot="5400000">
          <a:off x="2307467" y="510187"/>
          <a:ext cx="1513838" cy="1513838"/>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fr-CA" sz="1200" b="1" kern="1200" dirty="0">
              <a:solidFill>
                <a:srgbClr val="000000"/>
              </a:solidFill>
              <a:effectLst/>
              <a:latin typeface="Avenir"/>
            </a:rPr>
            <a:t>02 -Visibilité des dépendances</a:t>
          </a:r>
          <a:r>
            <a:rPr lang="fr-CA" sz="1200" kern="1200" dirty="0">
              <a:effectLst/>
            </a:rPr>
            <a:t> </a:t>
          </a:r>
          <a:endParaRPr lang="fr-CA" sz="1200" kern="1200" dirty="0"/>
        </a:p>
      </dsp:txBody>
      <dsp:txXfrm rot="-5400000">
        <a:off x="2307467" y="953580"/>
        <a:ext cx="1070445" cy="1070445"/>
      </dsp:txXfrm>
    </dsp:sp>
    <dsp:sp modelId="{3D8EC524-FAAD-40B1-87AF-8666F5E1D53B}">
      <dsp:nvSpPr>
        <dsp:cNvPr id="0" name=""/>
        <dsp:cNvSpPr/>
      </dsp:nvSpPr>
      <dsp:spPr>
        <a:xfrm rot="10800000">
          <a:off x="2307467" y="2093949"/>
          <a:ext cx="1513838" cy="1513838"/>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fr-CA" sz="1200" b="1" kern="1200" dirty="0">
              <a:solidFill>
                <a:srgbClr val="000000"/>
              </a:solidFill>
              <a:effectLst/>
              <a:latin typeface="Avenir"/>
            </a:rPr>
            <a:t>03</a:t>
          </a:r>
          <a:r>
            <a:rPr lang="fr-CA" sz="1200" kern="1200" dirty="0">
              <a:effectLst/>
            </a:rPr>
            <a:t> - </a:t>
          </a:r>
          <a:r>
            <a:rPr lang="fr-CA" sz="1200" b="1" kern="1200" dirty="0">
              <a:solidFill>
                <a:srgbClr val="000000"/>
              </a:solidFill>
              <a:effectLst/>
              <a:latin typeface="Avenir"/>
            </a:rPr>
            <a:t>Planification facilitée</a:t>
          </a:r>
          <a:r>
            <a:rPr lang="fr-CA" sz="1200" kern="1200" dirty="0">
              <a:effectLst/>
            </a:rPr>
            <a:t> </a:t>
          </a:r>
          <a:endParaRPr lang="fr-CA" sz="1200" kern="1200" dirty="0"/>
        </a:p>
      </dsp:txBody>
      <dsp:txXfrm rot="10800000">
        <a:off x="2307467" y="2093949"/>
        <a:ext cx="1070445" cy="1070445"/>
      </dsp:txXfrm>
    </dsp:sp>
    <dsp:sp modelId="{DA3A7EEE-A386-4201-B28A-1A08D91AE07E}">
      <dsp:nvSpPr>
        <dsp:cNvPr id="0" name=""/>
        <dsp:cNvSpPr/>
      </dsp:nvSpPr>
      <dsp:spPr>
        <a:xfrm rot="16200000">
          <a:off x="723705" y="2093949"/>
          <a:ext cx="1513838" cy="1513838"/>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fr-CA" sz="1200" b="1" kern="1200" dirty="0">
              <a:solidFill>
                <a:srgbClr val="000000"/>
              </a:solidFill>
              <a:effectLst/>
              <a:latin typeface="Avenir"/>
            </a:rPr>
            <a:t>04</a:t>
          </a:r>
          <a:r>
            <a:rPr lang="fr-CA" sz="1200" kern="1200" dirty="0">
              <a:effectLst/>
            </a:rPr>
            <a:t> - </a:t>
          </a:r>
          <a:r>
            <a:rPr lang="fr-CA" sz="1200" b="1" kern="1200" dirty="0">
              <a:solidFill>
                <a:srgbClr val="000000"/>
              </a:solidFill>
              <a:effectLst/>
              <a:latin typeface="Avenir"/>
            </a:rPr>
            <a:t>Adoption par les managers (68%)</a:t>
          </a:r>
          <a:r>
            <a:rPr lang="fr-CA" sz="1200" kern="1200" dirty="0">
              <a:effectLst/>
            </a:rPr>
            <a:t> </a:t>
          </a:r>
          <a:endParaRPr lang="fr-CA" sz="1200" kern="1200" dirty="0"/>
        </a:p>
      </dsp:txBody>
      <dsp:txXfrm rot="5400000">
        <a:off x="1167098" y="2093949"/>
        <a:ext cx="1070445" cy="1070445"/>
      </dsp:txXfrm>
    </dsp:sp>
    <dsp:sp modelId="{AF893F43-0AAE-4866-A0CD-498E9F2813DC}">
      <dsp:nvSpPr>
        <dsp:cNvPr id="0" name=""/>
        <dsp:cNvSpPr/>
      </dsp:nvSpPr>
      <dsp:spPr>
        <a:xfrm>
          <a:off x="2011167" y="1744332"/>
          <a:ext cx="522676" cy="454501"/>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F97F038-3C7D-4C35-A3BC-CBC15487EAE1}">
      <dsp:nvSpPr>
        <dsp:cNvPr id="0" name=""/>
        <dsp:cNvSpPr/>
      </dsp:nvSpPr>
      <dsp:spPr>
        <a:xfrm rot="10800000">
          <a:off x="2011167" y="1919140"/>
          <a:ext cx="522676" cy="454501"/>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6D0C7-C045-4E5F-A525-E7797AAF368B}">
      <dsp:nvSpPr>
        <dsp:cNvPr id="0" name=""/>
        <dsp:cNvSpPr/>
      </dsp:nvSpPr>
      <dsp:spPr>
        <a:xfrm>
          <a:off x="1247546" y="0"/>
          <a:ext cx="1552730" cy="1552888"/>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ACA06C-8235-414D-BF73-AD86FEDDFCCB}">
      <dsp:nvSpPr>
        <dsp:cNvPr id="0" name=""/>
        <dsp:cNvSpPr/>
      </dsp:nvSpPr>
      <dsp:spPr>
        <a:xfrm>
          <a:off x="2797946" y="460801"/>
          <a:ext cx="930880" cy="617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57150" lvl="1" indent="-57150" algn="l" defTabSz="311150">
            <a:lnSpc>
              <a:spcPct val="90000"/>
            </a:lnSpc>
            <a:spcBef>
              <a:spcPct val="0"/>
            </a:spcBef>
            <a:spcAft>
              <a:spcPct val="15000"/>
            </a:spcAft>
            <a:buChar char="•"/>
          </a:pPr>
          <a:r>
            <a:rPr lang="fr-CA" sz="700" b="0" kern="1200" dirty="0">
              <a:solidFill>
                <a:srgbClr val="000000"/>
              </a:solidFill>
              <a:effectLst/>
              <a:latin typeface="Avenir"/>
            </a:rPr>
            <a:t>Étapes séquentielles du début à la fin, sans embranchements.</a:t>
          </a:r>
          <a:r>
            <a:rPr lang="fr-CA" sz="700" kern="1200" dirty="0">
              <a:effectLst/>
            </a:rPr>
            <a:t> </a:t>
          </a:r>
          <a:endParaRPr lang="fr-CA" sz="700" kern="1200" dirty="0"/>
        </a:p>
      </dsp:txBody>
      <dsp:txXfrm>
        <a:off x="2797946" y="460801"/>
        <a:ext cx="930880" cy="617696"/>
      </dsp:txXfrm>
    </dsp:sp>
    <dsp:sp modelId="{3109320C-0E93-48A8-A0F9-3FB622F85724}">
      <dsp:nvSpPr>
        <dsp:cNvPr id="0" name=""/>
        <dsp:cNvSpPr/>
      </dsp:nvSpPr>
      <dsp:spPr>
        <a:xfrm>
          <a:off x="1590364" y="562103"/>
          <a:ext cx="866511" cy="433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CA" sz="900" b="1" kern="1200" dirty="0">
              <a:solidFill>
                <a:srgbClr val="000000"/>
              </a:solidFill>
              <a:effectLst/>
              <a:latin typeface="Avenir"/>
            </a:rPr>
            <a:t>01- Progression directe</a:t>
          </a:r>
          <a:r>
            <a:rPr lang="fr-CA" sz="900" kern="1200" dirty="0">
              <a:effectLst/>
            </a:rPr>
            <a:t> </a:t>
          </a:r>
          <a:endParaRPr lang="fr-CA" sz="900" kern="1200" dirty="0"/>
        </a:p>
      </dsp:txBody>
      <dsp:txXfrm>
        <a:off x="1590364" y="562103"/>
        <a:ext cx="866511" cy="433210"/>
      </dsp:txXfrm>
    </dsp:sp>
    <dsp:sp modelId="{FBA34CCD-EC31-4247-9943-500E2B35BBE9}">
      <dsp:nvSpPr>
        <dsp:cNvPr id="0" name=""/>
        <dsp:cNvSpPr/>
      </dsp:nvSpPr>
      <dsp:spPr>
        <a:xfrm>
          <a:off x="816184" y="892365"/>
          <a:ext cx="1552730" cy="1552888"/>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C56E87-43D4-4808-BB16-CB2667D480BE}">
      <dsp:nvSpPr>
        <dsp:cNvPr id="0" name=""/>
        <dsp:cNvSpPr/>
      </dsp:nvSpPr>
      <dsp:spPr>
        <a:xfrm>
          <a:off x="2373866" y="1363873"/>
          <a:ext cx="930880" cy="617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57150" lvl="1" indent="-57150" algn="l" defTabSz="311150">
            <a:lnSpc>
              <a:spcPct val="90000"/>
            </a:lnSpc>
            <a:spcBef>
              <a:spcPct val="0"/>
            </a:spcBef>
            <a:spcAft>
              <a:spcPct val="15000"/>
            </a:spcAft>
            <a:buChar char="•"/>
          </a:pPr>
          <a:r>
            <a:rPr lang="fr-CA" sz="700" b="0" kern="1200">
              <a:solidFill>
                <a:srgbClr val="000000"/>
              </a:solidFill>
              <a:effectLst/>
              <a:latin typeface="Avenir"/>
            </a:rPr>
            <a:t>Les relations entre phases sont explicites le long de la ligne.</a:t>
          </a:r>
          <a:r>
            <a:rPr lang="fr-CA" sz="700" kern="1200">
              <a:effectLst/>
            </a:rPr>
            <a:t> </a:t>
          </a:r>
          <a:endParaRPr lang="fr-CA" sz="700" kern="1200" dirty="0"/>
        </a:p>
      </dsp:txBody>
      <dsp:txXfrm>
        <a:off x="2373866" y="1363873"/>
        <a:ext cx="930880" cy="617696"/>
      </dsp:txXfrm>
    </dsp:sp>
    <dsp:sp modelId="{1EE79C57-103B-46FA-938C-008793A97FD7}">
      <dsp:nvSpPr>
        <dsp:cNvPr id="0" name=""/>
        <dsp:cNvSpPr/>
      </dsp:nvSpPr>
      <dsp:spPr>
        <a:xfrm>
          <a:off x="1157254" y="1456115"/>
          <a:ext cx="866511" cy="433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CA" sz="900" b="1" kern="1200" dirty="0">
              <a:solidFill>
                <a:srgbClr val="000000"/>
              </a:solidFill>
              <a:effectLst/>
              <a:latin typeface="Avenir"/>
            </a:rPr>
            <a:t>02 -Visibilité des dépendances</a:t>
          </a:r>
          <a:r>
            <a:rPr lang="fr-CA" sz="900" kern="1200" dirty="0">
              <a:effectLst/>
            </a:rPr>
            <a:t> </a:t>
          </a:r>
          <a:endParaRPr lang="fr-CA" sz="900" kern="1200" dirty="0"/>
        </a:p>
      </dsp:txBody>
      <dsp:txXfrm>
        <a:off x="1157254" y="1456115"/>
        <a:ext cx="866511" cy="433210"/>
      </dsp:txXfrm>
    </dsp:sp>
    <dsp:sp modelId="{23D061F5-6008-4AD0-9C9B-D4858D42FBFD}">
      <dsp:nvSpPr>
        <dsp:cNvPr id="0" name=""/>
        <dsp:cNvSpPr/>
      </dsp:nvSpPr>
      <dsp:spPr>
        <a:xfrm>
          <a:off x="1247546" y="1788024"/>
          <a:ext cx="1552730" cy="1552888"/>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D7E661-0BD3-40BD-9861-66B4E4D968D6}">
      <dsp:nvSpPr>
        <dsp:cNvPr id="0" name=""/>
        <dsp:cNvSpPr/>
      </dsp:nvSpPr>
      <dsp:spPr>
        <a:xfrm>
          <a:off x="2797946" y="2248826"/>
          <a:ext cx="930880" cy="617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57150" lvl="1" indent="-57150" algn="l" defTabSz="311150">
            <a:lnSpc>
              <a:spcPct val="90000"/>
            </a:lnSpc>
            <a:spcBef>
              <a:spcPct val="0"/>
            </a:spcBef>
            <a:spcAft>
              <a:spcPct val="15000"/>
            </a:spcAft>
            <a:buNone/>
          </a:pPr>
          <a:r>
            <a:rPr lang="fr-CA" sz="700" b="0" kern="1200" dirty="0">
              <a:solidFill>
                <a:srgbClr val="000000"/>
              </a:solidFill>
              <a:effectLst/>
              <a:latin typeface="Avenir"/>
            </a:rPr>
            <a:t>Aide à estimer durées, jalons et ressources de façon simple.</a:t>
          </a:r>
          <a:r>
            <a:rPr lang="fr-CA" sz="700" kern="1200" dirty="0">
              <a:effectLst/>
            </a:rPr>
            <a:t> </a:t>
          </a:r>
          <a:endParaRPr lang="fr-CA" sz="700" kern="1200" dirty="0"/>
        </a:p>
      </dsp:txBody>
      <dsp:txXfrm>
        <a:off x="2797946" y="2248826"/>
        <a:ext cx="930880" cy="617696"/>
      </dsp:txXfrm>
    </dsp:sp>
    <dsp:sp modelId="{F8B1D9B2-BC85-4C61-801D-3700F519428A}">
      <dsp:nvSpPr>
        <dsp:cNvPr id="0" name=""/>
        <dsp:cNvSpPr/>
      </dsp:nvSpPr>
      <dsp:spPr>
        <a:xfrm>
          <a:off x="1590364" y="2350128"/>
          <a:ext cx="866511" cy="433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CA" sz="900" b="1" kern="1200" dirty="0">
              <a:solidFill>
                <a:srgbClr val="000000"/>
              </a:solidFill>
              <a:effectLst/>
              <a:latin typeface="Avenir"/>
            </a:rPr>
            <a:t>03</a:t>
          </a:r>
          <a:r>
            <a:rPr lang="fr-CA" sz="900" kern="1200" dirty="0">
              <a:effectLst/>
            </a:rPr>
            <a:t> - </a:t>
          </a:r>
          <a:r>
            <a:rPr lang="fr-CA" sz="900" b="1" kern="1200" dirty="0">
              <a:solidFill>
                <a:srgbClr val="000000"/>
              </a:solidFill>
              <a:effectLst/>
              <a:latin typeface="Avenir"/>
            </a:rPr>
            <a:t>Planification facilitée</a:t>
          </a:r>
          <a:r>
            <a:rPr lang="fr-CA" sz="900" kern="1200" dirty="0">
              <a:effectLst/>
            </a:rPr>
            <a:t> </a:t>
          </a:r>
          <a:endParaRPr lang="fr-CA" sz="900" kern="1200" dirty="0"/>
        </a:p>
      </dsp:txBody>
      <dsp:txXfrm>
        <a:off x="1590364" y="2350128"/>
        <a:ext cx="866511" cy="433210"/>
      </dsp:txXfrm>
    </dsp:sp>
    <dsp:sp modelId="{E37625D2-F50B-4CC8-85EB-3B1A626FA034}">
      <dsp:nvSpPr>
        <dsp:cNvPr id="0" name=""/>
        <dsp:cNvSpPr/>
      </dsp:nvSpPr>
      <dsp:spPr>
        <a:xfrm>
          <a:off x="926864" y="2783339"/>
          <a:ext cx="1333990" cy="1334635"/>
        </a:xfrm>
        <a:prstGeom prst="blockArc">
          <a:avLst>
            <a:gd name="adj1" fmla="val 0"/>
            <a:gd name="adj2" fmla="val 18900000"/>
            <a:gd name="adj3" fmla="val 1274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DDD44C-A809-44D3-919D-85B2C01643EC}">
      <dsp:nvSpPr>
        <dsp:cNvPr id="0" name=""/>
        <dsp:cNvSpPr/>
      </dsp:nvSpPr>
      <dsp:spPr>
        <a:xfrm>
          <a:off x="2373866" y="3142838"/>
          <a:ext cx="930880" cy="617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57150" lvl="1" indent="-57150" algn="l" defTabSz="311150">
            <a:lnSpc>
              <a:spcPct val="90000"/>
            </a:lnSpc>
            <a:spcBef>
              <a:spcPct val="0"/>
            </a:spcBef>
            <a:spcAft>
              <a:spcPct val="15000"/>
            </a:spcAft>
            <a:buChar char="•"/>
          </a:pPr>
          <a:r>
            <a:rPr lang="fr-CA" sz="700" b="0" kern="1200">
              <a:solidFill>
                <a:srgbClr val="000000"/>
              </a:solidFill>
              <a:effectLst/>
              <a:latin typeface="Avenir"/>
            </a:rPr>
            <a:t>Préféré pour expliquer des workflows simples et ordonnés.</a:t>
          </a:r>
          <a:endParaRPr lang="fr-CA" sz="700" kern="1200" dirty="0"/>
        </a:p>
      </dsp:txBody>
      <dsp:txXfrm>
        <a:off x="2373866" y="3142838"/>
        <a:ext cx="930880" cy="617696"/>
      </dsp:txXfrm>
    </dsp:sp>
    <dsp:sp modelId="{EACC67C4-8267-4C6C-B133-244F43AB0B0F}">
      <dsp:nvSpPr>
        <dsp:cNvPr id="0" name=""/>
        <dsp:cNvSpPr/>
      </dsp:nvSpPr>
      <dsp:spPr>
        <a:xfrm>
          <a:off x="1157254" y="3244140"/>
          <a:ext cx="866511" cy="433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CA" sz="900" b="1" kern="1200" dirty="0">
              <a:solidFill>
                <a:srgbClr val="000000"/>
              </a:solidFill>
              <a:effectLst/>
              <a:latin typeface="Avenir"/>
            </a:rPr>
            <a:t>04</a:t>
          </a:r>
          <a:r>
            <a:rPr lang="fr-CA" sz="900" kern="1200" dirty="0">
              <a:effectLst/>
            </a:rPr>
            <a:t> - </a:t>
          </a:r>
          <a:r>
            <a:rPr lang="fr-CA" sz="900" b="1" kern="1200" dirty="0">
              <a:solidFill>
                <a:srgbClr val="000000"/>
              </a:solidFill>
              <a:effectLst/>
              <a:latin typeface="Avenir"/>
            </a:rPr>
            <a:t>Adoption par les managers (68%)</a:t>
          </a:r>
          <a:r>
            <a:rPr lang="fr-CA" sz="900" kern="1200" dirty="0">
              <a:effectLst/>
            </a:rPr>
            <a:t> </a:t>
          </a:r>
          <a:endParaRPr lang="fr-CA" sz="900" kern="1200" dirty="0"/>
        </a:p>
      </dsp:txBody>
      <dsp:txXfrm>
        <a:off x="1157254" y="3244140"/>
        <a:ext cx="866511" cy="4332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7C959A-56A6-430D-A3E5-697CB71F55B6}">
      <dsp:nvSpPr>
        <dsp:cNvPr id="0" name=""/>
        <dsp:cNvSpPr/>
      </dsp:nvSpPr>
      <dsp:spPr>
        <a:xfrm>
          <a:off x="2132984" y="1447752"/>
          <a:ext cx="139521" cy="611235"/>
        </a:xfrm>
        <a:custGeom>
          <a:avLst/>
          <a:gdLst/>
          <a:ahLst/>
          <a:cxnLst/>
          <a:rect l="0" t="0" r="0" b="0"/>
          <a:pathLst>
            <a:path>
              <a:moveTo>
                <a:pt x="139521" y="0"/>
              </a:moveTo>
              <a:lnTo>
                <a:pt x="139521" y="611235"/>
              </a:lnTo>
              <a:lnTo>
                <a:pt x="0" y="6112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CDF1CA-791C-4256-810E-B50C48310E50}">
      <dsp:nvSpPr>
        <dsp:cNvPr id="0" name=""/>
        <dsp:cNvSpPr/>
      </dsp:nvSpPr>
      <dsp:spPr>
        <a:xfrm>
          <a:off x="2272506" y="1447752"/>
          <a:ext cx="1607814" cy="1222470"/>
        </a:xfrm>
        <a:custGeom>
          <a:avLst/>
          <a:gdLst/>
          <a:ahLst/>
          <a:cxnLst/>
          <a:rect l="0" t="0" r="0" b="0"/>
          <a:pathLst>
            <a:path>
              <a:moveTo>
                <a:pt x="0" y="0"/>
              </a:moveTo>
              <a:lnTo>
                <a:pt x="0" y="1082949"/>
              </a:lnTo>
              <a:lnTo>
                <a:pt x="1607814" y="1082949"/>
              </a:lnTo>
              <a:lnTo>
                <a:pt x="1607814" y="12224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4F5B17-BB8C-48EC-9C1A-9AFC692712B0}">
      <dsp:nvSpPr>
        <dsp:cNvPr id="0" name=""/>
        <dsp:cNvSpPr/>
      </dsp:nvSpPr>
      <dsp:spPr>
        <a:xfrm>
          <a:off x="2226786" y="1447752"/>
          <a:ext cx="91440" cy="1222470"/>
        </a:xfrm>
        <a:custGeom>
          <a:avLst/>
          <a:gdLst/>
          <a:ahLst/>
          <a:cxnLst/>
          <a:rect l="0" t="0" r="0" b="0"/>
          <a:pathLst>
            <a:path>
              <a:moveTo>
                <a:pt x="45720" y="0"/>
              </a:moveTo>
              <a:lnTo>
                <a:pt x="45720" y="12224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8459B6-3F52-45F1-B14F-80B46655A720}">
      <dsp:nvSpPr>
        <dsp:cNvPr id="0" name=""/>
        <dsp:cNvSpPr/>
      </dsp:nvSpPr>
      <dsp:spPr>
        <a:xfrm>
          <a:off x="664691" y="1447752"/>
          <a:ext cx="1607814" cy="1222470"/>
        </a:xfrm>
        <a:custGeom>
          <a:avLst/>
          <a:gdLst/>
          <a:ahLst/>
          <a:cxnLst/>
          <a:rect l="0" t="0" r="0" b="0"/>
          <a:pathLst>
            <a:path>
              <a:moveTo>
                <a:pt x="1607814" y="0"/>
              </a:moveTo>
              <a:lnTo>
                <a:pt x="1607814" y="1082949"/>
              </a:lnTo>
              <a:lnTo>
                <a:pt x="0" y="1082949"/>
              </a:lnTo>
              <a:lnTo>
                <a:pt x="0" y="12224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2672CC-B43E-46A5-AE3E-13805F1D5A7F}">
      <dsp:nvSpPr>
        <dsp:cNvPr id="0" name=""/>
        <dsp:cNvSpPr/>
      </dsp:nvSpPr>
      <dsp:spPr>
        <a:xfrm>
          <a:off x="1608119" y="783365"/>
          <a:ext cx="1328772" cy="6643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CA" sz="2200" kern="1200" dirty="0"/>
            <a:t>Bosse</a:t>
          </a:r>
        </a:p>
      </dsp:txBody>
      <dsp:txXfrm>
        <a:off x="1608119" y="783365"/>
        <a:ext cx="1328772" cy="664386"/>
      </dsp:txXfrm>
    </dsp:sp>
    <dsp:sp modelId="{7A19822E-C1DB-424D-9D57-A31274F2E621}">
      <dsp:nvSpPr>
        <dsp:cNvPr id="0" name=""/>
        <dsp:cNvSpPr/>
      </dsp:nvSpPr>
      <dsp:spPr>
        <a:xfrm>
          <a:off x="305" y="2670222"/>
          <a:ext cx="1328772" cy="6643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CA" sz="2200" kern="1200" dirty="0"/>
            <a:t>Employé 1</a:t>
          </a:r>
        </a:p>
      </dsp:txBody>
      <dsp:txXfrm>
        <a:off x="305" y="2670222"/>
        <a:ext cx="1328772" cy="664386"/>
      </dsp:txXfrm>
    </dsp:sp>
    <dsp:sp modelId="{A3DA3F52-41E9-429E-8F6B-21D15F8C5732}">
      <dsp:nvSpPr>
        <dsp:cNvPr id="0" name=""/>
        <dsp:cNvSpPr/>
      </dsp:nvSpPr>
      <dsp:spPr>
        <a:xfrm>
          <a:off x="1608119" y="2670222"/>
          <a:ext cx="1328772" cy="6643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CA" sz="2200" kern="1200" dirty="0"/>
            <a:t>Employé 2</a:t>
          </a:r>
        </a:p>
      </dsp:txBody>
      <dsp:txXfrm>
        <a:off x="1608119" y="2670222"/>
        <a:ext cx="1328772" cy="664386"/>
      </dsp:txXfrm>
    </dsp:sp>
    <dsp:sp modelId="{A66CC716-057C-46AE-BB00-457031786BC0}">
      <dsp:nvSpPr>
        <dsp:cNvPr id="0" name=""/>
        <dsp:cNvSpPr/>
      </dsp:nvSpPr>
      <dsp:spPr>
        <a:xfrm>
          <a:off x="3215934" y="2670222"/>
          <a:ext cx="1328772" cy="6643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CA" sz="2200" kern="1200" dirty="0"/>
            <a:t>Employé 3</a:t>
          </a:r>
        </a:p>
      </dsp:txBody>
      <dsp:txXfrm>
        <a:off x="3215934" y="2670222"/>
        <a:ext cx="1328772" cy="664386"/>
      </dsp:txXfrm>
    </dsp:sp>
    <dsp:sp modelId="{97450275-0172-41FE-91E6-CF71E619D156}">
      <dsp:nvSpPr>
        <dsp:cNvPr id="0" name=""/>
        <dsp:cNvSpPr/>
      </dsp:nvSpPr>
      <dsp:spPr>
        <a:xfrm>
          <a:off x="804212" y="1726794"/>
          <a:ext cx="1328772" cy="6643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CA" sz="2200" kern="1200" dirty="0"/>
            <a:t>Assistant</a:t>
          </a:r>
        </a:p>
      </dsp:txBody>
      <dsp:txXfrm>
        <a:off x="804212" y="1726794"/>
        <a:ext cx="1328772" cy="66438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F123E0-EDB2-4382-8CA3-5D9C235A1531}">
      <dsp:nvSpPr>
        <dsp:cNvPr id="0" name=""/>
        <dsp:cNvSpPr/>
      </dsp:nvSpPr>
      <dsp:spPr>
        <a:xfrm>
          <a:off x="0" y="2355774"/>
          <a:ext cx="4545012" cy="4451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fr-CA" sz="1500" kern="1200"/>
            <a:t>Niv 3</a:t>
          </a:r>
          <a:endParaRPr lang="fr-CA" sz="1500" kern="1200" dirty="0"/>
        </a:p>
      </dsp:txBody>
      <dsp:txXfrm>
        <a:off x="0" y="2355774"/>
        <a:ext cx="1363503" cy="445180"/>
      </dsp:txXfrm>
    </dsp:sp>
    <dsp:sp modelId="{7054B0BD-2C23-4968-9775-C4E8E9CC6219}">
      <dsp:nvSpPr>
        <dsp:cNvPr id="0" name=""/>
        <dsp:cNvSpPr/>
      </dsp:nvSpPr>
      <dsp:spPr>
        <a:xfrm>
          <a:off x="0" y="1836397"/>
          <a:ext cx="4545012" cy="4451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fr-CA" sz="1500" kern="1200" dirty="0" err="1"/>
            <a:t>Niv</a:t>
          </a:r>
          <a:r>
            <a:rPr lang="fr-CA" sz="1500" kern="1200" dirty="0"/>
            <a:t> 2</a:t>
          </a:r>
        </a:p>
      </dsp:txBody>
      <dsp:txXfrm>
        <a:off x="0" y="1836397"/>
        <a:ext cx="1363503" cy="445180"/>
      </dsp:txXfrm>
    </dsp:sp>
    <dsp:sp modelId="{C95C4783-78F1-4922-9D4F-032893E17120}">
      <dsp:nvSpPr>
        <dsp:cNvPr id="0" name=""/>
        <dsp:cNvSpPr/>
      </dsp:nvSpPr>
      <dsp:spPr>
        <a:xfrm>
          <a:off x="0" y="1317020"/>
          <a:ext cx="4545012" cy="4451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fr-CA" sz="1500" kern="1200"/>
            <a:t>Niv 1</a:t>
          </a:r>
          <a:endParaRPr lang="fr-CA" sz="1500" kern="1200" dirty="0"/>
        </a:p>
      </dsp:txBody>
      <dsp:txXfrm>
        <a:off x="0" y="1317020"/>
        <a:ext cx="1363503" cy="445180"/>
      </dsp:txXfrm>
    </dsp:sp>
    <dsp:sp modelId="{A94B4953-A035-4791-B6F3-74D3C2680EA4}">
      <dsp:nvSpPr>
        <dsp:cNvPr id="0" name=""/>
        <dsp:cNvSpPr/>
      </dsp:nvSpPr>
      <dsp:spPr>
        <a:xfrm>
          <a:off x="2449715" y="1354118"/>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dirty="0"/>
            <a:t>Bosse</a:t>
          </a:r>
        </a:p>
      </dsp:txBody>
      <dsp:txXfrm>
        <a:off x="2460581" y="1364984"/>
        <a:ext cx="534743" cy="349251"/>
      </dsp:txXfrm>
    </dsp:sp>
    <dsp:sp modelId="{AA08F331-3D1A-4193-9D67-E8B3105E2D55}">
      <dsp:nvSpPr>
        <dsp:cNvPr id="0" name=""/>
        <dsp:cNvSpPr/>
      </dsp:nvSpPr>
      <dsp:spPr>
        <a:xfrm>
          <a:off x="1642825" y="1725102"/>
          <a:ext cx="1085127" cy="148393"/>
        </a:xfrm>
        <a:custGeom>
          <a:avLst/>
          <a:gdLst/>
          <a:ahLst/>
          <a:cxnLst/>
          <a:rect l="0" t="0" r="0" b="0"/>
          <a:pathLst>
            <a:path>
              <a:moveTo>
                <a:pt x="1085127" y="0"/>
              </a:moveTo>
              <a:lnTo>
                <a:pt x="1085127" y="74196"/>
              </a:lnTo>
              <a:lnTo>
                <a:pt x="0" y="74196"/>
              </a:lnTo>
              <a:lnTo>
                <a:pt x="0" y="1483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AE9421-3E6D-4BEE-86C5-A250310D0A47}">
      <dsp:nvSpPr>
        <dsp:cNvPr id="0" name=""/>
        <dsp:cNvSpPr/>
      </dsp:nvSpPr>
      <dsp:spPr>
        <a:xfrm>
          <a:off x="1364588" y="1873495"/>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a:t>Assistant</a:t>
          </a:r>
          <a:endParaRPr lang="fr-CA" sz="900" kern="1200" dirty="0"/>
        </a:p>
      </dsp:txBody>
      <dsp:txXfrm>
        <a:off x="1375454" y="1884361"/>
        <a:ext cx="534743" cy="349251"/>
      </dsp:txXfrm>
    </dsp:sp>
    <dsp:sp modelId="{4A2DEA57-BA33-40A5-BAB8-C3EA2DA3C1C5}">
      <dsp:nvSpPr>
        <dsp:cNvPr id="0" name=""/>
        <dsp:cNvSpPr/>
      </dsp:nvSpPr>
      <dsp:spPr>
        <a:xfrm>
          <a:off x="2366244" y="1725102"/>
          <a:ext cx="361709" cy="148393"/>
        </a:xfrm>
        <a:custGeom>
          <a:avLst/>
          <a:gdLst/>
          <a:ahLst/>
          <a:cxnLst/>
          <a:rect l="0" t="0" r="0" b="0"/>
          <a:pathLst>
            <a:path>
              <a:moveTo>
                <a:pt x="361709" y="0"/>
              </a:moveTo>
              <a:lnTo>
                <a:pt x="361709" y="74196"/>
              </a:lnTo>
              <a:lnTo>
                <a:pt x="0" y="74196"/>
              </a:lnTo>
              <a:lnTo>
                <a:pt x="0" y="1483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9BE8DD-7172-4205-B447-402133912F60}">
      <dsp:nvSpPr>
        <dsp:cNvPr id="0" name=""/>
        <dsp:cNvSpPr/>
      </dsp:nvSpPr>
      <dsp:spPr>
        <a:xfrm>
          <a:off x="2088006" y="1873495"/>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dirty="0"/>
            <a:t>Employé 1</a:t>
          </a:r>
        </a:p>
      </dsp:txBody>
      <dsp:txXfrm>
        <a:off x="2098872" y="1884361"/>
        <a:ext cx="534743" cy="349251"/>
      </dsp:txXfrm>
    </dsp:sp>
    <dsp:sp modelId="{0CB3BD6A-6CC0-4BBA-8E76-11552244D5DB}">
      <dsp:nvSpPr>
        <dsp:cNvPr id="0" name=""/>
        <dsp:cNvSpPr/>
      </dsp:nvSpPr>
      <dsp:spPr>
        <a:xfrm>
          <a:off x="2727953" y="1725102"/>
          <a:ext cx="361709" cy="148393"/>
        </a:xfrm>
        <a:custGeom>
          <a:avLst/>
          <a:gdLst/>
          <a:ahLst/>
          <a:cxnLst/>
          <a:rect l="0" t="0" r="0" b="0"/>
          <a:pathLst>
            <a:path>
              <a:moveTo>
                <a:pt x="0" y="0"/>
              </a:moveTo>
              <a:lnTo>
                <a:pt x="0" y="74196"/>
              </a:lnTo>
              <a:lnTo>
                <a:pt x="361709" y="74196"/>
              </a:lnTo>
              <a:lnTo>
                <a:pt x="361709" y="1483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3673E0-95E6-477D-8136-28A663450C8D}">
      <dsp:nvSpPr>
        <dsp:cNvPr id="0" name=""/>
        <dsp:cNvSpPr/>
      </dsp:nvSpPr>
      <dsp:spPr>
        <a:xfrm>
          <a:off x="2811424" y="1873495"/>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dirty="0"/>
            <a:t>Employé 2</a:t>
          </a:r>
        </a:p>
      </dsp:txBody>
      <dsp:txXfrm>
        <a:off x="2822290" y="1884361"/>
        <a:ext cx="534743" cy="349251"/>
      </dsp:txXfrm>
    </dsp:sp>
    <dsp:sp modelId="{70AC9BA1-F85F-4511-A14C-9187D9A0E122}">
      <dsp:nvSpPr>
        <dsp:cNvPr id="0" name=""/>
        <dsp:cNvSpPr/>
      </dsp:nvSpPr>
      <dsp:spPr>
        <a:xfrm>
          <a:off x="2727953" y="1725102"/>
          <a:ext cx="1085127" cy="148393"/>
        </a:xfrm>
        <a:custGeom>
          <a:avLst/>
          <a:gdLst/>
          <a:ahLst/>
          <a:cxnLst/>
          <a:rect l="0" t="0" r="0" b="0"/>
          <a:pathLst>
            <a:path>
              <a:moveTo>
                <a:pt x="0" y="0"/>
              </a:moveTo>
              <a:lnTo>
                <a:pt x="0" y="74196"/>
              </a:lnTo>
              <a:lnTo>
                <a:pt x="1085127" y="74196"/>
              </a:lnTo>
              <a:lnTo>
                <a:pt x="1085127" y="1483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AD5119-D4F5-4BA6-9A67-DFD43C6B4247}">
      <dsp:nvSpPr>
        <dsp:cNvPr id="0" name=""/>
        <dsp:cNvSpPr/>
      </dsp:nvSpPr>
      <dsp:spPr>
        <a:xfrm>
          <a:off x="3534842" y="1873495"/>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dirty="0"/>
            <a:t>Employé 3</a:t>
          </a:r>
        </a:p>
      </dsp:txBody>
      <dsp:txXfrm>
        <a:off x="3545708" y="1884361"/>
        <a:ext cx="534743" cy="349251"/>
      </dsp:txXfrm>
    </dsp:sp>
    <dsp:sp modelId="{95105EBE-785D-4CF7-8362-3C5C7BD2BD72}">
      <dsp:nvSpPr>
        <dsp:cNvPr id="0" name=""/>
        <dsp:cNvSpPr/>
      </dsp:nvSpPr>
      <dsp:spPr>
        <a:xfrm>
          <a:off x="3451371" y="2244479"/>
          <a:ext cx="361709" cy="148393"/>
        </a:xfrm>
        <a:custGeom>
          <a:avLst/>
          <a:gdLst/>
          <a:ahLst/>
          <a:cxnLst/>
          <a:rect l="0" t="0" r="0" b="0"/>
          <a:pathLst>
            <a:path>
              <a:moveTo>
                <a:pt x="361709" y="0"/>
              </a:moveTo>
              <a:lnTo>
                <a:pt x="361709" y="74196"/>
              </a:lnTo>
              <a:lnTo>
                <a:pt x="0" y="74196"/>
              </a:lnTo>
              <a:lnTo>
                <a:pt x="0" y="14839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4627B7-741B-440C-93BD-2C02AE1CBF2E}">
      <dsp:nvSpPr>
        <dsp:cNvPr id="0" name=""/>
        <dsp:cNvSpPr/>
      </dsp:nvSpPr>
      <dsp:spPr>
        <a:xfrm>
          <a:off x="3173133" y="2392872"/>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a:t>Employé 3.1</a:t>
          </a:r>
          <a:endParaRPr lang="fr-CA" sz="900" kern="1200" dirty="0"/>
        </a:p>
      </dsp:txBody>
      <dsp:txXfrm>
        <a:off x="3183999" y="2403738"/>
        <a:ext cx="534743" cy="349251"/>
      </dsp:txXfrm>
    </dsp:sp>
    <dsp:sp modelId="{4960FA3D-5792-4FA2-BB72-4E850F945790}">
      <dsp:nvSpPr>
        <dsp:cNvPr id="0" name=""/>
        <dsp:cNvSpPr/>
      </dsp:nvSpPr>
      <dsp:spPr>
        <a:xfrm>
          <a:off x="3813080" y="2244479"/>
          <a:ext cx="361709" cy="148393"/>
        </a:xfrm>
        <a:custGeom>
          <a:avLst/>
          <a:gdLst/>
          <a:ahLst/>
          <a:cxnLst/>
          <a:rect l="0" t="0" r="0" b="0"/>
          <a:pathLst>
            <a:path>
              <a:moveTo>
                <a:pt x="0" y="0"/>
              </a:moveTo>
              <a:lnTo>
                <a:pt x="0" y="74196"/>
              </a:lnTo>
              <a:lnTo>
                <a:pt x="361709" y="74196"/>
              </a:lnTo>
              <a:lnTo>
                <a:pt x="361709" y="14839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9FA34D-D9B4-461F-9308-EB2C6BB25E79}">
      <dsp:nvSpPr>
        <dsp:cNvPr id="0" name=""/>
        <dsp:cNvSpPr/>
      </dsp:nvSpPr>
      <dsp:spPr>
        <a:xfrm>
          <a:off x="3896551" y="2392872"/>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dirty="0"/>
            <a:t>Employé 3.2</a:t>
          </a:r>
        </a:p>
      </dsp:txBody>
      <dsp:txXfrm>
        <a:off x="3907417" y="2403738"/>
        <a:ext cx="534743" cy="34925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7C294F-1002-4158-BD9E-EA493F439C5C}">
      <dsp:nvSpPr>
        <dsp:cNvPr id="0" name=""/>
        <dsp:cNvSpPr/>
      </dsp:nvSpPr>
      <dsp:spPr>
        <a:xfrm>
          <a:off x="52660" y="1596519"/>
          <a:ext cx="1849871" cy="9249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CA" sz="3000" kern="1200" dirty="0"/>
            <a:t>Bosse</a:t>
          </a:r>
        </a:p>
      </dsp:txBody>
      <dsp:txXfrm>
        <a:off x="79750" y="1623609"/>
        <a:ext cx="1795691" cy="870755"/>
      </dsp:txXfrm>
    </dsp:sp>
    <dsp:sp modelId="{EBDB0199-8C2C-4ACA-A5E9-26CE86009035}">
      <dsp:nvSpPr>
        <dsp:cNvPr id="0" name=""/>
        <dsp:cNvSpPr/>
      </dsp:nvSpPr>
      <dsp:spPr>
        <a:xfrm rot="17692822">
          <a:off x="1393132" y="1241015"/>
          <a:ext cx="1758746" cy="40429"/>
        </a:xfrm>
        <a:custGeom>
          <a:avLst/>
          <a:gdLst/>
          <a:ahLst/>
          <a:cxnLst/>
          <a:rect l="0" t="0" r="0" b="0"/>
          <a:pathLst>
            <a:path>
              <a:moveTo>
                <a:pt x="0" y="20214"/>
              </a:moveTo>
              <a:lnTo>
                <a:pt x="1758746"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fr-CA" sz="600" kern="1200"/>
        </a:p>
      </dsp:txBody>
      <dsp:txXfrm>
        <a:off x="2228537" y="1217261"/>
        <a:ext cx="87937" cy="87937"/>
      </dsp:txXfrm>
    </dsp:sp>
    <dsp:sp modelId="{74662C62-908F-46D1-B0C1-FF3C7A067041}">
      <dsp:nvSpPr>
        <dsp:cNvPr id="0" name=""/>
        <dsp:cNvSpPr/>
      </dsp:nvSpPr>
      <dsp:spPr>
        <a:xfrm>
          <a:off x="2642480" y="1005"/>
          <a:ext cx="1849871" cy="9249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CA" sz="3000" kern="1200" dirty="0"/>
            <a:t>Assistant</a:t>
          </a:r>
        </a:p>
      </dsp:txBody>
      <dsp:txXfrm>
        <a:off x="2669570" y="28095"/>
        <a:ext cx="1795691" cy="870755"/>
      </dsp:txXfrm>
    </dsp:sp>
    <dsp:sp modelId="{ACFEAB7A-F303-4E44-A9EC-ACC13F51339D}">
      <dsp:nvSpPr>
        <dsp:cNvPr id="0" name=""/>
        <dsp:cNvSpPr/>
      </dsp:nvSpPr>
      <dsp:spPr>
        <a:xfrm rot="19457599">
          <a:off x="1816881" y="1772853"/>
          <a:ext cx="911249" cy="40429"/>
        </a:xfrm>
        <a:custGeom>
          <a:avLst/>
          <a:gdLst/>
          <a:ahLst/>
          <a:cxnLst/>
          <a:rect l="0" t="0" r="0" b="0"/>
          <a:pathLst>
            <a:path>
              <a:moveTo>
                <a:pt x="0" y="20214"/>
              </a:moveTo>
              <a:lnTo>
                <a:pt x="911249"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49724" y="1770287"/>
        <a:ext cx="45562" cy="45562"/>
      </dsp:txXfrm>
    </dsp:sp>
    <dsp:sp modelId="{B1CA4DE3-0323-4DF8-81FE-ECF5797A93F2}">
      <dsp:nvSpPr>
        <dsp:cNvPr id="0" name=""/>
        <dsp:cNvSpPr/>
      </dsp:nvSpPr>
      <dsp:spPr>
        <a:xfrm>
          <a:off x="2642480" y="1064681"/>
          <a:ext cx="1849871" cy="9249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CA" sz="3000" kern="1200" dirty="0"/>
            <a:t>Employé 1</a:t>
          </a:r>
        </a:p>
      </dsp:txBody>
      <dsp:txXfrm>
        <a:off x="2669570" y="1091771"/>
        <a:ext cx="1795691" cy="870755"/>
      </dsp:txXfrm>
    </dsp:sp>
    <dsp:sp modelId="{16E4966B-817C-4AEF-B93B-3641333816ED}">
      <dsp:nvSpPr>
        <dsp:cNvPr id="0" name=""/>
        <dsp:cNvSpPr/>
      </dsp:nvSpPr>
      <dsp:spPr>
        <a:xfrm rot="2142401">
          <a:off x="1816881" y="2304691"/>
          <a:ext cx="911249" cy="40429"/>
        </a:xfrm>
        <a:custGeom>
          <a:avLst/>
          <a:gdLst/>
          <a:ahLst/>
          <a:cxnLst/>
          <a:rect l="0" t="0" r="0" b="0"/>
          <a:pathLst>
            <a:path>
              <a:moveTo>
                <a:pt x="0" y="20214"/>
              </a:moveTo>
              <a:lnTo>
                <a:pt x="911249"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49724" y="2302125"/>
        <a:ext cx="45562" cy="45562"/>
      </dsp:txXfrm>
    </dsp:sp>
    <dsp:sp modelId="{02C92A8F-5A2D-4094-9D5F-622335135617}">
      <dsp:nvSpPr>
        <dsp:cNvPr id="0" name=""/>
        <dsp:cNvSpPr/>
      </dsp:nvSpPr>
      <dsp:spPr>
        <a:xfrm>
          <a:off x="2642480" y="2128357"/>
          <a:ext cx="1849871" cy="9249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CA" sz="3000" kern="1200" dirty="0"/>
            <a:t>Employé 2</a:t>
          </a:r>
        </a:p>
      </dsp:txBody>
      <dsp:txXfrm>
        <a:off x="2669570" y="2155447"/>
        <a:ext cx="1795691" cy="870755"/>
      </dsp:txXfrm>
    </dsp:sp>
    <dsp:sp modelId="{493CFDFE-6F64-441C-9BA8-DC30C90DA76B}">
      <dsp:nvSpPr>
        <dsp:cNvPr id="0" name=""/>
        <dsp:cNvSpPr/>
      </dsp:nvSpPr>
      <dsp:spPr>
        <a:xfrm rot="3907178">
          <a:off x="1393132" y="2836529"/>
          <a:ext cx="1758746" cy="40429"/>
        </a:xfrm>
        <a:custGeom>
          <a:avLst/>
          <a:gdLst/>
          <a:ahLst/>
          <a:cxnLst/>
          <a:rect l="0" t="0" r="0" b="0"/>
          <a:pathLst>
            <a:path>
              <a:moveTo>
                <a:pt x="0" y="20214"/>
              </a:moveTo>
              <a:lnTo>
                <a:pt x="1758746"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fr-CA" sz="600" kern="1200"/>
        </a:p>
      </dsp:txBody>
      <dsp:txXfrm>
        <a:off x="2228537" y="2812775"/>
        <a:ext cx="87937" cy="87937"/>
      </dsp:txXfrm>
    </dsp:sp>
    <dsp:sp modelId="{7360467B-37DC-4FEE-896B-BEF280EF6321}">
      <dsp:nvSpPr>
        <dsp:cNvPr id="0" name=""/>
        <dsp:cNvSpPr/>
      </dsp:nvSpPr>
      <dsp:spPr>
        <a:xfrm>
          <a:off x="2642480" y="3192033"/>
          <a:ext cx="1849871" cy="9249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CA" sz="3000" kern="1200" dirty="0"/>
            <a:t>Employé 3</a:t>
          </a:r>
        </a:p>
      </dsp:txBody>
      <dsp:txXfrm>
        <a:off x="2669570" y="3219123"/>
        <a:ext cx="1795691" cy="87075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0BCD0B-1768-4B57-8D68-C611DA168D74}">
      <dsp:nvSpPr>
        <dsp:cNvPr id="0" name=""/>
        <dsp:cNvSpPr/>
      </dsp:nvSpPr>
      <dsp:spPr>
        <a:xfrm rot="16200000">
          <a:off x="767050" y="-767050"/>
          <a:ext cx="2064498" cy="3598599"/>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t" anchorCtr="0">
          <a:noAutofit/>
        </a:bodyPr>
        <a:lstStyle/>
        <a:p>
          <a:pPr marL="0" lvl="0" indent="0" algn="l" defTabSz="1022350">
            <a:lnSpc>
              <a:spcPct val="90000"/>
            </a:lnSpc>
            <a:spcBef>
              <a:spcPct val="0"/>
            </a:spcBef>
            <a:spcAft>
              <a:spcPct val="35000"/>
            </a:spcAft>
            <a:buNone/>
          </a:pPr>
          <a:r>
            <a:rPr lang="fr-CA" sz="2300" b="1" kern="1200" dirty="0">
              <a:solidFill>
                <a:srgbClr val="000000"/>
              </a:solidFill>
              <a:effectLst/>
              <a:latin typeface="Mongolian Baiti" panose="03000500000000000000" pitchFamily="66" charset="0"/>
            </a:rPr>
            <a:t>Forces</a:t>
          </a:r>
          <a:r>
            <a:rPr lang="fr-CA" sz="2300" kern="1200" dirty="0">
              <a:effectLst/>
            </a:rPr>
            <a:t> </a:t>
          </a:r>
          <a:endParaRPr lang="fr-CA" sz="2300" kern="1200" dirty="0"/>
        </a:p>
        <a:p>
          <a:pPr marL="171450" lvl="1" indent="-171450" algn="l" defTabSz="800100">
            <a:lnSpc>
              <a:spcPct val="90000"/>
            </a:lnSpc>
            <a:spcBef>
              <a:spcPct val="0"/>
            </a:spcBef>
            <a:spcAft>
              <a:spcPct val="15000"/>
            </a:spcAft>
            <a:buChar char="•"/>
          </a:pPr>
          <a:r>
            <a:rPr lang="fr-CA" sz="1800" b="0" kern="1200" dirty="0">
              <a:solidFill>
                <a:srgbClr val="000000"/>
              </a:solidFill>
              <a:effectLst/>
              <a:latin typeface="Avenir"/>
            </a:rPr>
            <a:t>Facteurs internes positifs qui favorisent l’atteinte des objectifs stratégiques.</a:t>
          </a:r>
          <a:r>
            <a:rPr lang="fr-CA" sz="1800" kern="1200" dirty="0">
              <a:effectLst/>
            </a:rPr>
            <a:t> </a:t>
          </a:r>
          <a:endParaRPr lang="fr-CA" sz="1800" kern="1200" dirty="0"/>
        </a:p>
      </dsp:txBody>
      <dsp:txXfrm rot="5400000">
        <a:off x="-1" y="1"/>
        <a:ext cx="3598599" cy="1548373"/>
      </dsp:txXfrm>
    </dsp:sp>
    <dsp:sp modelId="{5AAEED9C-7F27-4E57-9170-8F87A4DDEF9A}">
      <dsp:nvSpPr>
        <dsp:cNvPr id="0" name=""/>
        <dsp:cNvSpPr/>
      </dsp:nvSpPr>
      <dsp:spPr>
        <a:xfrm>
          <a:off x="3598599" y="0"/>
          <a:ext cx="3598599" cy="2064498"/>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t" anchorCtr="0">
          <a:noAutofit/>
        </a:bodyPr>
        <a:lstStyle/>
        <a:p>
          <a:pPr marL="0" lvl="0" indent="0" algn="l" defTabSz="1022350">
            <a:lnSpc>
              <a:spcPct val="90000"/>
            </a:lnSpc>
            <a:spcBef>
              <a:spcPct val="0"/>
            </a:spcBef>
            <a:spcAft>
              <a:spcPct val="35000"/>
            </a:spcAft>
            <a:buNone/>
          </a:pPr>
          <a:r>
            <a:rPr lang="fr-CA" sz="2300" b="1" kern="1200" dirty="0">
              <a:solidFill>
                <a:srgbClr val="000000"/>
              </a:solidFill>
              <a:effectLst/>
              <a:latin typeface="Mongolian Baiti" panose="03000500000000000000" pitchFamily="66" charset="0"/>
            </a:rPr>
            <a:t>Faiblesses</a:t>
          </a:r>
          <a:r>
            <a:rPr lang="fr-CA" sz="2300" kern="1200" dirty="0">
              <a:effectLst/>
            </a:rPr>
            <a:t> </a:t>
          </a:r>
          <a:endParaRPr lang="fr-CA" sz="2300" kern="1200" dirty="0"/>
        </a:p>
        <a:p>
          <a:pPr marL="171450" lvl="1" indent="-171450" algn="l" defTabSz="800100">
            <a:lnSpc>
              <a:spcPct val="90000"/>
            </a:lnSpc>
            <a:spcBef>
              <a:spcPct val="0"/>
            </a:spcBef>
            <a:spcAft>
              <a:spcPct val="15000"/>
            </a:spcAft>
            <a:buChar char="•"/>
          </a:pPr>
          <a:r>
            <a:rPr lang="fr-CA" sz="1800" b="0" kern="1200" dirty="0">
              <a:solidFill>
                <a:srgbClr val="000000"/>
              </a:solidFill>
              <a:effectLst/>
              <a:latin typeface="Avenir"/>
            </a:rPr>
            <a:t>Facteurs internes négatifs qui peuvent limiter la performance ou la réussite.</a:t>
          </a:r>
          <a:r>
            <a:rPr lang="fr-CA" sz="1800" kern="1200" dirty="0">
              <a:effectLst/>
            </a:rPr>
            <a:t> </a:t>
          </a:r>
          <a:endParaRPr lang="fr-CA" sz="1800" kern="1200" dirty="0"/>
        </a:p>
      </dsp:txBody>
      <dsp:txXfrm>
        <a:off x="3598599" y="0"/>
        <a:ext cx="3598599" cy="1548373"/>
      </dsp:txXfrm>
    </dsp:sp>
    <dsp:sp modelId="{5BC00529-C42F-4600-A9BC-BCE89B843B10}">
      <dsp:nvSpPr>
        <dsp:cNvPr id="0" name=""/>
        <dsp:cNvSpPr/>
      </dsp:nvSpPr>
      <dsp:spPr>
        <a:xfrm rot="10800000">
          <a:off x="0" y="2064498"/>
          <a:ext cx="3598599" cy="2064498"/>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t" anchorCtr="0">
          <a:noAutofit/>
        </a:bodyPr>
        <a:lstStyle/>
        <a:p>
          <a:pPr marL="0" lvl="0" indent="0" algn="l" defTabSz="1022350">
            <a:lnSpc>
              <a:spcPct val="90000"/>
            </a:lnSpc>
            <a:spcBef>
              <a:spcPct val="0"/>
            </a:spcBef>
            <a:spcAft>
              <a:spcPct val="35000"/>
            </a:spcAft>
            <a:buNone/>
          </a:pPr>
          <a:r>
            <a:rPr lang="fr-CA" sz="2300" b="1" kern="1200" dirty="0">
              <a:solidFill>
                <a:srgbClr val="000000"/>
              </a:solidFill>
              <a:effectLst/>
              <a:latin typeface="Mongolian Baiti" panose="03000500000000000000" pitchFamily="66" charset="0"/>
            </a:rPr>
            <a:t>Opportunités</a:t>
          </a:r>
          <a:r>
            <a:rPr lang="fr-CA" sz="2300" kern="1200" dirty="0">
              <a:effectLst/>
            </a:rPr>
            <a:t> </a:t>
          </a:r>
          <a:endParaRPr lang="fr-CA" sz="2300" kern="1200" dirty="0"/>
        </a:p>
        <a:p>
          <a:pPr marL="171450" lvl="1" indent="-171450" algn="l" defTabSz="800100">
            <a:lnSpc>
              <a:spcPct val="90000"/>
            </a:lnSpc>
            <a:spcBef>
              <a:spcPct val="0"/>
            </a:spcBef>
            <a:spcAft>
              <a:spcPct val="15000"/>
            </a:spcAft>
            <a:buChar char="•"/>
          </a:pPr>
          <a:r>
            <a:rPr lang="fr-CA" sz="1800" b="0" kern="1200" dirty="0">
              <a:solidFill>
                <a:srgbClr val="000000"/>
              </a:solidFill>
              <a:effectLst/>
              <a:latin typeface="Avenir"/>
            </a:rPr>
            <a:t>Facteurs externes favorables à exploiter pour renforcer la position de l’organisation.</a:t>
          </a:r>
          <a:r>
            <a:rPr lang="fr-CA" sz="1800" kern="1200" dirty="0">
              <a:effectLst/>
            </a:rPr>
            <a:t> </a:t>
          </a:r>
          <a:endParaRPr lang="fr-CA" sz="1800" kern="1200" dirty="0"/>
        </a:p>
      </dsp:txBody>
      <dsp:txXfrm rot="10800000">
        <a:off x="0" y="2580623"/>
        <a:ext cx="3598599" cy="1548373"/>
      </dsp:txXfrm>
    </dsp:sp>
    <dsp:sp modelId="{831AE73E-05AB-43D6-85A5-5E4604998CB5}">
      <dsp:nvSpPr>
        <dsp:cNvPr id="0" name=""/>
        <dsp:cNvSpPr/>
      </dsp:nvSpPr>
      <dsp:spPr>
        <a:xfrm rot="5400000">
          <a:off x="4365650" y="1297447"/>
          <a:ext cx="2064498" cy="3598599"/>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t" anchorCtr="0">
          <a:noAutofit/>
        </a:bodyPr>
        <a:lstStyle/>
        <a:p>
          <a:pPr marL="0" lvl="0" indent="0" algn="l" defTabSz="1022350">
            <a:lnSpc>
              <a:spcPct val="90000"/>
            </a:lnSpc>
            <a:spcBef>
              <a:spcPct val="0"/>
            </a:spcBef>
            <a:spcAft>
              <a:spcPct val="35000"/>
            </a:spcAft>
            <a:buNone/>
          </a:pPr>
          <a:r>
            <a:rPr lang="fr-CA" sz="2300" b="1" kern="1200" dirty="0">
              <a:solidFill>
                <a:srgbClr val="000000"/>
              </a:solidFill>
              <a:effectLst/>
              <a:latin typeface="Mongolian Baiti" panose="03000500000000000000" pitchFamily="66" charset="0"/>
            </a:rPr>
            <a:t>Menaces</a:t>
          </a:r>
          <a:r>
            <a:rPr lang="fr-CA" sz="2300" kern="1200" dirty="0">
              <a:effectLst/>
            </a:rPr>
            <a:t> </a:t>
          </a:r>
          <a:endParaRPr lang="fr-CA" sz="2300" kern="1200" dirty="0"/>
        </a:p>
        <a:p>
          <a:pPr marL="171450" lvl="1" indent="-171450" algn="l" defTabSz="800100">
            <a:lnSpc>
              <a:spcPct val="90000"/>
            </a:lnSpc>
            <a:spcBef>
              <a:spcPct val="0"/>
            </a:spcBef>
            <a:spcAft>
              <a:spcPct val="15000"/>
            </a:spcAft>
            <a:buChar char="•"/>
          </a:pPr>
          <a:r>
            <a:rPr lang="fr-CA" sz="1800" b="0" kern="1200" dirty="0">
              <a:solidFill>
                <a:srgbClr val="000000"/>
              </a:solidFill>
              <a:effectLst/>
              <a:latin typeface="Avenir"/>
            </a:rPr>
            <a:t>Facteurs externes défavorables qui peuvent nuire à l’organisation ou à ses objectifs.</a:t>
          </a:r>
          <a:r>
            <a:rPr lang="fr-CA" sz="1800" kern="1200" dirty="0">
              <a:effectLst/>
            </a:rPr>
            <a:t> </a:t>
          </a:r>
          <a:endParaRPr lang="fr-CA" sz="1800" kern="1200" dirty="0"/>
        </a:p>
      </dsp:txBody>
      <dsp:txXfrm rot="-5400000">
        <a:off x="3598599" y="2580623"/>
        <a:ext cx="3598599" cy="1548373"/>
      </dsp:txXfrm>
    </dsp:sp>
    <dsp:sp modelId="{F434A6C3-9220-426B-8849-549BC58240C2}">
      <dsp:nvSpPr>
        <dsp:cNvPr id="0" name=""/>
        <dsp:cNvSpPr/>
      </dsp:nvSpPr>
      <dsp:spPr>
        <a:xfrm>
          <a:off x="2519019" y="1548373"/>
          <a:ext cx="2159159" cy="1032249"/>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CA" sz="2300" kern="1200" dirty="0"/>
            <a:t>Matrice</a:t>
          </a:r>
        </a:p>
      </dsp:txBody>
      <dsp:txXfrm>
        <a:off x="2569409" y="1598763"/>
        <a:ext cx="2058379" cy="93146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9.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4A6148-4764-4244-895B-E03FFA5AEB45}" type="datetimeFigureOut">
              <a:rPr lang="fr-CA" smtClean="0"/>
              <a:t>2026-02-23</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4E902-A465-4CC9-8C5A-B654335DDEA5}" type="slidenum">
              <a:rPr lang="fr-CA" smtClean="0"/>
              <a:t>‹N°›</a:t>
            </a:fld>
            <a:endParaRPr lang="fr-CA"/>
          </a:p>
        </p:txBody>
      </p:sp>
    </p:spTree>
    <p:extLst>
      <p:ext uri="{BB962C8B-B14F-4D97-AF65-F5344CB8AC3E}">
        <p14:creationId xmlns:p14="http://schemas.microsoft.com/office/powerpoint/2010/main" val="2734191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a:t>
            </a:fld>
            <a:endParaRPr lang="fr-CA"/>
          </a:p>
        </p:txBody>
      </p:sp>
    </p:spTree>
    <p:extLst>
      <p:ext uri="{BB962C8B-B14F-4D97-AF65-F5344CB8AC3E}">
        <p14:creationId xmlns:p14="http://schemas.microsoft.com/office/powerpoint/2010/main" val="2905441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SmartArt de type « Liste »
 Les SmartArt de type « Processus »
 Les SmartArt de type « Cycle »
 Les SmartArt de type « Hiérarchie »
 Les SmartArt de type « Relation »
 Les SmartArt de type « Image »
 Les SmartArt de type « Pyramid »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a:t>
            </a:fld>
            <a:endParaRPr lang="fr-CA"/>
          </a:p>
        </p:txBody>
      </p:sp>
    </p:spTree>
    <p:extLst>
      <p:ext uri="{BB962C8B-B14F-4D97-AF65-F5344CB8AC3E}">
        <p14:creationId xmlns:p14="http://schemas.microsoft.com/office/powerpoint/2010/main" val="154178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Présentation d’un SmartArt liste simple, Illustration d’un SmartArt liste avec des puces, Exemple d’un SmartArt liste verticale</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3</a:t>
            </a:fld>
            <a:endParaRPr lang="fr-CA"/>
          </a:p>
        </p:txBody>
      </p:sp>
    </p:spTree>
    <p:extLst>
      <p:ext uri="{BB962C8B-B14F-4D97-AF65-F5344CB8AC3E}">
        <p14:creationId xmlns:p14="http://schemas.microsoft.com/office/powerpoint/2010/main" val="2275625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 SmartArt liste simple permet de présenter des points clés de manière claire et ordonnée. Ces listes mettent en avant des éléments sans hiérarchie complexe, facilitant la lecture rapide. Elles sont particulièrement efficaces pour décrire des caractéristiques, étapes ou avantages. Les études montrent que la lisibilité augmente de 20% avec des listes bien formatées dans les présentations.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4</a:t>
            </a:fld>
            <a:endParaRPr lang="fr-CA"/>
          </a:p>
        </p:txBody>
      </p:sp>
    </p:spTree>
    <p:extLst>
      <p:ext uri="{BB962C8B-B14F-4D97-AF65-F5344CB8AC3E}">
        <p14:creationId xmlns:p14="http://schemas.microsoft.com/office/powerpoint/2010/main" val="3294539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listes à puces dans SmartArt améliorent la structuration de l’information en segmentant visuellement chaque élément avec un symbole distinct. Cette méthode augmente la mémorisation des informations par les audiences jusqu’à 30%, selon des analyses de la psychologie cognitive appliquée à la communication visuelle.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5</a:t>
            </a:fld>
            <a:endParaRPr lang="fr-CA"/>
          </a:p>
        </p:txBody>
      </p:sp>
    </p:spTree>
    <p:extLst>
      <p:ext uri="{BB962C8B-B14F-4D97-AF65-F5344CB8AC3E}">
        <p14:creationId xmlns:p14="http://schemas.microsoft.com/office/powerpoint/2010/main" val="3987644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 format vertical organise les items de façon séquentielle de haut en bas, ce qui oriente naturellement le regard et facilite une lecture structurée. Ce style est souvent utilisé dans les tutoriels ou instructions où un ordre chronologique est important. On recommande ce type pour améliorer le flux d’attention et favoriser la rétention d’informations.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6</a:t>
            </a:fld>
            <a:endParaRPr lang="fr-CA"/>
          </a:p>
        </p:txBody>
      </p:sp>
    </p:spTree>
    <p:extLst>
      <p:ext uri="{BB962C8B-B14F-4D97-AF65-F5344CB8AC3E}">
        <p14:creationId xmlns:p14="http://schemas.microsoft.com/office/powerpoint/2010/main" val="4213311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Exemple d’un processus linéaire, Processus avec étapes séquentielles, Processus cyclique illustré</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7</a:t>
            </a:fld>
            <a:endParaRPr lang="fr-CA"/>
          </a:p>
        </p:txBody>
      </p:sp>
    </p:spTree>
    <p:extLst>
      <p:ext uri="{BB962C8B-B14F-4D97-AF65-F5344CB8AC3E}">
        <p14:creationId xmlns:p14="http://schemas.microsoft.com/office/powerpoint/2010/main" val="2731301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 processus linéaire illustre une progression directe d’étapes, idéal pour des procédures ou projets avec un début et une fin clairs. Les diagrammes linéaires augmentent la visibilité des dépendances entre phases et facilitent la planification. Selon une enquête, 68% des managers préfèrent ce type pour expliquer des workflow simples.</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8</a:t>
            </a:fld>
            <a:endParaRPr lang="fr-CA"/>
          </a:p>
        </p:txBody>
      </p:sp>
    </p:spTree>
    <p:extLst>
      <p:ext uri="{BB962C8B-B14F-4D97-AF65-F5344CB8AC3E}">
        <p14:creationId xmlns:p14="http://schemas.microsoft.com/office/powerpoint/2010/main" val="246950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La représentation séquentielle met en avant une succession d’étapes interdépendantes. Ce type de SmartArt convient parfaitement à la gestion de projets complexe, en affichant clairement chaque étape critique et ses livrables. Les analyses montrent que l’utilisation de diagrammes séquentiels réduit les erreurs de suivi de processus de 25%.</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9</a:t>
            </a:fld>
            <a:endParaRPr lang="fr-CA"/>
          </a:p>
        </p:txBody>
      </p:sp>
    </p:spTree>
    <p:extLst>
      <p:ext uri="{BB962C8B-B14F-4D97-AF65-F5344CB8AC3E}">
        <p14:creationId xmlns:p14="http://schemas.microsoft.com/office/powerpoint/2010/main" val="1867529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processus cycliques reflètent des actions répétitives ou des boucles de rétroaction, notamment dans les systèmes d’amélioration continue. La visualisation en cycle aide à comprendre la nature répétitive du processus et les points où intervenir. Les cadres opérationnels tels que PDCA utilisent ce type de visuel pour renforcer la compréhension et l’engagement des équipes.</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10</a:t>
            </a:fld>
            <a:endParaRPr lang="fr-CA"/>
          </a:p>
        </p:txBody>
      </p:sp>
    </p:spTree>
    <p:extLst>
      <p:ext uri="{BB962C8B-B14F-4D97-AF65-F5344CB8AC3E}">
        <p14:creationId xmlns:p14="http://schemas.microsoft.com/office/powerpoint/2010/main" val="2513889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Cycle simple en cercle, Cycle en spirale, Cycle en boucle continue</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11</a:t>
            </a:fld>
            <a:endParaRPr lang="fr-CA"/>
          </a:p>
        </p:txBody>
      </p:sp>
    </p:spTree>
    <p:extLst>
      <p:ext uri="{BB962C8B-B14F-4D97-AF65-F5344CB8AC3E}">
        <p14:creationId xmlns:p14="http://schemas.microsoft.com/office/powerpoint/2010/main" val="411787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 cycle simple est utilisé pour représenter des processus circulaires où chaque étape mène naturellement à la suivante jusqu’à revenir au point de départ. Cette approche est efficace pour expliquer les phénomènes recyclés ou les cycles économiques. Les recherches indiquent que 75% des présentations sur des sujets récurrents utilisent ce format de cycle.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12</a:t>
            </a:fld>
            <a:endParaRPr lang="fr-CA"/>
          </a:p>
        </p:txBody>
      </p:sp>
    </p:spTree>
    <p:extLst>
      <p:ext uri="{BB962C8B-B14F-4D97-AF65-F5344CB8AC3E}">
        <p14:creationId xmlns:p14="http://schemas.microsoft.com/office/powerpoint/2010/main" val="858026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 schéma en spirale illustre l’évolution progressive avec expansion ou approfondissement, souvent utilisé en développement de produit ou apprentissage continu. Cette forme suggère un progrès dynamique et croissant, favorisant une représentation visuelle de la croissance ou de l’accumulation de connaissances au fil du temps.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13</a:t>
            </a:fld>
            <a:endParaRPr lang="fr-CA"/>
          </a:p>
        </p:txBody>
      </p:sp>
    </p:spTree>
    <p:extLst>
      <p:ext uri="{BB962C8B-B14F-4D97-AF65-F5344CB8AC3E}">
        <p14:creationId xmlns:p14="http://schemas.microsoft.com/office/powerpoint/2010/main" val="3187334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 type met en avant l’uniformité et la répétition ininterrompue d’un cycle, souvent employé pour des processus qui ne cessent jamais. Par exemple, dans la gestion de la qualité ou les opérations industrielles, ce visuel facilite la compréhension du cycle constant et des flux continus de travail.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14</a:t>
            </a:fld>
            <a:endParaRPr lang="fr-CA"/>
          </a:p>
        </p:txBody>
      </p:sp>
    </p:spTree>
    <p:extLst>
      <p:ext uri="{BB962C8B-B14F-4D97-AF65-F5344CB8AC3E}">
        <p14:creationId xmlns:p14="http://schemas.microsoft.com/office/powerpoint/2010/main" val="3459922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Hiérarchie organisationnelle, Hiérarchie avec sous-niveaux, Exemple de hiérarchie horizontale</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15</a:t>
            </a:fld>
            <a:endParaRPr lang="fr-CA"/>
          </a:p>
        </p:txBody>
      </p:sp>
    </p:spTree>
    <p:extLst>
      <p:ext uri="{BB962C8B-B14F-4D97-AF65-F5344CB8AC3E}">
        <p14:creationId xmlns:p14="http://schemas.microsoft.com/office/powerpoint/2010/main" val="106566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diagrammes hiérarchiques facilitent la visualisation des structures organisationnelles, clarifiant les rôles, responsabilités et lignes de reporting. Selon des études RH, une présentation claire de la hiérarchie augmente la productivité des équipes de 15% en réduisant les confusions.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16</a:t>
            </a:fld>
            <a:endParaRPr lang="fr-CA"/>
          </a:p>
        </p:txBody>
      </p:sp>
    </p:spTree>
    <p:extLst>
      <p:ext uri="{BB962C8B-B14F-4D97-AF65-F5344CB8AC3E}">
        <p14:creationId xmlns:p14="http://schemas.microsoft.com/office/powerpoint/2010/main" val="953559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L’intégration de sous-niveaux dans une hiérarchie permet de détailler les subdivisions ou départements d’une organisation. Cette granularité aide à mieux comprendre la complexité et la segmentation des responsabilités, essentielle dans les grandes entreprises multi-départements.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17</a:t>
            </a:fld>
            <a:endParaRPr lang="fr-CA"/>
          </a:p>
        </p:txBody>
      </p:sp>
    </p:spTree>
    <p:extLst>
      <p:ext uri="{BB962C8B-B14F-4D97-AF65-F5344CB8AC3E}">
        <p14:creationId xmlns:p14="http://schemas.microsoft.com/office/powerpoint/2010/main" val="5054259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Une hiérarchie horizontale illustre des structures où les responsabilités sont réparties équitablement ou les équipes fonctionnent en collaboration avec peu de niveaux pyramidaux. Ce modèle est de plus en plus populaire dans les organisations agiles et favorise la communication transversale.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18</a:t>
            </a:fld>
            <a:endParaRPr lang="fr-CA"/>
          </a:p>
        </p:txBody>
      </p:sp>
    </p:spTree>
    <p:extLst>
      <p:ext uri="{BB962C8B-B14F-4D97-AF65-F5344CB8AC3E}">
        <p14:creationId xmlns:p14="http://schemas.microsoft.com/office/powerpoint/2010/main" val="20945675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Relation en matrice, Relation avec diagramme de Venn, Relation pyramidale</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19</a:t>
            </a:fld>
            <a:endParaRPr lang="fr-CA"/>
          </a:p>
        </p:txBody>
      </p:sp>
    </p:spTree>
    <p:extLst>
      <p:ext uri="{BB962C8B-B14F-4D97-AF65-F5344CB8AC3E}">
        <p14:creationId xmlns:p14="http://schemas.microsoft.com/office/powerpoint/2010/main" val="13704326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matrices montrent les relations croisées entre deux ou plusieurs catégories, facilitant l’analyse comparative ou la résolution de problèmes complexes. Ce type est fréquemment utilisé en management stratégique pour évaluer des options selon différents critères, améliorant la prise de décision.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20</a:t>
            </a:fld>
            <a:endParaRPr lang="fr-CA"/>
          </a:p>
        </p:txBody>
      </p:sp>
    </p:spTree>
    <p:extLst>
      <p:ext uri="{BB962C8B-B14F-4D97-AF65-F5344CB8AC3E}">
        <p14:creationId xmlns:p14="http://schemas.microsoft.com/office/powerpoint/2010/main" val="782874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 diagramme de Venn illustre les zones de chevauchement entre ensembles ou concepts, aidant à identifier les similarités et différences. Ce visuel est précieux dans les analyses de marché ou lorsqu’on compare des attributs de produits ou groupes cibles.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21</a:t>
            </a:fld>
            <a:endParaRPr lang="fr-CA"/>
          </a:p>
        </p:txBody>
      </p:sp>
    </p:spTree>
    <p:extLst>
      <p:ext uri="{BB962C8B-B14F-4D97-AF65-F5344CB8AC3E}">
        <p14:creationId xmlns:p14="http://schemas.microsoft.com/office/powerpoint/2010/main" val="883752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La relation pyramidale décompose une relation en niveaux d’importance ou d’impact, souvent utilisée pour prioriser les facteurs ou organiser les données de manière hiérarchique. Ce modèle aide à concentrer l’attention sur les éléments fondateurs ou les variables clés.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22</a:t>
            </a:fld>
            <a:endParaRPr lang="fr-CA"/>
          </a:p>
        </p:txBody>
      </p:sp>
    </p:spTree>
    <p:extLst>
      <p:ext uri="{BB962C8B-B14F-4D97-AF65-F5344CB8AC3E}">
        <p14:creationId xmlns:p14="http://schemas.microsoft.com/office/powerpoint/2010/main" val="5886194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Liste illustrée par images, Processus avec images intégrées, Cycle avec éléments visuels</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23</a:t>
            </a:fld>
            <a:endParaRPr lang="fr-CA"/>
          </a:p>
        </p:txBody>
      </p:sp>
    </p:spTree>
    <p:extLst>
      <p:ext uri="{BB962C8B-B14F-4D97-AF65-F5344CB8AC3E}">
        <p14:creationId xmlns:p14="http://schemas.microsoft.com/office/powerpoint/2010/main" val="33515619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L’ajout d’images à une liste SmartArt capte l’attention et améliore la mémorisation. Des études en marketing démontrent que les visuels augmentent la rétention d'information de 65% par rapport au texte seul, rendant les présentations plus engageantes.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24</a:t>
            </a:fld>
            <a:endParaRPr lang="fr-CA"/>
          </a:p>
        </p:txBody>
      </p:sp>
    </p:spTree>
    <p:extLst>
      <p:ext uri="{BB962C8B-B14F-4D97-AF65-F5344CB8AC3E}">
        <p14:creationId xmlns:p14="http://schemas.microsoft.com/office/powerpoint/2010/main" val="38775458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Intégrer des images dans un processus clarifie chaque étape en contextualisant visuellement les actions ou décisions à prendre. Cette méthode améliore la compréhension, en particulier pour des publics moins familiers avec le sujet technique.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25</a:t>
            </a:fld>
            <a:endParaRPr lang="fr-CA"/>
          </a:p>
        </p:txBody>
      </p:sp>
    </p:spTree>
    <p:extLst>
      <p:ext uri="{BB962C8B-B14F-4D97-AF65-F5344CB8AC3E}">
        <p14:creationId xmlns:p14="http://schemas.microsoft.com/office/powerpoint/2010/main" val="21479328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 cycle enrichi par des éléments visuels facilite la compréhension globale et encourage l’engagement. Les représentations visuelles dynamiques améliorent l’assimilation des informations répétitives ou complexes dans des cycles, selon des études en sciences cognitives.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26</a:t>
            </a:fld>
            <a:endParaRPr lang="fr-CA"/>
          </a:p>
        </p:txBody>
      </p:sp>
    </p:spTree>
    <p:extLst>
      <p:ext uri="{BB962C8B-B14F-4D97-AF65-F5344CB8AC3E}">
        <p14:creationId xmlns:p14="http://schemas.microsoft.com/office/powerpoint/2010/main" val="19851125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Pyramide simple, Pyramide segmentée, Pyramide inversée</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27</a:t>
            </a:fld>
            <a:endParaRPr lang="fr-CA"/>
          </a:p>
        </p:txBody>
      </p:sp>
    </p:spTree>
    <p:extLst>
      <p:ext uri="{BB962C8B-B14F-4D97-AF65-F5344CB8AC3E}">
        <p14:creationId xmlns:p14="http://schemas.microsoft.com/office/powerpoint/2010/main" val="3927878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Une pyramide simple visualise une structure hiérarchique où la base soutient les niveaux supérieurs. Ce type est utilisé pour démontrer des priorités, hiérarchies de besoins ou organisation des concepts, favorisant la visualisation claire des dépendances essentielles.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28</a:t>
            </a:fld>
            <a:endParaRPr lang="fr-CA"/>
          </a:p>
        </p:txBody>
      </p:sp>
    </p:spTree>
    <p:extLst>
      <p:ext uri="{BB962C8B-B14F-4D97-AF65-F5344CB8AC3E}">
        <p14:creationId xmlns:p14="http://schemas.microsoft.com/office/powerpoint/2010/main" val="34939314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La pyramide segmentée divise chaque niveau en parties distinctes, permettant d’analyser des sous-éléments au sein de chaque couche. Cela aide à une compréhension détaillée et segmentée des composantes d’un concept plus global.</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29</a:t>
            </a:fld>
            <a:endParaRPr lang="fr-CA"/>
          </a:p>
        </p:txBody>
      </p:sp>
    </p:spTree>
    <p:extLst>
      <p:ext uri="{BB962C8B-B14F-4D97-AF65-F5344CB8AC3E}">
        <p14:creationId xmlns:p14="http://schemas.microsoft.com/office/powerpoint/2010/main" val="14469317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La pyramide inversée renverse la structure traditionnelle pour mettre en lumière les éléments fondamentaux au sommet. Ce modèle est souvent employé dans le journalisme ou la stratégie pour hiérarchiser l’information selon sa priorité d’attention.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30</a:t>
            </a:fld>
            <a:endParaRPr lang="fr-CA"/>
          </a:p>
        </p:txBody>
      </p:sp>
    </p:spTree>
    <p:extLst>
      <p:ext uri="{BB962C8B-B14F-4D97-AF65-F5344CB8AC3E}">
        <p14:creationId xmlns:p14="http://schemas.microsoft.com/office/powerpoint/2010/main" val="23105171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Cette présentation vous a permis de découvrir les différents types de SmartArt, de la liste aux pyramides en passant par les cycles et hiérarchies. Chaque type offre des possibilités visuelles uniques pour structurer et illustrer vos idées de manière claire et impactante. N'hésitez pas à exploiter ces outils pour rendre vos présentations plus engageantes et compréhensibles.</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31</a:t>
            </a:fld>
            <a:endParaRPr lang="fr-CA"/>
          </a:p>
        </p:txBody>
      </p:sp>
    </p:spTree>
    <p:extLst>
      <p:ext uri="{BB962C8B-B14F-4D97-AF65-F5344CB8AC3E}">
        <p14:creationId xmlns:p14="http://schemas.microsoft.com/office/powerpoint/2010/main" val="1769885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re avec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2999" y="5172773"/>
            <a:ext cx="9906001" cy="770827"/>
          </a:xfrm>
        </p:spPr>
        <p:txBody>
          <a:bodyPr vert="horz" lIns="91440" tIns="45720" rIns="91440" bIns="45720" rtlCol="0" anchor="t">
            <a:normAutofit/>
          </a:bodyPr>
          <a:lstStyle>
            <a:lvl1pPr>
              <a:defRPr lang="en-US" sz="5400" dirty="0">
                <a:latin typeface="+mj-lt"/>
                <a:cs typeface="Mongolian Baiti" panose="03000500000000000000" pitchFamily="66" charset="0"/>
              </a:defRPr>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42999" y="4600446"/>
            <a:ext cx="9906001" cy="398304"/>
          </a:xfrm>
        </p:spPr>
        <p:txBody>
          <a:bodyPr vert="horz" lIns="91440" tIns="45720" rIns="91440" bIns="45720" rtlCol="0" anchor="b">
            <a:normAutofit/>
          </a:bodyPr>
          <a:lstStyle>
            <a:lvl1pPr marL="0" indent="0">
              <a:buNone/>
              <a:defRPr lang="en-US" sz="2000" b="1" i="0" dirty="0">
                <a:solidFill>
                  <a:schemeClr val="accent1"/>
                </a:solidFill>
                <a:latin typeface="+mn-lt"/>
              </a:defRPr>
            </a:lvl1pPr>
          </a:lstStyle>
          <a:p>
            <a:pPr lvl="0" rtl="0"/>
            <a:r>
              <a:rPr lang="fr"/>
              <a:t>Modifiez le style des sous-titres du masque</a:t>
            </a:r>
          </a:p>
        </p:txBody>
      </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143001" y="685800"/>
            <a:ext cx="9906000" cy="3716559"/>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pied de page 7">
            <a:extLst>
              <a:ext uri="{FF2B5EF4-FFF2-40B4-BE49-F238E27FC236}">
                <a16:creationId xmlns:a16="http://schemas.microsoft.com/office/drawing/2014/main" id="{1B5B8C48-05E9-5280-3F6A-22F8BCBB477E}"/>
              </a:ext>
            </a:extLst>
          </p:cNvPr>
          <p:cNvSpPr>
            <a:spLocks noGrp="1"/>
          </p:cNvSpPr>
          <p:nvPr>
            <p:ph type="ftr" sz="quarter" idx="15"/>
          </p:nvPr>
        </p:nvSpPr>
        <p:spPr/>
        <p:txBody>
          <a:bodyPr rtlCol="0"/>
          <a:lstStyle>
            <a:lvl1pPr>
              <a:defRPr sz="1000"/>
            </a:lvl1pPr>
          </a:lstStyle>
          <a:p>
            <a:pPr rtl="0"/>
            <a:r>
              <a:rPr lang="fr"/>
              <a:t>Exemple de Texte de Pied de page</a:t>
            </a:r>
            <a:endParaRPr lang="en-US" sz="1000" dirty="0"/>
          </a:p>
        </p:txBody>
      </p:sp>
      <p:sp>
        <p:nvSpPr>
          <p:cNvPr id="7" name="Espace réservé de la date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lvl1pPr>
              <a:defRPr sz="1000"/>
            </a:lvl1pPr>
          </a:lstStyle>
          <a:p>
            <a:pPr rtl="0"/>
            <a:r>
              <a:rPr lang="en-US"/>
              <a:t>30/10/2025</a:t>
            </a:r>
            <a:endParaRPr lang="en-US" sz="1000" dirty="0"/>
          </a:p>
        </p:txBody>
      </p:sp>
      <p:sp>
        <p:nvSpPr>
          <p:cNvPr id="9" name="Espace réservé du numéro de diapositive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rtlCol="0"/>
          <a:lstStyle>
            <a:lvl1pPr>
              <a:defRPr sz="1000"/>
            </a:lvl1pPr>
          </a:lstStyle>
          <a:p>
            <a:pPr rtl="0"/>
            <a:fld id="{AEAA3239-9EA4-4A65-A281-97F994456D9F}" type="slidenum">
              <a:rPr lang="en-US" smtClean="0"/>
              <a:pPr/>
              <a:t>‹N°›</a:t>
            </a:fld>
            <a:endParaRPr lang="en-US" sz="1000" dirty="0"/>
          </a:p>
        </p:txBody>
      </p:sp>
      <p:cxnSp>
        <p:nvCxnSpPr>
          <p:cNvPr id="4" name="Connecteur droit 3">
            <a:extLst>
              <a:ext uri="{FF2B5EF4-FFF2-40B4-BE49-F238E27FC236}">
                <a16:creationId xmlns:a16="http://schemas.microsoft.com/office/drawing/2014/main" id="{B2008A96-F52F-AB95-8185-940BB21AA1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8128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p:txBody>
          <a:bodyPr rtlCol="0" anchor="t"/>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6C2DD052-3E45-E789-01F8-33250024ECBD}"/>
              </a:ext>
            </a:extLst>
          </p:cNvPr>
          <p:cNvSpPr>
            <a:spLocks noGrp="1"/>
          </p:cNvSpPr>
          <p:nvPr>
            <p:ph idx="1"/>
          </p:nvPr>
        </p:nvSpPr>
        <p:spPr>
          <a:xfrm>
            <a:off x="1142999" y="1905008"/>
            <a:ext cx="9906001" cy="403859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1E99ED41-DFA2-8D2F-7F31-B856DB6B81A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22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re avec imag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3001" y="2327554"/>
            <a:ext cx="3914086" cy="3656368"/>
          </a:xfrm>
        </p:spPr>
        <p:txBody>
          <a:bodyPr vert="horz" lIns="91440" tIns="45720" rIns="91440" bIns="45720" rtlCol="0" anchor="t">
            <a:normAutofit/>
          </a:bodyPr>
          <a:lstStyle>
            <a:lvl1pPr>
              <a:defRPr lang="en-US" sz="48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64817" y="685799"/>
            <a:ext cx="3174160" cy="1458873"/>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rtl="0"/>
            <a:r>
              <a:rPr lang="fr"/>
              <a:t>Modifiez le style des sous-titres du masque</a:t>
            </a:r>
            <a:endParaRPr lang="en-US" dirty="0"/>
          </a:p>
        </p:txBody>
      </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769104" y="685800"/>
            <a:ext cx="525808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pied de page 7">
            <a:extLst>
              <a:ext uri="{FF2B5EF4-FFF2-40B4-BE49-F238E27FC236}">
                <a16:creationId xmlns:a16="http://schemas.microsoft.com/office/drawing/2014/main" id="{9A6E6A4C-6C55-068A-43AA-78DB4D1D643B}"/>
              </a:ext>
            </a:extLst>
          </p:cNvPr>
          <p:cNvSpPr>
            <a:spLocks noGrp="1"/>
          </p:cNvSpPr>
          <p:nvPr>
            <p:ph type="ftr" sz="quarter" idx="15"/>
          </p:nvPr>
        </p:nvSpPr>
        <p:spPr>
          <a:xfrm>
            <a:off x="152400" y="6400800"/>
            <a:ext cx="5943600" cy="453602"/>
          </a:xfrm>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F991F941-2D53-CC10-7947-62237A245FE0}"/>
              </a:ext>
            </a:extLst>
          </p:cNvPr>
          <p:cNvSpPr>
            <a:spLocks noGrp="1"/>
          </p:cNvSpPr>
          <p:nvPr>
            <p:ph type="dt" sz="half" idx="14"/>
          </p:nvPr>
        </p:nvSpPr>
        <p:spPr>
          <a:xfrm>
            <a:off x="10058400" y="6400800"/>
            <a:ext cx="990600" cy="453602"/>
          </a:xfrm>
        </p:spPr>
        <p:txBody>
          <a:bodyPr rtlCol="0"/>
          <a:lstStyle/>
          <a:p>
            <a:pPr rtl="0"/>
            <a:r>
              <a:rPr lang="en-US"/>
              <a:t>30/10/2025</a:t>
            </a:r>
            <a:endParaRPr lang="en-US" dirty="0"/>
          </a:p>
        </p:txBody>
      </p:sp>
      <p:sp>
        <p:nvSpPr>
          <p:cNvPr id="9" name="Espace réservé du numéro de diapositive 8">
            <a:extLst>
              <a:ext uri="{FF2B5EF4-FFF2-40B4-BE49-F238E27FC236}">
                <a16:creationId xmlns:a16="http://schemas.microsoft.com/office/drawing/2014/main" id="{C1A2CCFF-14A7-08A8-4465-732CD8928728}"/>
              </a:ext>
            </a:extLst>
          </p:cNvPr>
          <p:cNvSpPr>
            <a:spLocks noGrp="1"/>
          </p:cNvSpPr>
          <p:nvPr>
            <p:ph type="sldNum" sz="quarter" idx="16"/>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5" name="Connecteur droit 4">
            <a:extLst>
              <a:ext uri="{FF2B5EF4-FFF2-40B4-BE49-F238E27FC236}">
                <a16:creationId xmlns:a16="http://schemas.microsoft.com/office/drawing/2014/main" id="{5014B7BE-0A4F-0031-AC74-6519ACD526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4547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avec imag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6808017" y="2015442"/>
            <a:ext cx="4240984" cy="3960242"/>
          </a:xfrm>
        </p:spPr>
        <p:txBody>
          <a:bodyPr vert="horz" lIns="91440" tIns="45720" rIns="91440" bIns="45720" rtlCol="0" anchor="t">
            <a:normAutofit/>
          </a:bodyPr>
          <a:lstStyle>
            <a:lvl1pPr>
              <a:defRPr lang="en-US" sz="54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6808016" y="685800"/>
            <a:ext cx="3755116" cy="1114678"/>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rtl="0"/>
            <a:r>
              <a:rPr lang="fr"/>
              <a:t>Modifiez le style des sous-titres du masque</a:t>
            </a:r>
            <a:endParaRPr lang="en-US" dirty="0"/>
          </a:p>
        </p:txBody>
      </p:sp>
      <p:sp>
        <p:nvSpPr>
          <p:cNvPr id="14" name="Espace réservé d’image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1" y="685800"/>
            <a:ext cx="4952999"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tx1"/>
                </a:solidFill>
                <a:effectLst/>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12" name="Connecteur droit 11">
            <a:extLst>
              <a:ext uri="{FF2B5EF4-FFF2-40B4-BE49-F238E27FC236}">
                <a16:creationId xmlns:a16="http://schemas.microsoft.com/office/drawing/2014/main" id="{0E8BDBFD-5D03-F89B-C880-B0D233D5D48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1764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re avec image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7312990" y="2827402"/>
            <a:ext cx="3736010" cy="2845567"/>
          </a:xfrm>
        </p:spPr>
        <p:txBody>
          <a:bodyPr vert="horz" lIns="91440" tIns="45720" rIns="91440" bIns="45720" rtlCol="0" anchor="t">
            <a:normAutofit/>
          </a:bodyPr>
          <a:lstStyle>
            <a:lvl1pPr>
              <a:defRPr lang="en-US" sz="44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7312988" y="1521399"/>
            <a:ext cx="3729915" cy="1123122"/>
          </a:xfrm>
        </p:spPr>
        <p:txBody>
          <a:bodyPr vert="horz" lIns="91440" tIns="45720" rIns="91440" bIns="45720" rtlCol="0" anchor="b">
            <a:normAutofit/>
          </a:bodyPr>
          <a:lstStyle>
            <a:lvl1pPr marL="0" indent="0">
              <a:spcBef>
                <a:spcPts val="0"/>
              </a:spcBef>
              <a:buNone/>
              <a:defRPr lang="en-US" sz="2000" b="1" dirty="0">
                <a:solidFill>
                  <a:schemeClr val="accent1"/>
                </a:solidFill>
                <a:latin typeface="+mn-lt"/>
              </a:defRPr>
            </a:lvl1pPr>
          </a:lstStyle>
          <a:p>
            <a:pPr lvl="0" rtl="0"/>
            <a:r>
              <a:rPr lang="fr"/>
              <a:t>Modifiez le style des sous-titres du masque</a:t>
            </a:r>
            <a:endParaRPr lang="en-US" dirty="0"/>
          </a:p>
        </p:txBody>
      </p:sp>
      <p:sp>
        <p:nvSpPr>
          <p:cNvPr id="14" name="Espace réservé d’image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0" y="685800"/>
            <a:ext cx="5457968"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lvl1pPr>
              <a:defRPr>
                <a:solidFill>
                  <a:schemeClr val="tx1"/>
                </a:solidFill>
                <a:effectLst/>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9" name="Connecteur droit 8">
            <a:extLst>
              <a:ext uri="{FF2B5EF4-FFF2-40B4-BE49-F238E27FC236}">
                <a16:creationId xmlns:a16="http://schemas.microsoft.com/office/drawing/2014/main" id="{546E54C3-5CBC-D17E-9D7C-4FF681AFB4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68136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3000" y="2097452"/>
            <a:ext cx="9906000" cy="3874222"/>
          </a:xfrm>
        </p:spPr>
        <p:txBody>
          <a:bodyPr vert="horz" lIns="91440" tIns="45720" rIns="91440" bIns="45720" rtlCol="0" anchor="t">
            <a:normAutofit/>
          </a:bodyPr>
          <a:lstStyle>
            <a:lvl1pPr>
              <a:defRPr lang="en-US" sz="80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43000" y="693821"/>
            <a:ext cx="7794754" cy="1200698"/>
          </a:xfrm>
        </p:spPr>
        <p:txBody>
          <a:bodyPr vert="horz" lIns="91440" tIns="45720" rIns="91440" bIns="45720" rtlCol="0" anchor="b">
            <a:normAutofit/>
          </a:bodyPr>
          <a:lstStyle>
            <a:lvl1pPr marL="0" indent="0">
              <a:buNone/>
              <a:defRPr lang="en-US" sz="2000" b="1" dirty="0">
                <a:solidFill>
                  <a:schemeClr val="accent1"/>
                </a:solidFill>
              </a:defRPr>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2E0F3FF5-645F-9896-EB7A-64D903F7754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9942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r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3000" y="1903564"/>
            <a:ext cx="9140954" cy="2836729"/>
          </a:xfrm>
        </p:spPr>
        <p:txBody>
          <a:bodyPr vert="horz" lIns="91440" tIns="45720" rIns="91440" bIns="45720" rtlCol="0" anchor="b">
            <a:normAutofit/>
          </a:bodyPr>
          <a:lstStyle>
            <a:lvl1pPr>
              <a:defRPr lang="en-US" sz="6800" dirty="0"/>
            </a:lvl1pPr>
          </a:lstStyle>
          <a:p>
            <a:pPr lvl="0" rtl="0"/>
            <a:r>
              <a:rPr lang="fr"/>
              <a:t>Modifiez le style du titre</a:t>
            </a:r>
            <a:endParaRPr lang="en-US" dirty="0"/>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43000" y="4923173"/>
            <a:ext cx="7388353" cy="1014984"/>
          </a:xfrm>
        </p:spPr>
        <p:txBody>
          <a:bodyPr vert="horz" lIns="91440" tIns="45720" rIns="91440" bIns="45720" rtlCol="0">
            <a:normAutofit/>
          </a:bodyPr>
          <a:lstStyle>
            <a:lvl1pPr marL="0" indent="0">
              <a:buNone/>
              <a:defRPr lang="en-US" sz="2000" b="1" i="0" dirty="0">
                <a:solidFill>
                  <a:schemeClr val="accent1"/>
                </a:solidFill>
                <a:latin typeface="+mn-lt"/>
              </a:defRPr>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600"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8D985B18-7603-5E0E-67B4-DFB03DB2AA5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8841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r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981200" y="1394490"/>
            <a:ext cx="8229600" cy="2379013"/>
          </a:xfrm>
        </p:spPr>
        <p:txBody>
          <a:bodyPr rtlCol="0" anchor="b">
            <a:normAutofit/>
          </a:bodyPr>
          <a:lstStyle>
            <a:lvl1pPr algn="ctr">
              <a:defRPr sz="6000"/>
            </a:lvl1pPr>
          </a:lstStyle>
          <a:p>
            <a:pPr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2301922" y="3962400"/>
            <a:ext cx="7588155" cy="1029310"/>
          </a:xfrm>
        </p:spPr>
        <p:txBody>
          <a:bodyPr rtlCol="0">
            <a:normAutofit/>
          </a:bodyPr>
          <a:lstStyle>
            <a:lvl1pPr marL="0" indent="0" algn="ctr">
              <a:buNone/>
              <a:defRPr sz="2000" b="1" i="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0D01BC5C-C61F-D922-112D-C75F3114252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02506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tête de sect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t">
            <a:normAutofit/>
          </a:bodyPr>
          <a:lstStyle>
            <a:lvl1pPr>
              <a:defRPr lang="en-US" sz="7400" dirty="0">
                <a:solidFill>
                  <a:schemeClr val="bg1"/>
                </a:solidFill>
              </a:defRPr>
            </a:lvl1pPr>
          </a:lstStyle>
          <a:p>
            <a:pPr lvl="0" rtl="0"/>
            <a:r>
              <a:rPr lang="fr"/>
              <a:t>En-tête de section</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7" name="Connecteur droit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96265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n-tête de section 2">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b">
            <a:normAutofit/>
          </a:bodyPr>
          <a:lstStyle>
            <a:lvl1pPr>
              <a:defRPr lang="en-US" sz="7400" dirty="0">
                <a:solidFill>
                  <a:schemeClr val="accent1"/>
                </a:solidFill>
              </a:defRPr>
            </a:lvl1pPr>
          </a:lstStyle>
          <a:p>
            <a:pPr lvl="0" rtl="0"/>
            <a:r>
              <a:rPr lang="fr"/>
              <a:t>En-tête de section</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accent1"/>
                </a:solidFill>
              </a:defRPr>
            </a:lvl1pPr>
          </a:lstStyle>
          <a:p>
            <a:pPr rtl="0"/>
            <a:fld id="{AEAA3239-9EA4-4A65-A281-97F994456D9F}" type="slidenum">
              <a:rPr lang="en-US" smtClean="0"/>
              <a:pPr/>
              <a:t>‹N°›</a:t>
            </a:fld>
            <a:endParaRPr lang="en-US" dirty="0"/>
          </a:p>
        </p:txBody>
      </p:sp>
      <p:cxnSp>
        <p:nvCxnSpPr>
          <p:cNvPr id="7" name="Connecteur droit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89142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n-tête de section 3">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ctr">
            <a:normAutofit/>
          </a:bodyPr>
          <a:lstStyle>
            <a:lvl1pPr>
              <a:defRPr lang="en-US" sz="7400" dirty="0">
                <a:solidFill>
                  <a:schemeClr val="bg1"/>
                </a:solidFill>
              </a:defRPr>
            </a:lvl1pPr>
          </a:lstStyle>
          <a:p>
            <a:pPr lvl="0" rtl="0"/>
            <a:r>
              <a:rPr lang="fr"/>
              <a:t>En-tête de section</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accent1"/>
                </a:solidFill>
              </a:defRPr>
            </a:lvl1pPr>
          </a:lstStyle>
          <a:p>
            <a:pPr rtl="0"/>
            <a:fld id="{AEAA3239-9EA4-4A65-A281-97F994456D9F}" type="slidenum">
              <a:rPr lang="en-US" smtClean="0"/>
              <a:pPr/>
              <a:t>‹N°›</a:t>
            </a:fld>
            <a:endParaRPr lang="en-US" dirty="0"/>
          </a:p>
        </p:txBody>
      </p:sp>
      <p:cxnSp>
        <p:nvCxnSpPr>
          <p:cNvPr id="7" name="Connecteur droit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4589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rdre du j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1143000" y="685800"/>
            <a:ext cx="4343400" cy="5257800"/>
          </a:xfrm>
        </p:spPr>
        <p:txBody>
          <a:bodyPr rtlCol="0" anchor="ctr">
            <a:normAutofit/>
          </a:bodyPr>
          <a:lstStyle>
            <a:lvl1pPr>
              <a:defRPr sz="3600"/>
            </a:lvl1pPr>
          </a:lstStyle>
          <a:p>
            <a:pPr rtl="0"/>
            <a:r>
              <a:rPr lang="fr"/>
              <a:t>Modifiez le style du titre</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6096000" y="685801"/>
            <a:ext cx="4953000" cy="5257800"/>
          </a:xfrm>
        </p:spPr>
        <p:txBody>
          <a:bodyPr rtlCol="0" anchor="ctr">
            <a:normAutofit/>
          </a:bodyPr>
          <a:lstStyle>
            <a:lvl1pPr marL="457200" indent="-457200">
              <a:buClr>
                <a:schemeClr val="accent1"/>
              </a:buClr>
              <a:buFont typeface="+mj-lt"/>
              <a:buAutoNum type="arabicPeriod"/>
              <a:defRPr sz="1800"/>
            </a:lvl1pPr>
            <a:lvl2pPr marL="685800" indent="-4572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marL="1257300" indent="-342900">
              <a:buClr>
                <a:schemeClr val="accent1"/>
              </a:buClr>
              <a:buFont typeface="+mj-lt"/>
              <a:buAutoNum type="arabicPeriod"/>
              <a:defRPr sz="18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8" name="Connecteur droit 7">
            <a:extLst>
              <a:ext uri="{FF2B5EF4-FFF2-40B4-BE49-F238E27FC236}">
                <a16:creationId xmlns:a16="http://schemas.microsoft.com/office/drawing/2014/main" id="{CEEAC3E4-34A4-BAF1-4CEC-F3578B7F260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0477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rdre du jour avec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5132492" y="685800"/>
            <a:ext cx="5916508" cy="1705362"/>
          </a:xfrm>
        </p:spPr>
        <p:txBody>
          <a:bodyPr rtlCol="0" anchor="b">
            <a:normAutofit/>
          </a:bodyPr>
          <a:lstStyle>
            <a:lvl1pPr>
              <a:defRPr sz="3600"/>
            </a:lvl1pPr>
          </a:lstStyle>
          <a:p>
            <a:pPr rtl="0"/>
            <a:r>
              <a:rPr lang="fr"/>
              <a:t>Modifiez le style du titre</a:t>
            </a:r>
          </a:p>
        </p:txBody>
      </p:sp>
      <p:sp>
        <p:nvSpPr>
          <p:cNvPr id="10" name="Espace réservé d’image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143000" y="685800"/>
            <a:ext cx="327747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5132493" y="2574043"/>
            <a:ext cx="5916507" cy="3369557"/>
          </a:xfrm>
        </p:spPr>
        <p:txBody>
          <a:bodyPr rtlCol="0">
            <a:normAutofit/>
          </a:bodyPr>
          <a:lstStyle>
            <a:lvl1pPr marL="457200" indent="-457200">
              <a:buClr>
                <a:schemeClr val="accent1"/>
              </a:buClr>
              <a:buFont typeface="+mj-lt"/>
              <a:buAutoNum type="arabicPeriod"/>
              <a:defRPr sz="1800"/>
            </a:lvl1pPr>
            <a:lvl2pPr marL="571500" indent="-3429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a:buClr>
                <a:schemeClr val="accent1"/>
              </a:buClr>
              <a:buFont typeface="+mj-lt"/>
              <a:buAutoNum type="arabicPeriod"/>
              <a:defRPr sz="18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a:xfrm>
            <a:off x="152400" y="6400800"/>
            <a:ext cx="5943600" cy="457200"/>
          </a:xfrm>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10058400" y="6400800"/>
            <a:ext cx="990600"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88522FD4-D873-5880-85CA-81907402906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5899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u 2">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9095FE81-352A-04EE-D805-C0A4E238235A}"/>
              </a:ext>
            </a:extLst>
          </p:cNvPr>
          <p:cNvSpPr>
            <a:spLocks noGrp="1"/>
          </p:cNvSpPr>
          <p:nvPr>
            <p:ph type="title"/>
          </p:nvPr>
        </p:nvSpPr>
        <p:spPr>
          <a:xfrm>
            <a:off x="1143001" y="2438397"/>
            <a:ext cx="6623435" cy="1156423"/>
          </a:xfrm>
        </p:spPr>
        <p:txBody>
          <a:bodyPr rtlCol="0" anchor="b"/>
          <a:lstStyle/>
          <a:p>
            <a:pPr rtl="0"/>
            <a:r>
              <a:rPr lang="fr"/>
              <a:t>Modifiez le style du titre</a:t>
            </a:r>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D8EE849E-3DB2-6D09-829E-63D97DAF47A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Espace réservé du contenu 7">
            <a:extLst>
              <a:ext uri="{FF2B5EF4-FFF2-40B4-BE49-F238E27FC236}">
                <a16:creationId xmlns:a16="http://schemas.microsoft.com/office/drawing/2014/main" id="{53380E56-1E9F-BBE4-3737-14FD20DDE33F}"/>
              </a:ext>
            </a:extLst>
          </p:cNvPr>
          <p:cNvSpPr>
            <a:spLocks noGrp="1"/>
          </p:cNvSpPr>
          <p:nvPr>
            <p:ph sz="quarter" idx="14"/>
          </p:nvPr>
        </p:nvSpPr>
        <p:spPr>
          <a:xfrm>
            <a:off x="1143000" y="3777702"/>
            <a:ext cx="4659735" cy="1632498"/>
          </a:xfrm>
        </p:spPr>
        <p:txBody>
          <a:bodyPr rtlCol="0"/>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2305060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u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3506558" cy="3456894"/>
          </a:xfrm>
        </p:spPr>
        <p:txBody>
          <a:bodyPr rtlCol="0" anchor="t">
            <a:normAutofit/>
          </a:bodyPr>
          <a:lstStyle>
            <a:lvl1pPr>
              <a:defRPr sz="3600"/>
            </a:lvl1pPr>
          </a:lstStyle>
          <a:p>
            <a:pPr rtl="0"/>
            <a:r>
              <a:rPr lang="fr"/>
              <a:t>Modifiez le style du titre</a:t>
            </a:r>
          </a:p>
        </p:txBody>
      </p:sp>
      <p:sp>
        <p:nvSpPr>
          <p:cNvPr id="8" name="Espace réservé du contenu 7">
            <a:extLst>
              <a:ext uri="{FF2B5EF4-FFF2-40B4-BE49-F238E27FC236}">
                <a16:creationId xmlns:a16="http://schemas.microsoft.com/office/drawing/2014/main" id="{D42D62A0-8127-CE86-0633-0D65E1E136F7}"/>
              </a:ext>
            </a:extLst>
          </p:cNvPr>
          <p:cNvSpPr>
            <a:spLocks noGrp="1"/>
          </p:cNvSpPr>
          <p:nvPr>
            <p:ph sz="quarter" idx="13"/>
          </p:nvPr>
        </p:nvSpPr>
        <p:spPr>
          <a:xfrm>
            <a:off x="5402777" y="685800"/>
            <a:ext cx="4956175" cy="3461212"/>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6F077C1-74FA-7247-9C7C-6A14D1FE584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003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u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62471" y="2102780"/>
            <a:ext cx="3923455" cy="3840819"/>
          </a:xfrm>
        </p:spPr>
        <p:txBody>
          <a:bodyPr rtlCol="0" anchor="t">
            <a:normAutofit/>
          </a:bodyPr>
          <a:lstStyle>
            <a:lvl1pPr>
              <a:defRPr sz="3600"/>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FFB4667A-FE47-8556-FD3A-55FDBA801D76}"/>
              </a:ext>
            </a:extLst>
          </p:cNvPr>
          <p:cNvSpPr>
            <a:spLocks noGrp="1"/>
          </p:cNvSpPr>
          <p:nvPr>
            <p:ph sz="quarter" idx="13"/>
          </p:nvPr>
        </p:nvSpPr>
        <p:spPr>
          <a:xfrm>
            <a:off x="5797941" y="685800"/>
            <a:ext cx="5251059"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60DACAA-0808-2D60-12F2-52C968353E1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2945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u 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1" y="702859"/>
            <a:ext cx="3048000" cy="5219330"/>
          </a:xfrm>
        </p:spPr>
        <p:txBody>
          <a:bodyPr rtlCol="0" anchor="b">
            <a:normAutofit/>
          </a:bodyPr>
          <a:lstStyle>
            <a:lvl1pPr>
              <a:defRPr sz="3600"/>
            </a:lvl1pPr>
          </a:lstStyle>
          <a:p>
            <a:pPr rtl="0"/>
            <a:r>
              <a:rPr lang="fr"/>
              <a:t>Modifiez le style du titre</a:t>
            </a:r>
          </a:p>
        </p:txBody>
      </p:sp>
      <p:sp>
        <p:nvSpPr>
          <p:cNvPr id="8" name="Espace réservé du contenu 7">
            <a:extLst>
              <a:ext uri="{FF2B5EF4-FFF2-40B4-BE49-F238E27FC236}">
                <a16:creationId xmlns:a16="http://schemas.microsoft.com/office/drawing/2014/main" id="{C6F072A2-EBC7-B7EA-DA98-BAC0AA46E7A4}"/>
              </a:ext>
            </a:extLst>
          </p:cNvPr>
          <p:cNvSpPr>
            <a:spLocks noGrp="1"/>
          </p:cNvSpPr>
          <p:nvPr>
            <p:ph sz="quarter" idx="13"/>
          </p:nvPr>
        </p:nvSpPr>
        <p:spPr>
          <a:xfrm>
            <a:off x="4928417" y="724270"/>
            <a:ext cx="6120583" cy="521933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103579D9-BC9D-2B0D-42FA-B8F3791ECB8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8338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u 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707549"/>
            <a:ext cx="2590800" cy="5236051"/>
          </a:xfrm>
        </p:spPr>
        <p:txBody>
          <a:bodyPr rtlCol="0" anchor="b">
            <a:normAutofit/>
          </a:bodyPr>
          <a:lstStyle>
            <a:lvl1pPr>
              <a:defRPr sz="3600"/>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8C71126E-AEFA-B45A-CD39-AC1315E03339}"/>
              </a:ext>
            </a:extLst>
          </p:cNvPr>
          <p:cNvSpPr>
            <a:spLocks noGrp="1"/>
          </p:cNvSpPr>
          <p:nvPr>
            <p:ph sz="quarter" idx="13"/>
          </p:nvPr>
        </p:nvSpPr>
        <p:spPr>
          <a:xfrm>
            <a:off x="4445817" y="708184"/>
            <a:ext cx="6603184" cy="5235416"/>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92C2954-C801-2F12-6B41-2D0F2CDE902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3833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u avec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8331931" y="719137"/>
            <a:ext cx="2717068" cy="1858941"/>
          </a:xfrm>
        </p:spPr>
        <p:txBody>
          <a:bodyPr rtlCol="0" anchor="t"/>
          <a:lstStyle/>
          <a:p>
            <a:pPr rtl="0"/>
            <a:r>
              <a:rPr lang="fr"/>
              <a:t>Modifiez le style du titre</a:t>
            </a:r>
            <a:endParaRPr lang="en-US" dirty="0"/>
          </a:p>
        </p:txBody>
      </p:sp>
      <p:sp>
        <p:nvSpPr>
          <p:cNvPr id="10" name="Espace réservé d’image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143000"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6E0D00CE-C191-6DE5-9D82-7EFB59BC3739}"/>
              </a:ext>
            </a:extLst>
          </p:cNvPr>
          <p:cNvSpPr>
            <a:spLocks noGrp="1"/>
          </p:cNvSpPr>
          <p:nvPr>
            <p:ph sz="quarter" idx="14"/>
          </p:nvPr>
        </p:nvSpPr>
        <p:spPr>
          <a:xfrm>
            <a:off x="8326957"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600" cy="457200"/>
          </a:xfrm>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48450" y="6400800"/>
            <a:ext cx="995575" cy="457200"/>
          </a:xfrm>
        </p:spPr>
        <p:txBody>
          <a:bodyPr rtlCol="0"/>
          <a:lstStyle>
            <a:lvl1pPr>
              <a:defRPr>
                <a:solidFill>
                  <a:schemeClr val="tx1"/>
                </a:solidFill>
                <a:effectLst/>
              </a:defRPr>
            </a:lvl1pPr>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4025" y="6400800"/>
            <a:ext cx="995575"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1AC5C24-4394-5215-8F84-119942C28BC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90430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u avec Imag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5801"/>
            <a:ext cx="2717067" cy="1892277"/>
          </a:xfrm>
        </p:spPr>
        <p:txBody>
          <a:bodyPr rtlCol="0" anchor="t"/>
          <a:lstStyle/>
          <a:p>
            <a:pPr rtl="0"/>
            <a:r>
              <a:rPr lang="fr"/>
              <a:t>Modifiez le style du titre</a:t>
            </a:r>
          </a:p>
        </p:txBody>
      </p:sp>
      <p:sp>
        <p:nvSpPr>
          <p:cNvPr id="11" name="Espace réservé du contenu 7">
            <a:extLst>
              <a:ext uri="{FF2B5EF4-FFF2-40B4-BE49-F238E27FC236}">
                <a16:creationId xmlns:a16="http://schemas.microsoft.com/office/drawing/2014/main" id="{B3FABB3D-30D3-4F01-12AE-0D7193700279}"/>
              </a:ext>
            </a:extLst>
          </p:cNvPr>
          <p:cNvSpPr>
            <a:spLocks noGrp="1"/>
          </p:cNvSpPr>
          <p:nvPr>
            <p:ph sz="quarter" idx="16"/>
          </p:nvPr>
        </p:nvSpPr>
        <p:spPr>
          <a:xfrm>
            <a:off x="1143000"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3" name="Espace réservé d’image 9">
            <a:extLst>
              <a:ext uri="{FF2B5EF4-FFF2-40B4-BE49-F238E27FC236}">
                <a16:creationId xmlns:a16="http://schemas.microsoft.com/office/drawing/2014/main" id="{DF247FF5-7041-6BAC-2B24-D38B5823FDD0}"/>
              </a:ext>
            </a:extLst>
          </p:cNvPr>
          <p:cNvSpPr>
            <a:spLocks noGrp="1"/>
          </p:cNvSpPr>
          <p:nvPr>
            <p:ph type="pic" sz="quarter" idx="15" hasCustomPrompt="1"/>
          </p:nvPr>
        </p:nvSpPr>
        <p:spPr>
          <a:xfrm>
            <a:off x="4572085"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399" y="6400800"/>
            <a:ext cx="990600" cy="457200"/>
          </a:xfrm>
        </p:spPr>
        <p:txBody>
          <a:bodyPr rtlCol="0"/>
          <a:lstStyle>
            <a:lvl1pPr>
              <a:defRPr>
                <a:solidFill>
                  <a:schemeClr val="tx1"/>
                </a:solidFill>
                <a:effectLst/>
              </a:defRPr>
            </a:lvl1pPr>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4" name="Connecteur droit 3">
            <a:extLst>
              <a:ext uri="{FF2B5EF4-FFF2-40B4-BE49-F238E27FC236}">
                <a16:creationId xmlns:a16="http://schemas.microsoft.com/office/drawing/2014/main" id="{722B7EA7-2EEF-FFC6-041D-2A5C4363724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448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u avec Imag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7762" y="4495800"/>
            <a:ext cx="3209368" cy="1447800"/>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799"/>
            <a:ext cx="9901238" cy="359504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572087" y="4495800"/>
            <a:ext cx="6476914" cy="1430536"/>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9A47364-66B2-3B4D-6600-100245734C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9613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u avec Image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7417489" y="685799"/>
            <a:ext cx="3620525" cy="927545"/>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7417617" y="1828299"/>
            <a:ext cx="362052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9" name="Espace réservé du pied de page 8">
            <a:extLst>
              <a:ext uri="{FF2B5EF4-FFF2-40B4-BE49-F238E27FC236}">
                <a16:creationId xmlns:a16="http://schemas.microsoft.com/office/drawing/2014/main" id="{B09198F5-FF38-389C-E060-120AC6301809}"/>
              </a:ext>
            </a:extLst>
          </p:cNvPr>
          <p:cNvSpPr>
            <a:spLocks noGrp="1"/>
          </p:cNvSpPr>
          <p:nvPr>
            <p:ph type="ftr" sz="quarter" idx="16"/>
          </p:nvPr>
        </p:nvSpPr>
        <p:spPr>
          <a:xfrm>
            <a:off x="152401"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15305F20-8340-4F06-2EA5-4D05FFED4587}"/>
              </a:ext>
            </a:extLst>
          </p:cNvPr>
          <p:cNvSpPr>
            <a:spLocks noGrp="1"/>
          </p:cNvSpPr>
          <p:nvPr>
            <p:ph type="dt" sz="half" idx="15"/>
          </p:nvPr>
        </p:nvSpPr>
        <p:spPr>
          <a:xfrm>
            <a:off x="10036428" y="6400800"/>
            <a:ext cx="1001586"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38014" y="6400800"/>
            <a:ext cx="1001586"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A7BBF56-9F54-91F7-8B07-3836137799C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6319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u avec Image 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2999" y="685800"/>
            <a:ext cx="3620524" cy="927544"/>
          </a:xfrm>
        </p:spPr>
        <p:txBody>
          <a:bodyPr rtlCol="0" anchor="t">
            <a:normAutofit/>
          </a:bodyPr>
          <a:lstStyle>
            <a:lvl1pPr>
              <a:defRPr sz="3600"/>
            </a:lvl1pPr>
          </a:lstStyle>
          <a:p>
            <a:pPr rtl="0"/>
            <a:r>
              <a:rPr lang="fr"/>
              <a:t>Modifiez le style du titre</a:t>
            </a:r>
          </a:p>
        </p:txBody>
      </p:sp>
      <p:sp>
        <p:nvSpPr>
          <p:cNvPr id="7" name="Espace réservé du contenu 7">
            <a:extLst>
              <a:ext uri="{FF2B5EF4-FFF2-40B4-BE49-F238E27FC236}">
                <a16:creationId xmlns:a16="http://schemas.microsoft.com/office/drawing/2014/main" id="{A46DECC9-7986-BB68-7725-C840C27A8E91}"/>
              </a:ext>
            </a:extLst>
          </p:cNvPr>
          <p:cNvSpPr>
            <a:spLocks noGrp="1"/>
          </p:cNvSpPr>
          <p:nvPr>
            <p:ph sz="quarter" idx="18"/>
          </p:nvPr>
        </p:nvSpPr>
        <p:spPr>
          <a:xfrm>
            <a:off x="1143000" y="1828299"/>
            <a:ext cx="362052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image 10">
            <a:extLst>
              <a:ext uri="{FF2B5EF4-FFF2-40B4-BE49-F238E27FC236}">
                <a16:creationId xmlns:a16="http://schemas.microsoft.com/office/drawing/2014/main" id="{47AACE2C-717B-D303-9874-EEBCB1CCD937}"/>
              </a:ext>
            </a:extLst>
          </p:cNvPr>
          <p:cNvSpPr>
            <a:spLocks noGrp="1"/>
          </p:cNvSpPr>
          <p:nvPr>
            <p:ph type="pic" sz="quarter" idx="13" hasCustomPrompt="1"/>
          </p:nvPr>
        </p:nvSpPr>
        <p:spPr>
          <a:xfrm>
            <a:off x="54864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9" name="Espace réservé du pied de page 8">
            <a:extLst>
              <a:ext uri="{FF2B5EF4-FFF2-40B4-BE49-F238E27FC236}">
                <a16:creationId xmlns:a16="http://schemas.microsoft.com/office/drawing/2014/main" id="{B09198F5-FF38-389C-E060-120AC6301809}"/>
              </a:ext>
            </a:extLst>
          </p:cNvPr>
          <p:cNvSpPr>
            <a:spLocks noGrp="1"/>
          </p:cNvSpPr>
          <p:nvPr>
            <p:ph type="ftr" sz="quarter" idx="16"/>
          </p:nvPr>
        </p:nvSpPr>
        <p:spPr>
          <a:xfrm>
            <a:off x="152400"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15305F20-8340-4F06-2EA5-4D05FFED4587}"/>
              </a:ext>
            </a:extLst>
          </p:cNvPr>
          <p:cNvSpPr>
            <a:spLocks noGrp="1"/>
          </p:cNvSpPr>
          <p:nvPr>
            <p:ph type="dt" sz="half" idx="15"/>
          </p:nvPr>
        </p:nvSpPr>
        <p:spPr>
          <a:xfrm>
            <a:off x="10058401" y="6400800"/>
            <a:ext cx="990598"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49000" y="6400800"/>
            <a:ext cx="990598"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A1B0D76A-CF8F-ABF7-FD42-BC815738E31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58221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u avec Image 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492241" y="685800"/>
            <a:ext cx="4546423" cy="914400"/>
          </a:xfrm>
        </p:spPr>
        <p:txBody>
          <a:bodyPr rtlCol="0" anchor="t">
            <a:normAutofit/>
          </a:bodyPr>
          <a:lstStyle>
            <a:lvl1pPr>
              <a:defRPr sz="3600"/>
            </a:lvl1pPr>
          </a:lstStyle>
          <a:p>
            <a:pPr rtl="0"/>
            <a:r>
              <a:rPr lang="fr"/>
              <a:t>Modifiez le style du titre</a:t>
            </a:r>
          </a:p>
        </p:txBody>
      </p:sp>
      <p:sp>
        <p:nvSpPr>
          <p:cNvPr id="13" name="Espace réservé d’image 10">
            <a:extLst>
              <a:ext uri="{FF2B5EF4-FFF2-40B4-BE49-F238E27FC236}">
                <a16:creationId xmlns:a16="http://schemas.microsoft.com/office/drawing/2014/main" id="{373F0A7D-AD36-9BC0-CF3C-1985F174509D}"/>
              </a:ext>
            </a:extLst>
          </p:cNvPr>
          <p:cNvSpPr>
            <a:spLocks noGrp="1"/>
          </p:cNvSpPr>
          <p:nvPr>
            <p:ph type="pic" sz="quarter" idx="15" hasCustomPrompt="1"/>
          </p:nvPr>
        </p:nvSpPr>
        <p:spPr>
          <a:xfrm>
            <a:off x="1153336"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7FF0220E-48F8-B4D9-19DE-7B457C3C221C}"/>
              </a:ext>
            </a:extLst>
          </p:cNvPr>
          <p:cNvSpPr>
            <a:spLocks noGrp="1"/>
          </p:cNvSpPr>
          <p:nvPr>
            <p:ph sz="quarter" idx="14"/>
          </p:nvPr>
        </p:nvSpPr>
        <p:spPr>
          <a:xfrm>
            <a:off x="6492241" y="1828300"/>
            <a:ext cx="4556759" cy="411530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4316"/>
            <a:ext cx="5943600" cy="453684"/>
          </a:xfrm>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4316"/>
            <a:ext cx="990600" cy="453684"/>
          </a:xfrm>
        </p:spPr>
        <p:txBody>
          <a:bodyPr rtlCol="0"/>
          <a:lstStyle>
            <a:lvl1pPr>
              <a:defRPr>
                <a:solidFill>
                  <a:schemeClr val="tx1"/>
                </a:solidFill>
                <a:effectLst/>
              </a:defRPr>
            </a:lvl1pPr>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4316"/>
            <a:ext cx="990600" cy="453684"/>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520D0403-0661-B304-FC30-17B8CEC938C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91410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u avec Image 7">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64740" y="685800"/>
            <a:ext cx="4513154" cy="914400"/>
          </a:xfrm>
        </p:spPr>
        <p:txBody>
          <a:bodyPr rtlCol="0" anchor="t">
            <a:normAutofit/>
          </a:bodyPr>
          <a:lstStyle>
            <a:lvl1pPr>
              <a:defRPr sz="3600"/>
            </a:lvl1pPr>
          </a:lstStyle>
          <a:p>
            <a:pPr rtl="0"/>
            <a:r>
              <a:rPr lang="fr"/>
              <a:t>Modifiez le style du titre</a:t>
            </a:r>
            <a:endParaRPr lang="en-US" dirty="0"/>
          </a:p>
        </p:txBody>
      </p:sp>
      <p:sp>
        <p:nvSpPr>
          <p:cNvPr id="16" name="Espace réservé du contenu 7">
            <a:extLst>
              <a:ext uri="{FF2B5EF4-FFF2-40B4-BE49-F238E27FC236}">
                <a16:creationId xmlns:a16="http://schemas.microsoft.com/office/drawing/2014/main" id="{08C86B72-855F-890D-47EC-5A46EA634C56}"/>
              </a:ext>
            </a:extLst>
          </p:cNvPr>
          <p:cNvSpPr>
            <a:spLocks noGrp="1"/>
          </p:cNvSpPr>
          <p:nvPr>
            <p:ph sz="quarter" idx="14"/>
          </p:nvPr>
        </p:nvSpPr>
        <p:spPr>
          <a:xfrm>
            <a:off x="1164740" y="1828300"/>
            <a:ext cx="4513154" cy="411530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8" name="Espace réservé d’image 10">
            <a:extLst>
              <a:ext uri="{FF2B5EF4-FFF2-40B4-BE49-F238E27FC236}">
                <a16:creationId xmlns:a16="http://schemas.microsoft.com/office/drawing/2014/main" id="{CBB37A90-5561-8836-19D2-B4DFB635D8F9}"/>
              </a:ext>
            </a:extLst>
          </p:cNvPr>
          <p:cNvSpPr>
            <a:spLocks noGrp="1"/>
          </p:cNvSpPr>
          <p:nvPr>
            <p:ph type="pic" sz="quarter" idx="15" hasCustomPrompt="1"/>
          </p:nvPr>
        </p:nvSpPr>
        <p:spPr>
          <a:xfrm>
            <a:off x="6389910"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599" cy="457200"/>
          </a:xfrm>
        </p:spPr>
        <p:txBody>
          <a:bodyPr rtlCol="0"/>
          <a:lstStyle>
            <a:lvl1pPr>
              <a:defRPr>
                <a:solidFill>
                  <a:schemeClr val="tx1"/>
                </a:solidFill>
                <a:effectLst/>
              </a:defRPr>
            </a:lvl1pPr>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36535" y="6400800"/>
            <a:ext cx="990600"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rtlCol="0"/>
          <a:lstStyle>
            <a:lvl1pPr>
              <a:defRPr>
                <a:solidFill>
                  <a:schemeClr val="accent1"/>
                </a:solidFill>
                <a:effectLst/>
              </a:defRPr>
            </a:lvl1pPr>
          </a:lstStyle>
          <a:p>
            <a:pPr rtl="0"/>
            <a:fld id="{AEAA3239-9EA4-4A65-A281-97F994456D9F}" type="slidenum">
              <a:rPr lang="en-US" smtClean="0"/>
              <a:pPr/>
              <a:t>‹N°›</a:t>
            </a:fld>
            <a:endParaRPr lang="en-US" dirty="0"/>
          </a:p>
        </p:txBody>
      </p:sp>
      <p:cxnSp>
        <p:nvCxnSpPr>
          <p:cNvPr id="3" name="Connecteur droit 2">
            <a:extLst>
              <a:ext uri="{FF2B5EF4-FFF2-40B4-BE49-F238E27FC236}">
                <a16:creationId xmlns:a16="http://schemas.microsoft.com/office/drawing/2014/main" id="{10804DAD-5BC0-9FC5-EC18-CDBE0EE36A9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98211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u avec Image 8">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2999" y="3662043"/>
            <a:ext cx="2667001" cy="2281557"/>
          </a:xfrm>
        </p:spPr>
        <p:txBody>
          <a:bodyPr rtlCol="0" anchor="t">
            <a:normAutofit/>
          </a:bodyPr>
          <a:lstStyle>
            <a:lvl1pPr>
              <a:defRPr sz="3600"/>
            </a:lvl1pPr>
          </a:lstStyle>
          <a:p>
            <a:pPr rtl="0"/>
            <a:r>
              <a:rPr lang="fr"/>
              <a:t>Modifiez le style du titre</a:t>
            </a:r>
            <a:endParaRPr lang="en-US" dirty="0"/>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2999" y="685800"/>
            <a:ext cx="9906001"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F1B40F4D-4FD2-324C-CFF2-ADA23A35CFB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53256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u avec image 9">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1" y="707477"/>
            <a:ext cx="2743106" cy="2330454"/>
          </a:xfrm>
        </p:spPr>
        <p:txBody>
          <a:bodyPr rtlCol="0" anchor="t">
            <a:normAutofit/>
          </a:bodyPr>
          <a:lstStyle>
            <a:lvl1pPr>
              <a:defRPr sz="3600"/>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101063" y="707476"/>
            <a:ext cx="6947938" cy="26858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image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142999" y="3607498"/>
            <a:ext cx="9906001" cy="233045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600"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F6F4162-8B6A-031F-A186-63503EB5CF2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8487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u avec image 10">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2999" y="685801"/>
            <a:ext cx="2667001" cy="5257800"/>
          </a:xfrm>
        </p:spPr>
        <p:txBody>
          <a:bodyPr rtlCol="0" anchor="ctr">
            <a:normAutofit/>
          </a:bodyPr>
          <a:lstStyle>
            <a:lvl1pPr>
              <a:defRPr sz="3600"/>
            </a:lvl1pPr>
          </a:lstStyle>
          <a:p>
            <a:pPr rtl="0"/>
            <a:r>
              <a:rPr lang="fr"/>
              <a:t>Modifiez le style du titre</a:t>
            </a:r>
            <a:endParaRPr lang="en-US" dirty="0"/>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024956" y="685800"/>
            <a:ext cx="7024044"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D12BAF7E-DB4B-FC77-1D4B-2907E790CFE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0761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u avec image 1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04553" y="702859"/>
            <a:ext cx="5744447" cy="909869"/>
          </a:xfrm>
        </p:spPr>
        <p:txBody>
          <a:bodyPr rtlCol="0" anchor="t"/>
          <a:lstStyle/>
          <a:p>
            <a:pPr rtl="0"/>
            <a:r>
              <a:rPr lang="fr"/>
              <a:t>Modifiez le style du titre</a:t>
            </a:r>
            <a:endParaRPr lang="en-US" dirty="0"/>
          </a:p>
        </p:txBody>
      </p:sp>
      <p:sp>
        <p:nvSpPr>
          <p:cNvPr id="14" name="Espace réservé d’image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143000"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5305739" y="1828299"/>
            <a:ext cx="573778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9" name="Espace réservé du pied de page 8">
            <a:extLst>
              <a:ext uri="{FF2B5EF4-FFF2-40B4-BE49-F238E27FC236}">
                <a16:creationId xmlns:a16="http://schemas.microsoft.com/office/drawing/2014/main" id="{C65BFCB1-FAA8-D03A-3B62-DCB2CF1CA112}"/>
              </a:ext>
            </a:extLst>
          </p:cNvPr>
          <p:cNvSpPr>
            <a:spLocks noGrp="1"/>
          </p:cNvSpPr>
          <p:nvPr>
            <p:ph type="ftr" sz="quarter" idx="16"/>
          </p:nvPr>
        </p:nvSpPr>
        <p:spPr>
          <a:xfrm>
            <a:off x="152401" y="6400800"/>
            <a:ext cx="5943600"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1E742B5C-5438-96A4-4A2A-AE939906F8A4}"/>
              </a:ext>
            </a:extLst>
          </p:cNvPr>
          <p:cNvSpPr>
            <a:spLocks noGrp="1"/>
          </p:cNvSpPr>
          <p:nvPr>
            <p:ph type="dt" sz="half" idx="15"/>
          </p:nvPr>
        </p:nvSpPr>
        <p:spPr>
          <a:xfrm>
            <a:off x="10052921" y="6400800"/>
            <a:ext cx="990601"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234F062-E526-E361-D4BD-72E769199F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14553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u avec image 1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702859"/>
            <a:ext cx="5744448" cy="894860"/>
          </a:xfrm>
        </p:spPr>
        <p:txBody>
          <a:bodyPr rtlCol="0" anchor="b"/>
          <a:lstStyle/>
          <a:p>
            <a:pPr rtl="0"/>
            <a:r>
              <a:rPr lang="fr"/>
              <a:t>Modifiez le style du titre</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43000" y="1843924"/>
            <a:ext cx="5744447" cy="4099676"/>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3" name="Espace réservé d’image 13">
            <a:extLst>
              <a:ext uri="{FF2B5EF4-FFF2-40B4-BE49-F238E27FC236}">
                <a16:creationId xmlns:a16="http://schemas.microsoft.com/office/drawing/2014/main" id="{D5B6C620-74FA-0279-5BC5-97091F2D268B}"/>
              </a:ext>
            </a:extLst>
          </p:cNvPr>
          <p:cNvSpPr>
            <a:spLocks noGrp="1"/>
          </p:cNvSpPr>
          <p:nvPr>
            <p:ph type="pic" sz="quarter" idx="13" hasCustomPrompt="1"/>
          </p:nvPr>
        </p:nvSpPr>
        <p:spPr>
          <a:xfrm>
            <a:off x="7631547"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10" name="Espace réservé du pied de page 9">
            <a:extLst>
              <a:ext uri="{FF2B5EF4-FFF2-40B4-BE49-F238E27FC236}">
                <a16:creationId xmlns:a16="http://schemas.microsoft.com/office/drawing/2014/main" id="{4515DEC4-C967-ABFB-73CF-0A90335332A4}"/>
              </a:ext>
            </a:extLst>
          </p:cNvPr>
          <p:cNvSpPr>
            <a:spLocks noGrp="1"/>
          </p:cNvSpPr>
          <p:nvPr>
            <p:ph type="ftr" sz="quarter" idx="16"/>
          </p:nvPr>
        </p:nvSpPr>
        <p:spPr>
          <a:xfrm>
            <a:off x="152400" y="6400800"/>
            <a:ext cx="5943600" cy="457200"/>
          </a:xfrm>
        </p:spPr>
        <p:txBody>
          <a:bodyPr rtlCol="0"/>
          <a:lstStyle/>
          <a:p>
            <a:pPr rtl="0"/>
            <a:r>
              <a:rPr lang="fr"/>
              <a:t>Exemple de Texte de Pied de page</a:t>
            </a:r>
          </a:p>
        </p:txBody>
      </p:sp>
      <p:sp>
        <p:nvSpPr>
          <p:cNvPr id="9" name="Espace réservé de la date 8">
            <a:extLst>
              <a:ext uri="{FF2B5EF4-FFF2-40B4-BE49-F238E27FC236}">
                <a16:creationId xmlns:a16="http://schemas.microsoft.com/office/drawing/2014/main" id="{81177663-FC76-DF36-EEB7-5BE4C6C82F3A}"/>
              </a:ext>
            </a:extLst>
          </p:cNvPr>
          <p:cNvSpPr>
            <a:spLocks noGrp="1"/>
          </p:cNvSpPr>
          <p:nvPr>
            <p:ph type="dt" sz="half" idx="15"/>
          </p:nvPr>
        </p:nvSpPr>
        <p:spPr>
          <a:xfrm>
            <a:off x="10058399" y="6400800"/>
            <a:ext cx="990600" cy="457200"/>
          </a:xfrm>
        </p:spPr>
        <p:txBody>
          <a:bodyPr rtlCol="0"/>
          <a:lstStyle/>
          <a:p>
            <a:pPr rtl="0"/>
            <a:r>
              <a:rPr lang="en-US"/>
              <a:t>30/10/2025</a:t>
            </a:r>
            <a:endParaRPr lang="en-US" dirty="0"/>
          </a:p>
        </p:txBody>
      </p:sp>
      <p:sp>
        <p:nvSpPr>
          <p:cNvPr id="12" name="Espace réservé du numéro de diapositive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4" name="Connecteur droit 3">
            <a:extLst>
              <a:ext uri="{FF2B5EF4-FFF2-40B4-BE49-F238E27FC236}">
                <a16:creationId xmlns:a16="http://schemas.microsoft.com/office/drawing/2014/main" id="{7CD60DA1-4793-4BB1-35F1-0A144685020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1710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u avec image 13">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1" y="685799"/>
            <a:ext cx="9905999" cy="948457"/>
          </a:xfrm>
        </p:spPr>
        <p:txBody>
          <a:bodyPr rtlCol="0" anchor="t"/>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70936" y="1849212"/>
            <a:ext cx="4569056" cy="4094387"/>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12" name="Espace réservé d’image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452008" y="1849212"/>
            <a:ext cx="4596992" cy="409438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9177AF9D-3C1B-C06E-8ED0-0E93CB299E0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6210276"/>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u avec image 1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8458"/>
          </a:xfrm>
        </p:spPr>
        <p:txBody>
          <a:bodyPr rtlCol="0" anchor="t"/>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43000" y="1849213"/>
            <a:ext cx="3886200" cy="4094387"/>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image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41216" y="1849213"/>
            <a:ext cx="5307785" cy="4094387"/>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600"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3068E299-4F76-11A9-0401-93911962B31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6702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u avec image 15">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1832"/>
          </a:xfrm>
        </p:spPr>
        <p:txBody>
          <a:bodyPr rtlCol="0" anchor="t"/>
          <a:lstStyle/>
          <a:p>
            <a:pPr rtl="0"/>
            <a:r>
              <a:rPr lang="fr"/>
              <a:t>Modifiez le style du titre</a:t>
            </a:r>
          </a:p>
        </p:txBody>
      </p:sp>
      <p:sp>
        <p:nvSpPr>
          <p:cNvPr id="12" name="Espace réservé d’image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143000" y="1855838"/>
            <a:ext cx="4678055" cy="4087762"/>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6569855" y="1855839"/>
            <a:ext cx="4479145" cy="4087762"/>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flipH="1">
            <a:off x="152400" y="6400800"/>
            <a:ext cx="5943600"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495B70AA-3B93-7622-1DFB-94A2304AD14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26754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u avec image 1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4632168" y="685801"/>
            <a:ext cx="6416832" cy="914400"/>
          </a:xfrm>
        </p:spPr>
        <p:txBody>
          <a:bodyPr rtlCol="0" anchor="t"/>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4632168" y="1828299"/>
            <a:ext cx="6416832" cy="4115300"/>
          </a:xfrm>
        </p:spPr>
        <p:txBody>
          <a:bodyPr rtlCol="0"/>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5446E4B5-B423-4137-0255-D68BAC85BE95}"/>
              </a:ext>
            </a:extLst>
          </p:cNvPr>
          <p:cNvSpPr>
            <a:spLocks noGrp="1"/>
          </p:cNvSpPr>
          <p:nvPr>
            <p:ph type="ftr" sz="quarter" idx="16"/>
          </p:nvPr>
        </p:nvSpPr>
        <p:spPr>
          <a:xfrm>
            <a:off x="152400" y="6400800"/>
            <a:ext cx="5943600" cy="457200"/>
          </a:xfrm>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F0BFB53A-8FDF-F131-DCF2-D7BECE95381F}"/>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9" name="Espace réservé du numéro de diapositive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5" name="Connecteur droit 4">
            <a:extLst>
              <a:ext uri="{FF2B5EF4-FFF2-40B4-BE49-F238E27FC236}">
                <a16:creationId xmlns:a16="http://schemas.microsoft.com/office/drawing/2014/main" id="{5239A83E-B0F1-03F6-74AC-D67E31FB986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0745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u avec image 17">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94998"/>
            <a:ext cx="6407304" cy="914400"/>
          </a:xfrm>
        </p:spPr>
        <p:txBody>
          <a:bodyPr rtlCol="0" anchor="t"/>
          <a:lstStyle/>
          <a:p>
            <a:pPr rtl="0"/>
            <a:r>
              <a:rPr lang="fr"/>
              <a:t>Modifiez le style du titre</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42999" y="1828299"/>
            <a:ext cx="6407305" cy="411530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image 10">
            <a:extLst>
              <a:ext uri="{FF2B5EF4-FFF2-40B4-BE49-F238E27FC236}">
                <a16:creationId xmlns:a16="http://schemas.microsoft.com/office/drawing/2014/main" id="{A0F08A51-DDF0-F904-C832-37321BA8D046}"/>
              </a:ext>
            </a:extLst>
          </p:cNvPr>
          <p:cNvSpPr>
            <a:spLocks noGrp="1"/>
          </p:cNvSpPr>
          <p:nvPr>
            <p:ph type="pic" sz="quarter" idx="13" hasCustomPrompt="1"/>
          </p:nvPr>
        </p:nvSpPr>
        <p:spPr>
          <a:xfrm>
            <a:off x="8271848"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2500A44A-2759-A2C2-08DC-0AAFC6B55096}"/>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9986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u avec image 18">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1" y="720467"/>
            <a:ext cx="3517146" cy="1628481"/>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1" y="2563904"/>
            <a:ext cx="3517146"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BAC3300-BF12-B200-9F06-8D5AC45CB7EF}"/>
              </a:ext>
            </a:extLst>
          </p:cNvPr>
          <p:cNvSpPr>
            <a:spLocks noGrp="1"/>
          </p:cNvSpPr>
          <p:nvPr>
            <p:ph sz="quarter" idx="14"/>
          </p:nvPr>
        </p:nvSpPr>
        <p:spPr>
          <a:xfrm>
            <a:off x="5372162" y="685801"/>
            <a:ext cx="5676838"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BEC98E67-C3DE-1B21-ADC4-8C5E2F6367F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3418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u avec image 19">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72129" y="709098"/>
            <a:ext cx="2491239" cy="1639852"/>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72128" y="2563905"/>
            <a:ext cx="2491239"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3F7B03F-5EDA-605B-1A2E-F48896E48939}"/>
              </a:ext>
            </a:extLst>
          </p:cNvPr>
          <p:cNvSpPr>
            <a:spLocks noGrp="1"/>
          </p:cNvSpPr>
          <p:nvPr>
            <p:ph sz="quarter" idx="14"/>
          </p:nvPr>
        </p:nvSpPr>
        <p:spPr>
          <a:xfrm>
            <a:off x="4375384" y="685800"/>
            <a:ext cx="6673616"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E70BF570-92F5-4B04-EE32-8093EAC2D17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11621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ombre en gran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56306E-B77F-CE22-FA8C-F08F17B5E9B4}"/>
              </a:ext>
            </a:extLst>
          </p:cNvPr>
          <p:cNvSpPr>
            <a:spLocks noGrp="1"/>
          </p:cNvSpPr>
          <p:nvPr>
            <p:ph type="title"/>
          </p:nvPr>
        </p:nvSpPr>
        <p:spPr>
          <a:xfrm>
            <a:off x="1143000" y="5243865"/>
            <a:ext cx="9906000" cy="709673"/>
          </a:xfrm>
        </p:spPr>
        <p:txBody>
          <a:bodyPr rtlCol="0" anchor="b">
            <a:normAutofit/>
          </a:bodyPr>
          <a:lstStyle>
            <a:lvl1pPr algn="ctr">
              <a:lnSpc>
                <a:spcPct val="110000"/>
              </a:lnSpc>
              <a:defRPr sz="2600" b="1" i="0">
                <a:solidFill>
                  <a:schemeClr val="bg1"/>
                </a:solidFill>
                <a:latin typeface="+mn-lt"/>
              </a:defRPr>
            </a:lvl1pPr>
          </a:lstStyle>
          <a:p>
            <a:pPr rtl="0"/>
            <a:r>
              <a:rPr lang="fr"/>
              <a:t>Modifiez le style du titre</a:t>
            </a:r>
          </a:p>
        </p:txBody>
      </p:sp>
      <p:sp>
        <p:nvSpPr>
          <p:cNvPr id="7" name="Espace réservé du contenu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43000" y="685801"/>
            <a:ext cx="9906000" cy="4329860"/>
          </a:xfrm>
        </p:spPr>
        <p:txBody>
          <a:bodyPr rtlCol="0" anchor="t">
            <a:normAutofit/>
          </a:bodyPr>
          <a:lstStyle>
            <a:lvl1pPr marL="0" indent="0" algn="ctr">
              <a:lnSpc>
                <a:spcPct val="90000"/>
              </a:lnSpc>
              <a:buNone/>
              <a:defRPr sz="25000" b="0">
                <a:solidFill>
                  <a:schemeClr val="bg1"/>
                </a:solidFill>
                <a:latin typeface="+mj-lt"/>
                <a:cs typeface="Mongolian Baiti" panose="03000500000000000000" pitchFamily="66" charset="0"/>
              </a:defRPr>
            </a:lvl1pPr>
          </a:lstStyle>
          <a:p>
            <a:pPr lvl="0" rtl="0"/>
            <a:r>
              <a:rPr lang="fr"/>
              <a:t>##%</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5FA7AB40-CE07-6773-F477-107BB694C7B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32405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ombre en grand 2">
    <p:bg>
      <p:bgPr>
        <a:solidFill>
          <a:schemeClr val="bg2"/>
        </a:solidFill>
        <a:effectLst/>
      </p:bgPr>
    </p:bg>
    <p:spTree>
      <p:nvGrpSpPr>
        <p:cNvPr id="1" name=""/>
        <p:cNvGrpSpPr/>
        <p:nvPr/>
      </p:nvGrpSpPr>
      <p:grpSpPr>
        <a:xfrm>
          <a:off x="0" y="0"/>
          <a:ext cx="0" cy="0"/>
          <a:chOff x="0" y="0"/>
          <a:chExt cx="0" cy="0"/>
        </a:xfrm>
      </p:grpSpPr>
      <p:sp>
        <p:nvSpPr>
          <p:cNvPr id="10" name="Titre 10">
            <a:extLst>
              <a:ext uri="{FF2B5EF4-FFF2-40B4-BE49-F238E27FC236}">
                <a16:creationId xmlns:a16="http://schemas.microsoft.com/office/drawing/2014/main" id="{3CD651BA-50FB-2DF6-3F6E-69C4FCD7BA80}"/>
              </a:ext>
            </a:extLst>
          </p:cNvPr>
          <p:cNvSpPr>
            <a:spLocks noGrp="1"/>
          </p:cNvSpPr>
          <p:nvPr>
            <p:ph type="title"/>
          </p:nvPr>
        </p:nvSpPr>
        <p:spPr>
          <a:xfrm>
            <a:off x="6095999" y="4609809"/>
            <a:ext cx="4953001" cy="1343730"/>
          </a:xfrm>
        </p:spPr>
        <p:txBody>
          <a:bodyPr rtlCol="0" anchor="b"/>
          <a:lstStyle>
            <a:lvl1pPr>
              <a:lnSpc>
                <a:spcPct val="110000"/>
              </a:lnSpc>
              <a:defRPr sz="2600" b="1">
                <a:solidFill>
                  <a:schemeClr val="accent1"/>
                </a:solidFill>
                <a:latin typeface="+mn-lt"/>
              </a:defRPr>
            </a:lvl1pPr>
          </a:lstStyle>
          <a:p>
            <a:pPr rtl="0"/>
            <a:r>
              <a:rPr lang="fr"/>
              <a:t>Modifiez le style du titre</a:t>
            </a:r>
          </a:p>
        </p:txBody>
      </p:sp>
      <p:sp>
        <p:nvSpPr>
          <p:cNvPr id="9" name="Espace réservé du contenu 9">
            <a:extLst>
              <a:ext uri="{FF2B5EF4-FFF2-40B4-BE49-F238E27FC236}">
                <a16:creationId xmlns:a16="http://schemas.microsoft.com/office/drawing/2014/main" id="{FCA4E528-A76C-88B7-F866-78D030A514D8}"/>
              </a:ext>
            </a:extLst>
          </p:cNvPr>
          <p:cNvSpPr>
            <a:spLocks noGrp="1"/>
          </p:cNvSpPr>
          <p:nvPr>
            <p:ph sz="quarter" idx="14" hasCustomPrompt="1"/>
          </p:nvPr>
        </p:nvSpPr>
        <p:spPr>
          <a:xfrm>
            <a:off x="1143000" y="685801"/>
            <a:ext cx="9906000" cy="3276600"/>
          </a:xfrm>
        </p:spPr>
        <p:txBody>
          <a:bodyPr rtlCol="0" anchor="b"/>
          <a:lstStyle>
            <a:lvl1pPr>
              <a:lnSpc>
                <a:spcPct val="90000"/>
              </a:lnSpc>
              <a:buNone/>
              <a:defRPr sz="270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defRPr>
            </a:lvl1pPr>
          </a:lstStyle>
          <a:p>
            <a:pPr rtl="0"/>
            <a:r>
              <a:rPr lang="fr"/>
              <a:t>Exemple de Texte de Pied de page</a:t>
            </a: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lvl1pPr>
              <a:defRPr>
                <a:solidFill>
                  <a:schemeClr val="tx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50EA5BF1-23C2-0F30-7510-43650AEC4DE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74566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mbre en grand 3">
    <p:bg>
      <p:bgPr>
        <a:solidFill>
          <a:schemeClr val="bg2"/>
        </a:solidFill>
        <a:effectLst/>
      </p:bgPr>
    </p:bg>
    <p:spTree>
      <p:nvGrpSpPr>
        <p:cNvPr id="1" name=""/>
        <p:cNvGrpSpPr/>
        <p:nvPr/>
      </p:nvGrpSpPr>
      <p:grpSpPr>
        <a:xfrm>
          <a:off x="0" y="0"/>
          <a:ext cx="0" cy="0"/>
          <a:chOff x="0" y="0"/>
          <a:chExt cx="0" cy="0"/>
        </a:xfrm>
      </p:grpSpPr>
      <p:sp>
        <p:nvSpPr>
          <p:cNvPr id="10" name="Titre 10">
            <a:extLst>
              <a:ext uri="{FF2B5EF4-FFF2-40B4-BE49-F238E27FC236}">
                <a16:creationId xmlns:a16="http://schemas.microsoft.com/office/drawing/2014/main" id="{C3DADE7F-E67E-CAEA-8072-B9514E6E1175}"/>
              </a:ext>
            </a:extLst>
          </p:cNvPr>
          <p:cNvSpPr>
            <a:spLocks noGrp="1"/>
          </p:cNvSpPr>
          <p:nvPr>
            <p:ph type="title"/>
          </p:nvPr>
        </p:nvSpPr>
        <p:spPr>
          <a:xfrm>
            <a:off x="8153399" y="685800"/>
            <a:ext cx="2895601" cy="5267739"/>
          </a:xfrm>
        </p:spPr>
        <p:txBody>
          <a:bodyPr rtlCol="0" anchor="ctr"/>
          <a:lstStyle>
            <a:lvl1pPr>
              <a:lnSpc>
                <a:spcPct val="110000"/>
              </a:lnSpc>
              <a:defRPr sz="2600" b="1">
                <a:solidFill>
                  <a:schemeClr val="accent1"/>
                </a:solidFill>
                <a:latin typeface="+mn-lt"/>
              </a:defRPr>
            </a:lvl1pPr>
          </a:lstStyle>
          <a:p>
            <a:pPr rtl="0"/>
            <a:r>
              <a:rPr lang="fr"/>
              <a:t>Modifiez le style du titre</a:t>
            </a:r>
          </a:p>
        </p:txBody>
      </p:sp>
      <p:sp>
        <p:nvSpPr>
          <p:cNvPr id="9" name="Espace réservé du contenu 9">
            <a:extLst>
              <a:ext uri="{FF2B5EF4-FFF2-40B4-BE49-F238E27FC236}">
                <a16:creationId xmlns:a16="http://schemas.microsoft.com/office/drawing/2014/main" id="{64D4B29D-DD33-F8A0-6077-D56DBC08D2DB}"/>
              </a:ext>
            </a:extLst>
          </p:cNvPr>
          <p:cNvSpPr>
            <a:spLocks noGrp="1"/>
          </p:cNvSpPr>
          <p:nvPr>
            <p:ph sz="quarter" idx="14" hasCustomPrompt="1"/>
          </p:nvPr>
        </p:nvSpPr>
        <p:spPr>
          <a:xfrm>
            <a:off x="1143000" y="685800"/>
            <a:ext cx="6781800" cy="4191001"/>
          </a:xfrm>
        </p:spPr>
        <p:txBody>
          <a:bodyPr rtlCol="0" anchor="b"/>
          <a:lstStyle>
            <a:lvl1pPr>
              <a:lnSpc>
                <a:spcPct val="90000"/>
              </a:lnSpc>
              <a:buNone/>
              <a:defRPr sz="20000">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D002FC57-F63B-DF9D-9ACC-AC4696C03769}"/>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30079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ombre en grand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81D15B53-A6D4-5307-3354-15A2A777AAD6}"/>
              </a:ext>
            </a:extLst>
          </p:cNvPr>
          <p:cNvSpPr>
            <a:spLocks noGrp="1"/>
          </p:cNvSpPr>
          <p:nvPr>
            <p:ph sz="quarter" idx="14" hasCustomPrompt="1"/>
          </p:nvPr>
        </p:nvSpPr>
        <p:spPr>
          <a:xfrm>
            <a:off x="1143000" y="715425"/>
            <a:ext cx="9906000" cy="4217987"/>
          </a:xfrm>
        </p:spPr>
        <p:txBody>
          <a:bodyPr rtlCol="0"/>
          <a:lstStyle>
            <a:lvl1pPr>
              <a:lnSpc>
                <a:spcPct val="90000"/>
              </a:lnSpc>
              <a:buNone/>
              <a:defRPr sz="27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99D6B5B7-21A5-3BED-394A-5383E64E7DF5}"/>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itre 10">
            <a:extLst>
              <a:ext uri="{FF2B5EF4-FFF2-40B4-BE49-F238E27FC236}">
                <a16:creationId xmlns:a16="http://schemas.microsoft.com/office/drawing/2014/main" id="{53B1AF28-7C69-5D76-E7F7-FF9768CC36DF}"/>
              </a:ext>
            </a:extLst>
          </p:cNvPr>
          <p:cNvSpPr>
            <a:spLocks noGrp="1"/>
          </p:cNvSpPr>
          <p:nvPr>
            <p:ph type="title"/>
          </p:nvPr>
        </p:nvSpPr>
        <p:spPr>
          <a:xfrm>
            <a:off x="1143001" y="5166360"/>
            <a:ext cx="8759952" cy="786384"/>
          </a:xfrm>
        </p:spPr>
        <p:txBody>
          <a:bodyPr rtlCol="0"/>
          <a:lstStyle>
            <a:lvl1pPr>
              <a:lnSpc>
                <a:spcPct val="110000"/>
              </a:lnSpc>
              <a:defRPr sz="2800" b="1">
                <a:solidFill>
                  <a:schemeClr val="bg1"/>
                </a:solidFill>
                <a:latin typeface="+mn-lt"/>
              </a:defRPr>
            </a:lvl1pPr>
          </a:lstStyle>
          <a:p>
            <a:pPr rtl="0"/>
            <a:r>
              <a:rPr lang="fr"/>
              <a:t>Modifiez le style du titre</a:t>
            </a:r>
          </a:p>
        </p:txBody>
      </p:sp>
    </p:spTree>
    <p:extLst>
      <p:ext uri="{BB962C8B-B14F-4D97-AF65-F5344CB8AC3E}">
        <p14:creationId xmlns:p14="http://schemas.microsoft.com/office/powerpoint/2010/main" val="355197160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Énoncé">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rtlCol="0" anchor="t">
            <a:normAutofit/>
          </a:bodyPr>
          <a:lstStyle>
            <a:lvl1pPr marL="0" indent="0">
              <a:lnSpc>
                <a:spcPct val="90000"/>
              </a:lnSpc>
              <a:buNone/>
              <a:defRPr sz="5400" b="0">
                <a:solidFill>
                  <a:schemeClr val="bg1"/>
                </a:solidFill>
                <a:latin typeface="+mj-lt"/>
                <a:cs typeface="Mongolian Baiti" panose="03000500000000000000" pitchFamily="66" charset="0"/>
              </a:defRPr>
            </a:lvl1pPr>
            <a:lvl2pPr marL="228600" indent="0">
              <a:lnSpc>
                <a:spcPct val="90000"/>
              </a:lnSpc>
              <a:buNone/>
              <a:defRPr sz="5400" b="0">
                <a:solidFill>
                  <a:schemeClr val="bg1"/>
                </a:solidFill>
                <a:latin typeface="+mj-lt"/>
                <a:cs typeface="Mongolian Baiti" panose="03000500000000000000" pitchFamily="66" charset="0"/>
              </a:defRPr>
            </a:lvl2pPr>
            <a:lvl3pPr marL="457200" indent="0">
              <a:lnSpc>
                <a:spcPct val="90000"/>
              </a:lnSpc>
              <a:buNone/>
              <a:defRPr sz="5400" b="0">
                <a:solidFill>
                  <a:schemeClr val="bg1"/>
                </a:solidFill>
                <a:latin typeface="+mj-lt"/>
                <a:cs typeface="Mongolian Baiti" panose="03000500000000000000" pitchFamily="66" charset="0"/>
              </a:defRPr>
            </a:lvl3pPr>
            <a:lvl4pPr marL="685800" indent="0">
              <a:lnSpc>
                <a:spcPct val="90000"/>
              </a:lnSpc>
              <a:buNone/>
              <a:defRPr sz="5400" b="0">
                <a:solidFill>
                  <a:schemeClr val="bg1"/>
                </a:solidFill>
                <a:latin typeface="+mj-lt"/>
                <a:cs typeface="Mongolian Baiti" panose="03000500000000000000" pitchFamily="66" charset="0"/>
              </a:defRPr>
            </a:lvl4pPr>
            <a:lvl5pPr marL="914400" indent="0">
              <a:lnSpc>
                <a:spcPct val="90000"/>
              </a:lnSpc>
              <a:buNone/>
              <a:defRPr sz="5400" b="0">
                <a:solidFill>
                  <a:schemeClr val="bg1"/>
                </a:solidFill>
                <a:latin typeface="+mj-lt"/>
                <a:cs typeface="Mongolian Baiti" panose="03000500000000000000" pitchFamily="66" charset="0"/>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D9E59E0B-DA31-573A-9F4C-606FE4AAB022}"/>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613718"/>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Énoncé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10439400" cy="5257800"/>
          </a:xfrm>
        </p:spPr>
        <p:txBody>
          <a:bodyPr rtlCol="0" anchor="t">
            <a:normAutofit/>
          </a:bodyPr>
          <a:lstStyle>
            <a:lvl1pPr marL="0" indent="0">
              <a:lnSpc>
                <a:spcPct val="90000"/>
              </a:lnSpc>
              <a:buNone/>
              <a:defRPr sz="5400" b="0">
                <a:solidFill>
                  <a:schemeClr val="tx1"/>
                </a:solidFill>
                <a:latin typeface="+mj-lt"/>
                <a:cs typeface="Mongolian Baiti" panose="03000500000000000000" pitchFamily="66" charset="0"/>
              </a:defRPr>
            </a:lvl1pPr>
            <a:lvl2pPr marL="228600" indent="0">
              <a:lnSpc>
                <a:spcPct val="90000"/>
              </a:lnSpc>
              <a:buNone/>
              <a:defRPr sz="5400" b="0">
                <a:solidFill>
                  <a:schemeClr val="tx1"/>
                </a:solidFill>
                <a:latin typeface="+mj-lt"/>
                <a:cs typeface="Mongolian Baiti" panose="03000500000000000000" pitchFamily="66" charset="0"/>
              </a:defRPr>
            </a:lvl2pPr>
            <a:lvl3pPr marL="457200" indent="0">
              <a:lnSpc>
                <a:spcPct val="90000"/>
              </a:lnSpc>
              <a:buNone/>
              <a:defRPr sz="5400" b="0">
                <a:solidFill>
                  <a:schemeClr val="tx1"/>
                </a:solidFill>
                <a:latin typeface="+mj-lt"/>
                <a:cs typeface="Mongolian Baiti" panose="03000500000000000000" pitchFamily="66" charset="0"/>
              </a:defRPr>
            </a:lvl3pPr>
            <a:lvl4pPr marL="685800" indent="0">
              <a:lnSpc>
                <a:spcPct val="90000"/>
              </a:lnSpc>
              <a:buNone/>
              <a:defRPr sz="5400" b="0">
                <a:solidFill>
                  <a:schemeClr val="tx1"/>
                </a:solidFill>
                <a:latin typeface="+mj-lt"/>
                <a:cs typeface="Mongolian Baiti" panose="03000500000000000000" pitchFamily="66" charset="0"/>
              </a:defRPr>
            </a:lvl4pPr>
            <a:lvl5pPr marL="914400" indent="0">
              <a:lnSpc>
                <a:spcPct val="90000"/>
              </a:lnSpc>
              <a:buNone/>
              <a:defRPr sz="5400" b="0">
                <a:solidFill>
                  <a:schemeClr val="tx1"/>
                </a:solidFill>
                <a:latin typeface="+mj-lt"/>
                <a:cs typeface="Mongolian Baiti" panose="03000500000000000000" pitchFamily="66" charset="0"/>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5E01FFB5-9AC9-5608-D38C-31B179F100F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10763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Énoncé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1"/>
            <a:ext cx="9906000" cy="5257799"/>
          </a:xfrm>
        </p:spPr>
        <p:txBody>
          <a:bodyPr rtlCol="0" anchor="b">
            <a:normAutofit/>
          </a:bodyPr>
          <a:lstStyle>
            <a:lvl1pPr marL="0" indent="0">
              <a:lnSpc>
                <a:spcPct val="90000"/>
              </a:lnSpc>
              <a:buNone/>
              <a:defRPr sz="5400" b="0">
                <a:latin typeface="+mj-lt"/>
                <a:cs typeface="Mongolian Baiti" panose="03000500000000000000" pitchFamily="66" charset="0"/>
              </a:defRPr>
            </a:lvl1pPr>
            <a:lvl2pPr marL="228600" indent="0">
              <a:lnSpc>
                <a:spcPct val="90000"/>
              </a:lnSpc>
              <a:buNone/>
              <a:defRPr sz="5400" b="0">
                <a:latin typeface="+mj-lt"/>
                <a:cs typeface="Mongolian Baiti" panose="03000500000000000000" pitchFamily="66" charset="0"/>
              </a:defRPr>
            </a:lvl2pPr>
            <a:lvl3pPr marL="457200" indent="0">
              <a:lnSpc>
                <a:spcPct val="90000"/>
              </a:lnSpc>
              <a:buNone/>
              <a:defRPr sz="5400" b="0">
                <a:latin typeface="+mj-lt"/>
                <a:cs typeface="Mongolian Baiti" panose="03000500000000000000" pitchFamily="66" charset="0"/>
              </a:defRPr>
            </a:lvl3pPr>
            <a:lvl4pPr marL="685800" indent="0">
              <a:lnSpc>
                <a:spcPct val="90000"/>
              </a:lnSpc>
              <a:buNone/>
              <a:defRPr sz="5400" b="0">
                <a:latin typeface="+mj-lt"/>
                <a:cs typeface="Mongolian Baiti" panose="03000500000000000000" pitchFamily="66" charset="0"/>
              </a:defRPr>
            </a:lvl4pPr>
            <a:lvl5pPr marL="914400" indent="0">
              <a:lnSpc>
                <a:spcPct val="90000"/>
              </a:lnSpc>
              <a:buNone/>
              <a:defRPr sz="5400" b="0">
                <a:latin typeface="+mj-lt"/>
                <a:cs typeface="Mongolian Baiti" panose="03000500000000000000" pitchFamily="66" charset="0"/>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6400800"/>
            <a:ext cx="5943599" cy="457200"/>
          </a:xfrm>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0" y="6400800"/>
            <a:ext cx="990600"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816CE4C6-A657-5805-17C1-DFBE412C51B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3104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Énoncé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vert="horz" lIns="91440" tIns="45720" rIns="91440" bIns="45720" rtlCol="0" anchor="t">
            <a:normAutofit/>
          </a:bodyPr>
          <a:lstStyle>
            <a:lvl1pPr marL="0" indent="0">
              <a:lnSpc>
                <a:spcPct val="90000"/>
              </a:lnSpc>
              <a:buNone/>
              <a:defRPr lang="en-US" sz="5400" b="1" dirty="0">
                <a:solidFill>
                  <a:schemeClr val="bg1"/>
                </a:solidFill>
                <a:latin typeface="+mn-lt"/>
              </a:defRPr>
            </a:lvl1pPr>
            <a:lvl2pPr marL="228600" indent="0">
              <a:lnSpc>
                <a:spcPct val="90000"/>
              </a:lnSpc>
              <a:buNone/>
              <a:defRPr lang="en-US" sz="5400" b="1" dirty="0">
                <a:solidFill>
                  <a:schemeClr val="bg1"/>
                </a:solidFill>
                <a:latin typeface="+mn-lt"/>
              </a:defRPr>
            </a:lvl2pPr>
            <a:lvl3pPr marL="457200" indent="0">
              <a:lnSpc>
                <a:spcPct val="90000"/>
              </a:lnSpc>
              <a:buNone/>
              <a:defRPr lang="en-US" sz="5400" b="1" dirty="0">
                <a:solidFill>
                  <a:schemeClr val="bg1"/>
                </a:solidFill>
                <a:latin typeface="+mn-lt"/>
              </a:defRPr>
            </a:lvl3pPr>
            <a:lvl4pPr marL="685800" indent="0">
              <a:lnSpc>
                <a:spcPct val="90000"/>
              </a:lnSpc>
              <a:buNone/>
              <a:defRPr lang="en-US" sz="5400" b="1" dirty="0">
                <a:solidFill>
                  <a:schemeClr val="bg1"/>
                </a:solidFill>
                <a:latin typeface="+mn-lt"/>
              </a:defRPr>
            </a:lvl4pPr>
            <a:lvl5pPr marL="914400" indent="0">
              <a:lnSpc>
                <a:spcPct val="90000"/>
              </a:lnSpc>
              <a:buNone/>
              <a:defRPr lang="en-US" sz="5400" b="1" dirty="0">
                <a:solidFill>
                  <a:schemeClr val="bg1"/>
                </a:solidFill>
                <a:latin typeface="+mn-lt"/>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2C45B696-5A62-5895-72D9-DC0A3B3E2F8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202016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ita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5029200"/>
            <a:ext cx="9906000" cy="914400"/>
          </a:xfrm>
        </p:spPr>
        <p:txBody>
          <a:bodyPr rtlCol="0" anchor="b">
            <a:normAutofit/>
          </a:bodyPr>
          <a:lstStyle>
            <a:lvl1pPr>
              <a:lnSpc>
                <a:spcPct val="120000"/>
              </a:lnSpc>
              <a:defRPr sz="2000" b="1" i="0" spc="0">
                <a:solidFill>
                  <a:schemeClr val="accent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114800"/>
          </a:xfrm>
        </p:spPr>
        <p:txBody>
          <a:bodyPr rtlCol="0" anchor="b">
            <a:normAutofit/>
          </a:bodyPr>
          <a:lstStyle>
            <a:lvl1pPr marL="164592" indent="-164592">
              <a:lnSpc>
                <a:spcPct val="100000"/>
              </a:lnSpc>
              <a:spcBef>
                <a:spcPts val="0"/>
              </a:spcBef>
              <a:buNone/>
              <a:defRPr sz="5400">
                <a:latin typeface="+mj-lt"/>
                <a:cs typeface="Mongolian Baiti" panose="03000500000000000000" pitchFamily="66" charset="0"/>
              </a:defRPr>
            </a:lvl1pPr>
          </a:lstStyle>
          <a:p>
            <a:pPr lvl="0" rtl="0"/>
            <a:r>
              <a:rPr lang="fr"/>
              <a:t>Cliquer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4A33729E-38D5-A1E3-A590-6B649D520DE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2237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itat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4955722"/>
            <a:ext cx="9906000" cy="987878"/>
          </a:xfrm>
        </p:spPr>
        <p:txBody>
          <a:bodyPr rtlCol="0" anchor="ctr">
            <a:normAutofit/>
          </a:bodyPr>
          <a:lstStyle>
            <a:lvl1pPr algn="r">
              <a:lnSpc>
                <a:spcPct val="120000"/>
              </a:lnSpc>
              <a:defRPr sz="2000" b="1" i="0" spc="0">
                <a:solidFill>
                  <a:schemeClr val="bg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3950208"/>
          </a:xfrm>
        </p:spPr>
        <p:txBody>
          <a:bodyPr rtlCol="0" anchor="t">
            <a:normAutofit/>
          </a:bodyPr>
          <a:lstStyle>
            <a:lvl1pPr marL="164592" indent="-164592">
              <a:lnSpc>
                <a:spcPct val="100000"/>
              </a:lnSpc>
              <a:spcBef>
                <a:spcPts val="0"/>
              </a:spcBef>
              <a:buNone/>
              <a:defRPr sz="4800">
                <a:solidFill>
                  <a:schemeClr val="bg1"/>
                </a:solidFill>
                <a:latin typeface="+mj-lt"/>
                <a:cs typeface="Mongolian Baiti" panose="03000500000000000000" pitchFamily="66" charset="0"/>
              </a:defRPr>
            </a:lvl1pPr>
          </a:lstStyle>
          <a:p>
            <a:pPr lvl="0" rtl="0"/>
            <a:r>
              <a:rPr lang="fr"/>
              <a:t>Cliquer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EAB597FC-DDBE-CAE6-D19E-43EBC6822347}"/>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790441"/>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itation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029200"/>
            <a:ext cx="6341532" cy="914399"/>
          </a:xfrm>
        </p:spPr>
        <p:txBody>
          <a:bodyPr rtlCol="0" anchor="b">
            <a:normAutofit/>
          </a:bodyPr>
          <a:lstStyle>
            <a:lvl1pPr algn="r">
              <a:lnSpc>
                <a:spcPct val="120000"/>
              </a:lnSpc>
              <a:defRPr sz="2000" b="1" i="0" spc="0">
                <a:solidFill>
                  <a:schemeClr val="accent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073980"/>
          </a:xfrm>
        </p:spPr>
        <p:txBody>
          <a:bodyPr rtlCol="0" anchor="ctr">
            <a:normAutofit/>
          </a:bodyPr>
          <a:lstStyle>
            <a:lvl1pPr marL="164592" indent="-164592">
              <a:lnSpc>
                <a:spcPct val="110000"/>
              </a:lnSpc>
              <a:spcBef>
                <a:spcPts val="0"/>
              </a:spcBef>
              <a:buNone/>
              <a:defRPr sz="5400">
                <a:latin typeface="+mj-lt"/>
                <a:cs typeface="Mongolian Baiti" panose="03000500000000000000" pitchFamily="66" charset="0"/>
              </a:defRPr>
            </a:lvl1pPr>
          </a:lstStyle>
          <a:p>
            <a:pPr lvl="0" rtl="0"/>
            <a:r>
              <a:rPr lang="fr"/>
              <a:t>Cliquer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FE0B72BA-2488-6234-EBE9-5F35F28FB99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330533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9906000" cy="1828800"/>
          </a:xfrm>
        </p:spPr>
        <p:txBody>
          <a:bodyPr rtlCol="0" anchor="b">
            <a:normAutofit/>
          </a:bodyPr>
          <a:lstStyle>
            <a:lvl1pPr>
              <a:defRPr sz="7200">
                <a:solidFill>
                  <a:schemeClr val="tx1"/>
                </a:solidFill>
              </a:defRPr>
            </a:lvl1pPr>
          </a:lstStyle>
          <a:p>
            <a:pPr rtl="0"/>
            <a:r>
              <a:rPr lang="fr"/>
              <a:t>Modifiez le style du titre</a:t>
            </a:r>
          </a:p>
        </p:txBody>
      </p:sp>
      <p:sp>
        <p:nvSpPr>
          <p:cNvPr id="8" name="Espace réservé du contenu 7">
            <a:extLst>
              <a:ext uri="{FF2B5EF4-FFF2-40B4-BE49-F238E27FC236}">
                <a16:creationId xmlns:a16="http://schemas.microsoft.com/office/drawing/2014/main" id="{C7E1FCC9-2D1D-9C6B-8C9A-E3D0A77DBEF0}"/>
              </a:ext>
            </a:extLst>
          </p:cNvPr>
          <p:cNvSpPr>
            <a:spLocks noGrp="1"/>
          </p:cNvSpPr>
          <p:nvPr>
            <p:ph sz="quarter" idx="13"/>
          </p:nvPr>
        </p:nvSpPr>
        <p:spPr>
          <a:xfrm>
            <a:off x="1143000" y="2729555"/>
            <a:ext cx="9906000" cy="3214045"/>
          </a:xfrm>
        </p:spPr>
        <p:txBody>
          <a:bodyPr rtlCol="0"/>
          <a:lstStyle>
            <a:lvl1pPr marL="0" indent="0">
              <a:spcBef>
                <a:spcPts val="0"/>
              </a:spcBef>
              <a:buNone/>
              <a:defRPr>
                <a:solidFill>
                  <a:schemeClr val="tx1"/>
                </a:solidFill>
                <a:latin typeface="+mn-lt"/>
              </a:defRPr>
            </a:lvl1pPr>
            <a:lvl2pPr marL="228600" indent="0">
              <a:spcBef>
                <a:spcPts val="0"/>
              </a:spcBef>
              <a:buNone/>
              <a:defRPr>
                <a:solidFill>
                  <a:schemeClr val="tx1"/>
                </a:solidFill>
                <a:latin typeface="+mn-lt"/>
              </a:defRPr>
            </a:lvl2pPr>
            <a:lvl3pPr marL="457200" indent="0">
              <a:spcBef>
                <a:spcPts val="0"/>
              </a:spcBef>
              <a:buNone/>
              <a:defRPr>
                <a:solidFill>
                  <a:schemeClr val="tx1"/>
                </a:solidFill>
                <a:latin typeface="+mn-lt"/>
              </a:defRPr>
            </a:lvl3pPr>
            <a:lvl4pPr marL="685800" indent="0">
              <a:spcBef>
                <a:spcPts val="0"/>
              </a:spcBef>
              <a:buNone/>
              <a:defRPr>
                <a:solidFill>
                  <a:schemeClr val="tx1"/>
                </a:solidFill>
                <a:latin typeface="+mn-lt"/>
              </a:defRPr>
            </a:lvl4pPr>
            <a:lvl5pPr marL="914400" indent="0">
              <a:spcBef>
                <a:spcPts val="0"/>
              </a:spcBef>
              <a:buNone/>
              <a:defRPr>
                <a:solidFill>
                  <a:schemeClr val="tx1"/>
                </a:solidFill>
                <a:latin typeface="+mn-lt"/>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lvl1pPr>
              <a:defRPr>
                <a:solidFill>
                  <a:schemeClr val="tx1"/>
                </a:solidFill>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‹N°›</a:t>
            </a:fld>
            <a:endParaRPr lang="en-US" dirty="0"/>
          </a:p>
        </p:txBody>
      </p:sp>
      <p:cxnSp>
        <p:nvCxnSpPr>
          <p:cNvPr id="3" name="Connecteur droit 2">
            <a:extLst>
              <a:ext uri="{FF2B5EF4-FFF2-40B4-BE49-F238E27FC236}">
                <a16:creationId xmlns:a16="http://schemas.microsoft.com/office/drawing/2014/main" id="{597917D3-DF16-9257-206A-EC4725B68DB8}"/>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2126025"/>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2278617"/>
            <a:ext cx="8430767" cy="1842020"/>
          </a:xfrm>
        </p:spPr>
        <p:txBody>
          <a:bodyPr rtlCol="0" anchor="b">
            <a:noAutofit/>
          </a:bodyPr>
          <a:lstStyle>
            <a:lvl1pPr>
              <a:defRPr sz="7200">
                <a:solidFill>
                  <a:schemeClr val="bg1"/>
                </a:solidFill>
              </a:defRPr>
            </a:lvl1pPr>
          </a:lstStyle>
          <a:p>
            <a:pPr rtl="0"/>
            <a:r>
              <a:rPr lang="fr"/>
              <a:t>Modifiez le style du titre</a:t>
            </a:r>
          </a:p>
        </p:txBody>
      </p:sp>
      <p:sp>
        <p:nvSpPr>
          <p:cNvPr id="7" name="Espace réservé du contenu 6">
            <a:extLst>
              <a:ext uri="{FF2B5EF4-FFF2-40B4-BE49-F238E27FC236}">
                <a16:creationId xmlns:a16="http://schemas.microsoft.com/office/drawing/2014/main" id="{053FFEDA-E57B-DF13-2394-A1514E15F85A}"/>
              </a:ext>
            </a:extLst>
          </p:cNvPr>
          <p:cNvSpPr>
            <a:spLocks noGrp="1"/>
          </p:cNvSpPr>
          <p:nvPr>
            <p:ph sz="quarter" idx="14"/>
          </p:nvPr>
        </p:nvSpPr>
        <p:spPr>
          <a:xfrm>
            <a:off x="1143128" y="4335592"/>
            <a:ext cx="8430639" cy="1608008"/>
          </a:xfrm>
        </p:spPr>
        <p:txBody>
          <a:bodyPr rtlCol="0">
            <a:normAutofit/>
          </a:bodyPr>
          <a:lstStyle>
            <a:lvl1pPr marL="0" indent="0">
              <a:spcBef>
                <a:spcPts val="0"/>
              </a:spcBef>
              <a:buNone/>
              <a:defRPr sz="1800">
                <a:solidFill>
                  <a:schemeClr val="bg1"/>
                </a:solidFill>
              </a:defRPr>
            </a:lvl1pPr>
            <a:lvl2pPr marL="228600" indent="0">
              <a:spcBef>
                <a:spcPts val="0"/>
              </a:spcBef>
              <a:buNone/>
              <a:defRPr sz="1600">
                <a:solidFill>
                  <a:schemeClr val="bg1"/>
                </a:solidFill>
              </a:defRPr>
            </a:lvl2pPr>
            <a:lvl3pPr marL="457200" indent="0">
              <a:spcBef>
                <a:spcPts val="0"/>
              </a:spcBef>
              <a:buNone/>
              <a:defRPr sz="1400">
                <a:solidFill>
                  <a:schemeClr val="bg1"/>
                </a:solidFill>
              </a:defRPr>
            </a:lvl3pPr>
            <a:lvl4pPr marL="685800" indent="0">
              <a:spcBef>
                <a:spcPts val="0"/>
              </a:spcBef>
              <a:buNone/>
              <a:defRPr sz="1400">
                <a:solidFill>
                  <a:schemeClr val="bg1"/>
                </a:solidFill>
              </a:defRPr>
            </a:lvl4pPr>
            <a:lvl5pPr marL="914400" indent="0">
              <a:spcBef>
                <a:spcPts val="0"/>
              </a:spcBef>
              <a:buNone/>
              <a:defRPr sz="1200">
                <a:solidFill>
                  <a:schemeClr val="bg1"/>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3" name="Connecteur droit 2">
            <a:extLst>
              <a:ext uri="{FF2B5EF4-FFF2-40B4-BE49-F238E27FC236}">
                <a16:creationId xmlns:a16="http://schemas.microsoft.com/office/drawing/2014/main" id="{2972AAFA-E5BE-EBA1-7C6C-D6C7CA13C4A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211281"/>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1036"/>
            <a:ext cx="9906000" cy="999861"/>
          </a:xfrm>
        </p:spPr>
        <p:txBody>
          <a:bodyPr rtlCol="0" anchor="t"/>
          <a:lstStyle/>
          <a:p>
            <a:pPr rtl="0"/>
            <a:r>
              <a:rPr lang="fr"/>
              <a:t>Modifiez le style du titre</a:t>
            </a:r>
            <a:endParaRPr lang="en-US" dirty="0"/>
          </a:p>
        </p:txBody>
      </p:sp>
      <p:sp>
        <p:nvSpPr>
          <p:cNvPr id="4" name="Espace réservé du contenu 3">
            <a:extLst>
              <a:ext uri="{FF2B5EF4-FFF2-40B4-BE49-F238E27FC236}">
                <a16:creationId xmlns:a16="http://schemas.microsoft.com/office/drawing/2014/main" id="{6627D5A5-84C3-7EDE-A8EB-2DE057DE46AB}"/>
              </a:ext>
            </a:extLst>
          </p:cNvPr>
          <p:cNvSpPr>
            <a:spLocks noGrp="1"/>
          </p:cNvSpPr>
          <p:nvPr>
            <p:ph sz="quarter" idx="15"/>
          </p:nvPr>
        </p:nvSpPr>
        <p:spPr>
          <a:xfrm>
            <a:off x="1142999" y="1825625"/>
            <a:ext cx="4544695" cy="4117975"/>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10" name="Espace réservé du contenu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5"/>
            <a:ext cx="4544695" cy="4117975"/>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78B40A4-AD32-3681-054F-B1104A95BB7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382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FEE969-634D-6E32-D227-18E9282C6F9E}"/>
              </a:ext>
            </a:extLst>
          </p:cNvPr>
          <p:cNvSpPr>
            <a:spLocks noGrp="1"/>
          </p:cNvSpPr>
          <p:nvPr>
            <p:ph type="title"/>
          </p:nvPr>
        </p:nvSpPr>
        <p:spPr>
          <a:xfrm>
            <a:off x="1143000" y="685800"/>
            <a:ext cx="9906000" cy="857904"/>
          </a:xfrm>
        </p:spPr>
        <p:txBody>
          <a:bodyPr rtlCol="0" anchor="t"/>
          <a:lstStyle/>
          <a:p>
            <a:pPr rtl="0"/>
            <a:r>
              <a:rPr lang="fr"/>
              <a:t>Modifiez le style du titre</a:t>
            </a:r>
            <a:endParaRPr lang="en-US" dirty="0"/>
          </a:p>
        </p:txBody>
      </p:sp>
      <p:sp>
        <p:nvSpPr>
          <p:cNvPr id="3" name="Espace réservé du texte 2">
            <a:extLst>
              <a:ext uri="{FF2B5EF4-FFF2-40B4-BE49-F238E27FC236}">
                <a16:creationId xmlns:a16="http://schemas.microsoft.com/office/drawing/2014/main" id="{61CD26D4-290A-F0ED-7D62-41EDA6FEC2B9}"/>
              </a:ext>
            </a:extLst>
          </p:cNvPr>
          <p:cNvSpPr>
            <a:spLocks noGrp="1"/>
          </p:cNvSpPr>
          <p:nvPr>
            <p:ph type="body" idx="1"/>
          </p:nvPr>
        </p:nvSpPr>
        <p:spPr>
          <a:xfrm>
            <a:off x="1143000" y="1685735"/>
            <a:ext cx="4541520" cy="559834"/>
          </a:xfrm>
        </p:spPr>
        <p:txBody>
          <a:bodyPr rtlCol="0"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6" name="Espace réservé du contenu 5">
            <a:extLst>
              <a:ext uri="{FF2B5EF4-FFF2-40B4-BE49-F238E27FC236}">
                <a16:creationId xmlns:a16="http://schemas.microsoft.com/office/drawing/2014/main" id="{5776AAF7-C632-FCD0-6A60-E0EA4A52F229}"/>
              </a:ext>
            </a:extLst>
          </p:cNvPr>
          <p:cNvSpPr>
            <a:spLocks noGrp="1"/>
          </p:cNvSpPr>
          <p:nvPr>
            <p:ph sz="quarter" idx="15"/>
          </p:nvPr>
        </p:nvSpPr>
        <p:spPr>
          <a:xfrm>
            <a:off x="1143000" y="2387600"/>
            <a:ext cx="4541838" cy="35560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texte 4">
            <a:extLst>
              <a:ext uri="{FF2B5EF4-FFF2-40B4-BE49-F238E27FC236}">
                <a16:creationId xmlns:a16="http://schemas.microsoft.com/office/drawing/2014/main" id="{06536620-C4F3-EEC3-DBF1-05196B1CBB55}"/>
              </a:ext>
            </a:extLst>
          </p:cNvPr>
          <p:cNvSpPr>
            <a:spLocks noGrp="1"/>
          </p:cNvSpPr>
          <p:nvPr>
            <p:ph type="body" sz="quarter" idx="3"/>
          </p:nvPr>
        </p:nvSpPr>
        <p:spPr>
          <a:xfrm>
            <a:off x="6508116" y="1685735"/>
            <a:ext cx="4541520" cy="559834"/>
          </a:xfrm>
        </p:spPr>
        <p:txBody>
          <a:bodyPr rtlCol="0"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12" name="Espace réservé du contenu 11">
            <a:extLst>
              <a:ext uri="{FF2B5EF4-FFF2-40B4-BE49-F238E27FC236}">
                <a16:creationId xmlns:a16="http://schemas.microsoft.com/office/drawing/2014/main" id="{CD998360-6973-27D8-8B08-ACAE10572B32}"/>
              </a:ext>
            </a:extLst>
          </p:cNvPr>
          <p:cNvSpPr>
            <a:spLocks noGrp="1"/>
          </p:cNvSpPr>
          <p:nvPr>
            <p:ph sz="quarter" idx="16"/>
          </p:nvPr>
        </p:nvSpPr>
        <p:spPr>
          <a:xfrm>
            <a:off x="6507162" y="2387600"/>
            <a:ext cx="4541838" cy="35560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8" name="Espace réservé du pied de page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4E3B3581-658A-8487-F9CB-E79F2BFF27E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9" name="Espace réservé du numéro de diapositive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4" name="Connecteur droit 3">
            <a:extLst>
              <a:ext uri="{FF2B5EF4-FFF2-40B4-BE49-F238E27FC236}">
                <a16:creationId xmlns:a16="http://schemas.microsoft.com/office/drawing/2014/main" id="{BFE3AABC-393D-6A10-85E1-3DA5FCF6F28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90554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6A9F42-7FF7-F803-C075-BC4968D35E34}"/>
              </a:ext>
            </a:extLst>
          </p:cNvPr>
          <p:cNvSpPr>
            <a:spLocks noGrp="1"/>
          </p:cNvSpPr>
          <p:nvPr>
            <p:ph type="title"/>
          </p:nvPr>
        </p:nvSpPr>
        <p:spPr>
          <a:xfrm>
            <a:off x="1143000" y="685800"/>
            <a:ext cx="9906000" cy="1124035"/>
          </a:xfrm>
        </p:spPr>
        <p:txBody>
          <a:bodyPr rtlCol="0" anchor="t"/>
          <a:lstStyle/>
          <a:p>
            <a:pPr rtl="0"/>
            <a:r>
              <a:rPr lang="fr"/>
              <a:t>Modifiez le style du titre</a:t>
            </a:r>
            <a:endParaRPr lang="en-US" dirty="0"/>
          </a:p>
        </p:txBody>
      </p:sp>
      <p:sp>
        <p:nvSpPr>
          <p:cNvPr id="4" name="Espace réservé du pied de page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E89E8268-7232-2944-F1BD-399F9419B563}"/>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F47143C1-3BF7-2821-826F-7956E68E4E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47482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fr"/>
              <a:t>Exemple de Texte de Pied de page</a:t>
            </a:r>
          </a:p>
        </p:txBody>
      </p:sp>
      <p:sp>
        <p:nvSpPr>
          <p:cNvPr id="2" name="Espace réservé de la date 1">
            <a:extLst>
              <a:ext uri="{FF2B5EF4-FFF2-40B4-BE49-F238E27FC236}">
                <a16:creationId xmlns:a16="http://schemas.microsoft.com/office/drawing/2014/main" id="{49BC4D82-0182-501C-9231-46767680476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4" name="Espace réservé du numéro de diapositive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5" name="Connecteur droit 4">
            <a:extLst>
              <a:ext uri="{FF2B5EF4-FFF2-40B4-BE49-F238E27FC236}">
                <a16:creationId xmlns:a16="http://schemas.microsoft.com/office/drawing/2014/main" id="{332C6766-0277-BD60-47A7-70F9C799649E}"/>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936873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50C37F-77BE-E128-4248-D001C39E79C6}"/>
              </a:ext>
            </a:extLst>
          </p:cNvPr>
          <p:cNvSpPr>
            <a:spLocks noGrp="1"/>
          </p:cNvSpPr>
          <p:nvPr>
            <p:ph type="title"/>
          </p:nvPr>
        </p:nvSpPr>
        <p:spPr>
          <a:xfrm>
            <a:off x="1166740" y="685801"/>
            <a:ext cx="3595634" cy="1808584"/>
          </a:xfrm>
        </p:spPr>
        <p:txBody>
          <a:bodyPr rtlCol="0" anchor="t">
            <a:normAutofit/>
          </a:bodyPr>
          <a:lstStyle>
            <a:lvl1pPr>
              <a:defRPr sz="3600"/>
            </a:lvl1pPr>
          </a:lstStyle>
          <a:p>
            <a:pPr rtl="0"/>
            <a:r>
              <a:rPr lang="fr"/>
              <a:t>Modifiez le style du titre</a:t>
            </a:r>
            <a:endParaRPr lang="en-US" dirty="0"/>
          </a:p>
        </p:txBody>
      </p:sp>
      <p:sp>
        <p:nvSpPr>
          <p:cNvPr id="4" name="Espace réservé du texte 3">
            <a:extLst>
              <a:ext uri="{FF2B5EF4-FFF2-40B4-BE49-F238E27FC236}">
                <a16:creationId xmlns:a16="http://schemas.microsoft.com/office/drawing/2014/main" id="{EC0EEBFB-2026-6A35-33ED-F008376B67A0}"/>
              </a:ext>
            </a:extLst>
          </p:cNvPr>
          <p:cNvSpPr>
            <a:spLocks noGrp="1"/>
          </p:cNvSpPr>
          <p:nvPr>
            <p:ph type="body" sz="half" idx="2"/>
          </p:nvPr>
        </p:nvSpPr>
        <p:spPr>
          <a:xfrm>
            <a:off x="1166740" y="2743200"/>
            <a:ext cx="3595634" cy="3200400"/>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u contenu 2">
            <a:extLst>
              <a:ext uri="{FF2B5EF4-FFF2-40B4-BE49-F238E27FC236}">
                <a16:creationId xmlns:a16="http://schemas.microsoft.com/office/drawing/2014/main" id="{2F3B20A8-A604-C977-02C0-083BA8663484}"/>
              </a:ext>
            </a:extLst>
          </p:cNvPr>
          <p:cNvSpPr>
            <a:spLocks noGrp="1"/>
          </p:cNvSpPr>
          <p:nvPr>
            <p:ph idx="1"/>
          </p:nvPr>
        </p:nvSpPr>
        <p:spPr>
          <a:xfrm>
            <a:off x="5134707" y="685801"/>
            <a:ext cx="5943599" cy="525779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93F05638-7A56-469A-825A-1DFA600254C8}"/>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8" name="Connecteur droit 7">
            <a:extLst>
              <a:ext uri="{FF2B5EF4-FFF2-40B4-BE49-F238E27FC236}">
                <a16:creationId xmlns:a16="http://schemas.microsoft.com/office/drawing/2014/main" id="{0F52DA44-7B78-2397-2B78-AD0FE8DE32E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097183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B06A09-98CF-FAC2-3708-AECC4360C651}"/>
              </a:ext>
            </a:extLst>
          </p:cNvPr>
          <p:cNvSpPr>
            <a:spLocks noGrp="1"/>
          </p:cNvSpPr>
          <p:nvPr>
            <p:ph type="title"/>
          </p:nvPr>
        </p:nvSpPr>
        <p:spPr>
          <a:xfrm>
            <a:off x="1156692" y="685801"/>
            <a:ext cx="3595634" cy="1823162"/>
          </a:xfrm>
        </p:spPr>
        <p:txBody>
          <a:bodyPr rtlCol="0" anchor="t">
            <a:normAutofit/>
          </a:bodyPr>
          <a:lstStyle>
            <a:lvl1pPr>
              <a:defRPr sz="3600"/>
            </a:lvl1pPr>
          </a:lstStyle>
          <a:p>
            <a:pPr rtl="0"/>
            <a:r>
              <a:rPr lang="fr"/>
              <a:t>Modifiez le style du titre</a:t>
            </a:r>
            <a:endParaRPr lang="en-US" dirty="0"/>
          </a:p>
        </p:txBody>
      </p:sp>
      <p:sp>
        <p:nvSpPr>
          <p:cNvPr id="4" name="Espace réservé du texte 3">
            <a:extLst>
              <a:ext uri="{FF2B5EF4-FFF2-40B4-BE49-F238E27FC236}">
                <a16:creationId xmlns:a16="http://schemas.microsoft.com/office/drawing/2014/main" id="{F32C4A61-EF2A-C5A5-B150-4448600B3937}"/>
              </a:ext>
            </a:extLst>
          </p:cNvPr>
          <p:cNvSpPr>
            <a:spLocks noGrp="1"/>
          </p:cNvSpPr>
          <p:nvPr>
            <p:ph type="body" sz="half" idx="2"/>
          </p:nvPr>
        </p:nvSpPr>
        <p:spPr>
          <a:xfrm>
            <a:off x="1156692" y="2743200"/>
            <a:ext cx="3595634" cy="3200400"/>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image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34000" y="685802"/>
            <a:ext cx="5701308" cy="525779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
              <a:t>   </a:t>
            </a:r>
          </a:p>
        </p:txBody>
      </p:sp>
      <p:sp>
        <p:nvSpPr>
          <p:cNvPr id="6" name="Espace réservé du pied de page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920B235E-39C7-4C78-20EF-DB48ECD9CB90}"/>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8" name="Connecteur droit 7">
            <a:extLst>
              <a:ext uri="{FF2B5EF4-FFF2-40B4-BE49-F238E27FC236}">
                <a16:creationId xmlns:a16="http://schemas.microsoft.com/office/drawing/2014/main" id="{24420CDB-B7DC-0296-6DF4-02A4E776627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87571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75BFB69-9245-EC58-F1DE-FEB625BD336A}"/>
              </a:ext>
            </a:extLst>
          </p:cNvPr>
          <p:cNvSpPr>
            <a:spLocks noGrp="1"/>
          </p:cNvSpPr>
          <p:nvPr>
            <p:ph type="title"/>
          </p:nvPr>
        </p:nvSpPr>
        <p:spPr>
          <a:xfrm>
            <a:off x="1143001" y="698501"/>
            <a:ext cx="9906000" cy="1018531"/>
          </a:xfrm>
          <a:prstGeom prst="rect">
            <a:avLst/>
          </a:prstGeom>
        </p:spPr>
        <p:txBody>
          <a:bodyPr vert="horz" lIns="91440" tIns="45720" rIns="91440" bIns="45720" rtlCol="0" anchor="t">
            <a:normAutofit/>
          </a:bodyPr>
          <a:lstStyle/>
          <a:p>
            <a:pPr rtl="0"/>
            <a:r>
              <a:rPr lang="fr"/>
              <a:t>Modifiez le style du titre</a:t>
            </a:r>
          </a:p>
        </p:txBody>
      </p:sp>
      <p:sp>
        <p:nvSpPr>
          <p:cNvPr id="3" name="Espace réservé du texte 2">
            <a:extLst>
              <a:ext uri="{FF2B5EF4-FFF2-40B4-BE49-F238E27FC236}">
                <a16:creationId xmlns:a16="http://schemas.microsoft.com/office/drawing/2014/main" id="{5516AFD5-5144-C460-0CA4-644BC4A93C02}"/>
              </a:ext>
            </a:extLst>
          </p:cNvPr>
          <p:cNvSpPr>
            <a:spLocks noGrp="1"/>
          </p:cNvSpPr>
          <p:nvPr>
            <p:ph type="body" idx="1"/>
          </p:nvPr>
        </p:nvSpPr>
        <p:spPr>
          <a:xfrm>
            <a:off x="1142999" y="1902460"/>
            <a:ext cx="9906001" cy="4041139"/>
          </a:xfrm>
          <a:prstGeom prst="rect">
            <a:avLst/>
          </a:prstGeom>
        </p:spPr>
        <p:txBody>
          <a:bodyPr vert="horz" lIns="91440" tIns="45720" rIns="91440" bIns="45720" rtlCol="0">
            <a:normAutofit/>
          </a:body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e la date 3">
            <a:extLst>
              <a:ext uri="{FF2B5EF4-FFF2-40B4-BE49-F238E27FC236}">
                <a16:creationId xmlns:a16="http://schemas.microsoft.com/office/drawing/2014/main" id="{3995753E-AF8A-7E04-8A1A-205B755A0215}"/>
              </a:ext>
            </a:extLst>
          </p:cNvPr>
          <p:cNvSpPr>
            <a:spLocks noGrp="1"/>
          </p:cNvSpPr>
          <p:nvPr>
            <p:ph type="dt" sz="half" idx="2"/>
          </p:nvPr>
        </p:nvSpPr>
        <p:spPr>
          <a:xfrm>
            <a:off x="8893929" y="6400800"/>
            <a:ext cx="2155071" cy="457200"/>
          </a:xfrm>
          <a:prstGeom prst="rect">
            <a:avLst/>
          </a:prstGeom>
        </p:spPr>
        <p:txBody>
          <a:bodyPr vert="horz" lIns="91440" tIns="45720" rIns="91440" bIns="45720" rtlCol="0" anchor="ctr"/>
          <a:lstStyle>
            <a:lvl1pPr algn="r" rtl="0">
              <a:defRPr sz="1000" b="1" i="0">
                <a:solidFill>
                  <a:schemeClr val="tx1"/>
                </a:solidFill>
                <a:latin typeface="+mj-lt"/>
                <a:cs typeface="Mongolian Baiti" panose="03000500000000000000" pitchFamily="66" charset="0"/>
              </a:defRPr>
            </a:lvl1pPr>
          </a:lstStyle>
          <a:p>
            <a:pPr rtl="0"/>
            <a:r>
              <a:rPr lang="en-US"/>
              <a:t>30/10/2025</a:t>
            </a:r>
            <a:endParaRPr lang="en-US" dirty="0"/>
          </a:p>
        </p:txBody>
      </p:sp>
      <p:sp>
        <p:nvSpPr>
          <p:cNvPr id="5" name="Espace réservé du pied de page 4">
            <a:extLst>
              <a:ext uri="{FF2B5EF4-FFF2-40B4-BE49-F238E27FC236}">
                <a16:creationId xmlns:a16="http://schemas.microsoft.com/office/drawing/2014/main" id="{D4E1B7C8-DA74-800B-EE14-A39E9DB32DE4}"/>
              </a:ext>
            </a:extLst>
          </p:cNvPr>
          <p:cNvSpPr>
            <a:spLocks noGrp="1"/>
          </p:cNvSpPr>
          <p:nvPr>
            <p:ph type="ftr" sz="quarter" idx="3"/>
          </p:nvPr>
        </p:nvSpPr>
        <p:spPr>
          <a:xfrm>
            <a:off x="152400" y="6400800"/>
            <a:ext cx="5943599" cy="457200"/>
          </a:xfrm>
          <a:prstGeom prst="rect">
            <a:avLst/>
          </a:prstGeom>
        </p:spPr>
        <p:txBody>
          <a:bodyPr vert="horz" lIns="91440" tIns="45720" rIns="91440" bIns="45720" rtlCol="0" anchor="ctr"/>
          <a:lstStyle>
            <a:lvl1pPr algn="l" rtl="0">
              <a:defRPr sz="1000" b="1" i="0">
                <a:solidFill>
                  <a:schemeClr val="tx1"/>
                </a:solidFill>
                <a:latin typeface="+mj-lt"/>
                <a:cs typeface="Mongolian Baiti" panose="03000500000000000000" pitchFamily="66" charset="0"/>
              </a:defRPr>
            </a:lvl1pPr>
          </a:lstStyle>
          <a:p>
            <a:pPr rtl="0"/>
            <a:r>
              <a:rPr lang="fr"/>
              <a:t>Exemple de Texte de Pied de page</a:t>
            </a:r>
            <a:endParaRPr lang="en-US" dirty="0"/>
          </a:p>
        </p:txBody>
      </p:sp>
      <p:sp>
        <p:nvSpPr>
          <p:cNvPr id="6" name="Espace réservé du numéro de diapositive 5">
            <a:extLst>
              <a:ext uri="{FF2B5EF4-FFF2-40B4-BE49-F238E27FC236}">
                <a16:creationId xmlns:a16="http://schemas.microsoft.com/office/drawing/2014/main" id="{7AC1647D-0DF0-CA1B-F723-EF7B8F508DB7}"/>
              </a:ext>
            </a:extLst>
          </p:cNvPr>
          <p:cNvSpPr>
            <a:spLocks noGrp="1"/>
          </p:cNvSpPr>
          <p:nvPr>
            <p:ph type="sldNum" sz="quarter" idx="4"/>
          </p:nvPr>
        </p:nvSpPr>
        <p:spPr>
          <a:xfrm>
            <a:off x="11049000" y="6400800"/>
            <a:ext cx="990599" cy="457200"/>
          </a:xfrm>
          <a:prstGeom prst="rect">
            <a:avLst/>
          </a:prstGeom>
        </p:spPr>
        <p:txBody>
          <a:bodyPr vert="horz" lIns="91440" tIns="45720" rIns="91440" bIns="45720" rtlCol="0" anchor="ctr"/>
          <a:lstStyle>
            <a:lvl1pPr algn="r" rtl="0">
              <a:defRPr sz="1000" b="1" i="0">
                <a:solidFill>
                  <a:schemeClr val="accent1"/>
                </a:solidFill>
                <a:latin typeface="+mj-lt"/>
                <a:cs typeface="Mongolian Baiti" panose="03000500000000000000" pitchFamily="66" charset="0"/>
              </a:defRPr>
            </a:lvl1pPr>
          </a:lstStyle>
          <a:p>
            <a:pPr rtl="0"/>
            <a:fld id="{AEAA3239-9EA4-4A65-A281-97F994456D9F}" type="slidenum">
              <a:rPr lang="en-US" smtClean="0"/>
              <a:pPr/>
              <a:t>‹N°›</a:t>
            </a:fld>
            <a:endParaRPr lang="en-US" dirty="0"/>
          </a:p>
        </p:txBody>
      </p:sp>
    </p:spTree>
    <p:extLst>
      <p:ext uri="{BB962C8B-B14F-4D97-AF65-F5344CB8AC3E}">
        <p14:creationId xmlns:p14="http://schemas.microsoft.com/office/powerpoint/2010/main" val="2160555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ftr="0" dt="0"/>
  <p:txStyles>
    <p:titleStyle>
      <a:lvl1pPr algn="l" defTabSz="914400" rtl="0" eaLnBrk="1" latinLnBrk="0" hangingPunct="1">
        <a:lnSpc>
          <a:spcPct val="80000"/>
        </a:lnSpc>
        <a:spcBef>
          <a:spcPct val="0"/>
        </a:spcBef>
        <a:buNone/>
        <a:defRPr sz="3600" b="0" i="0" kern="1200" spc="0" baseline="0">
          <a:solidFill>
            <a:schemeClr val="tx1"/>
          </a:solidFill>
          <a:latin typeface="+mj-lt"/>
          <a:ea typeface="+mj-ea"/>
          <a:cs typeface="Mongolian Baiti" panose="03000500000000000000" pitchFamily="66"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584" userDrawn="1">
          <p15:clr>
            <a:srgbClr val="F26B43"/>
          </p15:clr>
        </p15:guide>
        <p15:guide id="26" pos="96" userDrawn="1">
          <p15:clr>
            <a:srgbClr val="F26B43"/>
          </p15:clr>
        </p15:guide>
        <p15:guide id="27" pos="720" userDrawn="1">
          <p15:clr>
            <a:srgbClr val="F26B43"/>
          </p15:clr>
        </p15:guide>
        <p15:guide id="28" pos="6960" userDrawn="1">
          <p15:clr>
            <a:srgbClr val="F26B43"/>
          </p15:clr>
        </p15:guide>
        <p15:guide id="29" orient="horz" pos="4032" userDrawn="1">
          <p15:clr>
            <a:srgbClr val="F26B43"/>
          </p15:clr>
        </p15:guide>
        <p15:guide id="30" orient="horz" pos="432" userDrawn="1">
          <p15:clr>
            <a:srgbClr val="F26B43"/>
          </p15:clr>
        </p15:guide>
        <p15:guide id="31"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5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5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2.sv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1.png"/><Relationship Id="rId7" Type="http://schemas.openxmlformats.org/officeDocument/2006/relationships/diagramQuickStyle" Target="../diagrams/quickStyle1.xml"/><Relationship Id="rId2" Type="http://schemas.openxmlformats.org/officeDocument/2006/relationships/notesSlide" Target="../notesSlides/notesSlide4.xml"/><Relationship Id="rId1" Type="http://schemas.openxmlformats.org/officeDocument/2006/relationships/slideLayout" Target="../slideLayouts/slideLayout5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2.sv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1.png"/><Relationship Id="rId7" Type="http://schemas.openxmlformats.org/officeDocument/2006/relationships/diagramQuickStyle" Target="../diagrams/quickStyle2.xml"/><Relationship Id="rId2" Type="http://schemas.openxmlformats.org/officeDocument/2006/relationships/notesSlide" Target="../notesSlides/notesSlide5.xml"/><Relationship Id="rId1" Type="http://schemas.openxmlformats.org/officeDocument/2006/relationships/slideLayout" Target="../slideLayouts/slideLayout5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2.svg"/><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21.png"/><Relationship Id="rId7" Type="http://schemas.openxmlformats.org/officeDocument/2006/relationships/diagramQuickStyle" Target="../diagrams/quickStyle3.xml"/><Relationship Id="rId2" Type="http://schemas.openxmlformats.org/officeDocument/2006/relationships/notesSlide" Target="../notesSlides/notesSlide6.xml"/><Relationship Id="rId1" Type="http://schemas.openxmlformats.org/officeDocument/2006/relationships/slideLayout" Target="../slideLayouts/slideLayout5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2.svg"/><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21.png"/><Relationship Id="rId7" Type="http://schemas.openxmlformats.org/officeDocument/2006/relationships/diagramQuickStyle" Target="../diagrams/quickStyle4.xml"/><Relationship Id="rId2" Type="http://schemas.openxmlformats.org/officeDocument/2006/relationships/notesSlide" Target="../notesSlides/notesSlide8.xml"/><Relationship Id="rId1" Type="http://schemas.openxmlformats.org/officeDocument/2006/relationships/slideLayout" Target="../slideLayouts/slideLayout51.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22.svg"/><Relationship Id="rId9" Type="http://schemas.microsoft.com/office/2007/relationships/diagramDrawing" Target="../diagrams/drawing4.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21.png"/><Relationship Id="rId7" Type="http://schemas.openxmlformats.org/officeDocument/2006/relationships/diagramQuickStyle" Target="../diagrams/quickStyle5.xml"/><Relationship Id="rId2" Type="http://schemas.openxmlformats.org/officeDocument/2006/relationships/notesSlide" Target="../notesSlides/notesSlide9.xml"/><Relationship Id="rId1" Type="http://schemas.openxmlformats.org/officeDocument/2006/relationships/slideLayout" Target="../slideLayouts/slideLayout51.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22.svg"/><Relationship Id="rId9" Type="http://schemas.microsoft.com/office/2007/relationships/diagramDrawing" Target="../diagrams/drawing5.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21.png"/><Relationship Id="rId7" Type="http://schemas.openxmlformats.org/officeDocument/2006/relationships/diagramQuickStyle" Target="../diagrams/quickStyle6.xml"/><Relationship Id="rId2" Type="http://schemas.openxmlformats.org/officeDocument/2006/relationships/notesSlide" Target="../notesSlides/notesSlide10.xml"/><Relationship Id="rId1" Type="http://schemas.openxmlformats.org/officeDocument/2006/relationships/slideLayout" Target="../slideLayouts/slideLayout51.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22.svg"/><Relationship Id="rId9" Type="http://schemas.microsoft.com/office/2007/relationships/diagramDrawing" Target="../diagrams/drawing6.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21.png"/><Relationship Id="rId7" Type="http://schemas.openxmlformats.org/officeDocument/2006/relationships/diagramQuickStyle" Target="../diagrams/quickStyle7.xml"/><Relationship Id="rId2" Type="http://schemas.openxmlformats.org/officeDocument/2006/relationships/notesSlide" Target="../notesSlides/notesSlide12.xml"/><Relationship Id="rId1" Type="http://schemas.openxmlformats.org/officeDocument/2006/relationships/slideLayout" Target="../slideLayouts/slideLayout51.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22.svg"/><Relationship Id="rId9" Type="http://schemas.microsoft.com/office/2007/relationships/diagramDrawing" Target="../diagrams/drawing7.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image" Target="../media/image21.png"/><Relationship Id="rId7" Type="http://schemas.openxmlformats.org/officeDocument/2006/relationships/diagramQuickStyle" Target="../diagrams/quickStyle8.xml"/><Relationship Id="rId2" Type="http://schemas.openxmlformats.org/officeDocument/2006/relationships/notesSlide" Target="../notesSlides/notesSlide13.xml"/><Relationship Id="rId1" Type="http://schemas.openxmlformats.org/officeDocument/2006/relationships/slideLayout" Target="../slideLayouts/slideLayout51.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22.svg"/><Relationship Id="rId9" Type="http://schemas.microsoft.com/office/2007/relationships/diagramDrawing" Target="../diagrams/drawing8.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image" Target="../media/image21.png"/><Relationship Id="rId7" Type="http://schemas.openxmlformats.org/officeDocument/2006/relationships/diagramQuickStyle" Target="../diagrams/quickStyle9.xml"/><Relationship Id="rId2" Type="http://schemas.openxmlformats.org/officeDocument/2006/relationships/notesSlide" Target="../notesSlides/notesSlide14.xml"/><Relationship Id="rId1" Type="http://schemas.openxmlformats.org/officeDocument/2006/relationships/slideLayout" Target="../slideLayouts/slideLayout51.xml"/><Relationship Id="rId6" Type="http://schemas.openxmlformats.org/officeDocument/2006/relationships/diagramLayout" Target="../diagrams/layout9.xml"/><Relationship Id="rId5" Type="http://schemas.openxmlformats.org/officeDocument/2006/relationships/diagramData" Target="../diagrams/data9.xml"/><Relationship Id="rId4" Type="http://schemas.openxmlformats.org/officeDocument/2006/relationships/image" Target="../media/image22.svg"/><Relationship Id="rId9" Type="http://schemas.microsoft.com/office/2007/relationships/diagramDrawing" Target="../diagrams/drawing9.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21.png"/><Relationship Id="rId7" Type="http://schemas.openxmlformats.org/officeDocument/2006/relationships/diagramQuickStyle" Target="../diagrams/quickStyle10.xml"/><Relationship Id="rId2" Type="http://schemas.openxmlformats.org/officeDocument/2006/relationships/notesSlide" Target="../notesSlides/notesSlide16.xml"/><Relationship Id="rId1" Type="http://schemas.openxmlformats.org/officeDocument/2006/relationships/slideLayout" Target="../slideLayouts/slideLayout51.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22.svg"/><Relationship Id="rId9" Type="http://schemas.microsoft.com/office/2007/relationships/diagramDrawing" Target="../diagrams/drawing10.xml"/></Relationships>
</file>

<file path=ppt/slides/_rels/slide17.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image" Target="../media/image21.png"/><Relationship Id="rId7" Type="http://schemas.openxmlformats.org/officeDocument/2006/relationships/diagramQuickStyle" Target="../diagrams/quickStyle11.xml"/><Relationship Id="rId2" Type="http://schemas.openxmlformats.org/officeDocument/2006/relationships/notesSlide" Target="../notesSlides/notesSlide17.xml"/><Relationship Id="rId1" Type="http://schemas.openxmlformats.org/officeDocument/2006/relationships/slideLayout" Target="../slideLayouts/slideLayout51.xml"/><Relationship Id="rId6" Type="http://schemas.openxmlformats.org/officeDocument/2006/relationships/diagramLayout" Target="../diagrams/layout11.xml"/><Relationship Id="rId5" Type="http://schemas.openxmlformats.org/officeDocument/2006/relationships/diagramData" Target="../diagrams/data11.xml"/><Relationship Id="rId4" Type="http://schemas.openxmlformats.org/officeDocument/2006/relationships/image" Target="../media/image22.svg"/><Relationship Id="rId9" Type="http://schemas.microsoft.com/office/2007/relationships/diagramDrawing" Target="../diagrams/drawing11.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12.xml"/><Relationship Id="rId3" Type="http://schemas.openxmlformats.org/officeDocument/2006/relationships/image" Target="../media/image21.png"/><Relationship Id="rId7" Type="http://schemas.openxmlformats.org/officeDocument/2006/relationships/diagramQuickStyle" Target="../diagrams/quickStyle12.xml"/><Relationship Id="rId2" Type="http://schemas.openxmlformats.org/officeDocument/2006/relationships/notesSlide" Target="../notesSlides/notesSlide18.xml"/><Relationship Id="rId1" Type="http://schemas.openxmlformats.org/officeDocument/2006/relationships/slideLayout" Target="../slideLayouts/slideLayout51.xml"/><Relationship Id="rId6" Type="http://schemas.openxmlformats.org/officeDocument/2006/relationships/diagramLayout" Target="../diagrams/layout12.xml"/><Relationship Id="rId5" Type="http://schemas.openxmlformats.org/officeDocument/2006/relationships/diagramData" Target="../diagrams/data12.xml"/><Relationship Id="rId4" Type="http://schemas.openxmlformats.org/officeDocument/2006/relationships/image" Target="../media/image22.svg"/><Relationship Id="rId9" Type="http://schemas.microsoft.com/office/2007/relationships/diagramDrawing" Target="../diagrams/drawing1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20.xml.rels><?xml version="1.0" encoding="UTF-8" standalone="yes"?>
<Relationships xmlns="http://schemas.openxmlformats.org/package/2006/relationships"><Relationship Id="rId8" Type="http://schemas.openxmlformats.org/officeDocument/2006/relationships/diagramColors" Target="../diagrams/colors13.xml"/><Relationship Id="rId3" Type="http://schemas.openxmlformats.org/officeDocument/2006/relationships/image" Target="../media/image21.png"/><Relationship Id="rId7" Type="http://schemas.openxmlformats.org/officeDocument/2006/relationships/diagramQuickStyle" Target="../diagrams/quickStyle13.xml"/><Relationship Id="rId2" Type="http://schemas.openxmlformats.org/officeDocument/2006/relationships/notesSlide" Target="../notesSlides/notesSlide20.xml"/><Relationship Id="rId1" Type="http://schemas.openxmlformats.org/officeDocument/2006/relationships/slideLayout" Target="../slideLayouts/slideLayout51.xml"/><Relationship Id="rId6" Type="http://schemas.openxmlformats.org/officeDocument/2006/relationships/diagramLayout" Target="../diagrams/layout13.xml"/><Relationship Id="rId5" Type="http://schemas.openxmlformats.org/officeDocument/2006/relationships/diagramData" Target="../diagrams/data13.xml"/><Relationship Id="rId4" Type="http://schemas.openxmlformats.org/officeDocument/2006/relationships/image" Target="../media/image22.svg"/><Relationship Id="rId9" Type="http://schemas.microsoft.com/office/2007/relationships/diagramDrawing" Target="../diagrams/drawing13.xml"/></Relationships>
</file>

<file path=ppt/slides/_rels/slide21.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50.png"/><Relationship Id="rId3" Type="http://schemas.openxmlformats.org/officeDocument/2006/relationships/image" Target="../media/image21.png"/><Relationship Id="rId7" Type="http://schemas.openxmlformats.org/officeDocument/2006/relationships/image" Target="../media/image44.png"/><Relationship Id="rId12" Type="http://schemas.openxmlformats.org/officeDocument/2006/relationships/image" Target="../media/image49.svg"/><Relationship Id="rId2" Type="http://schemas.openxmlformats.org/officeDocument/2006/relationships/notesSlide" Target="../notesSlides/notesSlide21.xml"/><Relationship Id="rId1" Type="http://schemas.openxmlformats.org/officeDocument/2006/relationships/slideLayout" Target="../slideLayouts/slideLayout51.xml"/><Relationship Id="rId6" Type="http://schemas.openxmlformats.org/officeDocument/2006/relationships/image" Target="../media/image43.sv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22.svg"/><Relationship Id="rId9" Type="http://schemas.openxmlformats.org/officeDocument/2006/relationships/image" Target="../media/image46.png"/><Relationship Id="rId14" Type="http://schemas.openxmlformats.org/officeDocument/2006/relationships/image" Target="../media/image51.sv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51.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22.sv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51.xml"/><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22.sv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51.xml"/><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22.sv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51.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22.sv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28.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21.png"/><Relationship Id="rId7"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51.xml"/><Relationship Id="rId6" Type="http://schemas.openxmlformats.org/officeDocument/2006/relationships/image" Target="../media/image61.sv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22.svg"/><Relationship Id="rId9" Type="http://schemas.openxmlformats.org/officeDocument/2006/relationships/image" Target="../media/image64.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30.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21.png"/><Relationship Id="rId7" Type="http://schemas.openxmlformats.org/officeDocument/2006/relationships/image" Target="../media/image68.png"/><Relationship Id="rId2" Type="http://schemas.openxmlformats.org/officeDocument/2006/relationships/notesSlide" Target="../notesSlides/notesSlide30.xml"/><Relationship Id="rId1" Type="http://schemas.openxmlformats.org/officeDocument/2006/relationships/slideLayout" Target="../slideLayouts/slideLayout51.xml"/><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71.svg"/><Relationship Id="rId4" Type="http://schemas.openxmlformats.org/officeDocument/2006/relationships/image" Target="../media/image22.svg"/><Relationship Id="rId9" Type="http://schemas.openxmlformats.org/officeDocument/2006/relationships/image" Target="../media/image70.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51.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C456CE0B-2A3E-44D0-A792-086CFFE474E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visually engaging scene showing a modern workspace with a digital whiteboard displaying various abstract shapes and diagrams, representing creativity and diverse SmartArt types. The setting should be bright and professional, with subtle technology elements and a premium aesthetic. No visible or implied text, letters, or words should appear anywhere in the image. The composition should allow for centered title overlay and convey a sense of imagination and innovation">
            <a:extLst>
              <a:ext uri="{FF2B5EF4-FFF2-40B4-BE49-F238E27FC236}">
                <a16:creationId xmlns:a16="http://schemas.microsoft.com/office/drawing/2014/main" id="{82E37109-D539-4A1F-BD3C-F04598409811}"/>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5" name="Espace réservé du numéro de diapositive 4">
            <a:extLst>
              <a:ext uri="{FF2B5EF4-FFF2-40B4-BE49-F238E27FC236}">
                <a16:creationId xmlns:a16="http://schemas.microsoft.com/office/drawing/2014/main" id="{83B45874-93A3-6486-BB7A-2DEECFD3EB88}"/>
              </a:ext>
            </a:extLst>
          </p:cNvPr>
          <p:cNvSpPr>
            <a:spLocks noGrp="1"/>
          </p:cNvSpPr>
          <p:nvPr>
            <p:ph type="sldNum" sz="quarter" idx="12"/>
          </p:nvPr>
        </p:nvSpPr>
        <p:spPr/>
        <p:txBody>
          <a:bodyPr/>
          <a:lstStyle/>
          <a:p>
            <a:pPr rtl="0"/>
            <a:fld id="{AEAA3239-9EA4-4A65-A281-97F994456D9F}" type="slidenum">
              <a:rPr lang="en-US" smtClean="0"/>
              <a:t>1</a:t>
            </a:fld>
            <a:endParaRPr lang="en-US" dirty="0"/>
          </a:p>
        </p:txBody>
      </p:sp>
      <p:sp>
        <p:nvSpPr>
          <p:cNvPr id="8" name="ZoneTexte 7">
            <a:extLst>
              <a:ext uri="{FF2B5EF4-FFF2-40B4-BE49-F238E27FC236}">
                <a16:creationId xmlns:a16="http://schemas.microsoft.com/office/drawing/2014/main" id="{7BB4F5FC-C8E6-4780-B3D2-A2172081B38B}"/>
              </a:ext>
            </a:extLst>
          </p:cNvPr>
          <p:cNvSpPr txBox="1"/>
          <p:nvPr/>
        </p:nvSpPr>
        <p:spPr>
          <a:xfrm>
            <a:off x="619125" y="757386"/>
            <a:ext cx="4391025" cy="2681882"/>
          </a:xfrm>
          <a:prstGeom prst="rect">
            <a:avLst/>
          </a:prstGeom>
          <a:noFill/>
        </p:spPr>
        <p:txBody>
          <a:bodyPr wrap="square" rtlCol="0">
            <a:normAutofit fontScale="92500" lnSpcReduction="10000"/>
          </a:bodyPr>
          <a:lstStyle/>
          <a:p>
            <a:pPr marL="0" algn="l">
              <a:buNone/>
            </a:pPr>
            <a:r>
              <a:rPr sz="4800" b="0">
                <a:solidFill>
                  <a:srgbClr val="000000"/>
                </a:solidFill>
                <a:effectLst/>
                <a:latin typeface="Mongolian Baiti" panose="03000500000000000000" pitchFamily="66" charset="0"/>
              </a:rPr>
              <a:t>Présentation imaginative: tous les types de SmartArt</a:t>
            </a:r>
            <a:r>
              <a:rPr>
                <a:effectLst/>
              </a:rPr>
              <a:t> </a:t>
            </a:r>
            <a:endParaRPr lang="fr-CA"/>
          </a:p>
        </p:txBody>
      </p:sp>
      <p:sp>
        <p:nvSpPr>
          <p:cNvPr id="9" name="ZoneTexte 8">
            <a:extLst>
              <a:ext uri="{FF2B5EF4-FFF2-40B4-BE49-F238E27FC236}">
                <a16:creationId xmlns:a16="http://schemas.microsoft.com/office/drawing/2014/main" id="{F3817E66-1201-4ACA-B32E-5F65C3C7F1BC}"/>
              </a:ext>
            </a:extLst>
          </p:cNvPr>
          <p:cNvSpPr txBox="1"/>
          <p:nvPr/>
        </p:nvSpPr>
        <p:spPr>
          <a:xfrm>
            <a:off x="619125" y="5696991"/>
            <a:ext cx="4391025" cy="594121"/>
          </a:xfrm>
          <a:prstGeom prst="rect">
            <a:avLst/>
          </a:prstGeom>
          <a:noFill/>
        </p:spPr>
        <p:txBody>
          <a:bodyPr wrap="square" rtlCol="0">
            <a:normAutofit lnSpcReduction="10000"/>
          </a:bodyPr>
          <a:lstStyle/>
          <a:p>
            <a:pPr marL="0" algn="l">
              <a:buNone/>
            </a:pPr>
            <a:r>
              <a:rPr sz="1800" b="0">
                <a:solidFill>
                  <a:srgbClr val="DDA152"/>
                </a:solidFill>
                <a:effectLst/>
                <a:latin typeface="Avenir"/>
              </a:rPr>
              <a:t>Exemples visuels et idées pour une créativité structurée</a:t>
            </a:r>
            <a:r>
              <a:rPr>
                <a:effectLst/>
              </a:rPr>
              <a:t> </a:t>
            </a:r>
            <a:endParaRPr lang="fr-CA"/>
          </a:p>
        </p:txBody>
      </p:sp>
    </p:spTree>
    <p:extLst>
      <p:ext uri="{BB962C8B-B14F-4D97-AF65-F5344CB8AC3E}">
        <p14:creationId xmlns:p14="http://schemas.microsoft.com/office/powerpoint/2010/main" val="137260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B90D5D32-4723-4FF4-A6B3-F34F2107E663}"/>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visually engaging image featuring abstract geometric shapes and interconnected elements, symbolizing organization and structure. The composition should evoke a sense of modernity and clarity, with a clean layout that allows for overlay text. The scene should be professional and dynamic, suitable for a presentation about different SmartArt types in PowerPoint. No visible or implied text, letters, or words should appear anywhere in the image">
            <a:extLst>
              <a:ext uri="{FF2B5EF4-FFF2-40B4-BE49-F238E27FC236}">
                <a16:creationId xmlns:a16="http://schemas.microsoft.com/office/drawing/2014/main" id="{74A5B8D5-97EF-4B45-9A87-6310181EBD29}"/>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5" name="Espace réservé du numéro de diapositive 4">
            <a:extLst>
              <a:ext uri="{FF2B5EF4-FFF2-40B4-BE49-F238E27FC236}">
                <a16:creationId xmlns:a16="http://schemas.microsoft.com/office/drawing/2014/main" id="{4FCD4F83-B4C0-76BF-6797-CF2E64A06A61}"/>
              </a:ext>
            </a:extLst>
          </p:cNvPr>
          <p:cNvSpPr>
            <a:spLocks noGrp="1"/>
          </p:cNvSpPr>
          <p:nvPr>
            <p:ph type="sldNum" sz="quarter" idx="12"/>
          </p:nvPr>
        </p:nvSpPr>
        <p:spPr/>
        <p:txBody>
          <a:bodyPr/>
          <a:lstStyle/>
          <a:p>
            <a:pPr rtl="0"/>
            <a:fld id="{AEAA3239-9EA4-4A65-A281-97F994456D9F}" type="slidenum">
              <a:rPr lang="en-US" smtClean="0"/>
              <a:t>2</a:t>
            </a:fld>
            <a:endParaRPr lang="en-US" dirty="0"/>
          </a:p>
        </p:txBody>
      </p:sp>
      <p:sp>
        <p:nvSpPr>
          <p:cNvPr id="8" name="ZoneTexte 7">
            <a:extLst>
              <a:ext uri="{FF2B5EF4-FFF2-40B4-BE49-F238E27FC236}">
                <a16:creationId xmlns:a16="http://schemas.microsoft.com/office/drawing/2014/main" id="{C63E0651-59B4-48B7-8347-BEDFBFB3A417}"/>
              </a:ext>
            </a:extLst>
          </p:cNvPr>
          <p:cNvSpPr txBox="1"/>
          <p:nvPr/>
        </p:nvSpPr>
        <p:spPr>
          <a:xfrm>
            <a:off x="5343525" y="1343025"/>
            <a:ext cx="6477000" cy="609600"/>
          </a:xfrm>
          <a:prstGeom prst="rect">
            <a:avLst/>
          </a:prstGeom>
          <a:noFill/>
        </p:spPr>
        <p:txBody>
          <a:bodyPr wrap="square" rtlCol="0">
            <a:normAutofit fontScale="85000" lnSpcReduction="20000"/>
          </a:bodyPr>
          <a:lstStyle/>
          <a:p>
            <a:pPr marL="0" algn="l">
              <a:buNone/>
            </a:pPr>
            <a:r>
              <a:rPr sz="4800">
                <a:solidFill>
                  <a:srgbClr val="DDA152"/>
                </a:solidFill>
                <a:effectLst/>
                <a:latin typeface="Mongolian Baiti" panose="03000500000000000000" pitchFamily="66" charset="0"/>
              </a:rPr>
              <a:t>Agenda</a:t>
            </a:r>
            <a:r>
              <a:rPr>
                <a:effectLst/>
              </a:rPr>
              <a:t> </a:t>
            </a:r>
            <a:endParaRPr lang="fr-CA"/>
          </a:p>
        </p:txBody>
      </p:sp>
      <p:sp>
        <p:nvSpPr>
          <p:cNvPr id="9" name="ZoneTexte 8">
            <a:extLst>
              <a:ext uri="{FF2B5EF4-FFF2-40B4-BE49-F238E27FC236}">
                <a16:creationId xmlns:a16="http://schemas.microsoft.com/office/drawing/2014/main" id="{F4AAC302-17ED-4C81-89AE-D37C9E527659}"/>
              </a:ext>
            </a:extLst>
          </p:cNvPr>
          <p:cNvSpPr txBox="1"/>
          <p:nvPr/>
        </p:nvSpPr>
        <p:spPr>
          <a:xfrm>
            <a:off x="5343525" y="2333625"/>
            <a:ext cx="6477000" cy="3482875"/>
          </a:xfrm>
          <a:prstGeom prst="rect">
            <a:avLst/>
          </a:prstGeom>
          <a:noFill/>
        </p:spPr>
        <p:txBody>
          <a:bodyPr wrap="square" rtlCol="0">
            <a:normAutofit/>
          </a:bodyPr>
          <a:lstStyle/>
          <a:p>
            <a:pPr marL="0" algn="l">
              <a:buNone/>
            </a:pPr>
            <a:r>
              <a:rPr sz="2025" b="0">
                <a:solidFill>
                  <a:srgbClr val="000000"/>
                </a:solidFill>
                <a:effectLst/>
                <a:latin typeface="Avenir"/>
              </a:rPr>
              <a:t>• Les SmartArt de type « Liste »</a:t>
            </a:r>
            <a:r>
              <a:rPr>
                <a:effectLst/>
              </a:rPr>
              <a:t> </a:t>
            </a:r>
          </a:p>
          <a:p>
            <a:pPr marL="0" algn="l">
              <a:spcBef>
                <a:spcPts val="1500"/>
              </a:spcBef>
              <a:buNone/>
            </a:pPr>
            <a:r>
              <a:rPr sz="2025" b="0">
                <a:solidFill>
                  <a:srgbClr val="000000"/>
                </a:solidFill>
                <a:effectLst/>
                <a:latin typeface="Avenir"/>
              </a:rPr>
              <a:t>• Les SmartArt de type « Processus »</a:t>
            </a:r>
            <a:r>
              <a:rPr>
                <a:effectLst/>
              </a:rPr>
              <a:t> </a:t>
            </a:r>
          </a:p>
          <a:p>
            <a:pPr marL="0" algn="l">
              <a:spcBef>
                <a:spcPts val="1500"/>
              </a:spcBef>
              <a:buNone/>
            </a:pPr>
            <a:r>
              <a:rPr sz="2025" b="0">
                <a:solidFill>
                  <a:srgbClr val="000000"/>
                </a:solidFill>
                <a:effectLst/>
                <a:latin typeface="Avenir"/>
              </a:rPr>
              <a:t>• Les SmartArt de type « Cycle »</a:t>
            </a:r>
            <a:r>
              <a:rPr>
                <a:effectLst/>
              </a:rPr>
              <a:t> </a:t>
            </a:r>
          </a:p>
          <a:p>
            <a:pPr marL="0" algn="l">
              <a:spcBef>
                <a:spcPts val="1500"/>
              </a:spcBef>
              <a:buNone/>
            </a:pPr>
            <a:r>
              <a:rPr sz="2025" b="0">
                <a:solidFill>
                  <a:srgbClr val="000000"/>
                </a:solidFill>
                <a:effectLst/>
                <a:latin typeface="Avenir"/>
              </a:rPr>
              <a:t>• Les SmartArt de type « Hiérarchie »</a:t>
            </a:r>
            <a:r>
              <a:rPr>
                <a:effectLst/>
              </a:rPr>
              <a:t> </a:t>
            </a:r>
          </a:p>
          <a:p>
            <a:pPr marL="0" algn="l">
              <a:spcBef>
                <a:spcPts val="1500"/>
              </a:spcBef>
              <a:buNone/>
            </a:pPr>
            <a:r>
              <a:rPr sz="2025" b="0">
                <a:solidFill>
                  <a:srgbClr val="000000"/>
                </a:solidFill>
                <a:effectLst/>
                <a:latin typeface="Avenir"/>
              </a:rPr>
              <a:t>• Les SmartArt de type « Relation »</a:t>
            </a:r>
            <a:r>
              <a:rPr>
                <a:effectLst/>
              </a:rPr>
              <a:t> </a:t>
            </a:r>
          </a:p>
          <a:p>
            <a:pPr marL="0" algn="l">
              <a:spcBef>
                <a:spcPts val="1500"/>
              </a:spcBef>
              <a:buNone/>
            </a:pPr>
            <a:r>
              <a:rPr sz="2025" b="0">
                <a:solidFill>
                  <a:srgbClr val="000000"/>
                </a:solidFill>
                <a:effectLst/>
                <a:latin typeface="Avenir"/>
              </a:rPr>
              <a:t>• Les SmartArt de type « Image »</a:t>
            </a:r>
            <a:r>
              <a:rPr>
                <a:effectLst/>
              </a:rPr>
              <a:t> </a:t>
            </a:r>
          </a:p>
          <a:p>
            <a:pPr marL="0" algn="l">
              <a:spcBef>
                <a:spcPts val="1500"/>
              </a:spcBef>
              <a:buNone/>
            </a:pPr>
            <a:r>
              <a:rPr sz="2025" b="0">
                <a:solidFill>
                  <a:srgbClr val="000000"/>
                </a:solidFill>
                <a:effectLst/>
                <a:latin typeface="Avenir"/>
              </a:rPr>
              <a:t>• Les SmartArt de type « Pyramid »</a:t>
            </a:r>
            <a:r>
              <a:rPr>
                <a:effectLst/>
              </a:rPr>
              <a:t> </a:t>
            </a:r>
            <a:endParaRPr lang="fr-CA"/>
          </a:p>
        </p:txBody>
      </p:sp>
    </p:spTree>
    <p:extLst>
      <p:ext uri="{BB962C8B-B14F-4D97-AF65-F5344CB8AC3E}">
        <p14:creationId xmlns:p14="http://schemas.microsoft.com/office/powerpoint/2010/main" val="2572579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85F1F63-CE61-4869-ADEA-C8571325655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DF5AC5D5-F3FD-D6FA-BD57-04D528AE745B}"/>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Les SmartArt de type « Liste »</a:t>
            </a:r>
            <a:r>
              <a:rPr>
                <a:effectLst/>
              </a:rPr>
              <a:t> </a:t>
            </a:r>
            <a:endParaRPr lang="fr-CA"/>
          </a:p>
        </p:txBody>
      </p:sp>
      <p:sp>
        <p:nvSpPr>
          <p:cNvPr id="5" name="Espace réservé du numéro de diapositive 4">
            <a:extLst>
              <a:ext uri="{FF2B5EF4-FFF2-40B4-BE49-F238E27FC236}">
                <a16:creationId xmlns:a16="http://schemas.microsoft.com/office/drawing/2014/main" id="{5B47A4B9-D9EC-07A9-C3CA-F2D8820E3C75}"/>
              </a:ext>
            </a:extLst>
          </p:cNvPr>
          <p:cNvSpPr>
            <a:spLocks noGrp="1"/>
          </p:cNvSpPr>
          <p:nvPr>
            <p:ph type="sldNum" sz="quarter" idx="12"/>
          </p:nvPr>
        </p:nvSpPr>
        <p:spPr/>
        <p:txBody>
          <a:bodyPr/>
          <a:lstStyle/>
          <a:p>
            <a:pPr rtl="0"/>
            <a:fld id="{AEAA3239-9EA4-4A65-A281-97F994456D9F}" type="slidenum">
              <a:rPr lang="en-US" smtClean="0"/>
              <a:t>3</a:t>
            </a:fld>
            <a:endParaRPr lang="en-US" dirty="0"/>
          </a:p>
        </p:txBody>
      </p:sp>
    </p:spTree>
    <p:extLst>
      <p:ext uri="{BB962C8B-B14F-4D97-AF65-F5344CB8AC3E}">
        <p14:creationId xmlns:p14="http://schemas.microsoft.com/office/powerpoint/2010/main" val="648838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7F127AF2-AFC3-4E62-976F-A7F391D77A8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C1D15E66-DC25-3A26-1899-66E958599BFA}"/>
              </a:ext>
            </a:extLst>
          </p:cNvPr>
          <p:cNvSpPr>
            <a:spLocks noGrp="1"/>
          </p:cNvSpPr>
          <p:nvPr>
            <p:ph type="sldNum" sz="quarter" idx="12"/>
          </p:nvPr>
        </p:nvSpPr>
        <p:spPr/>
        <p:txBody>
          <a:bodyPr/>
          <a:lstStyle/>
          <a:p>
            <a:pPr rtl="0"/>
            <a:fld id="{AEAA3239-9EA4-4A65-A281-97F994456D9F}" type="slidenum">
              <a:rPr lang="en-US" smtClean="0"/>
              <a:t>4</a:t>
            </a:fld>
            <a:endParaRPr lang="en-US" dirty="0"/>
          </a:p>
        </p:txBody>
      </p:sp>
      <p:sp>
        <p:nvSpPr>
          <p:cNvPr id="8" name="ZoneTexte 7">
            <a:extLst>
              <a:ext uri="{FF2B5EF4-FFF2-40B4-BE49-F238E27FC236}">
                <a16:creationId xmlns:a16="http://schemas.microsoft.com/office/drawing/2014/main" id="{3977A50E-5247-44B7-A840-8AEE53462CFA}"/>
              </a:ext>
            </a:extLst>
          </p:cNvPr>
          <p:cNvSpPr txBox="1"/>
          <p:nvPr/>
        </p:nvSpPr>
        <p:spPr>
          <a:xfrm>
            <a:off x="7200900"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Présentation d’un SmartArt liste simple</a:t>
            </a:r>
            <a:r>
              <a:rPr>
                <a:effectLst/>
              </a:rPr>
              <a:t> </a:t>
            </a:r>
            <a:endParaRPr lang="fr-CA"/>
          </a:p>
        </p:txBody>
      </p:sp>
      <p:sp>
        <p:nvSpPr>
          <p:cNvPr id="9" name="ZoneTexte 8">
            <a:extLst>
              <a:ext uri="{FF2B5EF4-FFF2-40B4-BE49-F238E27FC236}">
                <a16:creationId xmlns:a16="http://schemas.microsoft.com/office/drawing/2014/main" id="{3AE26C20-13AC-4560-9233-439534D72A23}"/>
              </a:ext>
            </a:extLst>
          </p:cNvPr>
          <p:cNvSpPr txBox="1"/>
          <p:nvPr/>
        </p:nvSpPr>
        <p:spPr>
          <a:xfrm>
            <a:off x="7200900" y="1929705"/>
            <a:ext cx="4391025" cy="228600"/>
          </a:xfrm>
          <a:prstGeom prst="rect">
            <a:avLst/>
          </a:prstGeom>
          <a:noFill/>
        </p:spPr>
        <p:txBody>
          <a:bodyPr wrap="square" rtlCol="0">
            <a:normAutofit fontScale="62500" lnSpcReduction="20000"/>
          </a:bodyPr>
          <a:lstStyle/>
          <a:p>
            <a:pPr marL="0" algn="l">
              <a:buNone/>
            </a:pPr>
            <a:r>
              <a:rPr sz="1500" b="1">
                <a:solidFill>
                  <a:srgbClr val="DDA152"/>
                </a:solidFill>
                <a:effectLst/>
                <a:latin typeface="Avenir"/>
              </a:rPr>
              <a:t>But</a:t>
            </a:r>
            <a:r>
              <a:rPr>
                <a:effectLst/>
              </a:rPr>
              <a:t> </a:t>
            </a:r>
            <a:endParaRPr lang="fr-CA"/>
          </a:p>
        </p:txBody>
      </p:sp>
      <p:sp>
        <p:nvSpPr>
          <p:cNvPr id="10" name="ZoneTexte 9">
            <a:extLst>
              <a:ext uri="{FF2B5EF4-FFF2-40B4-BE49-F238E27FC236}">
                <a16:creationId xmlns:a16="http://schemas.microsoft.com/office/drawing/2014/main" id="{3A2A0D18-99E6-4DCD-8DA9-48EBB9CDC8AF}"/>
              </a:ext>
            </a:extLst>
          </p:cNvPr>
          <p:cNvSpPr txBox="1"/>
          <p:nvPr/>
        </p:nvSpPr>
        <p:spPr>
          <a:xfrm>
            <a:off x="7200900" y="2253555"/>
            <a:ext cx="4391025" cy="470296"/>
          </a:xfrm>
          <a:prstGeom prst="rect">
            <a:avLst/>
          </a:prstGeom>
          <a:noFill/>
        </p:spPr>
        <p:txBody>
          <a:bodyPr wrap="square" rtlCol="0">
            <a:normAutofit/>
          </a:bodyPr>
          <a:lstStyle/>
          <a:p>
            <a:pPr marL="0" marR="0" algn="l">
              <a:spcBef>
                <a:spcPts val="750"/>
              </a:spcBef>
              <a:buNone/>
            </a:pPr>
            <a:r>
              <a:rPr sz="1425" b="0">
                <a:solidFill>
                  <a:srgbClr val="000000"/>
                </a:solidFill>
                <a:effectLst/>
                <a:latin typeface="Avenir"/>
              </a:rPr>
              <a:t>Présenter des points clés de façon claire et ordonnée.</a:t>
            </a:r>
            <a:r>
              <a:rPr>
                <a:effectLst/>
              </a:rPr>
              <a:t> </a:t>
            </a:r>
            <a:endParaRPr lang="fr-CA"/>
          </a:p>
        </p:txBody>
      </p:sp>
      <p:sp>
        <p:nvSpPr>
          <p:cNvPr id="11" name="ZoneTexte 10">
            <a:extLst>
              <a:ext uri="{FF2B5EF4-FFF2-40B4-BE49-F238E27FC236}">
                <a16:creationId xmlns:a16="http://schemas.microsoft.com/office/drawing/2014/main" id="{B93FF5A1-D718-4BB4-A32D-62D61C20FE50}"/>
              </a:ext>
            </a:extLst>
          </p:cNvPr>
          <p:cNvSpPr txBox="1"/>
          <p:nvPr/>
        </p:nvSpPr>
        <p:spPr>
          <a:xfrm>
            <a:off x="7200900" y="2857202"/>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DDA152"/>
                </a:solidFill>
                <a:effectLst/>
                <a:latin typeface="Avenir"/>
              </a:rPr>
              <a:t>Efficacité</a:t>
            </a:r>
            <a:r>
              <a:rPr>
                <a:effectLst/>
              </a:rPr>
              <a:t> </a:t>
            </a:r>
            <a:endParaRPr lang="fr-CA"/>
          </a:p>
        </p:txBody>
      </p:sp>
      <p:sp>
        <p:nvSpPr>
          <p:cNvPr id="12" name="ZoneTexte 11">
            <a:extLst>
              <a:ext uri="{FF2B5EF4-FFF2-40B4-BE49-F238E27FC236}">
                <a16:creationId xmlns:a16="http://schemas.microsoft.com/office/drawing/2014/main" id="{70CE558D-8284-4D1E-9CC2-2D6CE6CD8B5A}"/>
              </a:ext>
            </a:extLst>
          </p:cNvPr>
          <p:cNvSpPr txBox="1"/>
          <p:nvPr/>
        </p:nvSpPr>
        <p:spPr>
          <a:xfrm>
            <a:off x="7200900" y="3181052"/>
            <a:ext cx="4391025" cy="470296"/>
          </a:xfrm>
          <a:prstGeom prst="rect">
            <a:avLst/>
          </a:prstGeom>
          <a:noFill/>
        </p:spPr>
        <p:txBody>
          <a:bodyPr wrap="square" rtlCol="0">
            <a:normAutofit fontScale="92500" lnSpcReduction="20000"/>
          </a:bodyPr>
          <a:lstStyle/>
          <a:p>
            <a:pPr marL="0" marR="0" algn="l">
              <a:spcBef>
                <a:spcPts val="750"/>
              </a:spcBef>
              <a:buNone/>
            </a:pPr>
            <a:r>
              <a:rPr sz="1425" b="0">
                <a:solidFill>
                  <a:srgbClr val="000000"/>
                </a:solidFill>
                <a:effectLst/>
                <a:latin typeface="Avenir"/>
              </a:rPr>
              <a:t>Idéal pour caractéristiques, étapes ou avantages; +20% de lisibilité.</a:t>
            </a:r>
            <a:r>
              <a:rPr>
                <a:effectLst/>
              </a:rPr>
              <a:t> </a:t>
            </a:r>
            <a:endParaRPr lang="fr-CA"/>
          </a:p>
        </p:txBody>
      </p:sp>
      <p:sp>
        <p:nvSpPr>
          <p:cNvPr id="13" name="ZoneTexte 12">
            <a:extLst>
              <a:ext uri="{FF2B5EF4-FFF2-40B4-BE49-F238E27FC236}">
                <a16:creationId xmlns:a16="http://schemas.microsoft.com/office/drawing/2014/main" id="{A5E1013E-2DF8-431A-8C28-D8C1F69FD77E}"/>
              </a:ext>
            </a:extLst>
          </p:cNvPr>
          <p:cNvSpPr txBox="1"/>
          <p:nvPr/>
        </p:nvSpPr>
        <p:spPr>
          <a:xfrm>
            <a:off x="7200900" y="3784699"/>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DDA152"/>
                </a:solidFill>
                <a:effectLst/>
                <a:latin typeface="Avenir"/>
              </a:rPr>
              <a:t>Pourquoi Image + Texte</a:t>
            </a:r>
            <a:r>
              <a:rPr>
                <a:effectLst/>
              </a:rPr>
              <a:t> </a:t>
            </a:r>
            <a:endParaRPr lang="fr-CA"/>
          </a:p>
        </p:txBody>
      </p:sp>
      <p:sp>
        <p:nvSpPr>
          <p:cNvPr id="14" name="ZoneTexte 13">
            <a:extLst>
              <a:ext uri="{FF2B5EF4-FFF2-40B4-BE49-F238E27FC236}">
                <a16:creationId xmlns:a16="http://schemas.microsoft.com/office/drawing/2014/main" id="{0939813D-CC85-4904-A828-E82BC3612678}"/>
              </a:ext>
            </a:extLst>
          </p:cNvPr>
          <p:cNvSpPr txBox="1"/>
          <p:nvPr/>
        </p:nvSpPr>
        <p:spPr>
          <a:xfrm>
            <a:off x="7200900" y="4108549"/>
            <a:ext cx="4391025" cy="470296"/>
          </a:xfrm>
          <a:prstGeom prst="rect">
            <a:avLst/>
          </a:prstGeom>
          <a:noFill/>
        </p:spPr>
        <p:txBody>
          <a:bodyPr wrap="square" rtlCol="0">
            <a:normAutofit fontScale="92500"/>
          </a:bodyPr>
          <a:lstStyle/>
          <a:p>
            <a:pPr marL="0" marR="0" algn="l">
              <a:spcBef>
                <a:spcPts val="750"/>
              </a:spcBef>
              <a:buNone/>
            </a:pPr>
            <a:r>
              <a:rPr sz="1425" b="0">
                <a:solidFill>
                  <a:srgbClr val="000000"/>
                </a:solidFill>
                <a:effectLst/>
                <a:latin typeface="Avenir"/>
              </a:rPr>
              <a:t>Une illustration renforce la compréhension des bullet points.</a:t>
            </a:r>
            <a:r>
              <a:rPr>
                <a:effectLst/>
              </a:rPr>
              <a:t> </a:t>
            </a:r>
            <a:endParaRPr lang="fr-CA"/>
          </a:p>
        </p:txBody>
      </p:sp>
      <p:graphicFrame>
        <p:nvGraphicFramePr>
          <p:cNvPr id="4" name="Espace réservé du contenu 3">
            <a:extLst>
              <a:ext uri="{FF2B5EF4-FFF2-40B4-BE49-F238E27FC236}">
                <a16:creationId xmlns:a16="http://schemas.microsoft.com/office/drawing/2014/main" id="{8580B92F-7C33-9EDD-657F-6F08F96569AE}"/>
              </a:ext>
            </a:extLst>
          </p:cNvPr>
          <p:cNvGraphicFramePr>
            <a:graphicFrameLocks noGrp="1"/>
          </p:cNvGraphicFramePr>
          <p:nvPr>
            <p:ph sz="quarter" idx="16"/>
            <p:extLst>
              <p:ext uri="{D42A27DB-BD31-4B8C-83A1-F6EECF244321}">
                <p14:modId xmlns:p14="http://schemas.microsoft.com/office/powerpoint/2010/main" val="1334258248"/>
              </p:ext>
            </p:extLst>
          </p:nvPr>
        </p:nvGraphicFramePr>
        <p:xfrm>
          <a:off x="1252912" y="1725711"/>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128431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1B5B3D7-178C-4103-9E36-62D265B3105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7DA245C0-EBA8-98D1-1510-AE0AC890E664}"/>
              </a:ext>
            </a:extLst>
          </p:cNvPr>
          <p:cNvSpPr>
            <a:spLocks noGrp="1"/>
          </p:cNvSpPr>
          <p:nvPr>
            <p:ph type="sldNum" sz="quarter" idx="12"/>
          </p:nvPr>
        </p:nvSpPr>
        <p:spPr/>
        <p:txBody>
          <a:bodyPr/>
          <a:lstStyle/>
          <a:p>
            <a:pPr rtl="0"/>
            <a:fld id="{AEAA3239-9EA4-4A65-A281-97F994456D9F}" type="slidenum">
              <a:rPr lang="en-US" smtClean="0"/>
              <a:t>5</a:t>
            </a:fld>
            <a:endParaRPr lang="en-US" dirty="0"/>
          </a:p>
        </p:txBody>
      </p:sp>
      <p:sp>
        <p:nvSpPr>
          <p:cNvPr id="8" name="ZoneTexte 7">
            <a:extLst>
              <a:ext uri="{FF2B5EF4-FFF2-40B4-BE49-F238E27FC236}">
                <a16:creationId xmlns:a16="http://schemas.microsoft.com/office/drawing/2014/main" id="{94338768-9213-4994-A219-3C8E699BFDE1}"/>
              </a:ext>
            </a:extLst>
          </p:cNvPr>
          <p:cNvSpPr txBox="1"/>
          <p:nvPr/>
        </p:nvSpPr>
        <p:spPr>
          <a:xfrm>
            <a:off x="7200900" y="581025"/>
            <a:ext cx="4391025" cy="150867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Illustration d’un SmartArt liste avec des puces</a:t>
            </a:r>
            <a:r>
              <a:rPr>
                <a:effectLst/>
              </a:rPr>
              <a:t> </a:t>
            </a:r>
            <a:endParaRPr lang="fr-CA"/>
          </a:p>
        </p:txBody>
      </p:sp>
      <p:sp>
        <p:nvSpPr>
          <p:cNvPr id="9" name="ZoneTexte 8">
            <a:extLst>
              <a:ext uri="{FF2B5EF4-FFF2-40B4-BE49-F238E27FC236}">
                <a16:creationId xmlns:a16="http://schemas.microsoft.com/office/drawing/2014/main" id="{05362BAC-9E5A-41AA-ACA1-4358AFF60021}"/>
              </a:ext>
            </a:extLst>
          </p:cNvPr>
          <p:cNvSpPr txBox="1"/>
          <p:nvPr/>
        </p:nvSpPr>
        <p:spPr>
          <a:xfrm>
            <a:off x="7200900" y="2432595"/>
            <a:ext cx="4391025" cy="238125"/>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Structuration et mémorisation</a:t>
            </a:r>
            <a:r>
              <a:rPr>
                <a:effectLst/>
              </a:rPr>
              <a:t> </a:t>
            </a:r>
            <a:endParaRPr lang="fr-CA"/>
          </a:p>
        </p:txBody>
      </p:sp>
      <p:sp>
        <p:nvSpPr>
          <p:cNvPr id="10" name="ZoneTexte 9">
            <a:extLst>
              <a:ext uri="{FF2B5EF4-FFF2-40B4-BE49-F238E27FC236}">
                <a16:creationId xmlns:a16="http://schemas.microsoft.com/office/drawing/2014/main" id="{06085F0E-E20A-430F-8047-D6B47E4C0BCE}"/>
              </a:ext>
            </a:extLst>
          </p:cNvPr>
          <p:cNvSpPr txBox="1"/>
          <p:nvPr/>
        </p:nvSpPr>
        <p:spPr>
          <a:xfrm>
            <a:off x="7200900" y="2765970"/>
            <a:ext cx="4391025" cy="1066800"/>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Les puces SmartArt segmentent visuellement chaque élément, améliorant la clarté et la mémorisation jusqu’à 30% selon la psychologie cognitive appliquée.</a:t>
            </a:r>
            <a:r>
              <a:rPr>
                <a:effectLst/>
              </a:rPr>
              <a:t> </a:t>
            </a:r>
            <a:endParaRPr lang="fr-CA"/>
          </a:p>
        </p:txBody>
      </p:sp>
      <p:sp>
        <p:nvSpPr>
          <p:cNvPr id="11" name="ZoneTexte 10">
            <a:extLst>
              <a:ext uri="{FF2B5EF4-FFF2-40B4-BE49-F238E27FC236}">
                <a16:creationId xmlns:a16="http://schemas.microsoft.com/office/drawing/2014/main" id="{FB25F5D0-574A-4922-BCA8-987807BF02F6}"/>
              </a:ext>
            </a:extLst>
          </p:cNvPr>
          <p:cNvSpPr txBox="1"/>
          <p:nvPr/>
        </p:nvSpPr>
        <p:spPr>
          <a:xfrm>
            <a:off x="7200900" y="3985170"/>
            <a:ext cx="4391025" cy="238125"/>
          </a:xfrm>
          <a:prstGeom prst="rect">
            <a:avLst/>
          </a:prstGeom>
          <a:noFill/>
        </p:spPr>
        <p:txBody>
          <a:bodyPr wrap="square" rtlCol="0">
            <a:normAutofit fontScale="62500" lnSpcReduction="20000"/>
          </a:bodyPr>
          <a:lstStyle/>
          <a:p>
            <a:pPr marL="0" algn="l">
              <a:spcBef>
                <a:spcPts val="1200"/>
              </a:spcBef>
              <a:buNone/>
            </a:pPr>
            <a:r>
              <a:rPr sz="1500" b="1">
                <a:solidFill>
                  <a:srgbClr val="000000"/>
                </a:solidFill>
                <a:effectLst/>
                <a:latin typeface="Avenir"/>
              </a:rPr>
              <a:t>Image + Texte : usage</a:t>
            </a:r>
            <a:r>
              <a:rPr>
                <a:effectLst/>
              </a:rPr>
              <a:t> </a:t>
            </a:r>
            <a:endParaRPr lang="fr-CA"/>
          </a:p>
        </p:txBody>
      </p:sp>
      <p:sp>
        <p:nvSpPr>
          <p:cNvPr id="12" name="ZoneTexte 11">
            <a:extLst>
              <a:ext uri="{FF2B5EF4-FFF2-40B4-BE49-F238E27FC236}">
                <a16:creationId xmlns:a16="http://schemas.microsoft.com/office/drawing/2014/main" id="{EBAEE670-CA32-4D8E-8928-08799F230C9B}"/>
              </a:ext>
            </a:extLst>
          </p:cNvPr>
          <p:cNvSpPr txBox="1"/>
          <p:nvPr/>
        </p:nvSpPr>
        <p:spPr>
          <a:xfrm>
            <a:off x="7200900" y="4318545"/>
            <a:ext cx="4391025" cy="800100"/>
          </a:xfrm>
          <a:prstGeom prst="rect">
            <a:avLst/>
          </a:prstGeom>
          <a:noFill/>
        </p:spPr>
        <p:txBody>
          <a:bodyPr wrap="square" rtlCol="0">
            <a:normAutofit lnSpcReduction="10000"/>
          </a:bodyPr>
          <a:lstStyle/>
          <a:p>
            <a:pPr marL="0" marR="0" algn="l">
              <a:spcBef>
                <a:spcPts val="750"/>
              </a:spcBef>
              <a:buNone/>
            </a:pPr>
            <a:r>
              <a:rPr sz="1500" b="0">
                <a:solidFill>
                  <a:srgbClr val="000000"/>
                </a:solidFill>
                <a:effectLst/>
                <a:latin typeface="Avenir"/>
              </a:rPr>
              <a:t>Associer la visualisation des puces au détail textuel facilite la compréhension et montre concrètement la valeur de la mise en forme.</a:t>
            </a:r>
            <a:r>
              <a:rPr>
                <a:effectLst/>
              </a:rPr>
              <a:t> </a:t>
            </a:r>
            <a:endParaRPr lang="fr-CA"/>
          </a:p>
        </p:txBody>
      </p:sp>
      <p:graphicFrame>
        <p:nvGraphicFramePr>
          <p:cNvPr id="4" name="Espace réservé du contenu 3">
            <a:extLst>
              <a:ext uri="{FF2B5EF4-FFF2-40B4-BE49-F238E27FC236}">
                <a16:creationId xmlns:a16="http://schemas.microsoft.com/office/drawing/2014/main" id="{15854ABB-90D7-598D-8F9A-727EB90DC424}"/>
              </a:ext>
            </a:extLst>
          </p:cNvPr>
          <p:cNvGraphicFramePr>
            <a:graphicFrameLocks noGrp="1"/>
          </p:cNvGraphicFramePr>
          <p:nvPr>
            <p:ph sz="quarter" idx="16"/>
            <p:extLst>
              <p:ext uri="{D42A27DB-BD31-4B8C-83A1-F6EECF244321}">
                <p14:modId xmlns:p14="http://schemas.microsoft.com/office/powerpoint/2010/main" val="2498387920"/>
              </p:ext>
            </p:extLst>
          </p:nvPr>
        </p:nvGraphicFramePr>
        <p:xfrm>
          <a:off x="970523" y="1657537"/>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702394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B2BFEB7F-CC03-44A7-AFFD-3FBB5DCCABC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B5E469BF-D40A-85DD-CC20-26E174CFC84C}"/>
              </a:ext>
            </a:extLst>
          </p:cNvPr>
          <p:cNvSpPr>
            <a:spLocks noGrp="1"/>
          </p:cNvSpPr>
          <p:nvPr>
            <p:ph type="sldNum" sz="quarter" idx="12"/>
          </p:nvPr>
        </p:nvSpPr>
        <p:spPr/>
        <p:txBody>
          <a:bodyPr/>
          <a:lstStyle/>
          <a:p>
            <a:pPr rtl="0"/>
            <a:fld id="{AEAA3239-9EA4-4A65-A281-97F994456D9F}" type="slidenum">
              <a:rPr lang="en-US" smtClean="0"/>
              <a:t>6</a:t>
            </a:fld>
            <a:endParaRPr lang="en-US" dirty="0"/>
          </a:p>
        </p:txBody>
      </p:sp>
      <p:sp>
        <p:nvSpPr>
          <p:cNvPr id="8" name="ZoneTexte 7">
            <a:extLst>
              <a:ext uri="{FF2B5EF4-FFF2-40B4-BE49-F238E27FC236}">
                <a16:creationId xmlns:a16="http://schemas.microsoft.com/office/drawing/2014/main" id="{3D4BC04A-CDE8-4D52-8F9B-E4F15403AEA2}"/>
              </a:ext>
            </a:extLst>
          </p:cNvPr>
          <p:cNvSpPr txBox="1"/>
          <p:nvPr/>
        </p:nvSpPr>
        <p:spPr>
          <a:xfrm>
            <a:off x="619125" y="581025"/>
            <a:ext cx="4391025" cy="1508670"/>
          </a:xfrm>
          <a:prstGeom prst="rect">
            <a:avLst/>
          </a:prstGeom>
          <a:noFill/>
        </p:spPr>
        <p:txBody>
          <a:bodyPr wrap="square" rtlCol="0">
            <a:normAutofit fontScale="92500"/>
          </a:bodyPr>
          <a:lstStyle/>
          <a:p>
            <a:pPr marL="0" algn="l">
              <a:buNone/>
            </a:pPr>
            <a:r>
              <a:rPr sz="3600">
                <a:solidFill>
                  <a:srgbClr val="000000"/>
                </a:solidFill>
                <a:effectLst/>
                <a:latin typeface="Mongolian Baiti" panose="03000500000000000000" pitchFamily="66" charset="0"/>
              </a:rPr>
              <a:t>Exemple d’un SmartArt liste verticale</a:t>
            </a:r>
            <a:r>
              <a:rPr>
                <a:effectLst/>
              </a:rPr>
              <a:t> </a:t>
            </a:r>
            <a:endParaRPr lang="fr-CA"/>
          </a:p>
        </p:txBody>
      </p:sp>
      <p:sp>
        <p:nvSpPr>
          <p:cNvPr id="9" name="ZoneTexte 8">
            <a:extLst>
              <a:ext uri="{FF2B5EF4-FFF2-40B4-BE49-F238E27FC236}">
                <a16:creationId xmlns:a16="http://schemas.microsoft.com/office/drawing/2014/main" id="{2BC18445-6762-421A-8C02-41B638E7951C}"/>
              </a:ext>
            </a:extLst>
          </p:cNvPr>
          <p:cNvSpPr txBox="1"/>
          <p:nvPr/>
        </p:nvSpPr>
        <p:spPr>
          <a:xfrm>
            <a:off x="619125" y="2432595"/>
            <a:ext cx="4391025" cy="274290"/>
          </a:xfrm>
          <a:prstGeom prst="rect">
            <a:avLst/>
          </a:prstGeom>
          <a:noFill/>
        </p:spPr>
        <p:txBody>
          <a:bodyPr wrap="square" rtlCol="0">
            <a:normAutofit fontScale="77500" lnSpcReduction="20000"/>
          </a:bodyPr>
          <a:lstStyle/>
          <a:p>
            <a:pPr marL="0" algn="l">
              <a:buNone/>
            </a:pPr>
            <a:r>
              <a:rPr sz="1800" b="1">
                <a:solidFill>
                  <a:srgbClr val="000000"/>
                </a:solidFill>
                <a:effectLst/>
                <a:latin typeface="Avenir"/>
              </a:rPr>
              <a:t>Format et objectif</a:t>
            </a:r>
            <a:r>
              <a:rPr>
                <a:effectLst/>
              </a:rPr>
              <a:t> </a:t>
            </a:r>
            <a:endParaRPr lang="fr-CA"/>
          </a:p>
        </p:txBody>
      </p:sp>
      <p:sp>
        <p:nvSpPr>
          <p:cNvPr id="10" name="ZoneTexte 9">
            <a:extLst>
              <a:ext uri="{FF2B5EF4-FFF2-40B4-BE49-F238E27FC236}">
                <a16:creationId xmlns:a16="http://schemas.microsoft.com/office/drawing/2014/main" id="{D4B06BAC-F74C-4E04-A8B1-D4F820A59A5F}"/>
              </a:ext>
            </a:extLst>
          </p:cNvPr>
          <p:cNvSpPr txBox="1"/>
          <p:nvPr/>
        </p:nvSpPr>
        <p:spPr>
          <a:xfrm>
            <a:off x="619125" y="2802135"/>
            <a:ext cx="4391025" cy="705445"/>
          </a:xfrm>
          <a:prstGeom prst="rect">
            <a:avLst/>
          </a:prstGeom>
          <a:noFill/>
        </p:spPr>
        <p:txBody>
          <a:bodyPr wrap="square" rtlCol="0">
            <a:normAutofit/>
          </a:bodyPr>
          <a:lstStyle/>
          <a:p>
            <a:pPr marL="0" marR="0" algn="l">
              <a:spcBef>
                <a:spcPts val="750"/>
              </a:spcBef>
              <a:buNone/>
            </a:pPr>
            <a:r>
              <a:rPr sz="1425" b="0">
                <a:solidFill>
                  <a:srgbClr val="000000"/>
                </a:solidFill>
                <a:effectLst/>
                <a:latin typeface="Avenir"/>
              </a:rPr>
              <a:t>Disposition verticale séquentielle de haut en bas pour guider le regard et structurer la lecture.</a:t>
            </a:r>
            <a:r>
              <a:rPr>
                <a:effectLst/>
              </a:rPr>
              <a:t> </a:t>
            </a:r>
            <a:endParaRPr lang="fr-CA"/>
          </a:p>
        </p:txBody>
      </p:sp>
      <p:sp>
        <p:nvSpPr>
          <p:cNvPr id="11" name="ZoneTexte 10">
            <a:extLst>
              <a:ext uri="{FF2B5EF4-FFF2-40B4-BE49-F238E27FC236}">
                <a16:creationId xmlns:a16="http://schemas.microsoft.com/office/drawing/2014/main" id="{6A9AF8A1-73DE-4BED-8A1F-A47C49465A4E}"/>
              </a:ext>
            </a:extLst>
          </p:cNvPr>
          <p:cNvSpPr txBox="1"/>
          <p:nvPr/>
        </p:nvSpPr>
        <p:spPr>
          <a:xfrm>
            <a:off x="619125" y="3640931"/>
            <a:ext cx="4391025" cy="274290"/>
          </a:xfrm>
          <a:prstGeom prst="rect">
            <a:avLst/>
          </a:prstGeom>
          <a:noFill/>
        </p:spPr>
        <p:txBody>
          <a:bodyPr wrap="square" rtlCol="0">
            <a:normAutofit fontScale="77500" lnSpcReduction="20000"/>
          </a:bodyPr>
          <a:lstStyle/>
          <a:p>
            <a:pPr marL="0" algn="l">
              <a:spcBef>
                <a:spcPts val="1050"/>
              </a:spcBef>
              <a:buNone/>
            </a:pPr>
            <a:r>
              <a:rPr sz="1800" b="1">
                <a:solidFill>
                  <a:srgbClr val="000000"/>
                </a:solidFill>
                <a:effectLst/>
                <a:latin typeface="Avenir"/>
              </a:rPr>
              <a:t>Cas d’usage</a:t>
            </a:r>
            <a:r>
              <a:rPr>
                <a:effectLst/>
              </a:rPr>
              <a:t> </a:t>
            </a:r>
            <a:endParaRPr lang="fr-CA"/>
          </a:p>
        </p:txBody>
      </p:sp>
      <p:sp>
        <p:nvSpPr>
          <p:cNvPr id="12" name="ZoneTexte 11">
            <a:extLst>
              <a:ext uri="{FF2B5EF4-FFF2-40B4-BE49-F238E27FC236}">
                <a16:creationId xmlns:a16="http://schemas.microsoft.com/office/drawing/2014/main" id="{1F79CB8A-B500-4EBC-8831-AE282AEC6C08}"/>
              </a:ext>
            </a:extLst>
          </p:cNvPr>
          <p:cNvSpPr txBox="1"/>
          <p:nvPr/>
        </p:nvSpPr>
        <p:spPr>
          <a:xfrm>
            <a:off x="619125" y="4010471"/>
            <a:ext cx="4391025" cy="470296"/>
          </a:xfrm>
          <a:prstGeom prst="rect">
            <a:avLst/>
          </a:prstGeom>
          <a:noFill/>
        </p:spPr>
        <p:txBody>
          <a:bodyPr wrap="square" rtlCol="0">
            <a:normAutofit fontScale="92500" lnSpcReduction="20000"/>
          </a:bodyPr>
          <a:lstStyle/>
          <a:p>
            <a:pPr marL="0" marR="0" algn="l">
              <a:spcBef>
                <a:spcPts val="750"/>
              </a:spcBef>
              <a:buNone/>
            </a:pPr>
            <a:r>
              <a:rPr sz="1425" b="0">
                <a:solidFill>
                  <a:srgbClr val="000000"/>
                </a:solidFill>
                <a:effectLst/>
                <a:latin typeface="Avenir"/>
              </a:rPr>
              <a:t>Idéal pour tutoriels, instructions ou processus où l’ordre chronologique est clé.</a:t>
            </a:r>
            <a:r>
              <a:rPr>
                <a:effectLst/>
              </a:rPr>
              <a:t> </a:t>
            </a:r>
            <a:endParaRPr lang="fr-CA"/>
          </a:p>
        </p:txBody>
      </p:sp>
      <p:sp>
        <p:nvSpPr>
          <p:cNvPr id="13" name="ZoneTexte 12">
            <a:extLst>
              <a:ext uri="{FF2B5EF4-FFF2-40B4-BE49-F238E27FC236}">
                <a16:creationId xmlns:a16="http://schemas.microsoft.com/office/drawing/2014/main" id="{83FEAC57-1A86-481E-8135-CCA9A0C58AE6}"/>
              </a:ext>
            </a:extLst>
          </p:cNvPr>
          <p:cNvSpPr txBox="1"/>
          <p:nvPr/>
        </p:nvSpPr>
        <p:spPr>
          <a:xfrm>
            <a:off x="619125" y="4614118"/>
            <a:ext cx="4391025" cy="274290"/>
          </a:xfrm>
          <a:prstGeom prst="rect">
            <a:avLst/>
          </a:prstGeom>
          <a:noFill/>
        </p:spPr>
        <p:txBody>
          <a:bodyPr wrap="square" rtlCol="0">
            <a:normAutofit fontScale="77500" lnSpcReduction="20000"/>
          </a:bodyPr>
          <a:lstStyle/>
          <a:p>
            <a:pPr marL="0" algn="l">
              <a:spcBef>
                <a:spcPts val="1050"/>
              </a:spcBef>
              <a:buNone/>
            </a:pPr>
            <a:r>
              <a:rPr sz="1800" b="1">
                <a:solidFill>
                  <a:srgbClr val="000000"/>
                </a:solidFill>
                <a:effectLst/>
                <a:latin typeface="Avenir"/>
              </a:rPr>
              <a:t>Bénéfices</a:t>
            </a:r>
            <a:r>
              <a:rPr>
                <a:effectLst/>
              </a:rPr>
              <a:t> </a:t>
            </a:r>
            <a:endParaRPr lang="fr-CA"/>
          </a:p>
        </p:txBody>
      </p:sp>
      <p:sp>
        <p:nvSpPr>
          <p:cNvPr id="14" name="ZoneTexte 13">
            <a:extLst>
              <a:ext uri="{FF2B5EF4-FFF2-40B4-BE49-F238E27FC236}">
                <a16:creationId xmlns:a16="http://schemas.microsoft.com/office/drawing/2014/main" id="{794C91D2-99A2-4315-ACF8-6AB616362E89}"/>
              </a:ext>
            </a:extLst>
          </p:cNvPr>
          <p:cNvSpPr txBox="1"/>
          <p:nvPr/>
        </p:nvSpPr>
        <p:spPr>
          <a:xfrm>
            <a:off x="619125" y="4983658"/>
            <a:ext cx="4391025" cy="470296"/>
          </a:xfrm>
          <a:prstGeom prst="rect">
            <a:avLst/>
          </a:prstGeom>
          <a:noFill/>
        </p:spPr>
        <p:txBody>
          <a:bodyPr wrap="square" rtlCol="0">
            <a:normAutofit fontScale="92500" lnSpcReduction="20000"/>
          </a:bodyPr>
          <a:lstStyle/>
          <a:p>
            <a:pPr marL="0" marR="0" algn="l">
              <a:spcBef>
                <a:spcPts val="750"/>
              </a:spcBef>
              <a:buNone/>
            </a:pPr>
            <a:r>
              <a:rPr sz="1425" b="0">
                <a:solidFill>
                  <a:srgbClr val="000000"/>
                </a:solidFill>
                <a:effectLst/>
                <a:latin typeface="Avenir"/>
              </a:rPr>
              <a:t>Améliore le flux d’attention et la rétention grâce à l’association image + texte.</a:t>
            </a:r>
            <a:r>
              <a:rPr>
                <a:effectLst/>
              </a:rPr>
              <a:t> </a:t>
            </a:r>
            <a:endParaRPr lang="fr-CA"/>
          </a:p>
        </p:txBody>
      </p:sp>
      <p:graphicFrame>
        <p:nvGraphicFramePr>
          <p:cNvPr id="4" name="Espace réservé du contenu 3">
            <a:extLst>
              <a:ext uri="{FF2B5EF4-FFF2-40B4-BE49-F238E27FC236}">
                <a16:creationId xmlns:a16="http://schemas.microsoft.com/office/drawing/2014/main" id="{8F879A4B-5672-770D-3E4A-47EEEBAD8A33}"/>
              </a:ext>
            </a:extLst>
          </p:cNvPr>
          <p:cNvGraphicFramePr>
            <a:graphicFrameLocks noGrp="1"/>
          </p:cNvGraphicFramePr>
          <p:nvPr>
            <p:ph sz="quarter" idx="16"/>
            <p:extLst>
              <p:ext uri="{D42A27DB-BD31-4B8C-83A1-F6EECF244321}">
                <p14:modId xmlns:p14="http://schemas.microsoft.com/office/powerpoint/2010/main" val="234509319"/>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564956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A77C0C58-6E22-4470-BFF3-725EE67A70A3}"/>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F491E699-DF1C-B0C6-4259-12A4B39CFB0D}"/>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Les SmartArt de type « Processus »</a:t>
            </a:r>
            <a:r>
              <a:rPr>
                <a:effectLst/>
              </a:rPr>
              <a:t> </a:t>
            </a:r>
            <a:endParaRPr lang="fr-CA"/>
          </a:p>
        </p:txBody>
      </p:sp>
      <p:sp>
        <p:nvSpPr>
          <p:cNvPr id="5" name="Espace réservé du numéro de diapositive 4">
            <a:extLst>
              <a:ext uri="{FF2B5EF4-FFF2-40B4-BE49-F238E27FC236}">
                <a16:creationId xmlns:a16="http://schemas.microsoft.com/office/drawing/2014/main" id="{F1C96122-C100-2C77-5DC5-D3760C998E4E}"/>
              </a:ext>
            </a:extLst>
          </p:cNvPr>
          <p:cNvSpPr>
            <a:spLocks noGrp="1"/>
          </p:cNvSpPr>
          <p:nvPr>
            <p:ph type="sldNum" sz="quarter" idx="12"/>
          </p:nvPr>
        </p:nvSpPr>
        <p:spPr/>
        <p:txBody>
          <a:bodyPr/>
          <a:lstStyle/>
          <a:p>
            <a:pPr rtl="0"/>
            <a:fld id="{AEAA3239-9EA4-4A65-A281-97F994456D9F}" type="slidenum">
              <a:rPr lang="en-US" smtClean="0"/>
              <a:t>7</a:t>
            </a:fld>
            <a:endParaRPr lang="en-US" dirty="0"/>
          </a:p>
        </p:txBody>
      </p:sp>
    </p:spTree>
    <p:extLst>
      <p:ext uri="{BB962C8B-B14F-4D97-AF65-F5344CB8AC3E}">
        <p14:creationId xmlns:p14="http://schemas.microsoft.com/office/powerpoint/2010/main" val="1309683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3071D29-921D-4239-91D9-D916C5763E2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104EFD56-5870-D4AB-D1A7-4DEE6E736C00}"/>
              </a:ext>
            </a:extLst>
          </p:cNvPr>
          <p:cNvSpPr>
            <a:spLocks noGrp="1"/>
          </p:cNvSpPr>
          <p:nvPr>
            <p:ph sz="quarter" idx="16"/>
          </p:nvPr>
        </p:nvSpPr>
        <p:spPr>
          <a:xfrm>
            <a:off x="619125" y="581025"/>
            <a:ext cx="10972800" cy="670470"/>
          </a:xfrm>
        </p:spPr>
        <p:txBody>
          <a:bodyPr>
            <a:normAutofit fontScale="77500" lnSpcReduction="20000"/>
          </a:bodyPr>
          <a:lstStyle/>
          <a:p>
            <a:pPr marL="0" indent="0" algn="l">
              <a:buNone/>
            </a:pPr>
            <a:r>
              <a:rPr sz="4800">
                <a:solidFill>
                  <a:srgbClr val="000000"/>
                </a:solidFill>
                <a:effectLst/>
                <a:latin typeface="Mongolian Baiti" panose="03000500000000000000" pitchFamily="66" charset="0"/>
              </a:rPr>
              <a:t>Exemple d’un processus linéaire</a:t>
            </a:r>
            <a:r>
              <a:rPr>
                <a:effectLst/>
              </a:rPr>
              <a:t> </a:t>
            </a:r>
            <a:endParaRPr lang="fr-CA"/>
          </a:p>
        </p:txBody>
      </p:sp>
      <p:sp>
        <p:nvSpPr>
          <p:cNvPr id="5" name="Espace réservé du numéro de diapositive 4">
            <a:extLst>
              <a:ext uri="{FF2B5EF4-FFF2-40B4-BE49-F238E27FC236}">
                <a16:creationId xmlns:a16="http://schemas.microsoft.com/office/drawing/2014/main" id="{6DD4DCD5-4B07-8DFC-6981-DD0E767F5B77}"/>
              </a:ext>
            </a:extLst>
          </p:cNvPr>
          <p:cNvSpPr>
            <a:spLocks noGrp="1"/>
          </p:cNvSpPr>
          <p:nvPr>
            <p:ph type="sldNum" sz="quarter" idx="12"/>
          </p:nvPr>
        </p:nvSpPr>
        <p:spPr/>
        <p:txBody>
          <a:bodyPr/>
          <a:lstStyle/>
          <a:p>
            <a:pPr rtl="0"/>
            <a:fld id="{AEAA3239-9EA4-4A65-A281-97F994456D9F}" type="slidenum">
              <a:rPr lang="en-US" smtClean="0"/>
              <a:t>8</a:t>
            </a:fld>
            <a:endParaRPr lang="en-US" dirty="0"/>
          </a:p>
        </p:txBody>
      </p:sp>
      <p:graphicFrame>
        <p:nvGraphicFramePr>
          <p:cNvPr id="2" name="Diagramme 1">
            <a:extLst>
              <a:ext uri="{FF2B5EF4-FFF2-40B4-BE49-F238E27FC236}">
                <a16:creationId xmlns:a16="http://schemas.microsoft.com/office/drawing/2014/main" id="{F4B23060-89EF-0C0D-F869-F7129B632915}"/>
              </a:ext>
            </a:extLst>
          </p:cNvPr>
          <p:cNvGraphicFramePr/>
          <p:nvPr>
            <p:extLst>
              <p:ext uri="{D42A27DB-BD31-4B8C-83A1-F6EECF244321}">
                <p14:modId xmlns:p14="http://schemas.microsoft.com/office/powerpoint/2010/main" val="3036440500"/>
              </p:ext>
            </p:extLst>
          </p:nvPr>
        </p:nvGraphicFramePr>
        <p:xfrm>
          <a:off x="619125" y="2460697"/>
          <a:ext cx="10972799" cy="26760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151045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FDB2E6B-9FC5-45AF-8A63-7B611ECB404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6C59F632-0C48-7FE6-60CC-6634E60A854F}"/>
              </a:ext>
            </a:extLst>
          </p:cNvPr>
          <p:cNvSpPr>
            <a:spLocks noGrp="1"/>
          </p:cNvSpPr>
          <p:nvPr>
            <p:ph sz="quarter" idx="16"/>
          </p:nvPr>
        </p:nvSpPr>
        <p:spPr>
          <a:xfrm>
            <a:off x="619125" y="581025"/>
            <a:ext cx="10972800" cy="670470"/>
          </a:xfrm>
        </p:spPr>
        <p:txBody>
          <a:bodyPr>
            <a:normAutofit fontScale="77500" lnSpcReduction="20000"/>
          </a:bodyPr>
          <a:lstStyle/>
          <a:p>
            <a:pPr marL="0" indent="0" algn="l">
              <a:buNone/>
            </a:pPr>
            <a:r>
              <a:rPr sz="4800">
                <a:solidFill>
                  <a:srgbClr val="000000"/>
                </a:solidFill>
                <a:effectLst/>
                <a:latin typeface="Mongolian Baiti" panose="03000500000000000000" pitchFamily="66" charset="0"/>
              </a:rPr>
              <a:t>Processus séquentiel du projet</a:t>
            </a:r>
            <a:r>
              <a:rPr>
                <a:effectLst/>
              </a:rPr>
              <a:t> </a:t>
            </a:r>
            <a:endParaRPr lang="fr-CA"/>
          </a:p>
        </p:txBody>
      </p:sp>
      <p:sp>
        <p:nvSpPr>
          <p:cNvPr id="5" name="Espace réservé du numéro de diapositive 4">
            <a:extLst>
              <a:ext uri="{FF2B5EF4-FFF2-40B4-BE49-F238E27FC236}">
                <a16:creationId xmlns:a16="http://schemas.microsoft.com/office/drawing/2014/main" id="{B218BD8A-5CE6-A31D-713F-AE6AEB2ED464}"/>
              </a:ext>
            </a:extLst>
          </p:cNvPr>
          <p:cNvSpPr>
            <a:spLocks noGrp="1"/>
          </p:cNvSpPr>
          <p:nvPr>
            <p:ph type="sldNum" sz="quarter" idx="12"/>
          </p:nvPr>
        </p:nvSpPr>
        <p:spPr/>
        <p:txBody>
          <a:bodyPr/>
          <a:lstStyle/>
          <a:p>
            <a:pPr rtl="0"/>
            <a:fld id="{AEAA3239-9EA4-4A65-A281-97F994456D9F}" type="slidenum">
              <a:rPr lang="en-US" smtClean="0"/>
              <a:t>9</a:t>
            </a:fld>
            <a:endParaRPr lang="en-US" dirty="0"/>
          </a:p>
        </p:txBody>
      </p:sp>
      <p:graphicFrame>
        <p:nvGraphicFramePr>
          <p:cNvPr id="3" name="Diagramme 2">
            <a:extLst>
              <a:ext uri="{FF2B5EF4-FFF2-40B4-BE49-F238E27FC236}">
                <a16:creationId xmlns:a16="http://schemas.microsoft.com/office/drawing/2014/main" id="{A59AAB71-9BAB-1E2E-54D3-0022D650226D}"/>
              </a:ext>
            </a:extLst>
          </p:cNvPr>
          <p:cNvGraphicFramePr/>
          <p:nvPr>
            <p:extLst>
              <p:ext uri="{D42A27DB-BD31-4B8C-83A1-F6EECF244321}">
                <p14:modId xmlns:p14="http://schemas.microsoft.com/office/powerpoint/2010/main" val="105070366"/>
              </p:ext>
            </p:extLst>
          </p:nvPr>
        </p:nvGraphicFramePr>
        <p:xfrm>
          <a:off x="619125" y="2460697"/>
          <a:ext cx="10972799" cy="26760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04603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15D6B45-5675-4DA4-B883-C573F05EDEB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31A35397-E2A5-394C-E37B-F56A83888E39}"/>
              </a:ext>
            </a:extLst>
          </p:cNvPr>
          <p:cNvSpPr>
            <a:spLocks noGrp="1"/>
          </p:cNvSpPr>
          <p:nvPr>
            <p:ph sz="quarter" idx="16"/>
          </p:nvPr>
        </p:nvSpPr>
        <p:spPr>
          <a:xfrm>
            <a:off x="619125" y="581025"/>
            <a:ext cx="10972800" cy="670470"/>
          </a:xfrm>
        </p:spPr>
        <p:txBody>
          <a:bodyPr>
            <a:normAutofit fontScale="77500" lnSpcReduction="20000"/>
          </a:bodyPr>
          <a:lstStyle/>
          <a:p>
            <a:pPr marL="0" indent="0" algn="l">
              <a:buNone/>
            </a:pPr>
            <a:r>
              <a:rPr sz="4800">
                <a:solidFill>
                  <a:srgbClr val="000000"/>
                </a:solidFill>
                <a:effectLst/>
                <a:latin typeface="Mongolian Baiti" panose="03000500000000000000" pitchFamily="66" charset="0"/>
              </a:rPr>
              <a:t>Processus cyclique illustré</a:t>
            </a:r>
            <a:r>
              <a:rPr>
                <a:effectLst/>
              </a:rPr>
              <a:t> </a:t>
            </a:r>
            <a:endParaRPr lang="fr-CA"/>
          </a:p>
        </p:txBody>
      </p:sp>
      <p:sp>
        <p:nvSpPr>
          <p:cNvPr id="5" name="Espace réservé du numéro de diapositive 4">
            <a:extLst>
              <a:ext uri="{FF2B5EF4-FFF2-40B4-BE49-F238E27FC236}">
                <a16:creationId xmlns:a16="http://schemas.microsoft.com/office/drawing/2014/main" id="{8383DBB8-92FB-992A-E0E7-CF9881C6720A}"/>
              </a:ext>
            </a:extLst>
          </p:cNvPr>
          <p:cNvSpPr>
            <a:spLocks noGrp="1"/>
          </p:cNvSpPr>
          <p:nvPr>
            <p:ph type="sldNum" sz="quarter" idx="12"/>
          </p:nvPr>
        </p:nvSpPr>
        <p:spPr/>
        <p:txBody>
          <a:bodyPr/>
          <a:lstStyle/>
          <a:p>
            <a:pPr rtl="0"/>
            <a:fld id="{AEAA3239-9EA4-4A65-A281-97F994456D9F}" type="slidenum">
              <a:rPr lang="en-US" smtClean="0"/>
              <a:t>10</a:t>
            </a:fld>
            <a:endParaRPr lang="en-US" dirty="0"/>
          </a:p>
        </p:txBody>
      </p:sp>
      <p:graphicFrame>
        <p:nvGraphicFramePr>
          <p:cNvPr id="2" name="Diagramme 1">
            <a:extLst>
              <a:ext uri="{FF2B5EF4-FFF2-40B4-BE49-F238E27FC236}">
                <a16:creationId xmlns:a16="http://schemas.microsoft.com/office/drawing/2014/main" id="{82070EE6-133C-087E-D5BF-FE684CDEDFEB}"/>
              </a:ext>
            </a:extLst>
          </p:cNvPr>
          <p:cNvGraphicFramePr/>
          <p:nvPr>
            <p:extLst>
              <p:ext uri="{D42A27DB-BD31-4B8C-83A1-F6EECF244321}">
                <p14:modId xmlns:p14="http://schemas.microsoft.com/office/powerpoint/2010/main" val="2713917324"/>
              </p:ext>
            </p:extLst>
          </p:nvPr>
        </p:nvGraphicFramePr>
        <p:xfrm>
          <a:off x="619125" y="2460697"/>
          <a:ext cx="10972799" cy="26760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592146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32D8348F-9E3C-4D7A-8520-C2CDDEEDB0E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06A1F15E-902D-EFC9-790C-AC0C468DAA6F}"/>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Les SmartArt de type « Cycle »</a:t>
            </a:r>
            <a:r>
              <a:rPr>
                <a:effectLst/>
              </a:rPr>
              <a:t> </a:t>
            </a:r>
            <a:endParaRPr lang="fr-CA"/>
          </a:p>
        </p:txBody>
      </p:sp>
      <p:sp>
        <p:nvSpPr>
          <p:cNvPr id="5" name="Espace réservé du numéro de diapositive 4">
            <a:extLst>
              <a:ext uri="{FF2B5EF4-FFF2-40B4-BE49-F238E27FC236}">
                <a16:creationId xmlns:a16="http://schemas.microsoft.com/office/drawing/2014/main" id="{6A0878F0-10A5-A5A6-9CFB-AE5B1EFCA343}"/>
              </a:ext>
            </a:extLst>
          </p:cNvPr>
          <p:cNvSpPr>
            <a:spLocks noGrp="1"/>
          </p:cNvSpPr>
          <p:nvPr>
            <p:ph type="sldNum" sz="quarter" idx="12"/>
          </p:nvPr>
        </p:nvSpPr>
        <p:spPr/>
        <p:txBody>
          <a:bodyPr/>
          <a:lstStyle/>
          <a:p>
            <a:pPr rtl="0"/>
            <a:fld id="{AEAA3239-9EA4-4A65-A281-97F994456D9F}" type="slidenum">
              <a:rPr lang="en-US" smtClean="0"/>
              <a:t>11</a:t>
            </a:fld>
            <a:endParaRPr lang="en-US" dirty="0"/>
          </a:p>
        </p:txBody>
      </p:sp>
    </p:spTree>
    <p:extLst>
      <p:ext uri="{BB962C8B-B14F-4D97-AF65-F5344CB8AC3E}">
        <p14:creationId xmlns:p14="http://schemas.microsoft.com/office/powerpoint/2010/main" val="2372080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FF76934-E0D9-4667-98C7-8B1AF708CD5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1BF27814-151D-7361-3031-AB6A42DBFF80}"/>
              </a:ext>
            </a:extLst>
          </p:cNvPr>
          <p:cNvSpPr>
            <a:spLocks noGrp="1"/>
          </p:cNvSpPr>
          <p:nvPr>
            <p:ph type="sldNum" sz="quarter" idx="12"/>
          </p:nvPr>
        </p:nvSpPr>
        <p:spPr/>
        <p:txBody>
          <a:bodyPr/>
          <a:lstStyle/>
          <a:p>
            <a:pPr rtl="0"/>
            <a:fld id="{AEAA3239-9EA4-4A65-A281-97F994456D9F}" type="slidenum">
              <a:rPr lang="en-US" smtClean="0"/>
              <a:t>12</a:t>
            </a:fld>
            <a:endParaRPr lang="en-US" dirty="0"/>
          </a:p>
        </p:txBody>
      </p:sp>
      <p:sp>
        <p:nvSpPr>
          <p:cNvPr id="8" name="ZoneTexte 7">
            <a:extLst>
              <a:ext uri="{FF2B5EF4-FFF2-40B4-BE49-F238E27FC236}">
                <a16:creationId xmlns:a16="http://schemas.microsoft.com/office/drawing/2014/main" id="{040EF9E4-9642-4092-B3F5-A16290C71634}"/>
              </a:ext>
            </a:extLst>
          </p:cNvPr>
          <p:cNvSpPr txBox="1"/>
          <p:nvPr/>
        </p:nvSpPr>
        <p:spPr>
          <a:xfrm>
            <a:off x="619125" y="581025"/>
            <a:ext cx="4391025" cy="502890"/>
          </a:xfrm>
          <a:prstGeom prst="rect">
            <a:avLst/>
          </a:prstGeom>
          <a:noFill/>
        </p:spPr>
        <p:txBody>
          <a:bodyPr wrap="square" rtlCol="0">
            <a:normAutofit fontScale="92500" lnSpcReduction="20000"/>
          </a:bodyPr>
          <a:lstStyle/>
          <a:p>
            <a:pPr marL="0" algn="l">
              <a:buNone/>
            </a:pPr>
            <a:r>
              <a:rPr sz="3600">
                <a:solidFill>
                  <a:srgbClr val="000000"/>
                </a:solidFill>
                <a:effectLst/>
                <a:latin typeface="Mongolian Baiti" panose="03000500000000000000" pitchFamily="66" charset="0"/>
              </a:rPr>
              <a:t>Cycle simple en cercle</a:t>
            </a:r>
            <a:r>
              <a:rPr>
                <a:effectLst/>
              </a:rPr>
              <a:t> </a:t>
            </a:r>
            <a:endParaRPr lang="fr-CA"/>
          </a:p>
        </p:txBody>
      </p:sp>
      <p:sp>
        <p:nvSpPr>
          <p:cNvPr id="9" name="ZoneTexte 8">
            <a:extLst>
              <a:ext uri="{FF2B5EF4-FFF2-40B4-BE49-F238E27FC236}">
                <a16:creationId xmlns:a16="http://schemas.microsoft.com/office/drawing/2014/main" id="{0A304368-5132-4EDA-8A21-661ED0901A75}"/>
              </a:ext>
            </a:extLst>
          </p:cNvPr>
          <p:cNvSpPr txBox="1"/>
          <p:nvPr/>
        </p:nvSpPr>
        <p:spPr>
          <a:xfrm>
            <a:off x="619125" y="1426815"/>
            <a:ext cx="4391025" cy="217140"/>
          </a:xfrm>
          <a:prstGeom prst="rect">
            <a:avLst/>
          </a:prstGeom>
          <a:noFill/>
        </p:spPr>
        <p:txBody>
          <a:bodyPr wrap="square" rtlCol="0">
            <a:normAutofit fontScale="55000" lnSpcReduction="20000"/>
          </a:bodyPr>
          <a:lstStyle/>
          <a:p>
            <a:pPr marL="0" algn="l">
              <a:buNone/>
            </a:pPr>
            <a:r>
              <a:rPr sz="1425" b="1">
                <a:solidFill>
                  <a:srgbClr val="000000"/>
                </a:solidFill>
                <a:effectLst/>
                <a:latin typeface="Avenir"/>
              </a:rPr>
              <a:t>Définition</a:t>
            </a:r>
            <a:r>
              <a:rPr>
                <a:effectLst/>
              </a:rPr>
              <a:t> </a:t>
            </a:r>
            <a:endParaRPr lang="fr-CA"/>
          </a:p>
        </p:txBody>
      </p:sp>
      <p:sp>
        <p:nvSpPr>
          <p:cNvPr id="10" name="ZoneTexte 9">
            <a:extLst>
              <a:ext uri="{FF2B5EF4-FFF2-40B4-BE49-F238E27FC236}">
                <a16:creationId xmlns:a16="http://schemas.microsoft.com/office/drawing/2014/main" id="{69CAB149-A141-4520-AD8A-529AED0190BD}"/>
              </a:ext>
            </a:extLst>
          </p:cNvPr>
          <p:cNvSpPr txBox="1"/>
          <p:nvPr/>
        </p:nvSpPr>
        <p:spPr>
          <a:xfrm>
            <a:off x="619125" y="1739205"/>
            <a:ext cx="4391025" cy="651420"/>
          </a:xfrm>
          <a:prstGeom prst="rect">
            <a:avLst/>
          </a:prstGeom>
          <a:noFill/>
        </p:spPr>
        <p:txBody>
          <a:bodyPr wrap="square" rtlCol="0">
            <a:normAutofit fontScale="92500" lnSpcReduction="20000"/>
          </a:bodyPr>
          <a:lstStyle/>
          <a:p>
            <a:pPr marL="0" marR="0" algn="l">
              <a:spcBef>
                <a:spcPts val="750"/>
              </a:spcBef>
              <a:buNone/>
            </a:pPr>
            <a:r>
              <a:rPr sz="1425" b="0">
                <a:solidFill>
                  <a:srgbClr val="000000"/>
                </a:solidFill>
                <a:effectLst/>
                <a:latin typeface="Avenir"/>
              </a:rPr>
              <a:t>Représente un processus circulaire où chaque étape mène naturellement à la suivante jusqu’au retour au point de départ.</a:t>
            </a:r>
            <a:r>
              <a:rPr>
                <a:effectLst/>
              </a:rPr>
              <a:t> </a:t>
            </a:r>
            <a:endParaRPr lang="fr-CA"/>
          </a:p>
        </p:txBody>
      </p:sp>
      <p:sp>
        <p:nvSpPr>
          <p:cNvPr id="11" name="ZoneTexte 10">
            <a:extLst>
              <a:ext uri="{FF2B5EF4-FFF2-40B4-BE49-F238E27FC236}">
                <a16:creationId xmlns:a16="http://schemas.microsoft.com/office/drawing/2014/main" id="{16216DCA-7CC8-4BD5-9F3E-7B219FB43928}"/>
              </a:ext>
            </a:extLst>
          </p:cNvPr>
          <p:cNvSpPr txBox="1"/>
          <p:nvPr/>
        </p:nvSpPr>
        <p:spPr>
          <a:xfrm>
            <a:off x="619125" y="2485876"/>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000000"/>
                </a:solidFill>
                <a:effectLst/>
                <a:latin typeface="Avenir"/>
              </a:rPr>
              <a:t>Quand l’utiliser</a:t>
            </a:r>
            <a:r>
              <a:rPr>
                <a:effectLst/>
              </a:rPr>
              <a:t> </a:t>
            </a:r>
            <a:endParaRPr lang="fr-CA"/>
          </a:p>
        </p:txBody>
      </p:sp>
      <p:sp>
        <p:nvSpPr>
          <p:cNvPr id="12" name="ZoneTexte 11">
            <a:extLst>
              <a:ext uri="{FF2B5EF4-FFF2-40B4-BE49-F238E27FC236}">
                <a16:creationId xmlns:a16="http://schemas.microsoft.com/office/drawing/2014/main" id="{7F387E72-BDE7-4697-95DD-FA20C56FB040}"/>
              </a:ext>
            </a:extLst>
          </p:cNvPr>
          <p:cNvSpPr txBox="1"/>
          <p:nvPr/>
        </p:nvSpPr>
        <p:spPr>
          <a:xfrm>
            <a:off x="619125" y="2798266"/>
            <a:ext cx="4391025" cy="651420"/>
          </a:xfrm>
          <a:prstGeom prst="rect">
            <a:avLst/>
          </a:prstGeom>
          <a:noFill/>
        </p:spPr>
        <p:txBody>
          <a:bodyPr wrap="square" rtlCol="0">
            <a:normAutofit/>
          </a:bodyPr>
          <a:lstStyle/>
          <a:p>
            <a:pPr marL="0" marR="0" algn="l">
              <a:spcBef>
                <a:spcPts val="750"/>
              </a:spcBef>
              <a:buNone/>
            </a:pPr>
            <a:r>
              <a:rPr sz="1425" b="0">
                <a:solidFill>
                  <a:srgbClr val="000000"/>
                </a:solidFill>
                <a:effectLst/>
                <a:latin typeface="Avenir"/>
              </a:rPr>
              <a:t>Idéal pour expliquer le recyclage, les boucles d’amélioration continue ou les cycles économiques.</a:t>
            </a:r>
            <a:r>
              <a:rPr>
                <a:effectLst/>
              </a:rPr>
              <a:t> </a:t>
            </a:r>
            <a:endParaRPr lang="fr-CA"/>
          </a:p>
        </p:txBody>
      </p:sp>
      <p:sp>
        <p:nvSpPr>
          <p:cNvPr id="13" name="ZoneTexte 12">
            <a:extLst>
              <a:ext uri="{FF2B5EF4-FFF2-40B4-BE49-F238E27FC236}">
                <a16:creationId xmlns:a16="http://schemas.microsoft.com/office/drawing/2014/main" id="{7287F6E6-2217-49B5-9DF9-9B0C39CD18EC}"/>
              </a:ext>
            </a:extLst>
          </p:cNvPr>
          <p:cNvSpPr txBox="1"/>
          <p:nvPr/>
        </p:nvSpPr>
        <p:spPr>
          <a:xfrm>
            <a:off x="619125" y="3544937"/>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000000"/>
                </a:solidFill>
                <a:effectLst/>
                <a:latin typeface="Avenir"/>
              </a:rPr>
              <a:t>Donnée clé</a:t>
            </a:r>
            <a:r>
              <a:rPr>
                <a:effectLst/>
              </a:rPr>
              <a:t> </a:t>
            </a:r>
            <a:endParaRPr lang="fr-CA"/>
          </a:p>
        </p:txBody>
      </p:sp>
      <p:sp>
        <p:nvSpPr>
          <p:cNvPr id="14" name="ZoneTexte 13">
            <a:extLst>
              <a:ext uri="{FF2B5EF4-FFF2-40B4-BE49-F238E27FC236}">
                <a16:creationId xmlns:a16="http://schemas.microsoft.com/office/drawing/2014/main" id="{67DF7C1E-C9FE-453A-AEE9-654344AD29C6}"/>
              </a:ext>
            </a:extLst>
          </p:cNvPr>
          <p:cNvSpPr txBox="1"/>
          <p:nvPr/>
        </p:nvSpPr>
        <p:spPr>
          <a:xfrm>
            <a:off x="619125" y="3857327"/>
            <a:ext cx="4391025" cy="651420"/>
          </a:xfrm>
          <a:prstGeom prst="rect">
            <a:avLst/>
          </a:prstGeom>
          <a:noFill/>
        </p:spPr>
        <p:txBody>
          <a:bodyPr wrap="square" rtlCol="0">
            <a:normAutofit/>
          </a:bodyPr>
          <a:lstStyle/>
          <a:p>
            <a:pPr marL="0" marR="0" algn="l">
              <a:spcBef>
                <a:spcPts val="750"/>
              </a:spcBef>
              <a:buNone/>
            </a:pPr>
            <a:r>
              <a:rPr sz="1425" b="0">
                <a:solidFill>
                  <a:srgbClr val="000000"/>
                </a:solidFill>
                <a:effectLst/>
                <a:latin typeface="Avenir"/>
              </a:rPr>
              <a:t>Les recherches montrent que </a:t>
            </a:r>
            <a:r>
              <a:rPr sz="1425" b="1">
                <a:solidFill>
                  <a:srgbClr val="DDA152"/>
                </a:solidFill>
                <a:effectLst/>
                <a:latin typeface="Avenir"/>
              </a:rPr>
              <a:t>75%</a:t>
            </a:r>
            <a:r>
              <a:rPr sz="1425" b="0">
                <a:solidFill>
                  <a:srgbClr val="000000"/>
                </a:solidFill>
                <a:effectLst/>
                <a:latin typeface="Avenir"/>
              </a:rPr>
              <a:t> des présentations sur des sujets récurrents utilisent ce format.</a:t>
            </a:r>
            <a:r>
              <a:rPr>
                <a:effectLst/>
              </a:rPr>
              <a:t> </a:t>
            </a:r>
            <a:endParaRPr lang="fr-CA"/>
          </a:p>
        </p:txBody>
      </p:sp>
      <p:graphicFrame>
        <p:nvGraphicFramePr>
          <p:cNvPr id="16" name="Espace réservé du contenu 15">
            <a:extLst>
              <a:ext uri="{FF2B5EF4-FFF2-40B4-BE49-F238E27FC236}">
                <a16:creationId xmlns:a16="http://schemas.microsoft.com/office/drawing/2014/main" id="{9FC4EA69-3CD5-6527-79D7-E85D1AECAA43}"/>
              </a:ext>
            </a:extLst>
          </p:cNvPr>
          <p:cNvGraphicFramePr>
            <a:graphicFrameLocks noGrp="1"/>
          </p:cNvGraphicFramePr>
          <p:nvPr>
            <p:ph sz="quarter" idx="16"/>
            <p:extLst>
              <p:ext uri="{D42A27DB-BD31-4B8C-83A1-F6EECF244321}">
                <p14:modId xmlns:p14="http://schemas.microsoft.com/office/powerpoint/2010/main" val="964790156"/>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341774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581C5777-C70C-42E6-9822-8A16BDA849C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CF162D4C-BE03-85A0-ECD4-62FDE0A53D5B}"/>
              </a:ext>
            </a:extLst>
          </p:cNvPr>
          <p:cNvSpPr>
            <a:spLocks noGrp="1"/>
          </p:cNvSpPr>
          <p:nvPr>
            <p:ph type="sldNum" sz="quarter" idx="12"/>
          </p:nvPr>
        </p:nvSpPr>
        <p:spPr/>
        <p:txBody>
          <a:bodyPr/>
          <a:lstStyle/>
          <a:p>
            <a:pPr rtl="0"/>
            <a:fld id="{AEAA3239-9EA4-4A65-A281-97F994456D9F}" type="slidenum">
              <a:rPr lang="en-US" smtClean="0"/>
              <a:t>13</a:t>
            </a:fld>
            <a:endParaRPr lang="en-US" dirty="0"/>
          </a:p>
        </p:txBody>
      </p:sp>
      <p:sp>
        <p:nvSpPr>
          <p:cNvPr id="8" name="ZoneTexte 7">
            <a:extLst>
              <a:ext uri="{FF2B5EF4-FFF2-40B4-BE49-F238E27FC236}">
                <a16:creationId xmlns:a16="http://schemas.microsoft.com/office/drawing/2014/main" id="{F2860BD8-CB39-4DD9-9F86-6C9CA6D916B9}"/>
              </a:ext>
            </a:extLst>
          </p:cNvPr>
          <p:cNvSpPr txBox="1"/>
          <p:nvPr/>
        </p:nvSpPr>
        <p:spPr>
          <a:xfrm>
            <a:off x="619125" y="581025"/>
            <a:ext cx="4391025" cy="502890"/>
          </a:xfrm>
          <a:prstGeom prst="rect">
            <a:avLst/>
          </a:prstGeom>
          <a:noFill/>
        </p:spPr>
        <p:txBody>
          <a:bodyPr wrap="square" rtlCol="0">
            <a:normAutofit fontScale="92500" lnSpcReduction="20000"/>
          </a:bodyPr>
          <a:lstStyle/>
          <a:p>
            <a:pPr marL="0" algn="l">
              <a:buNone/>
            </a:pPr>
            <a:r>
              <a:rPr sz="3600">
                <a:solidFill>
                  <a:srgbClr val="000000"/>
                </a:solidFill>
                <a:effectLst/>
                <a:latin typeface="Mongolian Baiti" panose="03000500000000000000" pitchFamily="66" charset="0"/>
              </a:rPr>
              <a:t>Cycle en spirale</a:t>
            </a:r>
            <a:r>
              <a:rPr>
                <a:effectLst/>
              </a:rPr>
              <a:t> </a:t>
            </a:r>
            <a:endParaRPr lang="fr-CA"/>
          </a:p>
        </p:txBody>
      </p:sp>
      <p:sp>
        <p:nvSpPr>
          <p:cNvPr id="9" name="ZoneTexte 8">
            <a:extLst>
              <a:ext uri="{FF2B5EF4-FFF2-40B4-BE49-F238E27FC236}">
                <a16:creationId xmlns:a16="http://schemas.microsoft.com/office/drawing/2014/main" id="{B6DAF212-3B2F-456C-B058-86B4E1CB5C43}"/>
              </a:ext>
            </a:extLst>
          </p:cNvPr>
          <p:cNvSpPr txBox="1"/>
          <p:nvPr/>
        </p:nvSpPr>
        <p:spPr>
          <a:xfrm>
            <a:off x="619125" y="1426815"/>
            <a:ext cx="4391025" cy="217140"/>
          </a:xfrm>
          <a:prstGeom prst="rect">
            <a:avLst/>
          </a:prstGeom>
          <a:noFill/>
        </p:spPr>
        <p:txBody>
          <a:bodyPr wrap="square" rtlCol="0">
            <a:normAutofit fontScale="55000" lnSpcReduction="20000"/>
          </a:bodyPr>
          <a:lstStyle/>
          <a:p>
            <a:pPr marL="0" algn="l">
              <a:buNone/>
            </a:pPr>
            <a:r>
              <a:rPr sz="1425" b="1">
                <a:solidFill>
                  <a:srgbClr val="DDA152"/>
                </a:solidFill>
                <a:effectLst/>
                <a:latin typeface="Avenir"/>
              </a:rPr>
              <a:t>Concept</a:t>
            </a:r>
            <a:r>
              <a:rPr>
                <a:effectLst/>
              </a:rPr>
              <a:t> </a:t>
            </a:r>
            <a:endParaRPr lang="fr-CA"/>
          </a:p>
        </p:txBody>
      </p:sp>
      <p:sp>
        <p:nvSpPr>
          <p:cNvPr id="10" name="ZoneTexte 9">
            <a:extLst>
              <a:ext uri="{FF2B5EF4-FFF2-40B4-BE49-F238E27FC236}">
                <a16:creationId xmlns:a16="http://schemas.microsoft.com/office/drawing/2014/main" id="{F8BCBCA1-F5C0-4EAA-9606-4FAB581037F4}"/>
              </a:ext>
            </a:extLst>
          </p:cNvPr>
          <p:cNvSpPr txBox="1"/>
          <p:nvPr/>
        </p:nvSpPr>
        <p:spPr>
          <a:xfrm>
            <a:off x="619125" y="1739205"/>
            <a:ext cx="4391025" cy="434280"/>
          </a:xfrm>
          <a:prstGeom prst="rect">
            <a:avLst/>
          </a:prstGeom>
          <a:noFill/>
        </p:spPr>
        <p:txBody>
          <a:bodyPr wrap="square" rtlCol="0">
            <a:normAutofit fontScale="85000" lnSpcReduction="20000"/>
          </a:bodyPr>
          <a:lstStyle/>
          <a:p>
            <a:pPr marL="0" marR="0" algn="l">
              <a:spcBef>
                <a:spcPts val="750"/>
              </a:spcBef>
              <a:buNone/>
            </a:pPr>
            <a:r>
              <a:rPr sz="1425" b="0">
                <a:solidFill>
                  <a:srgbClr val="000000"/>
                </a:solidFill>
                <a:effectLst/>
                <a:latin typeface="Avenir"/>
              </a:rPr>
              <a:t>Une évolution progressive qui s’étend et s’approfondit au fil du temps.</a:t>
            </a:r>
            <a:r>
              <a:rPr>
                <a:effectLst/>
              </a:rPr>
              <a:t> </a:t>
            </a:r>
            <a:endParaRPr lang="fr-CA"/>
          </a:p>
        </p:txBody>
      </p:sp>
      <p:sp>
        <p:nvSpPr>
          <p:cNvPr id="11" name="ZoneTexte 10">
            <a:extLst>
              <a:ext uri="{FF2B5EF4-FFF2-40B4-BE49-F238E27FC236}">
                <a16:creationId xmlns:a16="http://schemas.microsoft.com/office/drawing/2014/main" id="{816162E2-D442-4C91-8F9C-91265C0E31B0}"/>
              </a:ext>
            </a:extLst>
          </p:cNvPr>
          <p:cNvSpPr txBox="1"/>
          <p:nvPr/>
        </p:nvSpPr>
        <p:spPr>
          <a:xfrm>
            <a:off x="619125" y="2268735"/>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DDA152"/>
                </a:solidFill>
                <a:effectLst/>
                <a:latin typeface="Avenir"/>
              </a:rPr>
              <a:t>Usages typiques</a:t>
            </a:r>
            <a:r>
              <a:rPr>
                <a:effectLst/>
              </a:rPr>
              <a:t> </a:t>
            </a:r>
            <a:endParaRPr lang="fr-CA"/>
          </a:p>
        </p:txBody>
      </p:sp>
      <p:sp>
        <p:nvSpPr>
          <p:cNvPr id="12" name="ZoneTexte 11">
            <a:extLst>
              <a:ext uri="{FF2B5EF4-FFF2-40B4-BE49-F238E27FC236}">
                <a16:creationId xmlns:a16="http://schemas.microsoft.com/office/drawing/2014/main" id="{63E33098-B0A5-44DF-AE1C-82C87A096E79}"/>
              </a:ext>
            </a:extLst>
          </p:cNvPr>
          <p:cNvSpPr txBox="1"/>
          <p:nvPr/>
        </p:nvSpPr>
        <p:spPr>
          <a:xfrm>
            <a:off x="619125" y="2581126"/>
            <a:ext cx="4391025" cy="434280"/>
          </a:xfrm>
          <a:prstGeom prst="rect">
            <a:avLst/>
          </a:prstGeom>
          <a:noFill/>
        </p:spPr>
        <p:txBody>
          <a:bodyPr wrap="square" rtlCol="0">
            <a:normAutofit fontScale="85000" lnSpcReduction="20000"/>
          </a:bodyPr>
          <a:lstStyle/>
          <a:p>
            <a:pPr marL="0" marR="0" algn="l">
              <a:spcBef>
                <a:spcPts val="750"/>
              </a:spcBef>
              <a:buNone/>
            </a:pPr>
            <a:r>
              <a:rPr sz="1425" b="0">
                <a:solidFill>
                  <a:srgbClr val="000000"/>
                </a:solidFill>
                <a:effectLst/>
                <a:latin typeface="Avenir"/>
              </a:rPr>
              <a:t>Développement produit, apprentissage continu et amélioration itérative.</a:t>
            </a:r>
            <a:r>
              <a:rPr>
                <a:effectLst/>
              </a:rPr>
              <a:t> </a:t>
            </a:r>
            <a:endParaRPr lang="fr-CA"/>
          </a:p>
        </p:txBody>
      </p:sp>
      <p:sp>
        <p:nvSpPr>
          <p:cNvPr id="13" name="ZoneTexte 12">
            <a:extLst>
              <a:ext uri="{FF2B5EF4-FFF2-40B4-BE49-F238E27FC236}">
                <a16:creationId xmlns:a16="http://schemas.microsoft.com/office/drawing/2014/main" id="{C6EA42FB-753C-4E77-83F5-73D332E3BCFF}"/>
              </a:ext>
            </a:extLst>
          </p:cNvPr>
          <p:cNvSpPr txBox="1"/>
          <p:nvPr/>
        </p:nvSpPr>
        <p:spPr>
          <a:xfrm>
            <a:off x="619125" y="3110656"/>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DDA152"/>
                </a:solidFill>
                <a:effectLst/>
                <a:latin typeface="Avenir"/>
              </a:rPr>
              <a:t>Bénéfices visuels</a:t>
            </a:r>
            <a:r>
              <a:rPr>
                <a:effectLst/>
              </a:rPr>
              <a:t> </a:t>
            </a:r>
            <a:endParaRPr lang="fr-CA"/>
          </a:p>
        </p:txBody>
      </p:sp>
      <p:sp>
        <p:nvSpPr>
          <p:cNvPr id="14" name="ZoneTexte 13">
            <a:extLst>
              <a:ext uri="{FF2B5EF4-FFF2-40B4-BE49-F238E27FC236}">
                <a16:creationId xmlns:a16="http://schemas.microsoft.com/office/drawing/2014/main" id="{D20CCDF6-C082-4511-85E5-C2D6C4054E1B}"/>
              </a:ext>
            </a:extLst>
          </p:cNvPr>
          <p:cNvSpPr txBox="1"/>
          <p:nvPr/>
        </p:nvSpPr>
        <p:spPr>
          <a:xfrm>
            <a:off x="619125" y="3423046"/>
            <a:ext cx="4391025" cy="434280"/>
          </a:xfrm>
          <a:prstGeom prst="rect">
            <a:avLst/>
          </a:prstGeom>
          <a:noFill/>
        </p:spPr>
        <p:txBody>
          <a:bodyPr wrap="square" rtlCol="0">
            <a:normAutofit fontScale="85000" lnSpcReduction="20000"/>
          </a:bodyPr>
          <a:lstStyle/>
          <a:p>
            <a:pPr marL="0" marR="0" algn="l">
              <a:spcBef>
                <a:spcPts val="750"/>
              </a:spcBef>
              <a:buNone/>
            </a:pPr>
            <a:r>
              <a:rPr sz="1425" b="0">
                <a:solidFill>
                  <a:srgbClr val="000000"/>
                </a:solidFill>
                <a:effectLst/>
                <a:latin typeface="Avenir"/>
              </a:rPr>
              <a:t>Représente clairement la croissance, le rythme et l’accumulation de savoirs.</a:t>
            </a:r>
            <a:r>
              <a:rPr>
                <a:effectLst/>
              </a:rPr>
              <a:t> </a:t>
            </a:r>
            <a:endParaRPr lang="fr-CA"/>
          </a:p>
        </p:txBody>
      </p:sp>
      <p:graphicFrame>
        <p:nvGraphicFramePr>
          <p:cNvPr id="4" name="Espace réservé du contenu 3">
            <a:extLst>
              <a:ext uri="{FF2B5EF4-FFF2-40B4-BE49-F238E27FC236}">
                <a16:creationId xmlns:a16="http://schemas.microsoft.com/office/drawing/2014/main" id="{5B0D4CA3-2776-CDD7-C4CF-F81C6297937B}"/>
              </a:ext>
            </a:extLst>
          </p:cNvPr>
          <p:cNvGraphicFramePr>
            <a:graphicFrameLocks noGrp="1"/>
          </p:cNvGraphicFramePr>
          <p:nvPr>
            <p:ph sz="quarter" idx="16"/>
            <p:extLst>
              <p:ext uri="{D42A27DB-BD31-4B8C-83A1-F6EECF244321}">
                <p14:modId xmlns:p14="http://schemas.microsoft.com/office/powerpoint/2010/main" val="571600549"/>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617595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1D31DE21-DA5D-48D9-B13A-CAFB8AE179C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95A62CC1-978C-3153-E38C-75BE2F83E854}"/>
              </a:ext>
            </a:extLst>
          </p:cNvPr>
          <p:cNvSpPr>
            <a:spLocks noGrp="1"/>
          </p:cNvSpPr>
          <p:nvPr>
            <p:ph type="sldNum" sz="quarter" idx="12"/>
          </p:nvPr>
        </p:nvSpPr>
        <p:spPr/>
        <p:txBody>
          <a:bodyPr/>
          <a:lstStyle/>
          <a:p>
            <a:pPr rtl="0"/>
            <a:fld id="{AEAA3239-9EA4-4A65-A281-97F994456D9F}" type="slidenum">
              <a:rPr lang="en-US" smtClean="0"/>
              <a:t>14</a:t>
            </a:fld>
            <a:endParaRPr lang="en-US" dirty="0"/>
          </a:p>
        </p:txBody>
      </p:sp>
      <p:sp>
        <p:nvSpPr>
          <p:cNvPr id="8" name="ZoneTexte 7">
            <a:extLst>
              <a:ext uri="{FF2B5EF4-FFF2-40B4-BE49-F238E27FC236}">
                <a16:creationId xmlns:a16="http://schemas.microsoft.com/office/drawing/2014/main" id="{44C4555E-1FC5-406B-85C3-86DABBFFC1AA}"/>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Cycle en boucle continue</a:t>
            </a:r>
            <a:r>
              <a:rPr>
                <a:effectLst/>
              </a:rPr>
              <a:t> </a:t>
            </a:r>
            <a:endParaRPr lang="fr-CA"/>
          </a:p>
        </p:txBody>
      </p:sp>
      <p:sp>
        <p:nvSpPr>
          <p:cNvPr id="9" name="ZoneTexte 8">
            <a:extLst>
              <a:ext uri="{FF2B5EF4-FFF2-40B4-BE49-F238E27FC236}">
                <a16:creationId xmlns:a16="http://schemas.microsoft.com/office/drawing/2014/main" id="{5E67D350-C0D2-4CD0-A6EA-173AFD295CAF}"/>
              </a:ext>
            </a:extLst>
          </p:cNvPr>
          <p:cNvSpPr txBox="1"/>
          <p:nvPr/>
        </p:nvSpPr>
        <p:spPr>
          <a:xfrm>
            <a:off x="619125" y="1929705"/>
            <a:ext cx="4391025" cy="228600"/>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Uniformité et répétition</a:t>
            </a:r>
            <a:r>
              <a:rPr>
                <a:effectLst/>
              </a:rPr>
              <a:t> </a:t>
            </a:r>
            <a:endParaRPr lang="fr-CA"/>
          </a:p>
        </p:txBody>
      </p:sp>
      <p:sp>
        <p:nvSpPr>
          <p:cNvPr id="10" name="ZoneTexte 9">
            <a:extLst>
              <a:ext uri="{FF2B5EF4-FFF2-40B4-BE49-F238E27FC236}">
                <a16:creationId xmlns:a16="http://schemas.microsoft.com/office/drawing/2014/main" id="{14110587-F723-420C-B0CD-363C76087DBF}"/>
              </a:ext>
            </a:extLst>
          </p:cNvPr>
          <p:cNvSpPr txBox="1"/>
          <p:nvPr/>
        </p:nvSpPr>
        <p:spPr>
          <a:xfrm>
            <a:off x="619125" y="2253555"/>
            <a:ext cx="4391025" cy="742950"/>
          </a:xfrm>
          <a:prstGeom prst="rect">
            <a:avLst/>
          </a:prstGeom>
          <a:noFill/>
        </p:spPr>
        <p:txBody>
          <a:bodyPr wrap="square" rtlCol="0">
            <a:normAutofit/>
          </a:bodyPr>
          <a:lstStyle/>
          <a:p>
            <a:pPr marL="0" algn="l">
              <a:spcBef>
                <a:spcPts val="750"/>
              </a:spcBef>
              <a:buNone/>
            </a:pPr>
            <a:r>
              <a:rPr sz="1500">
                <a:solidFill>
                  <a:srgbClr val="000000"/>
                </a:solidFill>
                <a:effectLst/>
                <a:latin typeface="Avenir"/>
              </a:rPr>
              <a:t>Met en évidence un flux qui ne s’arrête jamais, idéal pour visualiser des processus cycliques.</a:t>
            </a:r>
            <a:r>
              <a:rPr>
                <a:effectLst/>
              </a:rPr>
              <a:t> </a:t>
            </a:r>
            <a:endParaRPr lang="fr-CA"/>
          </a:p>
        </p:txBody>
      </p:sp>
      <p:sp>
        <p:nvSpPr>
          <p:cNvPr id="11" name="ZoneTexte 10">
            <a:extLst>
              <a:ext uri="{FF2B5EF4-FFF2-40B4-BE49-F238E27FC236}">
                <a16:creationId xmlns:a16="http://schemas.microsoft.com/office/drawing/2014/main" id="{FFD09388-CCE1-462A-9074-304F84CA1167}"/>
              </a:ext>
            </a:extLst>
          </p:cNvPr>
          <p:cNvSpPr txBox="1"/>
          <p:nvPr/>
        </p:nvSpPr>
        <p:spPr>
          <a:xfrm>
            <a:off x="619125" y="3091755"/>
            <a:ext cx="4391025" cy="228600"/>
          </a:xfrm>
          <a:prstGeom prst="rect">
            <a:avLst/>
          </a:prstGeom>
          <a:noFill/>
        </p:spPr>
        <p:txBody>
          <a:bodyPr wrap="square" rtlCol="0">
            <a:normAutofit fontScale="62500" lnSpcReduction="20000"/>
          </a:bodyPr>
          <a:lstStyle/>
          <a:p>
            <a:pPr marL="0" algn="l">
              <a:spcBef>
                <a:spcPts val="750"/>
              </a:spcBef>
              <a:buNone/>
            </a:pPr>
            <a:r>
              <a:rPr sz="1500" b="1">
                <a:solidFill>
                  <a:srgbClr val="000000"/>
                </a:solidFill>
                <a:effectLst/>
                <a:latin typeface="Avenir"/>
              </a:rPr>
              <a:t>Usages typiques</a:t>
            </a:r>
            <a:r>
              <a:rPr>
                <a:effectLst/>
              </a:rPr>
              <a:t> </a:t>
            </a:r>
            <a:endParaRPr lang="fr-CA"/>
          </a:p>
        </p:txBody>
      </p:sp>
      <p:sp>
        <p:nvSpPr>
          <p:cNvPr id="12" name="ZoneTexte 11">
            <a:extLst>
              <a:ext uri="{FF2B5EF4-FFF2-40B4-BE49-F238E27FC236}">
                <a16:creationId xmlns:a16="http://schemas.microsoft.com/office/drawing/2014/main" id="{A789B1F1-FF50-4AE0-9824-349B126BB411}"/>
              </a:ext>
            </a:extLst>
          </p:cNvPr>
          <p:cNvSpPr txBox="1"/>
          <p:nvPr/>
        </p:nvSpPr>
        <p:spPr>
          <a:xfrm>
            <a:off x="619125" y="3415605"/>
            <a:ext cx="4391025" cy="495300"/>
          </a:xfrm>
          <a:prstGeom prst="rect">
            <a:avLst/>
          </a:prstGeom>
          <a:noFill/>
        </p:spPr>
        <p:txBody>
          <a:bodyPr wrap="square" rtlCol="0">
            <a:normAutofit fontScale="92500" lnSpcReduction="20000"/>
          </a:bodyPr>
          <a:lstStyle/>
          <a:p>
            <a:pPr marL="0" algn="l">
              <a:spcBef>
                <a:spcPts val="750"/>
              </a:spcBef>
              <a:buNone/>
            </a:pPr>
            <a:r>
              <a:rPr sz="1500">
                <a:solidFill>
                  <a:srgbClr val="000000"/>
                </a:solidFill>
                <a:effectLst/>
                <a:latin typeface="Avenir"/>
              </a:rPr>
              <a:t>Gestion de la qualité, opérations industrielles et workflows continus.</a:t>
            </a:r>
            <a:r>
              <a:rPr>
                <a:effectLst/>
              </a:rPr>
              <a:t> </a:t>
            </a:r>
            <a:endParaRPr lang="fr-CA"/>
          </a:p>
        </p:txBody>
      </p:sp>
      <p:sp>
        <p:nvSpPr>
          <p:cNvPr id="13" name="ZoneTexte 12">
            <a:extLst>
              <a:ext uri="{FF2B5EF4-FFF2-40B4-BE49-F238E27FC236}">
                <a16:creationId xmlns:a16="http://schemas.microsoft.com/office/drawing/2014/main" id="{ADE5B5B8-8379-4DCF-9FA9-1799EF4BD0DC}"/>
              </a:ext>
            </a:extLst>
          </p:cNvPr>
          <p:cNvSpPr txBox="1"/>
          <p:nvPr/>
        </p:nvSpPr>
        <p:spPr>
          <a:xfrm>
            <a:off x="619125" y="4006155"/>
            <a:ext cx="4391025" cy="228600"/>
          </a:xfrm>
          <a:prstGeom prst="rect">
            <a:avLst/>
          </a:prstGeom>
          <a:noFill/>
        </p:spPr>
        <p:txBody>
          <a:bodyPr wrap="square" rtlCol="0">
            <a:normAutofit fontScale="62500" lnSpcReduction="20000"/>
          </a:bodyPr>
          <a:lstStyle/>
          <a:p>
            <a:pPr marL="0" algn="l">
              <a:spcBef>
                <a:spcPts val="750"/>
              </a:spcBef>
              <a:buNone/>
            </a:pPr>
            <a:r>
              <a:rPr sz="1500" b="1">
                <a:solidFill>
                  <a:srgbClr val="000000"/>
                </a:solidFill>
                <a:effectLst/>
                <a:latin typeface="Avenir"/>
              </a:rPr>
              <a:t>Pourquoi Image + Texte</a:t>
            </a:r>
            <a:r>
              <a:rPr>
                <a:effectLst/>
              </a:rPr>
              <a:t> </a:t>
            </a:r>
            <a:endParaRPr lang="fr-CA"/>
          </a:p>
        </p:txBody>
      </p:sp>
      <p:sp>
        <p:nvSpPr>
          <p:cNvPr id="14" name="ZoneTexte 13">
            <a:extLst>
              <a:ext uri="{FF2B5EF4-FFF2-40B4-BE49-F238E27FC236}">
                <a16:creationId xmlns:a16="http://schemas.microsoft.com/office/drawing/2014/main" id="{3DA12897-A7F7-4168-827C-A46D4D4CF4C2}"/>
              </a:ext>
            </a:extLst>
          </p:cNvPr>
          <p:cNvSpPr txBox="1"/>
          <p:nvPr/>
        </p:nvSpPr>
        <p:spPr>
          <a:xfrm>
            <a:off x="619125" y="4330005"/>
            <a:ext cx="4391025" cy="495300"/>
          </a:xfrm>
          <a:prstGeom prst="rect">
            <a:avLst/>
          </a:prstGeom>
          <a:noFill/>
        </p:spPr>
        <p:txBody>
          <a:bodyPr wrap="square" rtlCol="0">
            <a:normAutofit fontScale="92500" lnSpcReduction="20000"/>
          </a:bodyPr>
          <a:lstStyle/>
          <a:p>
            <a:pPr marL="0" algn="l">
              <a:spcBef>
                <a:spcPts val="750"/>
              </a:spcBef>
              <a:buNone/>
            </a:pPr>
            <a:r>
              <a:rPr sz="1500">
                <a:solidFill>
                  <a:srgbClr val="000000"/>
                </a:solidFill>
                <a:effectLst/>
                <a:latin typeface="Avenir"/>
              </a:rPr>
              <a:t>L’image ancre la notion de continuité, tandis que le texte clarifie et contextualise.</a:t>
            </a:r>
            <a:r>
              <a:rPr>
                <a:effectLst/>
              </a:rPr>
              <a:t> </a:t>
            </a:r>
            <a:endParaRPr lang="fr-CA"/>
          </a:p>
        </p:txBody>
      </p:sp>
      <p:graphicFrame>
        <p:nvGraphicFramePr>
          <p:cNvPr id="4" name="Espace réservé du contenu 3">
            <a:extLst>
              <a:ext uri="{FF2B5EF4-FFF2-40B4-BE49-F238E27FC236}">
                <a16:creationId xmlns:a16="http://schemas.microsoft.com/office/drawing/2014/main" id="{980C9B50-9C6D-5F6D-F863-78391C6267DF}"/>
              </a:ext>
            </a:extLst>
          </p:cNvPr>
          <p:cNvGraphicFramePr>
            <a:graphicFrameLocks noGrp="1"/>
          </p:cNvGraphicFramePr>
          <p:nvPr>
            <p:ph sz="quarter" idx="16"/>
            <p:extLst>
              <p:ext uri="{D42A27DB-BD31-4B8C-83A1-F6EECF244321}">
                <p14:modId xmlns:p14="http://schemas.microsoft.com/office/powerpoint/2010/main" val="1257776701"/>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29766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D8B5D9CC-2E01-488A-B613-EDDC27A38C6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E44C9618-A536-D412-6233-B563A1E91267}"/>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ctr" fontAlgn="b">
              <a:buNone/>
            </a:pPr>
            <a:r>
              <a:rPr sz="8250">
                <a:solidFill>
                  <a:srgbClr val="000000"/>
                </a:solidFill>
                <a:effectLst/>
                <a:latin typeface="Mongolian Baiti" panose="03000500000000000000" pitchFamily="66" charset="0"/>
              </a:rPr>
              <a:t>Les SmartArt de type « Hiérarchie »</a:t>
            </a:r>
            <a:r>
              <a:rPr>
                <a:effectLst/>
              </a:rPr>
              <a:t> </a:t>
            </a:r>
            <a:endParaRPr lang="fr-CA"/>
          </a:p>
        </p:txBody>
      </p:sp>
      <p:sp>
        <p:nvSpPr>
          <p:cNvPr id="5" name="Espace réservé du numéro de diapositive 4">
            <a:extLst>
              <a:ext uri="{FF2B5EF4-FFF2-40B4-BE49-F238E27FC236}">
                <a16:creationId xmlns:a16="http://schemas.microsoft.com/office/drawing/2014/main" id="{01055E3A-D935-3520-FE03-F4A3E962182B}"/>
              </a:ext>
            </a:extLst>
          </p:cNvPr>
          <p:cNvSpPr>
            <a:spLocks noGrp="1"/>
          </p:cNvSpPr>
          <p:nvPr>
            <p:ph type="sldNum" sz="quarter" idx="12"/>
          </p:nvPr>
        </p:nvSpPr>
        <p:spPr/>
        <p:txBody>
          <a:bodyPr/>
          <a:lstStyle/>
          <a:p>
            <a:pPr rtl="0"/>
            <a:fld id="{AEAA3239-9EA4-4A65-A281-97F994456D9F}" type="slidenum">
              <a:rPr lang="en-US" smtClean="0"/>
              <a:t>15</a:t>
            </a:fld>
            <a:endParaRPr lang="en-US" dirty="0"/>
          </a:p>
        </p:txBody>
      </p:sp>
    </p:spTree>
    <p:extLst>
      <p:ext uri="{BB962C8B-B14F-4D97-AF65-F5344CB8AC3E}">
        <p14:creationId xmlns:p14="http://schemas.microsoft.com/office/powerpoint/2010/main" val="2250164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A51BFCBC-442E-46FC-A95A-1ECD02EE160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D25B4C53-EAF8-6CB8-EB5A-62578EF19D20}"/>
              </a:ext>
            </a:extLst>
          </p:cNvPr>
          <p:cNvSpPr>
            <a:spLocks noGrp="1"/>
          </p:cNvSpPr>
          <p:nvPr>
            <p:ph type="sldNum" sz="quarter" idx="12"/>
          </p:nvPr>
        </p:nvSpPr>
        <p:spPr/>
        <p:txBody>
          <a:bodyPr/>
          <a:lstStyle/>
          <a:p>
            <a:pPr rtl="0"/>
            <a:fld id="{AEAA3239-9EA4-4A65-A281-97F994456D9F}" type="slidenum">
              <a:rPr lang="en-US" smtClean="0"/>
              <a:t>16</a:t>
            </a:fld>
            <a:endParaRPr lang="en-US" dirty="0"/>
          </a:p>
        </p:txBody>
      </p:sp>
      <p:sp>
        <p:nvSpPr>
          <p:cNvPr id="8" name="ZoneTexte 7">
            <a:extLst>
              <a:ext uri="{FF2B5EF4-FFF2-40B4-BE49-F238E27FC236}">
                <a16:creationId xmlns:a16="http://schemas.microsoft.com/office/drawing/2014/main" id="{7A14687D-7950-450C-BDD5-8ED3D8431CF5}"/>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Hiérarchie organisationnelle</a:t>
            </a:r>
            <a:r>
              <a:rPr>
                <a:effectLst/>
              </a:rPr>
              <a:t> </a:t>
            </a:r>
            <a:endParaRPr lang="fr-CA"/>
          </a:p>
        </p:txBody>
      </p:sp>
      <p:sp>
        <p:nvSpPr>
          <p:cNvPr id="9" name="ZoneTexte 8">
            <a:extLst>
              <a:ext uri="{FF2B5EF4-FFF2-40B4-BE49-F238E27FC236}">
                <a16:creationId xmlns:a16="http://schemas.microsoft.com/office/drawing/2014/main" id="{896A70C9-4252-4E6F-9FA0-C2E689DDE305}"/>
              </a:ext>
            </a:extLst>
          </p:cNvPr>
          <p:cNvSpPr txBox="1"/>
          <p:nvPr/>
        </p:nvSpPr>
        <p:spPr>
          <a:xfrm>
            <a:off x="619125" y="1929705"/>
            <a:ext cx="4391025" cy="238125"/>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Visualisation claire de la structure</a:t>
            </a:r>
            <a:r>
              <a:rPr>
                <a:effectLst/>
              </a:rPr>
              <a:t> </a:t>
            </a:r>
            <a:endParaRPr lang="fr-CA"/>
          </a:p>
        </p:txBody>
      </p:sp>
      <p:sp>
        <p:nvSpPr>
          <p:cNvPr id="10" name="ZoneTexte 9">
            <a:extLst>
              <a:ext uri="{FF2B5EF4-FFF2-40B4-BE49-F238E27FC236}">
                <a16:creationId xmlns:a16="http://schemas.microsoft.com/office/drawing/2014/main" id="{670504F6-99A5-40A2-9294-D6EAD6C55C1E}"/>
              </a:ext>
            </a:extLst>
          </p:cNvPr>
          <p:cNvSpPr txBox="1"/>
          <p:nvPr/>
        </p:nvSpPr>
        <p:spPr>
          <a:xfrm>
            <a:off x="619125" y="2263080"/>
            <a:ext cx="4391025" cy="476250"/>
          </a:xfrm>
          <a:prstGeom prst="rect">
            <a:avLst/>
          </a:prstGeom>
          <a:noFill/>
        </p:spPr>
        <p:txBody>
          <a:bodyPr wrap="square" rtlCol="0">
            <a:normAutofit fontScale="92500" lnSpcReduction="20000"/>
          </a:bodyPr>
          <a:lstStyle/>
          <a:p>
            <a:pPr marL="0" algn="l">
              <a:spcBef>
                <a:spcPts val="750"/>
              </a:spcBef>
              <a:buNone/>
            </a:pPr>
            <a:r>
              <a:rPr sz="1500" b="0">
                <a:solidFill>
                  <a:srgbClr val="000000"/>
                </a:solidFill>
                <a:effectLst/>
                <a:latin typeface="Avenir"/>
              </a:rPr>
              <a:t>Les organigrammes rendent visibles les niveaux et relations, réduisant l’ambiguïté.</a:t>
            </a:r>
            <a:r>
              <a:rPr>
                <a:effectLst/>
              </a:rPr>
              <a:t> </a:t>
            </a:r>
            <a:endParaRPr lang="fr-CA"/>
          </a:p>
        </p:txBody>
      </p:sp>
      <p:sp>
        <p:nvSpPr>
          <p:cNvPr id="11" name="ZoneTexte 10">
            <a:extLst>
              <a:ext uri="{FF2B5EF4-FFF2-40B4-BE49-F238E27FC236}">
                <a16:creationId xmlns:a16="http://schemas.microsoft.com/office/drawing/2014/main" id="{00A9F991-711A-42F4-9E0F-CD8D6F60B050}"/>
              </a:ext>
            </a:extLst>
          </p:cNvPr>
          <p:cNvSpPr txBox="1"/>
          <p:nvPr/>
        </p:nvSpPr>
        <p:spPr>
          <a:xfrm>
            <a:off x="619125" y="2872680"/>
            <a:ext cx="4391025" cy="238125"/>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Rôles et responsabilités</a:t>
            </a:r>
            <a:r>
              <a:rPr>
                <a:effectLst/>
              </a:rPr>
              <a:t> </a:t>
            </a:r>
            <a:endParaRPr lang="fr-CA"/>
          </a:p>
        </p:txBody>
      </p:sp>
      <p:sp>
        <p:nvSpPr>
          <p:cNvPr id="12" name="ZoneTexte 11">
            <a:extLst>
              <a:ext uri="{FF2B5EF4-FFF2-40B4-BE49-F238E27FC236}">
                <a16:creationId xmlns:a16="http://schemas.microsoft.com/office/drawing/2014/main" id="{6087E932-6EC7-44B0-B120-C843A4764C99}"/>
              </a:ext>
            </a:extLst>
          </p:cNvPr>
          <p:cNvSpPr txBox="1"/>
          <p:nvPr/>
        </p:nvSpPr>
        <p:spPr>
          <a:xfrm>
            <a:off x="619125" y="3206055"/>
            <a:ext cx="4391025" cy="476250"/>
          </a:xfrm>
          <a:prstGeom prst="rect">
            <a:avLst/>
          </a:prstGeom>
          <a:noFill/>
        </p:spPr>
        <p:txBody>
          <a:bodyPr wrap="square" rtlCol="0">
            <a:normAutofit fontScale="92500" lnSpcReduction="20000"/>
          </a:bodyPr>
          <a:lstStyle/>
          <a:p>
            <a:pPr marL="0" algn="l">
              <a:spcBef>
                <a:spcPts val="750"/>
              </a:spcBef>
              <a:buNone/>
            </a:pPr>
            <a:r>
              <a:rPr sz="1500" b="0">
                <a:solidFill>
                  <a:srgbClr val="000000"/>
                </a:solidFill>
                <a:effectLst/>
                <a:latin typeface="Avenir"/>
              </a:rPr>
              <a:t>Chaque niveau est distingué, clarifiant attentes, périmètres et lignes de reporting.</a:t>
            </a:r>
            <a:r>
              <a:rPr>
                <a:effectLst/>
              </a:rPr>
              <a:t> </a:t>
            </a:r>
            <a:endParaRPr lang="fr-CA"/>
          </a:p>
        </p:txBody>
      </p:sp>
      <p:sp>
        <p:nvSpPr>
          <p:cNvPr id="13" name="ZoneTexte 12">
            <a:extLst>
              <a:ext uri="{FF2B5EF4-FFF2-40B4-BE49-F238E27FC236}">
                <a16:creationId xmlns:a16="http://schemas.microsoft.com/office/drawing/2014/main" id="{222F0622-31FF-4B30-82A8-87AD36DDDC40}"/>
              </a:ext>
            </a:extLst>
          </p:cNvPr>
          <p:cNvSpPr txBox="1"/>
          <p:nvPr/>
        </p:nvSpPr>
        <p:spPr>
          <a:xfrm>
            <a:off x="619125" y="3815655"/>
            <a:ext cx="4391025" cy="238125"/>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Impact sur la productivité</a:t>
            </a:r>
            <a:r>
              <a:rPr>
                <a:effectLst/>
              </a:rPr>
              <a:t> </a:t>
            </a:r>
            <a:endParaRPr lang="fr-CA"/>
          </a:p>
        </p:txBody>
      </p:sp>
      <p:sp>
        <p:nvSpPr>
          <p:cNvPr id="14" name="ZoneTexte 13">
            <a:extLst>
              <a:ext uri="{FF2B5EF4-FFF2-40B4-BE49-F238E27FC236}">
                <a16:creationId xmlns:a16="http://schemas.microsoft.com/office/drawing/2014/main" id="{ACA4C4C5-C759-4294-A526-C0176BFB371E}"/>
              </a:ext>
            </a:extLst>
          </p:cNvPr>
          <p:cNvSpPr txBox="1"/>
          <p:nvPr/>
        </p:nvSpPr>
        <p:spPr>
          <a:xfrm>
            <a:off x="619125" y="4149030"/>
            <a:ext cx="4391025" cy="476250"/>
          </a:xfrm>
          <a:prstGeom prst="rect">
            <a:avLst/>
          </a:prstGeom>
          <a:noFill/>
        </p:spPr>
        <p:txBody>
          <a:bodyPr wrap="square" rtlCol="0">
            <a:normAutofit fontScale="92500" lnSpcReduction="20000"/>
          </a:bodyPr>
          <a:lstStyle/>
          <a:p>
            <a:pPr marL="0" algn="l">
              <a:spcBef>
                <a:spcPts val="750"/>
              </a:spcBef>
              <a:buNone/>
            </a:pPr>
            <a:r>
              <a:rPr sz="1500" b="0">
                <a:solidFill>
                  <a:srgbClr val="000000"/>
                </a:solidFill>
                <a:effectLst/>
                <a:latin typeface="Avenir"/>
              </a:rPr>
              <a:t>Une hiérarchie claire peut accroître la productivité des équipes de 15%.</a:t>
            </a:r>
            <a:r>
              <a:rPr>
                <a:effectLst/>
              </a:rPr>
              <a:t> </a:t>
            </a:r>
            <a:endParaRPr lang="fr-CA"/>
          </a:p>
        </p:txBody>
      </p:sp>
      <p:graphicFrame>
        <p:nvGraphicFramePr>
          <p:cNvPr id="4" name="Espace réservé du contenu 3">
            <a:extLst>
              <a:ext uri="{FF2B5EF4-FFF2-40B4-BE49-F238E27FC236}">
                <a16:creationId xmlns:a16="http://schemas.microsoft.com/office/drawing/2014/main" id="{0F2C2625-67C1-9359-B2FF-090E9CC9654C}"/>
              </a:ext>
            </a:extLst>
          </p:cNvPr>
          <p:cNvGraphicFramePr>
            <a:graphicFrameLocks noGrp="1"/>
          </p:cNvGraphicFramePr>
          <p:nvPr>
            <p:ph sz="quarter" idx="16"/>
            <p:extLst>
              <p:ext uri="{D42A27DB-BD31-4B8C-83A1-F6EECF244321}">
                <p14:modId xmlns:p14="http://schemas.microsoft.com/office/powerpoint/2010/main" val="373089985"/>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101132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C482975E-5299-4618-BB40-B38F21BF940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BB3462BA-D3D2-74BC-579A-33D8B6802192}"/>
              </a:ext>
            </a:extLst>
          </p:cNvPr>
          <p:cNvSpPr>
            <a:spLocks noGrp="1"/>
          </p:cNvSpPr>
          <p:nvPr>
            <p:ph type="sldNum" sz="quarter" idx="12"/>
          </p:nvPr>
        </p:nvSpPr>
        <p:spPr/>
        <p:txBody>
          <a:bodyPr/>
          <a:lstStyle/>
          <a:p>
            <a:pPr rtl="0"/>
            <a:fld id="{AEAA3239-9EA4-4A65-A281-97F994456D9F}" type="slidenum">
              <a:rPr lang="en-US" smtClean="0"/>
              <a:t>17</a:t>
            </a:fld>
            <a:endParaRPr lang="en-US" dirty="0"/>
          </a:p>
        </p:txBody>
      </p:sp>
      <p:sp>
        <p:nvSpPr>
          <p:cNvPr id="8" name="ZoneTexte 7">
            <a:extLst>
              <a:ext uri="{FF2B5EF4-FFF2-40B4-BE49-F238E27FC236}">
                <a16:creationId xmlns:a16="http://schemas.microsoft.com/office/drawing/2014/main" id="{18277545-DCAF-4A48-AD46-C14BF23CC104}"/>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Hiérarchie avec sous-niveaux</a:t>
            </a:r>
            <a:r>
              <a:rPr>
                <a:effectLst/>
              </a:rPr>
              <a:t> </a:t>
            </a:r>
            <a:endParaRPr lang="fr-CA"/>
          </a:p>
        </p:txBody>
      </p:sp>
      <p:sp>
        <p:nvSpPr>
          <p:cNvPr id="9" name="ZoneTexte 8">
            <a:extLst>
              <a:ext uri="{FF2B5EF4-FFF2-40B4-BE49-F238E27FC236}">
                <a16:creationId xmlns:a16="http://schemas.microsoft.com/office/drawing/2014/main" id="{FEBD2266-2C1D-4EB4-AAD3-680DEB61E2A3}"/>
              </a:ext>
            </a:extLst>
          </p:cNvPr>
          <p:cNvSpPr txBox="1"/>
          <p:nvPr/>
        </p:nvSpPr>
        <p:spPr>
          <a:xfrm>
            <a:off x="619125" y="1929705"/>
            <a:ext cx="4391025" cy="228600"/>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Pourquoi des sous-niveaux ?</a:t>
            </a:r>
            <a:r>
              <a:rPr>
                <a:effectLst/>
              </a:rPr>
              <a:t> </a:t>
            </a:r>
            <a:endParaRPr lang="fr-CA"/>
          </a:p>
        </p:txBody>
      </p:sp>
      <p:sp>
        <p:nvSpPr>
          <p:cNvPr id="10" name="ZoneTexte 9">
            <a:extLst>
              <a:ext uri="{FF2B5EF4-FFF2-40B4-BE49-F238E27FC236}">
                <a16:creationId xmlns:a16="http://schemas.microsoft.com/office/drawing/2014/main" id="{BE90171C-09A0-4BD8-BDF5-F716E1EBFF41}"/>
              </a:ext>
            </a:extLst>
          </p:cNvPr>
          <p:cNvSpPr txBox="1"/>
          <p:nvPr/>
        </p:nvSpPr>
        <p:spPr>
          <a:xfrm>
            <a:off x="619125" y="2253555"/>
            <a:ext cx="4391025" cy="742950"/>
          </a:xfrm>
          <a:prstGeom prst="rect">
            <a:avLst/>
          </a:prstGeom>
          <a:noFill/>
        </p:spPr>
        <p:txBody>
          <a:bodyPr wrap="square" rtlCol="0">
            <a:normAutofit/>
          </a:bodyPr>
          <a:lstStyle/>
          <a:p>
            <a:pPr marL="0" algn="l">
              <a:spcBef>
                <a:spcPts val="750"/>
              </a:spcBef>
              <a:buNone/>
            </a:pPr>
            <a:r>
              <a:rPr sz="1500" b="0">
                <a:solidFill>
                  <a:srgbClr val="000000"/>
                </a:solidFill>
                <a:effectLst/>
                <a:latin typeface="Avenir"/>
              </a:rPr>
              <a:t>Ils détaillent divisions et départements, rendant visibles rôles, responsabilités et dépendances.</a:t>
            </a:r>
            <a:r>
              <a:rPr>
                <a:effectLst/>
              </a:rPr>
              <a:t> </a:t>
            </a:r>
            <a:endParaRPr lang="fr-CA"/>
          </a:p>
        </p:txBody>
      </p:sp>
      <p:sp>
        <p:nvSpPr>
          <p:cNvPr id="11" name="ZoneTexte 10">
            <a:extLst>
              <a:ext uri="{FF2B5EF4-FFF2-40B4-BE49-F238E27FC236}">
                <a16:creationId xmlns:a16="http://schemas.microsoft.com/office/drawing/2014/main" id="{13AF33A6-6F9B-4176-9121-356380906475}"/>
              </a:ext>
            </a:extLst>
          </p:cNvPr>
          <p:cNvSpPr txBox="1"/>
          <p:nvPr/>
        </p:nvSpPr>
        <p:spPr>
          <a:xfrm>
            <a:off x="619125" y="3129855"/>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Bénéfices clés</a:t>
            </a:r>
            <a:r>
              <a:rPr>
                <a:effectLst/>
              </a:rPr>
              <a:t> </a:t>
            </a:r>
            <a:endParaRPr lang="fr-CA"/>
          </a:p>
        </p:txBody>
      </p:sp>
      <p:sp>
        <p:nvSpPr>
          <p:cNvPr id="12" name="ZoneTexte 11">
            <a:extLst>
              <a:ext uri="{FF2B5EF4-FFF2-40B4-BE49-F238E27FC236}">
                <a16:creationId xmlns:a16="http://schemas.microsoft.com/office/drawing/2014/main" id="{CCD23B86-907A-4674-ABF5-FB3ED017E6A0}"/>
              </a:ext>
            </a:extLst>
          </p:cNvPr>
          <p:cNvSpPr txBox="1"/>
          <p:nvPr/>
        </p:nvSpPr>
        <p:spPr>
          <a:xfrm>
            <a:off x="619125" y="3453705"/>
            <a:ext cx="4391025" cy="742950"/>
          </a:xfrm>
          <a:prstGeom prst="rect">
            <a:avLst/>
          </a:prstGeom>
          <a:noFill/>
        </p:spPr>
        <p:txBody>
          <a:bodyPr wrap="square" rtlCol="0">
            <a:normAutofit fontScale="92500" lnSpcReduction="10000"/>
          </a:bodyPr>
          <a:lstStyle/>
          <a:p>
            <a:pPr marL="0" algn="l">
              <a:spcBef>
                <a:spcPts val="750"/>
              </a:spcBef>
              <a:buNone/>
            </a:pPr>
            <a:r>
              <a:rPr sz="1500" b="0">
                <a:solidFill>
                  <a:srgbClr val="000000"/>
                </a:solidFill>
                <a:effectLst/>
                <a:latin typeface="Avenir"/>
              </a:rPr>
              <a:t>- Meilleure lisibilité de la complexité</a:t>
            </a:r>
            <a:br>
              <a:rPr sz="1500" b="0">
                <a:solidFill>
                  <a:srgbClr val="000000"/>
                </a:solidFill>
                <a:effectLst/>
                <a:latin typeface="Avenir"/>
              </a:rPr>
            </a:br>
            <a:r>
              <a:rPr sz="1500" b="0">
                <a:solidFill>
                  <a:srgbClr val="000000"/>
                </a:solidFill>
                <a:effectLst/>
                <a:latin typeface="Avenir"/>
              </a:rPr>
              <a:t>- Alignement des équipes et processus</a:t>
            </a:r>
            <a:br>
              <a:rPr sz="1500" b="0">
                <a:solidFill>
                  <a:srgbClr val="000000"/>
                </a:solidFill>
                <a:effectLst/>
                <a:latin typeface="Avenir"/>
              </a:rPr>
            </a:br>
            <a:r>
              <a:rPr sz="1500" b="0">
                <a:solidFill>
                  <a:srgbClr val="000000"/>
                </a:solidFill>
                <a:effectLst/>
                <a:latin typeface="Avenir"/>
              </a:rPr>
              <a:t>- Clarification des circuits de décision</a:t>
            </a:r>
            <a:r>
              <a:rPr>
                <a:effectLst/>
              </a:rPr>
              <a:t> </a:t>
            </a:r>
            <a:endParaRPr lang="fr-CA"/>
          </a:p>
        </p:txBody>
      </p:sp>
      <p:sp>
        <p:nvSpPr>
          <p:cNvPr id="13" name="ZoneTexte 12">
            <a:extLst>
              <a:ext uri="{FF2B5EF4-FFF2-40B4-BE49-F238E27FC236}">
                <a16:creationId xmlns:a16="http://schemas.microsoft.com/office/drawing/2014/main" id="{7AFDCAD3-F95E-4F82-814E-4EA6CD1A698F}"/>
              </a:ext>
            </a:extLst>
          </p:cNvPr>
          <p:cNvSpPr txBox="1"/>
          <p:nvPr/>
        </p:nvSpPr>
        <p:spPr>
          <a:xfrm>
            <a:off x="619125" y="4330005"/>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Quand l’utiliser</a:t>
            </a:r>
            <a:r>
              <a:rPr>
                <a:effectLst/>
              </a:rPr>
              <a:t> </a:t>
            </a:r>
            <a:endParaRPr lang="fr-CA"/>
          </a:p>
        </p:txBody>
      </p:sp>
      <p:sp>
        <p:nvSpPr>
          <p:cNvPr id="14" name="ZoneTexte 13">
            <a:extLst>
              <a:ext uri="{FF2B5EF4-FFF2-40B4-BE49-F238E27FC236}">
                <a16:creationId xmlns:a16="http://schemas.microsoft.com/office/drawing/2014/main" id="{912EE2BA-904C-4217-B117-F87BBC4A26B0}"/>
              </a:ext>
            </a:extLst>
          </p:cNvPr>
          <p:cNvSpPr txBox="1"/>
          <p:nvPr/>
        </p:nvSpPr>
        <p:spPr>
          <a:xfrm>
            <a:off x="619125" y="4653855"/>
            <a:ext cx="4391025" cy="742950"/>
          </a:xfrm>
          <a:prstGeom prst="rect">
            <a:avLst/>
          </a:prstGeom>
          <a:noFill/>
        </p:spPr>
        <p:txBody>
          <a:bodyPr wrap="square" rtlCol="0">
            <a:normAutofit/>
          </a:bodyPr>
          <a:lstStyle/>
          <a:p>
            <a:pPr marL="0" algn="l">
              <a:spcBef>
                <a:spcPts val="750"/>
              </a:spcBef>
              <a:buNone/>
            </a:pPr>
            <a:r>
              <a:rPr sz="1500" b="0">
                <a:solidFill>
                  <a:srgbClr val="000000"/>
                </a:solidFill>
                <a:effectLst/>
                <a:latin typeface="Avenir"/>
              </a:rPr>
              <a:t>Dans les grandes organisations multi-départements pour cartographier niveaux et sous-niveaux.</a:t>
            </a:r>
            <a:r>
              <a:rPr>
                <a:effectLst/>
              </a:rPr>
              <a:t> </a:t>
            </a:r>
            <a:endParaRPr lang="fr-CA"/>
          </a:p>
        </p:txBody>
      </p:sp>
      <p:graphicFrame>
        <p:nvGraphicFramePr>
          <p:cNvPr id="4" name="Espace réservé du contenu 3">
            <a:extLst>
              <a:ext uri="{FF2B5EF4-FFF2-40B4-BE49-F238E27FC236}">
                <a16:creationId xmlns:a16="http://schemas.microsoft.com/office/drawing/2014/main" id="{AA912854-388E-CDB0-C323-7E5077F35591}"/>
              </a:ext>
            </a:extLst>
          </p:cNvPr>
          <p:cNvGraphicFramePr>
            <a:graphicFrameLocks noGrp="1"/>
          </p:cNvGraphicFramePr>
          <p:nvPr>
            <p:ph sz="quarter" idx="16"/>
            <p:extLst>
              <p:ext uri="{D42A27DB-BD31-4B8C-83A1-F6EECF244321}">
                <p14:modId xmlns:p14="http://schemas.microsoft.com/office/powerpoint/2010/main" val="1073512373"/>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63934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6B79D639-10AD-45AD-845F-15CC92399B6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C766D227-2F57-5E66-7DAB-D3731231C717}"/>
              </a:ext>
            </a:extLst>
          </p:cNvPr>
          <p:cNvSpPr>
            <a:spLocks noGrp="1"/>
          </p:cNvSpPr>
          <p:nvPr>
            <p:ph type="sldNum" sz="quarter" idx="12"/>
          </p:nvPr>
        </p:nvSpPr>
        <p:spPr/>
        <p:txBody>
          <a:bodyPr/>
          <a:lstStyle/>
          <a:p>
            <a:pPr rtl="0"/>
            <a:fld id="{AEAA3239-9EA4-4A65-A281-97F994456D9F}" type="slidenum">
              <a:rPr lang="en-US" smtClean="0"/>
              <a:t>18</a:t>
            </a:fld>
            <a:endParaRPr lang="en-US" dirty="0"/>
          </a:p>
        </p:txBody>
      </p:sp>
      <p:sp>
        <p:nvSpPr>
          <p:cNvPr id="8" name="ZoneTexte 7">
            <a:extLst>
              <a:ext uri="{FF2B5EF4-FFF2-40B4-BE49-F238E27FC236}">
                <a16:creationId xmlns:a16="http://schemas.microsoft.com/office/drawing/2014/main" id="{2C34F638-3146-460A-B7E2-85F35517F79F}"/>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Exemple de hiérarchie horizontale</a:t>
            </a:r>
            <a:r>
              <a:rPr>
                <a:effectLst/>
              </a:rPr>
              <a:t> </a:t>
            </a:r>
            <a:endParaRPr lang="fr-CA"/>
          </a:p>
        </p:txBody>
      </p:sp>
      <p:sp>
        <p:nvSpPr>
          <p:cNvPr id="9" name="ZoneTexte 8">
            <a:extLst>
              <a:ext uri="{FF2B5EF4-FFF2-40B4-BE49-F238E27FC236}">
                <a16:creationId xmlns:a16="http://schemas.microsoft.com/office/drawing/2014/main" id="{CD7A12A6-6B9F-4398-B513-1F56841D0DF6}"/>
              </a:ext>
            </a:extLst>
          </p:cNvPr>
          <p:cNvSpPr txBox="1"/>
          <p:nvPr/>
        </p:nvSpPr>
        <p:spPr>
          <a:xfrm>
            <a:off x="619125" y="1929705"/>
            <a:ext cx="4391025" cy="1188243"/>
          </a:xfrm>
          <a:prstGeom prst="rect">
            <a:avLst/>
          </a:prstGeom>
          <a:noFill/>
        </p:spPr>
        <p:txBody>
          <a:bodyPr wrap="square" rtlCol="0">
            <a:normAutofit lnSpcReduction="10000"/>
          </a:bodyPr>
          <a:lstStyle/>
          <a:p>
            <a:pPr marL="0" algn="l">
              <a:buNone/>
            </a:pPr>
            <a:r>
              <a:rPr sz="1800" b="0">
                <a:solidFill>
                  <a:srgbClr val="000000"/>
                </a:solidFill>
                <a:effectLst/>
                <a:latin typeface="Avenir"/>
              </a:rPr>
              <a:t>Une hiérarchie horizontale répartit équitablement les responsabilités et favorise des équipes collaboratives avec peu de niveaux.</a:t>
            </a:r>
            <a:r>
              <a:rPr>
                <a:effectLst/>
              </a:rPr>
              <a:t> </a:t>
            </a:r>
            <a:endParaRPr lang="fr-CA"/>
          </a:p>
        </p:txBody>
      </p:sp>
      <p:sp>
        <p:nvSpPr>
          <p:cNvPr id="10" name="ZoneTexte 9">
            <a:extLst>
              <a:ext uri="{FF2B5EF4-FFF2-40B4-BE49-F238E27FC236}">
                <a16:creationId xmlns:a16="http://schemas.microsoft.com/office/drawing/2014/main" id="{8C0480D8-9FF5-413D-B61C-6F1A9D54710D}"/>
              </a:ext>
            </a:extLst>
          </p:cNvPr>
          <p:cNvSpPr txBox="1"/>
          <p:nvPr/>
        </p:nvSpPr>
        <p:spPr>
          <a:xfrm>
            <a:off x="619125" y="3232249"/>
            <a:ext cx="4391025" cy="1188243"/>
          </a:xfrm>
          <a:prstGeom prst="rect">
            <a:avLst/>
          </a:prstGeom>
          <a:noFill/>
        </p:spPr>
        <p:txBody>
          <a:bodyPr wrap="square" rtlCol="0">
            <a:normAutofit/>
          </a:bodyPr>
          <a:lstStyle/>
          <a:p>
            <a:pPr marL="0" algn="l">
              <a:spcBef>
                <a:spcPts val="900"/>
              </a:spcBef>
              <a:buNone/>
            </a:pPr>
            <a:r>
              <a:rPr sz="1800" b="0">
                <a:solidFill>
                  <a:srgbClr val="000000"/>
                </a:solidFill>
                <a:effectLst/>
                <a:latin typeface="Avenir"/>
              </a:rPr>
              <a:t>Populaire dans les organisations agiles, elle stimule la communication transversale et la réactivité.</a:t>
            </a:r>
            <a:r>
              <a:rPr>
                <a:effectLst/>
              </a:rPr>
              <a:t> </a:t>
            </a:r>
            <a:endParaRPr lang="fr-CA"/>
          </a:p>
        </p:txBody>
      </p:sp>
      <p:sp>
        <p:nvSpPr>
          <p:cNvPr id="11" name="ZoneTexte 10">
            <a:extLst>
              <a:ext uri="{FF2B5EF4-FFF2-40B4-BE49-F238E27FC236}">
                <a16:creationId xmlns:a16="http://schemas.microsoft.com/office/drawing/2014/main" id="{51A5FEA3-4091-4FD7-BD2D-F08AF9BA5B66}"/>
              </a:ext>
            </a:extLst>
          </p:cNvPr>
          <p:cNvSpPr txBox="1"/>
          <p:nvPr/>
        </p:nvSpPr>
        <p:spPr>
          <a:xfrm>
            <a:off x="619125" y="4534792"/>
            <a:ext cx="4391025" cy="891182"/>
          </a:xfrm>
          <a:prstGeom prst="rect">
            <a:avLst/>
          </a:prstGeom>
          <a:noFill/>
        </p:spPr>
        <p:txBody>
          <a:bodyPr wrap="square" rtlCol="0">
            <a:normAutofit lnSpcReduction="10000"/>
          </a:bodyPr>
          <a:lstStyle/>
          <a:p>
            <a:pPr marL="0" algn="l">
              <a:spcBef>
                <a:spcPts val="900"/>
              </a:spcBef>
              <a:buNone/>
            </a:pPr>
            <a:r>
              <a:rPr sz="1800" b="0">
                <a:solidFill>
                  <a:srgbClr val="000000"/>
                </a:solidFill>
                <a:effectLst/>
                <a:latin typeface="Avenir"/>
              </a:rPr>
              <a:t>L’image à droite illustre des équipes alignées horizontalement et leurs relations bidirectionnelles.</a:t>
            </a:r>
            <a:r>
              <a:rPr>
                <a:effectLst/>
              </a:rPr>
              <a:t> </a:t>
            </a:r>
            <a:endParaRPr lang="fr-CA"/>
          </a:p>
        </p:txBody>
      </p:sp>
      <p:graphicFrame>
        <p:nvGraphicFramePr>
          <p:cNvPr id="4" name="Espace réservé du contenu 3">
            <a:extLst>
              <a:ext uri="{FF2B5EF4-FFF2-40B4-BE49-F238E27FC236}">
                <a16:creationId xmlns:a16="http://schemas.microsoft.com/office/drawing/2014/main" id="{5E967DFB-A264-F49C-2094-1F44CDA3E6B8}"/>
              </a:ext>
            </a:extLst>
          </p:cNvPr>
          <p:cNvGraphicFramePr>
            <a:graphicFrameLocks noGrp="1"/>
          </p:cNvGraphicFramePr>
          <p:nvPr>
            <p:ph sz="quarter" idx="16"/>
            <p:extLst>
              <p:ext uri="{D42A27DB-BD31-4B8C-83A1-F6EECF244321}">
                <p14:modId xmlns:p14="http://schemas.microsoft.com/office/powerpoint/2010/main" val="1686066109"/>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49133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28CBFDA-A570-4DBA-9FD1-8B49759AFF1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023A0F70-7AE6-AA3A-F739-2CDAF91E38DC}"/>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Les SmartArt de type « Relation »</a:t>
            </a:r>
            <a:r>
              <a:rPr>
                <a:effectLst/>
              </a:rPr>
              <a:t> </a:t>
            </a:r>
            <a:endParaRPr lang="fr-CA"/>
          </a:p>
        </p:txBody>
      </p:sp>
      <p:sp>
        <p:nvSpPr>
          <p:cNvPr id="5" name="Espace réservé du numéro de diapositive 4">
            <a:extLst>
              <a:ext uri="{FF2B5EF4-FFF2-40B4-BE49-F238E27FC236}">
                <a16:creationId xmlns:a16="http://schemas.microsoft.com/office/drawing/2014/main" id="{A7C82B8C-9B92-A468-1821-7269B3F9F3F1}"/>
              </a:ext>
            </a:extLst>
          </p:cNvPr>
          <p:cNvSpPr>
            <a:spLocks noGrp="1"/>
          </p:cNvSpPr>
          <p:nvPr>
            <p:ph type="sldNum" sz="quarter" idx="12"/>
          </p:nvPr>
        </p:nvSpPr>
        <p:spPr/>
        <p:txBody>
          <a:bodyPr/>
          <a:lstStyle/>
          <a:p>
            <a:pPr rtl="0"/>
            <a:fld id="{AEAA3239-9EA4-4A65-A281-97F994456D9F}" type="slidenum">
              <a:rPr lang="en-US" smtClean="0"/>
              <a:t>19</a:t>
            </a:fld>
            <a:endParaRPr lang="en-US" dirty="0"/>
          </a:p>
        </p:txBody>
      </p:sp>
    </p:spTree>
    <p:extLst>
      <p:ext uri="{BB962C8B-B14F-4D97-AF65-F5344CB8AC3E}">
        <p14:creationId xmlns:p14="http://schemas.microsoft.com/office/powerpoint/2010/main" val="4234423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4178F5A-013B-40C3-BB6B-8AFFC59285A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C7CB2E5E-B498-A15E-8DB9-C4AF6278099F}"/>
              </a:ext>
            </a:extLst>
          </p:cNvPr>
          <p:cNvSpPr>
            <a:spLocks noGrp="1"/>
          </p:cNvSpPr>
          <p:nvPr>
            <p:ph type="sldNum" sz="quarter" idx="12"/>
          </p:nvPr>
        </p:nvSpPr>
        <p:spPr/>
        <p:txBody>
          <a:bodyPr/>
          <a:lstStyle/>
          <a:p>
            <a:pPr rtl="0"/>
            <a:fld id="{AEAA3239-9EA4-4A65-A281-97F994456D9F}" type="slidenum">
              <a:rPr lang="en-US" smtClean="0"/>
              <a:t>20</a:t>
            </a:fld>
            <a:endParaRPr lang="en-US" dirty="0"/>
          </a:p>
        </p:txBody>
      </p:sp>
      <p:sp>
        <p:nvSpPr>
          <p:cNvPr id="15" name="ZoneTexte 14">
            <a:extLst>
              <a:ext uri="{FF2B5EF4-FFF2-40B4-BE49-F238E27FC236}">
                <a16:creationId xmlns:a16="http://schemas.microsoft.com/office/drawing/2014/main" id="{D0D6BA0E-17F1-4355-B00D-6401B9F3BD95}"/>
              </a:ext>
            </a:extLst>
          </p:cNvPr>
          <p:cNvSpPr txBox="1"/>
          <p:nvPr/>
        </p:nvSpPr>
        <p:spPr>
          <a:xfrm>
            <a:off x="619125" y="1038225"/>
            <a:ext cx="10972800" cy="502890"/>
          </a:xfrm>
          <a:prstGeom prst="rect">
            <a:avLst/>
          </a:prstGeom>
          <a:noFill/>
        </p:spPr>
        <p:txBody>
          <a:bodyPr wrap="square" rtlCol="0">
            <a:normAutofit fontScale="92500" lnSpcReduction="20000"/>
          </a:bodyPr>
          <a:lstStyle/>
          <a:p>
            <a:pPr marL="0" algn="l">
              <a:buNone/>
            </a:pPr>
            <a:r>
              <a:rPr sz="3600" b="0">
                <a:solidFill>
                  <a:srgbClr val="000000"/>
                </a:solidFill>
                <a:effectLst/>
                <a:latin typeface="Mongolian Baiti" panose="03000500000000000000" pitchFamily="66" charset="0"/>
              </a:rPr>
              <a:t>Relation en matrice</a:t>
            </a:r>
            <a:r>
              <a:rPr>
                <a:effectLst/>
              </a:rPr>
              <a:t> </a:t>
            </a:r>
            <a:endParaRPr lang="fr-CA"/>
          </a:p>
        </p:txBody>
      </p:sp>
      <p:graphicFrame>
        <p:nvGraphicFramePr>
          <p:cNvPr id="2" name="Diagramme 1">
            <a:extLst>
              <a:ext uri="{FF2B5EF4-FFF2-40B4-BE49-F238E27FC236}">
                <a16:creationId xmlns:a16="http://schemas.microsoft.com/office/drawing/2014/main" id="{ABABBA2A-8F3B-EC35-F4E0-70F9C6278891}"/>
              </a:ext>
            </a:extLst>
          </p:cNvPr>
          <p:cNvGraphicFramePr/>
          <p:nvPr>
            <p:extLst>
              <p:ext uri="{D42A27DB-BD31-4B8C-83A1-F6EECF244321}">
                <p14:modId xmlns:p14="http://schemas.microsoft.com/office/powerpoint/2010/main" val="3241666868"/>
              </p:ext>
            </p:extLst>
          </p:nvPr>
        </p:nvGraphicFramePr>
        <p:xfrm>
          <a:off x="2497400" y="2135059"/>
          <a:ext cx="7197199" cy="412899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86466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4AE9C1C-A248-4992-A9A6-E8846B9F810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a:extLst>
              <a:ext uri="{FF2B5EF4-FFF2-40B4-BE49-F238E27FC236}">
                <a16:creationId xmlns:a16="http://schemas.microsoft.com/office/drawing/2014/main" id="{86BC3153-31AC-4881-ACC3-FECC61BB0244}"/>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781050" y="2272010"/>
            <a:ext cx="857250" cy="857250"/>
          </a:xfrm>
          <a:prstGeom prst="rect">
            <a:avLst/>
          </a:prstGeom>
        </p:spPr>
      </p:pic>
      <p:sp>
        <p:nvSpPr>
          <p:cNvPr id="5" name="Espace réservé du numéro de diapositive 4">
            <a:extLst>
              <a:ext uri="{FF2B5EF4-FFF2-40B4-BE49-F238E27FC236}">
                <a16:creationId xmlns:a16="http://schemas.microsoft.com/office/drawing/2014/main" id="{BB1C08DA-76E3-7517-0636-103BD5A7F458}"/>
              </a:ext>
            </a:extLst>
          </p:cNvPr>
          <p:cNvSpPr>
            <a:spLocks noGrp="1"/>
          </p:cNvSpPr>
          <p:nvPr>
            <p:ph type="sldNum" sz="quarter" idx="12"/>
          </p:nvPr>
        </p:nvSpPr>
        <p:spPr/>
        <p:txBody>
          <a:bodyPr/>
          <a:lstStyle/>
          <a:p>
            <a:pPr rtl="0"/>
            <a:fld id="{AEAA3239-9EA4-4A65-A281-97F994456D9F}" type="slidenum">
              <a:rPr lang="en-US" smtClean="0"/>
              <a:t>21</a:t>
            </a:fld>
            <a:endParaRPr lang="en-US" dirty="0"/>
          </a:p>
        </p:txBody>
      </p:sp>
      <p:pic>
        <p:nvPicPr>
          <p:cNvPr id="8" name="Graphique 7" descr="Une icône vectorielle représentant deux cercles qui se chevauchent, symbolisant un diagramme de Venn, sur fond transparent">
            <a:extLst>
              <a:ext uri="{FF2B5EF4-FFF2-40B4-BE49-F238E27FC236}">
                <a16:creationId xmlns:a16="http://schemas.microsoft.com/office/drawing/2014/main" id="{465B403D-B724-40BD-AD65-23F8A4150D3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5825" y="2376785"/>
            <a:ext cx="647700" cy="647700"/>
          </a:xfrm>
          <a:prstGeom prst="rect">
            <a:avLst/>
          </a:prstGeom>
        </p:spPr>
      </p:pic>
      <p:pic>
        <p:nvPicPr>
          <p:cNvPr id="9" name="Graphique 8">
            <a:extLst>
              <a:ext uri="{FF2B5EF4-FFF2-40B4-BE49-F238E27FC236}">
                <a16:creationId xmlns:a16="http://schemas.microsoft.com/office/drawing/2014/main" id="{879638C7-D727-4807-BD31-CBF726E007A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2272010"/>
            <a:ext cx="857250" cy="857250"/>
          </a:xfrm>
          <a:prstGeom prst="rect">
            <a:avLst/>
          </a:prstGeom>
        </p:spPr>
      </p:pic>
      <p:pic>
        <p:nvPicPr>
          <p:cNvPr id="10" name="Graphique 9" descr="An icon-style vector image of a quadrant or SWOT matrix, illustrating cross-analysis, with a transparent background, black or heritage-gold lines, and pale parchment (#EFEAD1) circle fill behind the icon">
            <a:extLst>
              <a:ext uri="{FF2B5EF4-FFF2-40B4-BE49-F238E27FC236}">
                <a16:creationId xmlns:a16="http://schemas.microsoft.com/office/drawing/2014/main" id="{ED539153-F709-4176-8501-13ED68AD07B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7000" y="2376785"/>
            <a:ext cx="647700" cy="647700"/>
          </a:xfrm>
          <a:prstGeom prst="rect">
            <a:avLst/>
          </a:prstGeom>
        </p:spPr>
      </p:pic>
      <p:pic>
        <p:nvPicPr>
          <p:cNvPr id="11" name="Graphique 10">
            <a:extLst>
              <a:ext uri="{FF2B5EF4-FFF2-40B4-BE49-F238E27FC236}">
                <a16:creationId xmlns:a16="http://schemas.microsoft.com/office/drawing/2014/main" id="{5DCD4898-5531-43AE-BD42-352C23C1920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1050" y="4707880"/>
            <a:ext cx="857250" cy="857250"/>
          </a:xfrm>
          <a:prstGeom prst="rect">
            <a:avLst/>
          </a:prstGeom>
        </p:spPr>
      </p:pic>
      <p:pic>
        <p:nvPicPr>
          <p:cNvPr id="12" name="Graphique 11" descr="An icon-style vector image of a magnifying glass over two overlapping circles, representing comparative analysis, with a transparent background, black or heritage-gold lines, and pale parchment (#EFEAD1) circle fill behind the icon">
            <a:extLst>
              <a:ext uri="{FF2B5EF4-FFF2-40B4-BE49-F238E27FC236}">
                <a16:creationId xmlns:a16="http://schemas.microsoft.com/office/drawing/2014/main" id="{F8379E51-2ED7-48A7-938D-3D656A29198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5825" y="4812655"/>
            <a:ext cx="647700" cy="647700"/>
          </a:xfrm>
          <a:prstGeom prst="rect">
            <a:avLst/>
          </a:prstGeom>
        </p:spPr>
      </p:pic>
      <p:pic>
        <p:nvPicPr>
          <p:cNvPr id="13" name="Graphique 12">
            <a:extLst>
              <a:ext uri="{FF2B5EF4-FFF2-40B4-BE49-F238E27FC236}">
                <a16:creationId xmlns:a16="http://schemas.microsoft.com/office/drawing/2014/main" id="{9918C877-1F3F-421B-8444-A9D2D824A8F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4707880"/>
            <a:ext cx="857250" cy="857250"/>
          </a:xfrm>
          <a:prstGeom prst="rect">
            <a:avLst/>
          </a:prstGeom>
        </p:spPr>
      </p:pic>
      <p:pic>
        <p:nvPicPr>
          <p:cNvPr id="14" name="Graphique 13" descr="An icon-style vector image of a magnifying glass over two overlapping circles, representing comparative analysis, with a transparent background, black or heritage-gold lines, and pale parchment (#EFEAD1) circle fill behind the icon">
            <a:extLst>
              <a:ext uri="{FF2B5EF4-FFF2-40B4-BE49-F238E27FC236}">
                <a16:creationId xmlns:a16="http://schemas.microsoft.com/office/drawing/2014/main" id="{A51FA9C7-A5ED-4295-B40B-0F7C28584AF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77000" y="4812655"/>
            <a:ext cx="647700" cy="647700"/>
          </a:xfrm>
          <a:prstGeom prst="rect">
            <a:avLst/>
          </a:prstGeom>
        </p:spPr>
      </p:pic>
      <p:sp>
        <p:nvSpPr>
          <p:cNvPr id="15" name="ZoneTexte 14">
            <a:extLst>
              <a:ext uri="{FF2B5EF4-FFF2-40B4-BE49-F238E27FC236}">
                <a16:creationId xmlns:a16="http://schemas.microsoft.com/office/drawing/2014/main" id="{5AF64D8F-977C-452B-ADC5-DE88806868A4}"/>
              </a:ext>
            </a:extLst>
          </p:cNvPr>
          <p:cNvSpPr txBox="1"/>
          <p:nvPr/>
        </p:nvSpPr>
        <p:spPr>
          <a:xfrm>
            <a:off x="619125" y="1038225"/>
            <a:ext cx="10972800" cy="502890"/>
          </a:xfrm>
          <a:prstGeom prst="rect">
            <a:avLst/>
          </a:prstGeom>
          <a:noFill/>
        </p:spPr>
        <p:txBody>
          <a:bodyPr wrap="square" rtlCol="0">
            <a:normAutofit fontScale="92500" lnSpcReduction="20000"/>
          </a:bodyPr>
          <a:lstStyle/>
          <a:p>
            <a:pPr marL="0" algn="l">
              <a:buNone/>
            </a:pPr>
            <a:r>
              <a:rPr sz="3600" b="0">
                <a:solidFill>
                  <a:srgbClr val="000000"/>
                </a:solidFill>
                <a:effectLst/>
                <a:latin typeface="Mongolian Baiti" panose="03000500000000000000" pitchFamily="66" charset="0"/>
              </a:rPr>
              <a:t>Relation avec diagramme de Venn</a:t>
            </a:r>
            <a:r>
              <a:rPr>
                <a:effectLst/>
              </a:rPr>
              <a:t> </a:t>
            </a:r>
            <a:endParaRPr lang="fr-CA"/>
          </a:p>
        </p:txBody>
      </p:sp>
      <p:sp>
        <p:nvSpPr>
          <p:cNvPr id="16" name="ZoneTexte 15">
            <a:extLst>
              <a:ext uri="{FF2B5EF4-FFF2-40B4-BE49-F238E27FC236}">
                <a16:creationId xmlns:a16="http://schemas.microsoft.com/office/drawing/2014/main" id="{F031FC8B-F8D0-4AF4-A7F7-D850C4AC4E32}"/>
              </a:ext>
            </a:extLst>
          </p:cNvPr>
          <p:cNvSpPr txBox="1"/>
          <p:nvPr/>
        </p:nvSpPr>
        <p:spPr>
          <a:xfrm>
            <a:off x="1866900" y="2357735"/>
            <a:ext cx="3810000" cy="1367432"/>
          </a:xfrm>
          <a:prstGeom prst="rect">
            <a:avLst/>
          </a:prstGeom>
          <a:noFill/>
        </p:spPr>
        <p:txBody>
          <a:bodyPr wrap="square" rtlCol="0">
            <a:normAutofit/>
          </a:bodyPr>
          <a:lstStyle/>
          <a:p>
            <a:pPr marL="0" algn="l">
              <a:buNone/>
            </a:pPr>
            <a:r>
              <a:rPr sz="1575" b="1">
                <a:solidFill>
                  <a:srgbClr val="000000"/>
                </a:solidFill>
                <a:effectLst/>
                <a:latin typeface="Avenir"/>
              </a:rPr>
              <a:t>Similarités</a:t>
            </a:r>
            <a:r>
              <a:rPr>
                <a:effectLst/>
              </a:rPr>
              <a:t> </a:t>
            </a:r>
          </a:p>
          <a:p>
            <a:pPr marL="0" algn="l">
              <a:spcBef>
                <a:spcPts val="900"/>
              </a:spcBef>
              <a:buNone/>
            </a:pPr>
            <a:r>
              <a:rPr sz="1425" b="0">
                <a:solidFill>
                  <a:srgbClr val="000000"/>
                </a:solidFill>
                <a:effectLst/>
                <a:latin typeface="Avenir"/>
              </a:rPr>
              <a:t>Les zones de chevauchement du diagramme de Venn révèlent les caractéristiques communes entre différents ensembles ou concepts.</a:t>
            </a:r>
            <a:r>
              <a:rPr>
                <a:effectLst/>
              </a:rPr>
              <a:t> </a:t>
            </a:r>
            <a:endParaRPr lang="fr-CA"/>
          </a:p>
        </p:txBody>
      </p:sp>
      <p:sp>
        <p:nvSpPr>
          <p:cNvPr id="17" name="ZoneTexte 16">
            <a:extLst>
              <a:ext uri="{FF2B5EF4-FFF2-40B4-BE49-F238E27FC236}">
                <a16:creationId xmlns:a16="http://schemas.microsoft.com/office/drawing/2014/main" id="{DDE19AC4-41CE-4B0F-AEA8-DD7799C18D7E}"/>
              </a:ext>
            </a:extLst>
          </p:cNvPr>
          <p:cNvSpPr txBox="1"/>
          <p:nvPr/>
        </p:nvSpPr>
        <p:spPr>
          <a:xfrm>
            <a:off x="7458075" y="2357735"/>
            <a:ext cx="3810000" cy="1114127"/>
          </a:xfrm>
          <a:prstGeom prst="rect">
            <a:avLst/>
          </a:prstGeom>
          <a:noFill/>
        </p:spPr>
        <p:txBody>
          <a:bodyPr wrap="square" rtlCol="0">
            <a:normAutofit lnSpcReduction="10000"/>
          </a:bodyPr>
          <a:lstStyle/>
          <a:p>
            <a:pPr marL="0" algn="l">
              <a:buNone/>
            </a:pPr>
            <a:r>
              <a:rPr sz="1575" b="1">
                <a:solidFill>
                  <a:srgbClr val="000000"/>
                </a:solidFill>
                <a:effectLst/>
                <a:latin typeface="Avenir"/>
              </a:rPr>
              <a:t>Différences</a:t>
            </a:r>
            <a:r>
              <a:rPr>
                <a:effectLst/>
              </a:rPr>
              <a:t> </a:t>
            </a:r>
          </a:p>
          <a:p>
            <a:pPr marL="0" algn="l">
              <a:spcBef>
                <a:spcPts val="900"/>
              </a:spcBef>
              <a:buNone/>
            </a:pPr>
            <a:r>
              <a:rPr sz="1425" b="0">
                <a:solidFill>
                  <a:srgbClr val="000000"/>
                </a:solidFill>
                <a:effectLst/>
                <a:latin typeface="Avenir"/>
              </a:rPr>
              <a:t>Les parties non chevauchées mettent en évidence les attributs uniques à chaque ensemble ou groupe.</a:t>
            </a:r>
            <a:r>
              <a:rPr>
                <a:effectLst/>
              </a:rPr>
              <a:t> </a:t>
            </a:r>
            <a:endParaRPr lang="fr-CA"/>
          </a:p>
        </p:txBody>
      </p:sp>
      <p:sp>
        <p:nvSpPr>
          <p:cNvPr id="18" name="ZoneTexte 17">
            <a:extLst>
              <a:ext uri="{FF2B5EF4-FFF2-40B4-BE49-F238E27FC236}">
                <a16:creationId xmlns:a16="http://schemas.microsoft.com/office/drawing/2014/main" id="{6CAD2632-1E29-4D4B-9ECE-97804D4D417F}"/>
              </a:ext>
            </a:extLst>
          </p:cNvPr>
          <p:cNvSpPr txBox="1"/>
          <p:nvPr/>
        </p:nvSpPr>
        <p:spPr>
          <a:xfrm>
            <a:off x="1866900" y="4793605"/>
            <a:ext cx="3810000" cy="1114127"/>
          </a:xfrm>
          <a:prstGeom prst="rect">
            <a:avLst/>
          </a:prstGeom>
          <a:noFill/>
        </p:spPr>
        <p:txBody>
          <a:bodyPr wrap="square" rtlCol="0">
            <a:normAutofit lnSpcReduction="10000"/>
          </a:bodyPr>
          <a:lstStyle/>
          <a:p>
            <a:pPr marL="0" algn="l">
              <a:buNone/>
            </a:pPr>
            <a:r>
              <a:rPr sz="1575" b="1">
                <a:solidFill>
                  <a:srgbClr val="000000"/>
                </a:solidFill>
                <a:effectLst/>
                <a:latin typeface="Avenir"/>
              </a:rPr>
              <a:t>Applications</a:t>
            </a:r>
            <a:r>
              <a:rPr>
                <a:effectLst/>
              </a:rPr>
              <a:t> </a:t>
            </a:r>
          </a:p>
          <a:p>
            <a:pPr marL="0" algn="l">
              <a:spcBef>
                <a:spcPts val="900"/>
              </a:spcBef>
              <a:buNone/>
            </a:pPr>
            <a:r>
              <a:rPr sz="1425" b="0">
                <a:solidFill>
                  <a:srgbClr val="000000"/>
                </a:solidFill>
                <a:effectLst/>
                <a:latin typeface="Avenir"/>
              </a:rPr>
              <a:t>Utilisé dans l’analyse de marché pour comparer des produits, des segments de clientèle ou des attributs clés.</a:t>
            </a:r>
            <a:r>
              <a:rPr>
                <a:effectLst/>
              </a:rPr>
              <a:t> </a:t>
            </a:r>
            <a:endParaRPr lang="fr-CA"/>
          </a:p>
        </p:txBody>
      </p:sp>
      <p:sp>
        <p:nvSpPr>
          <p:cNvPr id="19" name="ZoneTexte 18">
            <a:extLst>
              <a:ext uri="{FF2B5EF4-FFF2-40B4-BE49-F238E27FC236}">
                <a16:creationId xmlns:a16="http://schemas.microsoft.com/office/drawing/2014/main" id="{F2603F6E-4A52-4BFE-96C7-4E590CBB8933}"/>
              </a:ext>
            </a:extLst>
          </p:cNvPr>
          <p:cNvSpPr txBox="1"/>
          <p:nvPr/>
        </p:nvSpPr>
        <p:spPr>
          <a:xfrm>
            <a:off x="7458075" y="4793605"/>
            <a:ext cx="3810000" cy="1367432"/>
          </a:xfrm>
          <a:prstGeom prst="rect">
            <a:avLst/>
          </a:prstGeom>
          <a:noFill/>
        </p:spPr>
        <p:txBody>
          <a:bodyPr wrap="square" rtlCol="0">
            <a:normAutofit/>
          </a:bodyPr>
          <a:lstStyle/>
          <a:p>
            <a:pPr marL="0" algn="l">
              <a:buNone/>
            </a:pPr>
            <a:r>
              <a:rPr sz="1575" b="1">
                <a:solidFill>
                  <a:srgbClr val="000000"/>
                </a:solidFill>
                <a:effectLst/>
                <a:latin typeface="Avenir"/>
              </a:rPr>
              <a:t>Outils complémentaires</a:t>
            </a:r>
            <a:r>
              <a:rPr>
                <a:effectLst/>
              </a:rPr>
              <a:t> </a:t>
            </a:r>
          </a:p>
          <a:p>
            <a:pPr marL="0" algn="l">
              <a:spcBef>
                <a:spcPts val="900"/>
              </a:spcBef>
              <a:buNone/>
            </a:pPr>
            <a:r>
              <a:rPr sz="1425" b="0">
                <a:solidFill>
                  <a:srgbClr val="000000"/>
                </a:solidFill>
                <a:effectLst/>
                <a:latin typeface="Avenir"/>
              </a:rPr>
              <a:t>Les matrices SWOT ou quadrants enrichissent la compréhension des relations et intersections entre concepts.</a:t>
            </a:r>
            <a:r>
              <a:rPr>
                <a:effectLst/>
              </a:rPr>
              <a:t> </a:t>
            </a:r>
            <a:endParaRPr lang="fr-CA"/>
          </a:p>
        </p:txBody>
      </p:sp>
    </p:spTree>
    <p:extLst>
      <p:ext uri="{BB962C8B-B14F-4D97-AF65-F5344CB8AC3E}">
        <p14:creationId xmlns:p14="http://schemas.microsoft.com/office/powerpoint/2010/main" val="2816765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706933DE-2E0B-425E-BB85-281908843CF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visually striking illustration of a pyramid divided into distinct horizontal segments, each segment representing a different level of importance or impact. The pyramid is rendered in a modern, premium style with clear separation between levels, set against a clean background. The composition should emphasize hierarchy and structure, with lighting that highlights depth and clarity. No visible or implied text, letters, or words should appear anywhere in the image">
            <a:extLst>
              <a:ext uri="{FF2B5EF4-FFF2-40B4-BE49-F238E27FC236}">
                <a16:creationId xmlns:a16="http://schemas.microsoft.com/office/drawing/2014/main" id="{F25838C1-73FE-4204-BE2E-0A222AC07FC9}"/>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6858000" cy="6858000"/>
          </a:xfrm>
          <a:prstGeom prst="rect">
            <a:avLst/>
          </a:prstGeom>
        </p:spPr>
      </p:pic>
      <p:sp>
        <p:nvSpPr>
          <p:cNvPr id="5" name="Espace réservé du numéro de diapositive 4">
            <a:extLst>
              <a:ext uri="{FF2B5EF4-FFF2-40B4-BE49-F238E27FC236}">
                <a16:creationId xmlns:a16="http://schemas.microsoft.com/office/drawing/2014/main" id="{90FBAC36-A827-D43B-4151-F88115C5F19C}"/>
              </a:ext>
            </a:extLst>
          </p:cNvPr>
          <p:cNvSpPr>
            <a:spLocks noGrp="1"/>
          </p:cNvSpPr>
          <p:nvPr>
            <p:ph type="sldNum" sz="quarter" idx="12"/>
          </p:nvPr>
        </p:nvSpPr>
        <p:spPr/>
        <p:txBody>
          <a:bodyPr/>
          <a:lstStyle/>
          <a:p>
            <a:pPr rtl="0"/>
            <a:fld id="{AEAA3239-9EA4-4A65-A281-97F994456D9F}" type="slidenum">
              <a:rPr lang="en-US" smtClean="0"/>
              <a:t>22</a:t>
            </a:fld>
            <a:endParaRPr lang="en-US" dirty="0"/>
          </a:p>
        </p:txBody>
      </p:sp>
      <p:sp>
        <p:nvSpPr>
          <p:cNvPr id="8" name="ZoneTexte 7">
            <a:extLst>
              <a:ext uri="{FF2B5EF4-FFF2-40B4-BE49-F238E27FC236}">
                <a16:creationId xmlns:a16="http://schemas.microsoft.com/office/drawing/2014/main" id="{B08DEF70-4DDB-4341-8C8B-85A47573838A}"/>
              </a:ext>
            </a:extLst>
          </p:cNvPr>
          <p:cNvSpPr txBox="1"/>
          <p:nvPr/>
        </p:nvSpPr>
        <p:spPr>
          <a:xfrm>
            <a:off x="7200900" y="581025"/>
            <a:ext cx="4391025" cy="502890"/>
          </a:xfrm>
          <a:prstGeom prst="rect">
            <a:avLst/>
          </a:prstGeom>
          <a:noFill/>
        </p:spPr>
        <p:txBody>
          <a:bodyPr wrap="square" rtlCol="0">
            <a:normAutofit fontScale="92500" lnSpcReduction="20000"/>
          </a:bodyPr>
          <a:lstStyle/>
          <a:p>
            <a:pPr marL="0" algn="l">
              <a:buNone/>
            </a:pPr>
            <a:r>
              <a:rPr sz="3600">
                <a:solidFill>
                  <a:srgbClr val="000000"/>
                </a:solidFill>
                <a:effectLst/>
                <a:latin typeface="Mongolian Baiti" panose="03000500000000000000" pitchFamily="66" charset="0"/>
              </a:rPr>
              <a:t>Relation pyramidale</a:t>
            </a:r>
            <a:r>
              <a:rPr>
                <a:effectLst/>
              </a:rPr>
              <a:t> </a:t>
            </a:r>
            <a:endParaRPr lang="fr-CA"/>
          </a:p>
        </p:txBody>
      </p:sp>
      <p:sp>
        <p:nvSpPr>
          <p:cNvPr id="9" name="ZoneTexte 8">
            <a:extLst>
              <a:ext uri="{FF2B5EF4-FFF2-40B4-BE49-F238E27FC236}">
                <a16:creationId xmlns:a16="http://schemas.microsoft.com/office/drawing/2014/main" id="{BC1A4A99-B9C4-46D4-83C8-5033E43FFA74}"/>
              </a:ext>
            </a:extLst>
          </p:cNvPr>
          <p:cNvSpPr txBox="1"/>
          <p:nvPr/>
        </p:nvSpPr>
        <p:spPr>
          <a:xfrm>
            <a:off x="7200900" y="1426815"/>
            <a:ext cx="4391025" cy="238125"/>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Définition</a:t>
            </a:r>
            <a:r>
              <a:rPr>
                <a:effectLst/>
              </a:rPr>
              <a:t> </a:t>
            </a:r>
            <a:endParaRPr lang="fr-CA"/>
          </a:p>
        </p:txBody>
      </p:sp>
      <p:sp>
        <p:nvSpPr>
          <p:cNvPr id="10" name="ZoneTexte 9">
            <a:extLst>
              <a:ext uri="{FF2B5EF4-FFF2-40B4-BE49-F238E27FC236}">
                <a16:creationId xmlns:a16="http://schemas.microsoft.com/office/drawing/2014/main" id="{B63BD3FE-D4B8-41A7-B596-0197C20526CC}"/>
              </a:ext>
            </a:extLst>
          </p:cNvPr>
          <p:cNvSpPr txBox="1"/>
          <p:nvPr/>
        </p:nvSpPr>
        <p:spPr>
          <a:xfrm>
            <a:off x="7200900" y="1760190"/>
            <a:ext cx="4391025" cy="714375"/>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Décompose une relation en niveaux d’importance pour prioriser facteurs et variables clés.</a:t>
            </a:r>
            <a:r>
              <a:rPr>
                <a:effectLst/>
              </a:rPr>
              <a:t> </a:t>
            </a:r>
            <a:endParaRPr lang="fr-CA"/>
          </a:p>
        </p:txBody>
      </p:sp>
      <p:sp>
        <p:nvSpPr>
          <p:cNvPr id="11" name="ZoneTexte 10">
            <a:extLst>
              <a:ext uri="{FF2B5EF4-FFF2-40B4-BE49-F238E27FC236}">
                <a16:creationId xmlns:a16="http://schemas.microsoft.com/office/drawing/2014/main" id="{C7341E35-77C8-4F51-A061-4165A635DA8F}"/>
              </a:ext>
            </a:extLst>
          </p:cNvPr>
          <p:cNvSpPr txBox="1"/>
          <p:nvPr/>
        </p:nvSpPr>
        <p:spPr>
          <a:xfrm>
            <a:off x="7200900" y="2626965"/>
            <a:ext cx="4391025" cy="238125"/>
          </a:xfrm>
          <a:prstGeom prst="rect">
            <a:avLst/>
          </a:prstGeom>
          <a:noFill/>
        </p:spPr>
        <p:txBody>
          <a:bodyPr wrap="square" rtlCol="0">
            <a:normAutofit fontScale="62500" lnSpcReduction="20000"/>
          </a:bodyPr>
          <a:lstStyle/>
          <a:p>
            <a:pPr marL="0" algn="l">
              <a:spcBef>
                <a:spcPts val="1200"/>
              </a:spcBef>
              <a:buNone/>
            </a:pPr>
            <a:r>
              <a:rPr sz="1500" b="1">
                <a:solidFill>
                  <a:srgbClr val="000000"/>
                </a:solidFill>
                <a:effectLst/>
                <a:latin typeface="Avenir"/>
              </a:rPr>
              <a:t>Utilité</a:t>
            </a:r>
            <a:r>
              <a:rPr>
                <a:effectLst/>
              </a:rPr>
              <a:t> </a:t>
            </a:r>
            <a:endParaRPr lang="fr-CA"/>
          </a:p>
        </p:txBody>
      </p:sp>
      <p:sp>
        <p:nvSpPr>
          <p:cNvPr id="12" name="ZoneTexte 11">
            <a:extLst>
              <a:ext uri="{FF2B5EF4-FFF2-40B4-BE49-F238E27FC236}">
                <a16:creationId xmlns:a16="http://schemas.microsoft.com/office/drawing/2014/main" id="{7761CC6E-8423-4826-AD97-BAA2CFD0CFF3}"/>
              </a:ext>
            </a:extLst>
          </p:cNvPr>
          <p:cNvSpPr txBox="1"/>
          <p:nvPr/>
        </p:nvSpPr>
        <p:spPr>
          <a:xfrm>
            <a:off x="7200900" y="2960340"/>
            <a:ext cx="4391025" cy="476250"/>
          </a:xfrm>
          <a:prstGeom prst="rect">
            <a:avLst/>
          </a:prstGeom>
          <a:noFill/>
        </p:spPr>
        <p:txBody>
          <a:bodyPr wrap="square" rtlCol="0">
            <a:normAutofit fontScale="92500" lnSpcReduction="20000"/>
          </a:bodyPr>
          <a:lstStyle/>
          <a:p>
            <a:pPr marL="0" marR="0" algn="l">
              <a:spcBef>
                <a:spcPts val="750"/>
              </a:spcBef>
              <a:buNone/>
            </a:pPr>
            <a:r>
              <a:rPr sz="1500" b="0">
                <a:solidFill>
                  <a:srgbClr val="000000"/>
                </a:solidFill>
                <a:effectLst/>
                <a:latin typeface="Avenir"/>
              </a:rPr>
              <a:t>Focalise l’attention sur les éléments fondateurs et guide la prise de décision.</a:t>
            </a:r>
            <a:r>
              <a:rPr>
                <a:effectLst/>
              </a:rPr>
              <a:t> </a:t>
            </a:r>
            <a:endParaRPr lang="fr-CA"/>
          </a:p>
        </p:txBody>
      </p:sp>
      <p:sp>
        <p:nvSpPr>
          <p:cNvPr id="13" name="ZoneTexte 12">
            <a:extLst>
              <a:ext uri="{FF2B5EF4-FFF2-40B4-BE49-F238E27FC236}">
                <a16:creationId xmlns:a16="http://schemas.microsoft.com/office/drawing/2014/main" id="{9F191A59-2368-4A91-8942-3FC8D0FA5025}"/>
              </a:ext>
            </a:extLst>
          </p:cNvPr>
          <p:cNvSpPr txBox="1"/>
          <p:nvPr/>
        </p:nvSpPr>
        <p:spPr>
          <a:xfrm>
            <a:off x="7200900" y="3588990"/>
            <a:ext cx="4391025" cy="238125"/>
          </a:xfrm>
          <a:prstGeom prst="rect">
            <a:avLst/>
          </a:prstGeom>
          <a:noFill/>
        </p:spPr>
        <p:txBody>
          <a:bodyPr wrap="square" rtlCol="0">
            <a:normAutofit fontScale="62500" lnSpcReduction="20000"/>
          </a:bodyPr>
          <a:lstStyle/>
          <a:p>
            <a:pPr marL="0" algn="l">
              <a:spcBef>
                <a:spcPts val="1200"/>
              </a:spcBef>
              <a:buNone/>
            </a:pPr>
            <a:r>
              <a:rPr sz="1500" b="1">
                <a:solidFill>
                  <a:srgbClr val="000000"/>
                </a:solidFill>
                <a:effectLst/>
                <a:latin typeface="Avenir"/>
              </a:rPr>
              <a:t>Format colonnes / piliers</a:t>
            </a:r>
            <a:r>
              <a:rPr>
                <a:effectLst/>
              </a:rPr>
              <a:t> </a:t>
            </a:r>
            <a:endParaRPr lang="fr-CA"/>
          </a:p>
        </p:txBody>
      </p:sp>
      <p:sp>
        <p:nvSpPr>
          <p:cNvPr id="14" name="ZoneTexte 13">
            <a:extLst>
              <a:ext uri="{FF2B5EF4-FFF2-40B4-BE49-F238E27FC236}">
                <a16:creationId xmlns:a16="http://schemas.microsoft.com/office/drawing/2014/main" id="{73587D29-B2FE-4876-8A42-E0A6DC96DCDF}"/>
              </a:ext>
            </a:extLst>
          </p:cNvPr>
          <p:cNvSpPr txBox="1"/>
          <p:nvPr/>
        </p:nvSpPr>
        <p:spPr>
          <a:xfrm>
            <a:off x="7200900" y="3922365"/>
            <a:ext cx="4391025" cy="476250"/>
          </a:xfrm>
          <a:prstGeom prst="rect">
            <a:avLst/>
          </a:prstGeom>
          <a:noFill/>
        </p:spPr>
        <p:txBody>
          <a:bodyPr wrap="square" rtlCol="0">
            <a:normAutofit fontScale="92500" lnSpcReduction="20000"/>
          </a:bodyPr>
          <a:lstStyle/>
          <a:p>
            <a:pPr marL="0" marR="0" algn="l">
              <a:spcBef>
                <a:spcPts val="750"/>
              </a:spcBef>
              <a:buNone/>
            </a:pPr>
            <a:r>
              <a:rPr sz="1500" b="0">
                <a:solidFill>
                  <a:srgbClr val="000000"/>
                </a:solidFill>
                <a:effectLst/>
                <a:latin typeface="Avenir"/>
              </a:rPr>
              <a:t>Idéal pour représenter chaque niveau en segments distincts et comparables.</a:t>
            </a:r>
            <a:r>
              <a:rPr>
                <a:effectLst/>
              </a:rPr>
              <a:t> </a:t>
            </a:r>
            <a:endParaRPr lang="fr-CA"/>
          </a:p>
        </p:txBody>
      </p:sp>
    </p:spTree>
    <p:extLst>
      <p:ext uri="{BB962C8B-B14F-4D97-AF65-F5344CB8AC3E}">
        <p14:creationId xmlns:p14="http://schemas.microsoft.com/office/powerpoint/2010/main" val="1809444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14A47799-98C9-4262-917B-006C219A1A8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CED913DA-0055-5F65-93F5-849E1012D79B}"/>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Les SmartArt de type « Image »</a:t>
            </a:r>
            <a:r>
              <a:rPr>
                <a:effectLst/>
              </a:rPr>
              <a:t> </a:t>
            </a:r>
            <a:endParaRPr lang="fr-CA"/>
          </a:p>
        </p:txBody>
      </p:sp>
      <p:sp>
        <p:nvSpPr>
          <p:cNvPr id="5" name="Espace réservé du numéro de diapositive 4">
            <a:extLst>
              <a:ext uri="{FF2B5EF4-FFF2-40B4-BE49-F238E27FC236}">
                <a16:creationId xmlns:a16="http://schemas.microsoft.com/office/drawing/2014/main" id="{C962971F-77AB-09A3-084A-4D80C5F83461}"/>
              </a:ext>
            </a:extLst>
          </p:cNvPr>
          <p:cNvSpPr>
            <a:spLocks noGrp="1"/>
          </p:cNvSpPr>
          <p:nvPr>
            <p:ph type="sldNum" sz="quarter" idx="12"/>
          </p:nvPr>
        </p:nvSpPr>
        <p:spPr/>
        <p:txBody>
          <a:bodyPr/>
          <a:lstStyle/>
          <a:p>
            <a:pPr rtl="0"/>
            <a:fld id="{AEAA3239-9EA4-4A65-A281-97F994456D9F}" type="slidenum">
              <a:rPr lang="en-US" smtClean="0"/>
              <a:t>23</a:t>
            </a:fld>
            <a:endParaRPr lang="en-US" dirty="0"/>
          </a:p>
        </p:txBody>
      </p:sp>
    </p:spTree>
    <p:extLst>
      <p:ext uri="{BB962C8B-B14F-4D97-AF65-F5344CB8AC3E}">
        <p14:creationId xmlns:p14="http://schemas.microsoft.com/office/powerpoint/2010/main" val="456571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A6F43E9-B60D-4593-8F6C-84AD6A9C228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creative composition showing a digital presentation slide with a SmartArt list, where each list item is paired with a vivid, relevant image or icon, illustrating the synergy between text and visuals. The scene should convey clarity, engagement, and a modern, professional atmosphere. No visible or implied text, letters, or words should appear anywhere in the image. The focus is on the visual pairing of icons/images with list elements, not on specific content">
            <a:extLst>
              <a:ext uri="{FF2B5EF4-FFF2-40B4-BE49-F238E27FC236}">
                <a16:creationId xmlns:a16="http://schemas.microsoft.com/office/drawing/2014/main" id="{DCF53E8F-82FD-4966-8E79-4CA98125C1FF}"/>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5" name="Espace réservé du numéro de diapositive 4">
            <a:extLst>
              <a:ext uri="{FF2B5EF4-FFF2-40B4-BE49-F238E27FC236}">
                <a16:creationId xmlns:a16="http://schemas.microsoft.com/office/drawing/2014/main" id="{AF881261-380E-3D0B-0455-EBFE48A375B9}"/>
              </a:ext>
            </a:extLst>
          </p:cNvPr>
          <p:cNvSpPr>
            <a:spLocks noGrp="1"/>
          </p:cNvSpPr>
          <p:nvPr>
            <p:ph type="sldNum" sz="quarter" idx="12"/>
          </p:nvPr>
        </p:nvSpPr>
        <p:spPr/>
        <p:txBody>
          <a:bodyPr/>
          <a:lstStyle/>
          <a:p>
            <a:pPr rtl="0"/>
            <a:fld id="{AEAA3239-9EA4-4A65-A281-97F994456D9F}" type="slidenum">
              <a:rPr lang="en-US" smtClean="0"/>
              <a:t>24</a:t>
            </a:fld>
            <a:endParaRPr lang="en-US" dirty="0"/>
          </a:p>
        </p:txBody>
      </p:sp>
      <p:sp>
        <p:nvSpPr>
          <p:cNvPr id="8" name="ZoneTexte 7">
            <a:extLst>
              <a:ext uri="{FF2B5EF4-FFF2-40B4-BE49-F238E27FC236}">
                <a16:creationId xmlns:a16="http://schemas.microsoft.com/office/drawing/2014/main" id="{0392C6DB-0465-4506-9579-214FDF7C6846}"/>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Liste illustrée par images</a:t>
            </a:r>
            <a:r>
              <a:rPr>
                <a:effectLst/>
              </a:rPr>
              <a:t> </a:t>
            </a:r>
            <a:endParaRPr lang="fr-CA"/>
          </a:p>
        </p:txBody>
      </p:sp>
      <p:sp>
        <p:nvSpPr>
          <p:cNvPr id="9" name="ZoneTexte 8">
            <a:extLst>
              <a:ext uri="{FF2B5EF4-FFF2-40B4-BE49-F238E27FC236}">
                <a16:creationId xmlns:a16="http://schemas.microsoft.com/office/drawing/2014/main" id="{DF2C406F-5C63-48EF-B2C3-87E7B456DF47}"/>
              </a:ext>
            </a:extLst>
          </p:cNvPr>
          <p:cNvSpPr txBox="1"/>
          <p:nvPr/>
        </p:nvSpPr>
        <p:spPr>
          <a:xfrm>
            <a:off x="619125" y="1929705"/>
            <a:ext cx="4391025" cy="217140"/>
          </a:xfrm>
          <a:prstGeom prst="rect">
            <a:avLst/>
          </a:prstGeom>
          <a:noFill/>
        </p:spPr>
        <p:txBody>
          <a:bodyPr wrap="square" rtlCol="0">
            <a:normAutofit fontScale="55000" lnSpcReduction="20000"/>
          </a:bodyPr>
          <a:lstStyle/>
          <a:p>
            <a:pPr marL="0" algn="l">
              <a:buNone/>
            </a:pPr>
            <a:r>
              <a:rPr sz="1425" b="1">
                <a:solidFill>
                  <a:srgbClr val="000000"/>
                </a:solidFill>
                <a:effectLst/>
                <a:latin typeface="Avenir"/>
              </a:rPr>
              <a:t>Capte l’attention</a:t>
            </a:r>
            <a:r>
              <a:rPr>
                <a:effectLst/>
              </a:rPr>
              <a:t> </a:t>
            </a:r>
            <a:endParaRPr lang="fr-CA"/>
          </a:p>
        </p:txBody>
      </p:sp>
      <p:sp>
        <p:nvSpPr>
          <p:cNvPr id="10" name="ZoneTexte 9">
            <a:extLst>
              <a:ext uri="{FF2B5EF4-FFF2-40B4-BE49-F238E27FC236}">
                <a16:creationId xmlns:a16="http://schemas.microsoft.com/office/drawing/2014/main" id="{604EF981-8BF0-4BAC-9C31-EC06917760F3}"/>
              </a:ext>
            </a:extLst>
          </p:cNvPr>
          <p:cNvSpPr txBox="1"/>
          <p:nvPr/>
        </p:nvSpPr>
        <p:spPr>
          <a:xfrm>
            <a:off x="619125" y="2242095"/>
            <a:ext cx="4391025" cy="434280"/>
          </a:xfrm>
          <a:prstGeom prst="rect">
            <a:avLst/>
          </a:prstGeom>
          <a:noFill/>
        </p:spPr>
        <p:txBody>
          <a:bodyPr wrap="square" rtlCol="0">
            <a:normAutofit fontScale="92500"/>
          </a:bodyPr>
          <a:lstStyle/>
          <a:p>
            <a:pPr marL="0" marR="0" algn="l">
              <a:spcBef>
                <a:spcPts val="750"/>
              </a:spcBef>
              <a:buNone/>
            </a:pPr>
            <a:r>
              <a:rPr sz="1425" b="0">
                <a:solidFill>
                  <a:srgbClr val="000000"/>
                </a:solidFill>
                <a:effectLst/>
                <a:latin typeface="Avenir"/>
              </a:rPr>
              <a:t>Les visuels rendent la liste plus claire et invitent le regard.</a:t>
            </a:r>
            <a:r>
              <a:rPr>
                <a:effectLst/>
              </a:rPr>
              <a:t> </a:t>
            </a:r>
            <a:endParaRPr lang="fr-CA"/>
          </a:p>
        </p:txBody>
      </p:sp>
      <p:sp>
        <p:nvSpPr>
          <p:cNvPr id="11" name="ZoneTexte 10">
            <a:extLst>
              <a:ext uri="{FF2B5EF4-FFF2-40B4-BE49-F238E27FC236}">
                <a16:creationId xmlns:a16="http://schemas.microsoft.com/office/drawing/2014/main" id="{926921A1-8999-44E2-8603-E2F5D189C544}"/>
              </a:ext>
            </a:extLst>
          </p:cNvPr>
          <p:cNvSpPr txBox="1"/>
          <p:nvPr/>
        </p:nvSpPr>
        <p:spPr>
          <a:xfrm>
            <a:off x="619125" y="2771626"/>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000000"/>
                </a:solidFill>
                <a:effectLst/>
                <a:latin typeface="Avenir"/>
              </a:rPr>
              <a:t>Améliore la mémorisation</a:t>
            </a:r>
            <a:r>
              <a:rPr>
                <a:effectLst/>
              </a:rPr>
              <a:t> </a:t>
            </a:r>
            <a:endParaRPr lang="fr-CA"/>
          </a:p>
        </p:txBody>
      </p:sp>
      <p:sp>
        <p:nvSpPr>
          <p:cNvPr id="12" name="ZoneTexte 11">
            <a:extLst>
              <a:ext uri="{FF2B5EF4-FFF2-40B4-BE49-F238E27FC236}">
                <a16:creationId xmlns:a16="http://schemas.microsoft.com/office/drawing/2014/main" id="{970290F2-9A73-4721-8EE0-2FFF76EAF7CD}"/>
              </a:ext>
            </a:extLst>
          </p:cNvPr>
          <p:cNvSpPr txBox="1"/>
          <p:nvPr/>
        </p:nvSpPr>
        <p:spPr>
          <a:xfrm>
            <a:off x="619125" y="3084016"/>
            <a:ext cx="4391025" cy="434280"/>
          </a:xfrm>
          <a:prstGeom prst="rect">
            <a:avLst/>
          </a:prstGeom>
          <a:noFill/>
        </p:spPr>
        <p:txBody>
          <a:bodyPr wrap="square" rtlCol="0">
            <a:normAutofit/>
          </a:bodyPr>
          <a:lstStyle/>
          <a:p>
            <a:pPr marL="0" marR="0" algn="l">
              <a:spcBef>
                <a:spcPts val="750"/>
              </a:spcBef>
              <a:buNone/>
            </a:pPr>
            <a:r>
              <a:rPr sz="1425" b="0">
                <a:solidFill>
                  <a:srgbClr val="000000"/>
                </a:solidFill>
                <a:effectLst/>
                <a:latin typeface="Avenir"/>
              </a:rPr>
              <a:t>Jusqu’à 65% de rétention en plus qu’avec le texte seul.</a:t>
            </a:r>
            <a:r>
              <a:rPr>
                <a:effectLst/>
              </a:rPr>
              <a:t> </a:t>
            </a:r>
            <a:endParaRPr lang="fr-CA"/>
          </a:p>
        </p:txBody>
      </p:sp>
      <p:sp>
        <p:nvSpPr>
          <p:cNvPr id="13" name="ZoneTexte 12">
            <a:extLst>
              <a:ext uri="{FF2B5EF4-FFF2-40B4-BE49-F238E27FC236}">
                <a16:creationId xmlns:a16="http://schemas.microsoft.com/office/drawing/2014/main" id="{4F449DF0-456A-4FC3-962B-C0D58A706909}"/>
              </a:ext>
            </a:extLst>
          </p:cNvPr>
          <p:cNvSpPr txBox="1"/>
          <p:nvPr/>
        </p:nvSpPr>
        <p:spPr>
          <a:xfrm>
            <a:off x="619125" y="3613546"/>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000000"/>
                </a:solidFill>
                <a:effectLst/>
                <a:latin typeface="Avenir"/>
              </a:rPr>
              <a:t>Idéal pour “Image + Texte”</a:t>
            </a:r>
            <a:r>
              <a:rPr>
                <a:effectLst/>
              </a:rPr>
              <a:t> </a:t>
            </a:r>
            <a:endParaRPr lang="fr-CA"/>
          </a:p>
        </p:txBody>
      </p:sp>
      <p:sp>
        <p:nvSpPr>
          <p:cNvPr id="14" name="ZoneTexte 13">
            <a:extLst>
              <a:ext uri="{FF2B5EF4-FFF2-40B4-BE49-F238E27FC236}">
                <a16:creationId xmlns:a16="http://schemas.microsoft.com/office/drawing/2014/main" id="{1507FBD8-01D3-47CB-A987-579270588B85}"/>
              </a:ext>
            </a:extLst>
          </p:cNvPr>
          <p:cNvSpPr txBox="1"/>
          <p:nvPr/>
        </p:nvSpPr>
        <p:spPr>
          <a:xfrm>
            <a:off x="619125" y="3925937"/>
            <a:ext cx="4391025" cy="434280"/>
          </a:xfrm>
          <a:prstGeom prst="rect">
            <a:avLst/>
          </a:prstGeom>
          <a:noFill/>
        </p:spPr>
        <p:txBody>
          <a:bodyPr wrap="square" rtlCol="0">
            <a:normAutofit fontScale="92500"/>
          </a:bodyPr>
          <a:lstStyle/>
          <a:p>
            <a:pPr marL="0" marR="0" algn="l">
              <a:spcBef>
                <a:spcPts val="750"/>
              </a:spcBef>
              <a:buNone/>
            </a:pPr>
            <a:r>
              <a:rPr sz="1425" b="0">
                <a:solidFill>
                  <a:srgbClr val="000000"/>
                </a:solidFill>
                <a:effectLst/>
                <a:latin typeface="Avenir"/>
              </a:rPr>
              <a:t>Associe icônes et descriptions pour un impact visuel renforcé.</a:t>
            </a:r>
            <a:r>
              <a:rPr>
                <a:effectLst/>
              </a:rPr>
              <a:t> </a:t>
            </a:r>
            <a:endParaRPr lang="fr-CA"/>
          </a:p>
        </p:txBody>
      </p:sp>
    </p:spTree>
    <p:extLst>
      <p:ext uri="{BB962C8B-B14F-4D97-AF65-F5344CB8AC3E}">
        <p14:creationId xmlns:p14="http://schemas.microsoft.com/office/powerpoint/2010/main" val="1813487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733A307B-8A12-4593-8251-16A010341E5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clean, modern illustration visually representing a technical process. Four distinct visual elements, each portraying successive actions: planning (a hand holding a pencil over a blank grid), execution (tools engaging with materials), review (a magnifying glass examining completed work), and completion (a checkmark within a circle). Each element is horizontally separated, composed in warm neutrals with classic gold accents, no text or letters anywhere, and emphasis on clarity/progression">
            <a:extLst>
              <a:ext uri="{FF2B5EF4-FFF2-40B4-BE49-F238E27FC236}">
                <a16:creationId xmlns:a16="http://schemas.microsoft.com/office/drawing/2014/main" id="{165AF293-1340-4D24-B10C-A7FD4B9CE8C0}"/>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5" name="Espace réservé du numéro de diapositive 4">
            <a:extLst>
              <a:ext uri="{FF2B5EF4-FFF2-40B4-BE49-F238E27FC236}">
                <a16:creationId xmlns:a16="http://schemas.microsoft.com/office/drawing/2014/main" id="{BFA52949-C489-A389-9785-46755DB4E1F8}"/>
              </a:ext>
            </a:extLst>
          </p:cNvPr>
          <p:cNvSpPr>
            <a:spLocks noGrp="1"/>
          </p:cNvSpPr>
          <p:nvPr>
            <p:ph type="sldNum" sz="quarter" idx="12"/>
          </p:nvPr>
        </p:nvSpPr>
        <p:spPr/>
        <p:txBody>
          <a:bodyPr/>
          <a:lstStyle/>
          <a:p>
            <a:pPr rtl="0"/>
            <a:fld id="{AEAA3239-9EA4-4A65-A281-97F994456D9F}" type="slidenum">
              <a:rPr lang="en-US" smtClean="0"/>
              <a:t>25</a:t>
            </a:fld>
            <a:endParaRPr lang="en-US" dirty="0"/>
          </a:p>
        </p:txBody>
      </p:sp>
      <p:sp>
        <p:nvSpPr>
          <p:cNvPr id="8" name="ZoneTexte 7">
            <a:extLst>
              <a:ext uri="{FF2B5EF4-FFF2-40B4-BE49-F238E27FC236}">
                <a16:creationId xmlns:a16="http://schemas.microsoft.com/office/drawing/2014/main" id="{88DC28FB-9005-4CD0-BF5E-C8A43166D9D7}"/>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Processus avec images intégrées</a:t>
            </a:r>
            <a:r>
              <a:rPr>
                <a:effectLst/>
              </a:rPr>
              <a:t> </a:t>
            </a:r>
            <a:endParaRPr lang="fr-CA"/>
          </a:p>
        </p:txBody>
      </p:sp>
      <p:sp>
        <p:nvSpPr>
          <p:cNvPr id="9" name="ZoneTexte 8">
            <a:extLst>
              <a:ext uri="{FF2B5EF4-FFF2-40B4-BE49-F238E27FC236}">
                <a16:creationId xmlns:a16="http://schemas.microsoft.com/office/drawing/2014/main" id="{AD3E8BD1-567A-4F2A-B143-90DAAF2142E2}"/>
              </a:ext>
            </a:extLst>
          </p:cNvPr>
          <p:cNvSpPr txBox="1"/>
          <p:nvPr/>
        </p:nvSpPr>
        <p:spPr>
          <a:xfrm>
            <a:off x="619125" y="1929705"/>
            <a:ext cx="4391025" cy="228600"/>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Clarifier chaque étape</a:t>
            </a:r>
            <a:r>
              <a:rPr>
                <a:effectLst/>
              </a:rPr>
              <a:t> </a:t>
            </a:r>
            <a:endParaRPr lang="fr-CA"/>
          </a:p>
        </p:txBody>
      </p:sp>
      <p:sp>
        <p:nvSpPr>
          <p:cNvPr id="10" name="ZoneTexte 9">
            <a:extLst>
              <a:ext uri="{FF2B5EF4-FFF2-40B4-BE49-F238E27FC236}">
                <a16:creationId xmlns:a16="http://schemas.microsoft.com/office/drawing/2014/main" id="{FC7E76FD-ECD0-4B05-BCB5-9000923F9089}"/>
              </a:ext>
            </a:extLst>
          </p:cNvPr>
          <p:cNvSpPr txBox="1"/>
          <p:nvPr/>
        </p:nvSpPr>
        <p:spPr>
          <a:xfrm>
            <a:off x="619125" y="2253555"/>
            <a:ext cx="4391025" cy="457200"/>
          </a:xfrm>
          <a:prstGeom prst="rect">
            <a:avLst/>
          </a:prstGeom>
          <a:noFill/>
        </p:spPr>
        <p:txBody>
          <a:bodyPr wrap="square" rtlCol="0">
            <a:normAutofit fontScale="85000" lnSpcReduction="20000"/>
          </a:bodyPr>
          <a:lstStyle/>
          <a:p>
            <a:pPr marL="0" marR="0" algn="l">
              <a:spcBef>
                <a:spcPts val="750"/>
              </a:spcBef>
              <a:buNone/>
            </a:pPr>
            <a:r>
              <a:rPr sz="1500" b="0">
                <a:solidFill>
                  <a:srgbClr val="000000"/>
                </a:solidFill>
                <a:effectLst/>
                <a:latin typeface="Avenir"/>
              </a:rPr>
              <a:t>Des visuels contextualisent actions et décisions pour mieux comprendre.</a:t>
            </a:r>
            <a:r>
              <a:rPr>
                <a:effectLst/>
              </a:rPr>
              <a:t> </a:t>
            </a:r>
            <a:endParaRPr lang="fr-CA"/>
          </a:p>
        </p:txBody>
      </p:sp>
      <p:sp>
        <p:nvSpPr>
          <p:cNvPr id="11" name="ZoneTexte 10">
            <a:extLst>
              <a:ext uri="{FF2B5EF4-FFF2-40B4-BE49-F238E27FC236}">
                <a16:creationId xmlns:a16="http://schemas.microsoft.com/office/drawing/2014/main" id="{C931B8A6-13F7-4F26-B8D0-BAA7C89213B2}"/>
              </a:ext>
            </a:extLst>
          </p:cNvPr>
          <p:cNvSpPr txBox="1"/>
          <p:nvPr/>
        </p:nvSpPr>
        <p:spPr>
          <a:xfrm>
            <a:off x="619125" y="2844105"/>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Synchroniser image + texte</a:t>
            </a:r>
            <a:r>
              <a:rPr>
                <a:effectLst/>
              </a:rPr>
              <a:t> </a:t>
            </a:r>
            <a:endParaRPr lang="fr-CA"/>
          </a:p>
        </p:txBody>
      </p:sp>
      <p:sp>
        <p:nvSpPr>
          <p:cNvPr id="12" name="ZoneTexte 11">
            <a:extLst>
              <a:ext uri="{FF2B5EF4-FFF2-40B4-BE49-F238E27FC236}">
                <a16:creationId xmlns:a16="http://schemas.microsoft.com/office/drawing/2014/main" id="{9A03F62D-82CD-47F5-B017-40AA641E9227}"/>
              </a:ext>
            </a:extLst>
          </p:cNvPr>
          <p:cNvSpPr txBox="1"/>
          <p:nvPr/>
        </p:nvSpPr>
        <p:spPr>
          <a:xfrm>
            <a:off x="619125" y="3167955"/>
            <a:ext cx="4391025" cy="457200"/>
          </a:xfrm>
          <a:prstGeom prst="rect">
            <a:avLst/>
          </a:prstGeom>
          <a:noFill/>
        </p:spPr>
        <p:txBody>
          <a:bodyPr wrap="square" rtlCol="0">
            <a:normAutofit fontScale="92500"/>
          </a:bodyPr>
          <a:lstStyle/>
          <a:p>
            <a:pPr marL="0" marR="0" algn="l">
              <a:spcBef>
                <a:spcPts val="750"/>
              </a:spcBef>
              <a:buNone/>
            </a:pPr>
            <a:r>
              <a:rPr sz="1500" b="0">
                <a:solidFill>
                  <a:srgbClr val="000000"/>
                </a:solidFill>
                <a:effectLst/>
                <a:latin typeface="Avenir"/>
              </a:rPr>
              <a:t>Chaque phase est alignée avec une illustration explicative.</a:t>
            </a:r>
            <a:r>
              <a:rPr>
                <a:effectLst/>
              </a:rPr>
              <a:t> </a:t>
            </a:r>
            <a:endParaRPr lang="fr-CA"/>
          </a:p>
        </p:txBody>
      </p:sp>
      <p:sp>
        <p:nvSpPr>
          <p:cNvPr id="13" name="ZoneTexte 12">
            <a:extLst>
              <a:ext uri="{FF2B5EF4-FFF2-40B4-BE49-F238E27FC236}">
                <a16:creationId xmlns:a16="http://schemas.microsoft.com/office/drawing/2014/main" id="{B1D227B8-7E07-4FD8-AA43-DCA60C7DE95B}"/>
              </a:ext>
            </a:extLst>
          </p:cNvPr>
          <p:cNvSpPr txBox="1"/>
          <p:nvPr/>
        </p:nvSpPr>
        <p:spPr>
          <a:xfrm>
            <a:off x="619125" y="3758505"/>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Aider les publics non techniques</a:t>
            </a:r>
            <a:r>
              <a:rPr>
                <a:effectLst/>
              </a:rPr>
              <a:t> </a:t>
            </a:r>
            <a:endParaRPr lang="fr-CA"/>
          </a:p>
        </p:txBody>
      </p:sp>
      <p:sp>
        <p:nvSpPr>
          <p:cNvPr id="14" name="ZoneTexte 13">
            <a:extLst>
              <a:ext uri="{FF2B5EF4-FFF2-40B4-BE49-F238E27FC236}">
                <a16:creationId xmlns:a16="http://schemas.microsoft.com/office/drawing/2014/main" id="{936CEAF8-D835-410B-8D26-CD139F7529FF}"/>
              </a:ext>
            </a:extLst>
          </p:cNvPr>
          <p:cNvSpPr txBox="1"/>
          <p:nvPr/>
        </p:nvSpPr>
        <p:spPr>
          <a:xfrm>
            <a:off x="619125" y="4082355"/>
            <a:ext cx="4391025" cy="457200"/>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Réduit la charge cognitive et accélère l’appropriation.</a:t>
            </a:r>
            <a:r>
              <a:rPr>
                <a:effectLst/>
              </a:rPr>
              <a:t> </a:t>
            </a:r>
            <a:endParaRPr lang="fr-CA"/>
          </a:p>
        </p:txBody>
      </p:sp>
      <p:sp>
        <p:nvSpPr>
          <p:cNvPr id="15" name="ZoneTexte 14">
            <a:extLst>
              <a:ext uri="{FF2B5EF4-FFF2-40B4-BE49-F238E27FC236}">
                <a16:creationId xmlns:a16="http://schemas.microsoft.com/office/drawing/2014/main" id="{3B595CBA-6BD4-4D15-92E4-35AD9C3ABF8D}"/>
              </a:ext>
            </a:extLst>
          </p:cNvPr>
          <p:cNvSpPr txBox="1"/>
          <p:nvPr/>
        </p:nvSpPr>
        <p:spPr>
          <a:xfrm>
            <a:off x="619125" y="4672905"/>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Bonnes pratiques</a:t>
            </a:r>
            <a:r>
              <a:rPr>
                <a:effectLst/>
              </a:rPr>
              <a:t> </a:t>
            </a:r>
            <a:endParaRPr lang="fr-CA"/>
          </a:p>
        </p:txBody>
      </p:sp>
      <p:sp>
        <p:nvSpPr>
          <p:cNvPr id="16" name="ZoneTexte 15">
            <a:extLst>
              <a:ext uri="{FF2B5EF4-FFF2-40B4-BE49-F238E27FC236}">
                <a16:creationId xmlns:a16="http://schemas.microsoft.com/office/drawing/2014/main" id="{4799D112-07DE-458B-9297-B5D8F4A3741B}"/>
              </a:ext>
            </a:extLst>
          </p:cNvPr>
          <p:cNvSpPr txBox="1"/>
          <p:nvPr/>
        </p:nvSpPr>
        <p:spPr>
          <a:xfrm>
            <a:off x="619125" y="4996755"/>
            <a:ext cx="4391025" cy="457200"/>
          </a:xfrm>
          <a:prstGeom prst="rect">
            <a:avLst/>
          </a:prstGeom>
          <a:noFill/>
        </p:spPr>
        <p:txBody>
          <a:bodyPr wrap="square" rtlCol="0">
            <a:normAutofit fontScale="85000" lnSpcReduction="10000"/>
          </a:bodyPr>
          <a:lstStyle/>
          <a:p>
            <a:pPr marL="0" marR="0" algn="l">
              <a:spcBef>
                <a:spcPts val="750"/>
              </a:spcBef>
              <a:buNone/>
            </a:pPr>
            <a:r>
              <a:rPr sz="1500" b="0">
                <a:solidFill>
                  <a:srgbClr val="000000"/>
                </a:solidFill>
                <a:effectLst/>
                <a:latin typeface="Avenir"/>
              </a:rPr>
              <a:t>Visuels sans texte, progression claire, accents dorés discrets.</a:t>
            </a:r>
            <a:r>
              <a:rPr>
                <a:effectLst/>
              </a:rPr>
              <a:t> </a:t>
            </a:r>
            <a:endParaRPr lang="fr-CA"/>
          </a:p>
        </p:txBody>
      </p:sp>
    </p:spTree>
    <p:extLst>
      <p:ext uri="{BB962C8B-B14F-4D97-AF65-F5344CB8AC3E}">
        <p14:creationId xmlns:p14="http://schemas.microsoft.com/office/powerpoint/2010/main" val="2651931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A96EE48D-DB14-46F5-80D9-5A588F5477C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conceptual illustration of a circular cycle diagram composed of 4-5 interconnected segments, each segment containing a relevant icon (such as a lightbulb, gears, arrows, and a magnifying glass) to represent stages of a process. The cycle should be visually dynamic, with vibrant colors and a sense of motion, set against a clean background. No visible or implied text, letters, or words should appear anywhere in the image">
            <a:extLst>
              <a:ext uri="{FF2B5EF4-FFF2-40B4-BE49-F238E27FC236}">
                <a16:creationId xmlns:a16="http://schemas.microsoft.com/office/drawing/2014/main" id="{122E8150-89A7-4B8D-9E76-C9505572CAB7}"/>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6858000" cy="6858000"/>
          </a:xfrm>
          <a:prstGeom prst="rect">
            <a:avLst/>
          </a:prstGeom>
        </p:spPr>
      </p:pic>
      <p:sp>
        <p:nvSpPr>
          <p:cNvPr id="5" name="Espace réservé du numéro de diapositive 4">
            <a:extLst>
              <a:ext uri="{FF2B5EF4-FFF2-40B4-BE49-F238E27FC236}">
                <a16:creationId xmlns:a16="http://schemas.microsoft.com/office/drawing/2014/main" id="{25A46C37-CE05-C662-82C9-92D4A131D180}"/>
              </a:ext>
            </a:extLst>
          </p:cNvPr>
          <p:cNvSpPr>
            <a:spLocks noGrp="1"/>
          </p:cNvSpPr>
          <p:nvPr>
            <p:ph type="sldNum" sz="quarter" idx="12"/>
          </p:nvPr>
        </p:nvSpPr>
        <p:spPr/>
        <p:txBody>
          <a:bodyPr/>
          <a:lstStyle/>
          <a:p>
            <a:pPr rtl="0"/>
            <a:fld id="{AEAA3239-9EA4-4A65-A281-97F994456D9F}" type="slidenum">
              <a:rPr lang="en-US" smtClean="0"/>
              <a:t>26</a:t>
            </a:fld>
            <a:endParaRPr lang="en-US" dirty="0"/>
          </a:p>
        </p:txBody>
      </p:sp>
      <p:sp>
        <p:nvSpPr>
          <p:cNvPr id="8" name="ZoneTexte 7">
            <a:extLst>
              <a:ext uri="{FF2B5EF4-FFF2-40B4-BE49-F238E27FC236}">
                <a16:creationId xmlns:a16="http://schemas.microsoft.com/office/drawing/2014/main" id="{B56E92F0-E28E-4B66-B03C-EC8AE891D5BB}"/>
              </a:ext>
            </a:extLst>
          </p:cNvPr>
          <p:cNvSpPr txBox="1"/>
          <p:nvPr/>
        </p:nvSpPr>
        <p:spPr>
          <a:xfrm>
            <a:off x="7200900"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Cycle avec éléments visuels</a:t>
            </a:r>
            <a:r>
              <a:rPr>
                <a:effectLst/>
              </a:rPr>
              <a:t> </a:t>
            </a:r>
            <a:endParaRPr lang="fr-CA"/>
          </a:p>
        </p:txBody>
      </p:sp>
      <p:sp>
        <p:nvSpPr>
          <p:cNvPr id="9" name="ZoneTexte 8">
            <a:extLst>
              <a:ext uri="{FF2B5EF4-FFF2-40B4-BE49-F238E27FC236}">
                <a16:creationId xmlns:a16="http://schemas.microsoft.com/office/drawing/2014/main" id="{FE4F939E-F821-45B1-B059-68C12D0F0F1B}"/>
              </a:ext>
            </a:extLst>
          </p:cNvPr>
          <p:cNvSpPr txBox="1"/>
          <p:nvPr/>
        </p:nvSpPr>
        <p:spPr>
          <a:xfrm>
            <a:off x="7200900" y="1929705"/>
            <a:ext cx="4391025" cy="238125"/>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Synthèse et engagement</a:t>
            </a:r>
            <a:r>
              <a:rPr>
                <a:effectLst/>
              </a:rPr>
              <a:t> </a:t>
            </a:r>
            <a:endParaRPr lang="fr-CA"/>
          </a:p>
        </p:txBody>
      </p:sp>
      <p:sp>
        <p:nvSpPr>
          <p:cNvPr id="10" name="ZoneTexte 9">
            <a:extLst>
              <a:ext uri="{FF2B5EF4-FFF2-40B4-BE49-F238E27FC236}">
                <a16:creationId xmlns:a16="http://schemas.microsoft.com/office/drawing/2014/main" id="{FA712EAE-6DC1-4BBF-BDFE-202848F76043}"/>
              </a:ext>
            </a:extLst>
          </p:cNvPr>
          <p:cNvSpPr txBox="1"/>
          <p:nvPr/>
        </p:nvSpPr>
        <p:spPr>
          <a:xfrm>
            <a:off x="7200900" y="2263080"/>
            <a:ext cx="4391025" cy="476250"/>
          </a:xfrm>
          <a:prstGeom prst="rect">
            <a:avLst/>
          </a:prstGeom>
          <a:noFill/>
        </p:spPr>
        <p:txBody>
          <a:bodyPr wrap="square" rtlCol="0">
            <a:normAutofit fontScale="92500" lnSpcReduction="20000"/>
          </a:bodyPr>
          <a:lstStyle/>
          <a:p>
            <a:pPr marL="0" marR="0" algn="l">
              <a:spcBef>
                <a:spcPts val="750"/>
              </a:spcBef>
              <a:buNone/>
            </a:pPr>
            <a:r>
              <a:rPr sz="1500" b="0">
                <a:solidFill>
                  <a:srgbClr val="000000"/>
                </a:solidFill>
                <a:effectLst/>
                <a:latin typeface="Avenir"/>
              </a:rPr>
              <a:t>Un cycle visuel clarifie l’ensemble et encourage l’engagement.</a:t>
            </a:r>
            <a:r>
              <a:rPr>
                <a:effectLst/>
              </a:rPr>
              <a:t> </a:t>
            </a:r>
            <a:endParaRPr lang="fr-CA"/>
          </a:p>
        </p:txBody>
      </p:sp>
      <p:sp>
        <p:nvSpPr>
          <p:cNvPr id="11" name="ZoneTexte 10">
            <a:extLst>
              <a:ext uri="{FF2B5EF4-FFF2-40B4-BE49-F238E27FC236}">
                <a16:creationId xmlns:a16="http://schemas.microsoft.com/office/drawing/2014/main" id="{D0D184A7-D583-45DB-8A57-D1534190A5AD}"/>
              </a:ext>
            </a:extLst>
          </p:cNvPr>
          <p:cNvSpPr txBox="1"/>
          <p:nvPr/>
        </p:nvSpPr>
        <p:spPr>
          <a:xfrm>
            <a:off x="7200900" y="2891730"/>
            <a:ext cx="4391025" cy="238125"/>
          </a:xfrm>
          <a:prstGeom prst="rect">
            <a:avLst/>
          </a:prstGeom>
          <a:noFill/>
        </p:spPr>
        <p:txBody>
          <a:bodyPr wrap="square" rtlCol="0">
            <a:normAutofit fontScale="62500" lnSpcReduction="20000"/>
          </a:bodyPr>
          <a:lstStyle/>
          <a:p>
            <a:pPr marL="0" algn="l">
              <a:spcBef>
                <a:spcPts val="1200"/>
              </a:spcBef>
              <a:buNone/>
            </a:pPr>
            <a:r>
              <a:rPr sz="1500" b="1">
                <a:solidFill>
                  <a:srgbClr val="000000"/>
                </a:solidFill>
                <a:effectLst/>
                <a:latin typeface="Avenir"/>
              </a:rPr>
              <a:t>Pourquoi cela fonctionne</a:t>
            </a:r>
            <a:r>
              <a:rPr>
                <a:effectLst/>
              </a:rPr>
              <a:t> </a:t>
            </a:r>
            <a:endParaRPr lang="fr-CA"/>
          </a:p>
        </p:txBody>
      </p:sp>
      <p:sp>
        <p:nvSpPr>
          <p:cNvPr id="12" name="ZoneTexte 11">
            <a:extLst>
              <a:ext uri="{FF2B5EF4-FFF2-40B4-BE49-F238E27FC236}">
                <a16:creationId xmlns:a16="http://schemas.microsoft.com/office/drawing/2014/main" id="{CAFA0C36-2513-4E3F-80D1-D6B6415F40E5}"/>
              </a:ext>
            </a:extLst>
          </p:cNvPr>
          <p:cNvSpPr txBox="1"/>
          <p:nvPr/>
        </p:nvSpPr>
        <p:spPr>
          <a:xfrm>
            <a:off x="7200900" y="3225105"/>
            <a:ext cx="4391025" cy="714375"/>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Des visuels dynamiques facilitent l’assimilation d’informations répétitives ou complexes.</a:t>
            </a:r>
            <a:r>
              <a:rPr>
                <a:effectLst/>
              </a:rPr>
              <a:t> </a:t>
            </a:r>
            <a:endParaRPr lang="fr-CA"/>
          </a:p>
        </p:txBody>
      </p:sp>
      <p:sp>
        <p:nvSpPr>
          <p:cNvPr id="13" name="ZoneTexte 12">
            <a:extLst>
              <a:ext uri="{FF2B5EF4-FFF2-40B4-BE49-F238E27FC236}">
                <a16:creationId xmlns:a16="http://schemas.microsoft.com/office/drawing/2014/main" id="{DB6843CE-6FD0-4F70-B29F-AF79F9200BF7}"/>
              </a:ext>
            </a:extLst>
          </p:cNvPr>
          <p:cNvSpPr txBox="1"/>
          <p:nvPr/>
        </p:nvSpPr>
        <p:spPr>
          <a:xfrm>
            <a:off x="7200900" y="4091880"/>
            <a:ext cx="4391025" cy="238125"/>
          </a:xfrm>
          <a:prstGeom prst="rect">
            <a:avLst/>
          </a:prstGeom>
          <a:noFill/>
        </p:spPr>
        <p:txBody>
          <a:bodyPr wrap="square" rtlCol="0">
            <a:normAutofit fontScale="62500" lnSpcReduction="20000"/>
          </a:bodyPr>
          <a:lstStyle/>
          <a:p>
            <a:pPr marL="0" algn="l">
              <a:spcBef>
                <a:spcPts val="1200"/>
              </a:spcBef>
              <a:buNone/>
            </a:pPr>
            <a:r>
              <a:rPr sz="1500" b="1">
                <a:solidFill>
                  <a:srgbClr val="000000"/>
                </a:solidFill>
                <a:effectLst/>
                <a:latin typeface="Avenir"/>
              </a:rPr>
              <a:t>Image + Texte</a:t>
            </a:r>
            <a:r>
              <a:rPr>
                <a:effectLst/>
              </a:rPr>
              <a:t> </a:t>
            </a:r>
            <a:endParaRPr lang="fr-CA"/>
          </a:p>
        </p:txBody>
      </p:sp>
      <p:sp>
        <p:nvSpPr>
          <p:cNvPr id="14" name="ZoneTexte 13">
            <a:extLst>
              <a:ext uri="{FF2B5EF4-FFF2-40B4-BE49-F238E27FC236}">
                <a16:creationId xmlns:a16="http://schemas.microsoft.com/office/drawing/2014/main" id="{9FD7ED45-A0B3-4611-84F5-20A50FA2C7D0}"/>
              </a:ext>
            </a:extLst>
          </p:cNvPr>
          <p:cNvSpPr txBox="1"/>
          <p:nvPr/>
        </p:nvSpPr>
        <p:spPr>
          <a:xfrm>
            <a:off x="7200900" y="4425255"/>
            <a:ext cx="4391025" cy="476250"/>
          </a:xfrm>
          <a:prstGeom prst="rect">
            <a:avLst/>
          </a:prstGeom>
          <a:noFill/>
        </p:spPr>
        <p:txBody>
          <a:bodyPr wrap="square" rtlCol="0">
            <a:normAutofit fontScale="92500" lnSpcReduction="20000"/>
          </a:bodyPr>
          <a:lstStyle/>
          <a:p>
            <a:pPr marL="0" marR="0" algn="l">
              <a:spcBef>
                <a:spcPts val="750"/>
              </a:spcBef>
              <a:buNone/>
            </a:pPr>
            <a:r>
              <a:rPr sz="1500" b="0">
                <a:solidFill>
                  <a:srgbClr val="000000"/>
                </a:solidFill>
                <a:effectLst/>
                <a:latin typeface="Avenir"/>
              </a:rPr>
              <a:t>Idéal pour montrer la structure cyclique avec photos ou icônes.</a:t>
            </a:r>
            <a:r>
              <a:rPr>
                <a:effectLst/>
              </a:rPr>
              <a:t> </a:t>
            </a:r>
            <a:endParaRPr lang="fr-CA"/>
          </a:p>
        </p:txBody>
      </p:sp>
    </p:spTree>
    <p:extLst>
      <p:ext uri="{BB962C8B-B14F-4D97-AF65-F5344CB8AC3E}">
        <p14:creationId xmlns:p14="http://schemas.microsoft.com/office/powerpoint/2010/main" val="2899455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C9E791F4-67B9-4DB4-BCA9-4FD7AC608B9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142E388B-DBB8-7346-F94F-A3F20A59314E}"/>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ctr" fontAlgn="b">
              <a:buNone/>
            </a:pPr>
            <a:r>
              <a:rPr sz="8250">
                <a:solidFill>
                  <a:srgbClr val="000000"/>
                </a:solidFill>
                <a:effectLst/>
                <a:latin typeface="Mongolian Baiti" panose="03000500000000000000" pitchFamily="66" charset="0"/>
              </a:rPr>
              <a:t>Les SmartArt de type « Pyramid »</a:t>
            </a:r>
            <a:r>
              <a:rPr>
                <a:effectLst/>
              </a:rPr>
              <a:t> </a:t>
            </a:r>
            <a:endParaRPr lang="fr-CA"/>
          </a:p>
        </p:txBody>
      </p:sp>
      <p:sp>
        <p:nvSpPr>
          <p:cNvPr id="5" name="Espace réservé du numéro de diapositive 4">
            <a:extLst>
              <a:ext uri="{FF2B5EF4-FFF2-40B4-BE49-F238E27FC236}">
                <a16:creationId xmlns:a16="http://schemas.microsoft.com/office/drawing/2014/main" id="{BD4D1B34-F9AB-DE0B-ABE3-4B40A671A809}"/>
              </a:ext>
            </a:extLst>
          </p:cNvPr>
          <p:cNvSpPr>
            <a:spLocks noGrp="1"/>
          </p:cNvSpPr>
          <p:nvPr>
            <p:ph type="sldNum" sz="quarter" idx="12"/>
          </p:nvPr>
        </p:nvSpPr>
        <p:spPr/>
        <p:txBody>
          <a:bodyPr/>
          <a:lstStyle/>
          <a:p>
            <a:pPr rtl="0"/>
            <a:fld id="{AEAA3239-9EA4-4A65-A281-97F994456D9F}" type="slidenum">
              <a:rPr lang="en-US" smtClean="0"/>
              <a:t>27</a:t>
            </a:fld>
            <a:endParaRPr lang="en-US" dirty="0"/>
          </a:p>
        </p:txBody>
      </p:sp>
    </p:spTree>
    <p:extLst>
      <p:ext uri="{BB962C8B-B14F-4D97-AF65-F5344CB8AC3E}">
        <p14:creationId xmlns:p14="http://schemas.microsoft.com/office/powerpoint/2010/main" val="3171757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63C108D8-3384-4B7C-AD99-2C52D70F6EC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clean, three-dimensional illustration of a simple pyramid divided into three horizontal layers, each layer represented with a distinct color and separated by subtle lines. The pyramid is set against a white background with soft shadows to emphasize depth and clarity. No visible or implied text, letters, or words should appear anywhere in the image. The composition should focus on the pyramid structure and convey a sense of hierarchy and organization">
            <a:extLst>
              <a:ext uri="{FF2B5EF4-FFF2-40B4-BE49-F238E27FC236}">
                <a16:creationId xmlns:a16="http://schemas.microsoft.com/office/drawing/2014/main" id="{BD172E28-738B-4FB5-A675-B7B90BE40BDB}"/>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18083" y="1541115"/>
            <a:ext cx="3408312" cy="3408312"/>
          </a:xfrm>
          <a:prstGeom prst="rect">
            <a:avLst/>
          </a:prstGeom>
        </p:spPr>
      </p:pic>
      <p:sp>
        <p:nvSpPr>
          <p:cNvPr id="5" name="Espace réservé du numéro de diapositive 4">
            <a:extLst>
              <a:ext uri="{FF2B5EF4-FFF2-40B4-BE49-F238E27FC236}">
                <a16:creationId xmlns:a16="http://schemas.microsoft.com/office/drawing/2014/main" id="{C86240CB-DB57-526C-0CE5-27FB83F8FE09}"/>
              </a:ext>
            </a:extLst>
          </p:cNvPr>
          <p:cNvSpPr>
            <a:spLocks noGrp="1"/>
          </p:cNvSpPr>
          <p:nvPr>
            <p:ph type="sldNum" sz="quarter" idx="12"/>
          </p:nvPr>
        </p:nvSpPr>
        <p:spPr/>
        <p:txBody>
          <a:bodyPr/>
          <a:lstStyle/>
          <a:p>
            <a:pPr rtl="0"/>
            <a:fld id="{AEAA3239-9EA4-4A65-A281-97F994456D9F}" type="slidenum">
              <a:rPr lang="en-US" smtClean="0"/>
              <a:t>28</a:t>
            </a:fld>
            <a:endParaRPr lang="en-US" dirty="0"/>
          </a:p>
        </p:txBody>
      </p:sp>
      <p:pic>
        <p:nvPicPr>
          <p:cNvPr id="8" name="Graphique 7" descr="A clean, three-dimensional illustration of a simple pyramid divided into three horizontal layers, each layer represented with a distinct color (warm neutrals, with one layer in #DDA152 heritage gold, others in shades of beige and ivory), separated by subtle lines, set against a white (#FFFEFA) background with soft shadows to emphasize depth and clarity. No visible or implied text, letters, or words anywhere in the image. The composition should focus clearly on the pyramid structure and visually convey hierarchy and organization">
            <a:extLst>
              <a:ext uri="{FF2B5EF4-FFF2-40B4-BE49-F238E27FC236}">
                <a16:creationId xmlns:a16="http://schemas.microsoft.com/office/drawing/2014/main" id="{A804BF6C-734E-428D-B2B0-9673461C4E2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08859" y="1541115"/>
            <a:ext cx="3408312" cy="3408312"/>
          </a:xfrm>
          <a:prstGeom prst="rect">
            <a:avLst/>
          </a:prstGeom>
        </p:spPr>
      </p:pic>
      <p:pic>
        <p:nvPicPr>
          <p:cNvPr id="9" name="Graphique 8" descr="A clean, three-dimensional illustration of a simple pyramid divided into three horizontal layers, each layer represented with a distinct color (warm neutrals, with one layer in #DDA152 heritage gold, others in shades of beige and ivory), separated by subtle lines, set against a white (#FFFEFA) background with soft shadows to emphasize depth and clarity. No visible or implied text, letters, or words anywhere in the image. The composition should focus clearly on the pyramid structure and visually convey hierarchy and organization">
            <a:extLst>
              <a:ext uri="{FF2B5EF4-FFF2-40B4-BE49-F238E27FC236}">
                <a16:creationId xmlns:a16="http://schemas.microsoft.com/office/drawing/2014/main" id="{14266613-3D27-4E61-BF3E-CCEC7649CC0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99635" y="1541115"/>
            <a:ext cx="3408312" cy="3408312"/>
          </a:xfrm>
          <a:prstGeom prst="rect">
            <a:avLst/>
          </a:prstGeom>
        </p:spPr>
      </p:pic>
      <p:sp>
        <p:nvSpPr>
          <p:cNvPr id="10" name="ZoneTexte 9">
            <a:extLst>
              <a:ext uri="{FF2B5EF4-FFF2-40B4-BE49-F238E27FC236}">
                <a16:creationId xmlns:a16="http://schemas.microsoft.com/office/drawing/2014/main" id="{27BC24F8-34AA-4CD3-977D-D861AF2BDBDE}"/>
              </a:ext>
            </a:extLst>
          </p:cNvPr>
          <p:cNvSpPr txBox="1"/>
          <p:nvPr/>
        </p:nvSpPr>
        <p:spPr>
          <a:xfrm>
            <a:off x="618083" y="771525"/>
            <a:ext cx="10955535" cy="502890"/>
          </a:xfrm>
          <a:prstGeom prst="rect">
            <a:avLst/>
          </a:prstGeom>
          <a:noFill/>
        </p:spPr>
        <p:txBody>
          <a:bodyPr wrap="square" rtlCol="0">
            <a:normAutofit fontScale="92500" lnSpcReduction="20000"/>
          </a:bodyPr>
          <a:lstStyle/>
          <a:p>
            <a:pPr marL="0" algn="l">
              <a:buNone/>
            </a:pPr>
            <a:r>
              <a:rPr sz="3600" b="0">
                <a:solidFill>
                  <a:srgbClr val="000000"/>
                </a:solidFill>
                <a:effectLst/>
                <a:latin typeface="Mongolian Baiti" panose="03000500000000000000" pitchFamily="66" charset="0"/>
              </a:rPr>
              <a:t>Pyramide simple</a:t>
            </a:r>
            <a:r>
              <a:rPr>
                <a:effectLst/>
              </a:rPr>
              <a:t> </a:t>
            </a:r>
            <a:endParaRPr lang="fr-CA"/>
          </a:p>
        </p:txBody>
      </p:sp>
      <p:sp>
        <p:nvSpPr>
          <p:cNvPr id="11" name="ZoneTexte 10">
            <a:extLst>
              <a:ext uri="{FF2B5EF4-FFF2-40B4-BE49-F238E27FC236}">
                <a16:creationId xmlns:a16="http://schemas.microsoft.com/office/drawing/2014/main" id="{6F128215-BA3F-4CA2-8B2C-873FB0ABF0DA}"/>
              </a:ext>
            </a:extLst>
          </p:cNvPr>
          <p:cNvSpPr txBox="1"/>
          <p:nvPr/>
        </p:nvSpPr>
        <p:spPr>
          <a:xfrm>
            <a:off x="618083" y="5044678"/>
            <a:ext cx="3408312" cy="1091356"/>
          </a:xfrm>
          <a:prstGeom prst="rect">
            <a:avLst/>
          </a:prstGeom>
          <a:noFill/>
        </p:spPr>
        <p:txBody>
          <a:bodyPr wrap="square" rtlCol="0">
            <a:normAutofit lnSpcReduction="10000"/>
          </a:bodyPr>
          <a:lstStyle/>
          <a:p>
            <a:pPr marL="0" algn="l">
              <a:buNone/>
            </a:pPr>
            <a:r>
              <a:rPr sz="1425" b="1">
                <a:solidFill>
                  <a:srgbClr val="000000"/>
                </a:solidFill>
                <a:effectLst/>
                <a:latin typeface="Avenir"/>
              </a:rPr>
              <a:t>Structure hiérarchique</a:t>
            </a:r>
            <a:r>
              <a:rPr>
                <a:effectLst/>
              </a:rPr>
              <a:t> </a:t>
            </a:r>
          </a:p>
          <a:p>
            <a:pPr marL="0" algn="l">
              <a:spcBef>
                <a:spcPts val="900"/>
              </a:spcBef>
              <a:buNone/>
            </a:pPr>
            <a:r>
              <a:rPr sz="1425" b="0">
                <a:solidFill>
                  <a:srgbClr val="000000"/>
                </a:solidFill>
                <a:effectLst/>
                <a:latin typeface="Avenir"/>
              </a:rPr>
              <a:t>Une pyramide simple visualise une structure hiérarchique où la base soutient les niveaux supérieurs.</a:t>
            </a:r>
            <a:r>
              <a:rPr>
                <a:effectLst/>
              </a:rPr>
              <a:t> </a:t>
            </a:r>
            <a:endParaRPr lang="fr-CA"/>
          </a:p>
        </p:txBody>
      </p:sp>
      <p:sp>
        <p:nvSpPr>
          <p:cNvPr id="12" name="ZoneTexte 11">
            <a:extLst>
              <a:ext uri="{FF2B5EF4-FFF2-40B4-BE49-F238E27FC236}">
                <a16:creationId xmlns:a16="http://schemas.microsoft.com/office/drawing/2014/main" id="{3A13E96F-45FC-4C6D-96DA-FE86CD941145}"/>
              </a:ext>
            </a:extLst>
          </p:cNvPr>
          <p:cNvSpPr txBox="1"/>
          <p:nvPr/>
        </p:nvSpPr>
        <p:spPr>
          <a:xfrm>
            <a:off x="4208859" y="5044678"/>
            <a:ext cx="3408312" cy="1091356"/>
          </a:xfrm>
          <a:prstGeom prst="rect">
            <a:avLst/>
          </a:prstGeom>
          <a:noFill/>
        </p:spPr>
        <p:txBody>
          <a:bodyPr wrap="square" rtlCol="0">
            <a:normAutofit/>
          </a:bodyPr>
          <a:lstStyle/>
          <a:p>
            <a:pPr marL="0" algn="l">
              <a:buNone/>
            </a:pPr>
            <a:r>
              <a:rPr sz="1425" b="1">
                <a:solidFill>
                  <a:srgbClr val="000000"/>
                </a:solidFill>
                <a:effectLst/>
                <a:latin typeface="Avenir"/>
              </a:rPr>
              <a:t>Usages typiques</a:t>
            </a:r>
            <a:r>
              <a:rPr>
                <a:effectLst/>
              </a:rPr>
              <a:t> </a:t>
            </a:r>
          </a:p>
          <a:p>
            <a:pPr marL="0" algn="l">
              <a:spcBef>
                <a:spcPts val="900"/>
              </a:spcBef>
              <a:buNone/>
            </a:pPr>
            <a:r>
              <a:rPr sz="1425" b="0">
                <a:solidFill>
                  <a:srgbClr val="000000"/>
                </a:solidFill>
                <a:effectLst/>
                <a:latin typeface="Avenir"/>
              </a:rPr>
              <a:t>Démontrer des priorités, hiérarchies de besoins ou l’organisation des concepts.</a:t>
            </a:r>
            <a:r>
              <a:rPr>
                <a:effectLst/>
              </a:rPr>
              <a:t> </a:t>
            </a:r>
            <a:endParaRPr lang="fr-CA"/>
          </a:p>
        </p:txBody>
      </p:sp>
      <p:sp>
        <p:nvSpPr>
          <p:cNvPr id="13" name="ZoneTexte 12">
            <a:extLst>
              <a:ext uri="{FF2B5EF4-FFF2-40B4-BE49-F238E27FC236}">
                <a16:creationId xmlns:a16="http://schemas.microsoft.com/office/drawing/2014/main" id="{77EFD387-4CEB-476B-8112-4F08180E3009}"/>
              </a:ext>
            </a:extLst>
          </p:cNvPr>
          <p:cNvSpPr txBox="1"/>
          <p:nvPr/>
        </p:nvSpPr>
        <p:spPr>
          <a:xfrm>
            <a:off x="7799635" y="5044678"/>
            <a:ext cx="3408312" cy="838051"/>
          </a:xfrm>
          <a:prstGeom prst="rect">
            <a:avLst/>
          </a:prstGeom>
          <a:noFill/>
        </p:spPr>
        <p:txBody>
          <a:bodyPr wrap="square" rtlCol="0">
            <a:normAutofit fontScale="92500" lnSpcReduction="20000"/>
          </a:bodyPr>
          <a:lstStyle/>
          <a:p>
            <a:pPr marL="0" algn="l">
              <a:buNone/>
            </a:pPr>
            <a:r>
              <a:rPr sz="1425" b="1">
                <a:solidFill>
                  <a:srgbClr val="000000"/>
                </a:solidFill>
                <a:effectLst/>
                <a:latin typeface="Avenir"/>
              </a:rPr>
              <a:t>Clarté des dépendances</a:t>
            </a:r>
            <a:r>
              <a:rPr>
                <a:effectLst/>
              </a:rPr>
              <a:t> </a:t>
            </a:r>
          </a:p>
          <a:p>
            <a:pPr marL="0" algn="l">
              <a:spcBef>
                <a:spcPts val="900"/>
              </a:spcBef>
              <a:buNone/>
            </a:pPr>
            <a:r>
              <a:rPr sz="1425" b="0">
                <a:solidFill>
                  <a:srgbClr val="000000"/>
                </a:solidFill>
                <a:effectLst/>
                <a:latin typeface="Avenir"/>
              </a:rPr>
              <a:t>Favorise une visualisation claire des dépendances essentielles.</a:t>
            </a:r>
            <a:r>
              <a:rPr>
                <a:effectLst/>
              </a:rPr>
              <a:t> </a:t>
            </a:r>
            <a:endParaRPr lang="fr-CA"/>
          </a:p>
        </p:txBody>
      </p:sp>
    </p:spTree>
    <p:extLst>
      <p:ext uri="{BB962C8B-B14F-4D97-AF65-F5344CB8AC3E}">
        <p14:creationId xmlns:p14="http://schemas.microsoft.com/office/powerpoint/2010/main" val="2335054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D23694D8-581D-41DB-99C8-F2425F160DE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A49AFE55-F584-CF83-F197-BA8F7D7CC693}"/>
              </a:ext>
            </a:extLst>
          </p:cNvPr>
          <p:cNvSpPr>
            <a:spLocks noGrp="1"/>
          </p:cNvSpPr>
          <p:nvPr>
            <p:ph sz="quarter" idx="16"/>
          </p:nvPr>
        </p:nvSpPr>
        <p:spPr>
          <a:xfrm>
            <a:off x="619125" y="1038225"/>
            <a:ext cx="10972800" cy="876151"/>
          </a:xfrm>
        </p:spPr>
        <p:txBody>
          <a:bodyPr>
            <a:normAutofit fontScale="85000" lnSpcReduction="20000"/>
          </a:bodyPr>
          <a:lstStyle/>
          <a:p>
            <a:pPr marL="0" algn="l">
              <a:buNone/>
            </a:pPr>
            <a:r>
              <a:rPr sz="3600" b="0">
                <a:solidFill>
                  <a:srgbClr val="000000"/>
                </a:solidFill>
                <a:effectLst/>
                <a:latin typeface="Mongolian Baiti" panose="03000500000000000000" pitchFamily="66" charset="0"/>
              </a:rPr>
              <a:t>Pyramide segmentée</a:t>
            </a:r>
            <a:r>
              <a:rPr>
                <a:effectLst/>
              </a:rPr>
              <a:t> </a:t>
            </a:r>
          </a:p>
          <a:p>
            <a:pPr marL="0" algn="l">
              <a:spcBef>
                <a:spcPts val="600"/>
              </a:spcBef>
              <a:buNone/>
            </a:pPr>
            <a:r>
              <a:rPr sz="1800" b="0">
                <a:solidFill>
                  <a:srgbClr val="000000"/>
                </a:solidFill>
                <a:effectLst/>
                <a:latin typeface="Avenir"/>
              </a:rPr>
              <a:t>La division de chaque niveau en segments clarifie les sous-éléments.</a:t>
            </a:r>
            <a:r>
              <a:rPr>
                <a:effectLst/>
              </a:rPr>
              <a:t> </a:t>
            </a:r>
            <a:endParaRPr lang="fr-CA"/>
          </a:p>
        </p:txBody>
      </p:sp>
      <p:sp>
        <p:nvSpPr>
          <p:cNvPr id="5" name="Espace réservé du numéro de diapositive 4">
            <a:extLst>
              <a:ext uri="{FF2B5EF4-FFF2-40B4-BE49-F238E27FC236}">
                <a16:creationId xmlns:a16="http://schemas.microsoft.com/office/drawing/2014/main" id="{AD2E9CAB-BB1A-4AE1-2F52-8EADAA53CC03}"/>
              </a:ext>
            </a:extLst>
          </p:cNvPr>
          <p:cNvSpPr>
            <a:spLocks noGrp="1"/>
          </p:cNvSpPr>
          <p:nvPr>
            <p:ph type="sldNum" sz="quarter" idx="12"/>
          </p:nvPr>
        </p:nvSpPr>
        <p:spPr/>
        <p:txBody>
          <a:bodyPr/>
          <a:lstStyle/>
          <a:p>
            <a:pPr rtl="0"/>
            <a:fld id="{AEAA3239-9EA4-4A65-A281-97F994456D9F}" type="slidenum">
              <a:rPr lang="en-US" smtClean="0"/>
              <a:t>29</a:t>
            </a:fld>
            <a:endParaRPr lang="en-US" dirty="0"/>
          </a:p>
        </p:txBody>
      </p:sp>
      <p:sp>
        <p:nvSpPr>
          <p:cNvPr id="7" name="ZoneTexte 6">
            <a:extLst>
              <a:ext uri="{FF2B5EF4-FFF2-40B4-BE49-F238E27FC236}">
                <a16:creationId xmlns:a16="http://schemas.microsoft.com/office/drawing/2014/main" id="{553369DE-A2F9-4DB9-8F5F-605A482FB222}"/>
              </a:ext>
            </a:extLst>
          </p:cNvPr>
          <p:cNvSpPr txBox="1"/>
          <p:nvPr/>
        </p:nvSpPr>
        <p:spPr>
          <a:xfrm>
            <a:off x="619125" y="2619226"/>
            <a:ext cx="3343275" cy="2607319"/>
          </a:xfrm>
          <a:prstGeom prst="rect">
            <a:avLst/>
          </a:prstGeom>
          <a:noFill/>
        </p:spPr>
        <p:txBody>
          <a:bodyPr wrap="square" rtlCol="0">
            <a:normAutofit/>
          </a:bodyPr>
          <a:lstStyle/>
          <a:p>
            <a:pPr marL="0" algn="l">
              <a:buNone/>
            </a:pPr>
            <a:r>
              <a:rPr sz="1800" b="0">
                <a:solidFill>
                  <a:srgbClr val="000000"/>
                </a:solidFill>
                <a:effectLst/>
                <a:latin typeface="Mongolian Baiti" panose="03000500000000000000" pitchFamily="66" charset="0"/>
              </a:rPr>
              <a:t>Niveau 1</a:t>
            </a:r>
            <a:r>
              <a:rPr>
                <a:effectLst/>
              </a:rPr>
              <a:t> </a:t>
            </a:r>
          </a:p>
          <a:p>
            <a:pPr marL="0" algn="l">
              <a:spcBef>
                <a:spcPts val="900"/>
              </a:spcBef>
              <a:buNone/>
            </a:pPr>
            <a:r>
              <a:rPr sz="1425" b="1">
                <a:solidFill>
                  <a:srgbClr val="000000"/>
                </a:solidFill>
                <a:effectLst/>
                <a:latin typeface="Avenir"/>
              </a:rPr>
              <a:t>Niveau 1 - Pilier A</a:t>
            </a:r>
            <a:r>
              <a:rPr>
                <a:effectLst/>
              </a:rPr>
              <a:t> </a:t>
            </a:r>
          </a:p>
          <a:p>
            <a:pPr marL="0" algn="l">
              <a:spcBef>
                <a:spcPts val="450"/>
              </a:spcBef>
              <a:buNone/>
            </a:pPr>
            <a:r>
              <a:rPr sz="1425" b="0">
                <a:solidFill>
                  <a:srgbClr val="000000"/>
                </a:solidFill>
                <a:effectLst/>
                <a:latin typeface="Avenir"/>
              </a:rPr>
              <a:t>Sous-élément principal du premier niveau, représentant la base du concept global.</a:t>
            </a:r>
            <a:r>
              <a:rPr>
                <a:effectLst/>
              </a:rPr>
              <a:t> </a:t>
            </a:r>
          </a:p>
          <a:p>
            <a:pPr marL="0" algn="l">
              <a:spcBef>
                <a:spcPts val="900"/>
              </a:spcBef>
              <a:buNone/>
            </a:pPr>
            <a:r>
              <a:rPr sz="1425" b="1">
                <a:solidFill>
                  <a:srgbClr val="000000"/>
                </a:solidFill>
                <a:effectLst/>
                <a:latin typeface="Avenir"/>
              </a:rPr>
              <a:t>Niveau 1 - Pilier B</a:t>
            </a:r>
            <a:r>
              <a:rPr>
                <a:effectLst/>
              </a:rPr>
              <a:t> </a:t>
            </a:r>
          </a:p>
          <a:p>
            <a:pPr marL="0" algn="l">
              <a:spcBef>
                <a:spcPts val="450"/>
              </a:spcBef>
              <a:buNone/>
            </a:pPr>
            <a:r>
              <a:rPr sz="1425" b="0">
                <a:solidFill>
                  <a:srgbClr val="000000"/>
                </a:solidFill>
                <a:effectLst/>
                <a:latin typeface="Avenir"/>
              </a:rPr>
              <a:t>Autre sous-élément du premier niveau, apportant une perspective complémentaire.</a:t>
            </a:r>
            <a:r>
              <a:rPr>
                <a:effectLst/>
              </a:rPr>
              <a:t> </a:t>
            </a:r>
            <a:endParaRPr lang="fr-CA"/>
          </a:p>
        </p:txBody>
      </p:sp>
      <p:sp>
        <p:nvSpPr>
          <p:cNvPr id="8" name="ZoneTexte 7">
            <a:extLst>
              <a:ext uri="{FF2B5EF4-FFF2-40B4-BE49-F238E27FC236}">
                <a16:creationId xmlns:a16="http://schemas.microsoft.com/office/drawing/2014/main" id="{E7D95222-C846-4C23-A6B4-4768E20D9E27}"/>
              </a:ext>
            </a:extLst>
          </p:cNvPr>
          <p:cNvSpPr txBox="1"/>
          <p:nvPr/>
        </p:nvSpPr>
        <p:spPr>
          <a:xfrm>
            <a:off x="4114800" y="2619226"/>
            <a:ext cx="3343275" cy="2607319"/>
          </a:xfrm>
          <a:prstGeom prst="rect">
            <a:avLst/>
          </a:prstGeom>
          <a:noFill/>
        </p:spPr>
        <p:txBody>
          <a:bodyPr wrap="square" rtlCol="0">
            <a:normAutofit/>
          </a:bodyPr>
          <a:lstStyle/>
          <a:p>
            <a:pPr marL="0" algn="l">
              <a:buNone/>
            </a:pPr>
            <a:r>
              <a:rPr sz="1800" b="0">
                <a:solidFill>
                  <a:srgbClr val="000000"/>
                </a:solidFill>
                <a:effectLst/>
                <a:latin typeface="Mongolian Baiti" panose="03000500000000000000" pitchFamily="66" charset="0"/>
              </a:rPr>
              <a:t>Niveau 2</a:t>
            </a:r>
            <a:r>
              <a:rPr>
                <a:effectLst/>
              </a:rPr>
              <a:t> </a:t>
            </a:r>
          </a:p>
          <a:p>
            <a:pPr marL="0" algn="l">
              <a:spcBef>
                <a:spcPts val="900"/>
              </a:spcBef>
              <a:buNone/>
            </a:pPr>
            <a:r>
              <a:rPr sz="1425" b="1">
                <a:solidFill>
                  <a:srgbClr val="000000"/>
                </a:solidFill>
                <a:effectLst/>
                <a:latin typeface="Avenir"/>
              </a:rPr>
              <a:t>Niveau 2 - Pilier A</a:t>
            </a:r>
            <a:r>
              <a:rPr>
                <a:effectLst/>
              </a:rPr>
              <a:t> </a:t>
            </a:r>
          </a:p>
          <a:p>
            <a:pPr marL="0" algn="l">
              <a:spcBef>
                <a:spcPts val="450"/>
              </a:spcBef>
              <a:buNone/>
            </a:pPr>
            <a:r>
              <a:rPr sz="1425" b="0">
                <a:solidFill>
                  <a:srgbClr val="000000"/>
                </a:solidFill>
                <a:effectLst/>
                <a:latin typeface="Avenir"/>
              </a:rPr>
              <a:t>Sous-élément du deuxième niveau, approfondissant l’analyse du concept.</a:t>
            </a:r>
            <a:r>
              <a:rPr>
                <a:effectLst/>
              </a:rPr>
              <a:t> </a:t>
            </a:r>
          </a:p>
          <a:p>
            <a:pPr marL="0" algn="l">
              <a:spcBef>
                <a:spcPts val="900"/>
              </a:spcBef>
              <a:buNone/>
            </a:pPr>
            <a:r>
              <a:rPr sz="1425" b="1">
                <a:solidFill>
                  <a:srgbClr val="000000"/>
                </a:solidFill>
                <a:effectLst/>
                <a:latin typeface="Avenir"/>
              </a:rPr>
              <a:t>Niveau 2 - Pilier B</a:t>
            </a:r>
            <a:r>
              <a:rPr>
                <a:effectLst/>
              </a:rPr>
              <a:t> </a:t>
            </a:r>
          </a:p>
          <a:p>
            <a:pPr marL="0" algn="l">
              <a:spcBef>
                <a:spcPts val="450"/>
              </a:spcBef>
              <a:buNone/>
            </a:pPr>
            <a:r>
              <a:rPr sz="1425" b="0">
                <a:solidFill>
                  <a:srgbClr val="000000"/>
                </a:solidFill>
                <a:effectLst/>
                <a:latin typeface="Avenir"/>
              </a:rPr>
              <a:t>Deuxième sous-élément du niveau intermédiaire, illustrant une facette distincte.</a:t>
            </a:r>
            <a:r>
              <a:rPr>
                <a:effectLst/>
              </a:rPr>
              <a:t> </a:t>
            </a:r>
            <a:endParaRPr lang="fr-CA"/>
          </a:p>
        </p:txBody>
      </p:sp>
      <p:sp>
        <p:nvSpPr>
          <p:cNvPr id="9" name="ZoneTexte 8">
            <a:extLst>
              <a:ext uri="{FF2B5EF4-FFF2-40B4-BE49-F238E27FC236}">
                <a16:creationId xmlns:a16="http://schemas.microsoft.com/office/drawing/2014/main" id="{26287E49-6DC6-4D14-9BA3-394B5F8BC2E0}"/>
              </a:ext>
            </a:extLst>
          </p:cNvPr>
          <p:cNvSpPr txBox="1"/>
          <p:nvPr/>
        </p:nvSpPr>
        <p:spPr>
          <a:xfrm>
            <a:off x="7610475" y="2619226"/>
            <a:ext cx="3343275" cy="2354014"/>
          </a:xfrm>
          <a:prstGeom prst="rect">
            <a:avLst/>
          </a:prstGeom>
          <a:noFill/>
        </p:spPr>
        <p:txBody>
          <a:bodyPr wrap="square" rtlCol="0">
            <a:normAutofit/>
          </a:bodyPr>
          <a:lstStyle/>
          <a:p>
            <a:pPr marL="0" algn="l">
              <a:buNone/>
            </a:pPr>
            <a:r>
              <a:rPr sz="1800" b="0">
                <a:solidFill>
                  <a:srgbClr val="000000"/>
                </a:solidFill>
                <a:effectLst/>
                <a:latin typeface="Mongolian Baiti" panose="03000500000000000000" pitchFamily="66" charset="0"/>
              </a:rPr>
              <a:t>Niveau 3</a:t>
            </a:r>
            <a:r>
              <a:rPr>
                <a:effectLst/>
              </a:rPr>
              <a:t> </a:t>
            </a:r>
          </a:p>
          <a:p>
            <a:pPr marL="0" algn="l">
              <a:spcBef>
                <a:spcPts val="900"/>
              </a:spcBef>
              <a:buNone/>
            </a:pPr>
            <a:r>
              <a:rPr sz="1425" b="1">
                <a:solidFill>
                  <a:srgbClr val="000000"/>
                </a:solidFill>
                <a:effectLst/>
                <a:latin typeface="Avenir"/>
              </a:rPr>
              <a:t>Niveau 3 - Pilier A</a:t>
            </a:r>
            <a:r>
              <a:rPr>
                <a:effectLst/>
              </a:rPr>
              <a:t> </a:t>
            </a:r>
          </a:p>
          <a:p>
            <a:pPr marL="0" algn="l">
              <a:spcBef>
                <a:spcPts val="450"/>
              </a:spcBef>
              <a:buNone/>
            </a:pPr>
            <a:r>
              <a:rPr sz="1425" b="0">
                <a:solidFill>
                  <a:srgbClr val="000000"/>
                </a:solidFill>
                <a:effectLst/>
                <a:latin typeface="Avenir"/>
              </a:rPr>
              <a:t>Sous-élément du sommet, représentant la finalité ou l’objectif ultime.</a:t>
            </a:r>
            <a:r>
              <a:rPr>
                <a:effectLst/>
              </a:rPr>
              <a:t> </a:t>
            </a:r>
          </a:p>
          <a:p>
            <a:pPr marL="0" algn="l">
              <a:spcBef>
                <a:spcPts val="900"/>
              </a:spcBef>
              <a:buNone/>
            </a:pPr>
            <a:r>
              <a:rPr sz="1425" b="1">
                <a:solidFill>
                  <a:srgbClr val="000000"/>
                </a:solidFill>
                <a:effectLst/>
                <a:latin typeface="Avenir"/>
              </a:rPr>
              <a:t>Niveau 3 - Pilier B</a:t>
            </a:r>
            <a:r>
              <a:rPr>
                <a:effectLst/>
              </a:rPr>
              <a:t> </a:t>
            </a:r>
          </a:p>
          <a:p>
            <a:pPr marL="0" algn="l">
              <a:spcBef>
                <a:spcPts val="450"/>
              </a:spcBef>
              <a:buNone/>
            </a:pPr>
            <a:r>
              <a:rPr sz="1425" b="0">
                <a:solidFill>
                  <a:srgbClr val="000000"/>
                </a:solidFill>
                <a:effectLst/>
                <a:latin typeface="Avenir"/>
              </a:rPr>
              <a:t>Dernier sous-élément, complétant la vision segmentée du concept.</a:t>
            </a:r>
            <a:r>
              <a:rPr>
                <a:effectLst/>
              </a:rPr>
              <a:t> </a:t>
            </a:r>
            <a:endParaRPr lang="fr-CA"/>
          </a:p>
        </p:txBody>
      </p:sp>
    </p:spTree>
    <p:extLst>
      <p:ext uri="{BB962C8B-B14F-4D97-AF65-F5344CB8AC3E}">
        <p14:creationId xmlns:p14="http://schemas.microsoft.com/office/powerpoint/2010/main" val="2608505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5D8B509-BFBB-45EA-B67D-CFDE2EFE237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visually striking illustration of an inverted pyramid, with the widest part at the top and narrowing towards the bottom, placed alongside three vertical columns or pillars. The columns should visually support the pyramid, symbolizing strategic structure and hierarchy. The scene should be modern and abstract, using lighting and depth to emphasize the concept of information prioritization. No visible or implied text, letters, or words should appear anywhere in the image">
            <a:extLst>
              <a:ext uri="{FF2B5EF4-FFF2-40B4-BE49-F238E27FC236}">
                <a16:creationId xmlns:a16="http://schemas.microsoft.com/office/drawing/2014/main" id="{0EC7C0D6-0C59-4664-BD5A-59F05BFB757D}"/>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18083" y="1541115"/>
            <a:ext cx="3408312" cy="3408312"/>
          </a:xfrm>
          <a:prstGeom prst="rect">
            <a:avLst/>
          </a:prstGeom>
        </p:spPr>
      </p:pic>
      <p:sp>
        <p:nvSpPr>
          <p:cNvPr id="5" name="Espace réservé du numéro de diapositive 4">
            <a:extLst>
              <a:ext uri="{FF2B5EF4-FFF2-40B4-BE49-F238E27FC236}">
                <a16:creationId xmlns:a16="http://schemas.microsoft.com/office/drawing/2014/main" id="{2B4C8FDD-ACA5-7893-567A-4CE0D7ED958D}"/>
              </a:ext>
            </a:extLst>
          </p:cNvPr>
          <p:cNvSpPr>
            <a:spLocks noGrp="1"/>
          </p:cNvSpPr>
          <p:nvPr>
            <p:ph type="sldNum" sz="quarter" idx="12"/>
          </p:nvPr>
        </p:nvSpPr>
        <p:spPr/>
        <p:txBody>
          <a:bodyPr/>
          <a:lstStyle/>
          <a:p>
            <a:pPr rtl="0"/>
            <a:fld id="{AEAA3239-9EA4-4A65-A281-97F994456D9F}" type="slidenum">
              <a:rPr lang="en-US" smtClean="0"/>
              <a:t>30</a:t>
            </a:fld>
            <a:endParaRPr lang="en-US" dirty="0"/>
          </a:p>
        </p:txBody>
      </p:sp>
      <p:pic>
        <p:nvPicPr>
          <p:cNvPr id="8" name="Graphique 7" descr="An abstract, modern inverted pyramid illustration, with the widest part at the top and narrowing toward the bottom, placed alongside three vertical columns or pillars. The columns visually support the pyramid, symbolizing strategic structure and hierarchy. Use lighting and depth to emphasize the concept of information prioritization. The style is clean, minimalistic, and uses warm neutrals, classic gold accents, and no visible or implied text or letters anywhere in the image">
            <a:extLst>
              <a:ext uri="{FF2B5EF4-FFF2-40B4-BE49-F238E27FC236}">
                <a16:creationId xmlns:a16="http://schemas.microsoft.com/office/drawing/2014/main" id="{C80B0278-1483-4DD2-AAE1-6B43FA1D80B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08859" y="1541115"/>
            <a:ext cx="3408312" cy="3408312"/>
          </a:xfrm>
          <a:prstGeom prst="rect">
            <a:avLst/>
          </a:prstGeom>
        </p:spPr>
      </p:pic>
      <p:pic>
        <p:nvPicPr>
          <p:cNvPr id="9" name="Graphique 8" descr="A visually striking illustration of an inverted pyramid, with the widest part at the top and narrowing towards the bottom, placed alongside three vertical columns or pillars. The columns should visually support the pyramid, symbolizing strategic structure and hierarchy. The scene should be modern and abstract, using lighting and depth to emphasize the concept of information prioritization. No visible or implied text, letters, or words should appear anywhere in the image">
            <a:extLst>
              <a:ext uri="{FF2B5EF4-FFF2-40B4-BE49-F238E27FC236}">
                <a16:creationId xmlns:a16="http://schemas.microsoft.com/office/drawing/2014/main" id="{0DA4768B-99F4-40BA-824B-AC9B0CD37E4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99635" y="1541115"/>
            <a:ext cx="3408312" cy="3408312"/>
          </a:xfrm>
          <a:prstGeom prst="rect">
            <a:avLst/>
          </a:prstGeom>
        </p:spPr>
      </p:pic>
      <p:sp>
        <p:nvSpPr>
          <p:cNvPr id="10" name="ZoneTexte 9">
            <a:extLst>
              <a:ext uri="{FF2B5EF4-FFF2-40B4-BE49-F238E27FC236}">
                <a16:creationId xmlns:a16="http://schemas.microsoft.com/office/drawing/2014/main" id="{5BDB35DB-AD2C-4652-93EF-A9F6B906B21B}"/>
              </a:ext>
            </a:extLst>
          </p:cNvPr>
          <p:cNvSpPr txBox="1"/>
          <p:nvPr/>
        </p:nvSpPr>
        <p:spPr>
          <a:xfrm>
            <a:off x="618083" y="771525"/>
            <a:ext cx="10955535" cy="502890"/>
          </a:xfrm>
          <a:prstGeom prst="rect">
            <a:avLst/>
          </a:prstGeom>
          <a:noFill/>
        </p:spPr>
        <p:txBody>
          <a:bodyPr wrap="square" rtlCol="0">
            <a:normAutofit fontScale="92500" lnSpcReduction="20000"/>
          </a:bodyPr>
          <a:lstStyle/>
          <a:p>
            <a:pPr marL="0" algn="l">
              <a:buNone/>
            </a:pPr>
            <a:r>
              <a:rPr sz="3600" b="0">
                <a:solidFill>
                  <a:srgbClr val="000000"/>
                </a:solidFill>
                <a:effectLst/>
                <a:latin typeface="Mongolian Baiti" panose="03000500000000000000" pitchFamily="66" charset="0"/>
              </a:rPr>
              <a:t>Pyramide inversée</a:t>
            </a:r>
            <a:r>
              <a:rPr>
                <a:effectLst/>
              </a:rPr>
              <a:t> </a:t>
            </a:r>
            <a:endParaRPr lang="fr-CA"/>
          </a:p>
        </p:txBody>
      </p:sp>
      <p:sp>
        <p:nvSpPr>
          <p:cNvPr id="11" name="ZoneTexte 10">
            <a:extLst>
              <a:ext uri="{FF2B5EF4-FFF2-40B4-BE49-F238E27FC236}">
                <a16:creationId xmlns:a16="http://schemas.microsoft.com/office/drawing/2014/main" id="{BBE16DBA-89FE-4CDC-A99F-5FCBFE01E0BB}"/>
              </a:ext>
            </a:extLst>
          </p:cNvPr>
          <p:cNvSpPr txBox="1"/>
          <p:nvPr/>
        </p:nvSpPr>
        <p:spPr>
          <a:xfrm>
            <a:off x="618083" y="5044678"/>
            <a:ext cx="3408312" cy="1091356"/>
          </a:xfrm>
          <a:prstGeom prst="rect">
            <a:avLst/>
          </a:prstGeom>
          <a:noFill/>
        </p:spPr>
        <p:txBody>
          <a:bodyPr wrap="square" rtlCol="0">
            <a:normAutofit lnSpcReduction="10000"/>
          </a:bodyPr>
          <a:lstStyle/>
          <a:p>
            <a:pPr marL="0" algn="l">
              <a:buNone/>
            </a:pPr>
            <a:r>
              <a:rPr sz="1425" b="1">
                <a:solidFill>
                  <a:srgbClr val="000000"/>
                </a:solidFill>
                <a:effectLst/>
                <a:latin typeface="Mongolian Baiti" panose="03000500000000000000" pitchFamily="66" charset="0"/>
              </a:rPr>
              <a:t>Priorité au sommet</a:t>
            </a:r>
            <a:r>
              <a:rPr>
                <a:effectLst/>
              </a:rPr>
              <a:t> </a:t>
            </a:r>
          </a:p>
          <a:p>
            <a:pPr marL="0" algn="l">
              <a:spcBef>
                <a:spcPts val="900"/>
              </a:spcBef>
              <a:buNone/>
            </a:pPr>
            <a:r>
              <a:rPr sz="1425" b="0">
                <a:solidFill>
                  <a:srgbClr val="000000"/>
                </a:solidFill>
                <a:effectLst/>
                <a:latin typeface="Avenir"/>
              </a:rPr>
              <a:t>Les informations essentielles apparaissent d’abord, captant l’attention et guidant la lecture.</a:t>
            </a:r>
            <a:r>
              <a:rPr>
                <a:effectLst/>
              </a:rPr>
              <a:t> </a:t>
            </a:r>
            <a:endParaRPr lang="fr-CA"/>
          </a:p>
        </p:txBody>
      </p:sp>
      <p:sp>
        <p:nvSpPr>
          <p:cNvPr id="12" name="ZoneTexte 11">
            <a:extLst>
              <a:ext uri="{FF2B5EF4-FFF2-40B4-BE49-F238E27FC236}">
                <a16:creationId xmlns:a16="http://schemas.microsoft.com/office/drawing/2014/main" id="{985ECE18-B587-4C23-9402-6A432C75FB1D}"/>
              </a:ext>
            </a:extLst>
          </p:cNvPr>
          <p:cNvSpPr txBox="1"/>
          <p:nvPr/>
        </p:nvSpPr>
        <p:spPr>
          <a:xfrm>
            <a:off x="4208859" y="5044678"/>
            <a:ext cx="3408312" cy="1091356"/>
          </a:xfrm>
          <a:prstGeom prst="rect">
            <a:avLst/>
          </a:prstGeom>
          <a:noFill/>
        </p:spPr>
        <p:txBody>
          <a:bodyPr wrap="square" rtlCol="0">
            <a:normAutofit/>
          </a:bodyPr>
          <a:lstStyle/>
          <a:p>
            <a:pPr marL="0" algn="l">
              <a:buNone/>
            </a:pPr>
            <a:r>
              <a:rPr sz="1425" b="1">
                <a:solidFill>
                  <a:srgbClr val="000000"/>
                </a:solidFill>
                <a:effectLst/>
                <a:latin typeface="Mongolian Baiti" panose="03000500000000000000" pitchFamily="66" charset="0"/>
              </a:rPr>
              <a:t>Colonnes comme structure</a:t>
            </a:r>
            <a:r>
              <a:rPr>
                <a:effectLst/>
              </a:rPr>
              <a:t> </a:t>
            </a:r>
          </a:p>
          <a:p>
            <a:pPr marL="0" algn="l">
              <a:spcBef>
                <a:spcPts val="900"/>
              </a:spcBef>
              <a:buNone/>
            </a:pPr>
            <a:r>
              <a:rPr sz="1425" b="0">
                <a:solidFill>
                  <a:srgbClr val="000000"/>
                </a:solidFill>
                <a:effectLst/>
                <a:latin typeface="Avenir"/>
              </a:rPr>
              <a:t>Trois piliers organisent la hiérarchie et soutiennent la pyramide inversée.</a:t>
            </a:r>
            <a:r>
              <a:rPr>
                <a:effectLst/>
              </a:rPr>
              <a:t> </a:t>
            </a:r>
            <a:endParaRPr lang="fr-CA"/>
          </a:p>
        </p:txBody>
      </p:sp>
      <p:sp>
        <p:nvSpPr>
          <p:cNvPr id="13" name="ZoneTexte 12">
            <a:extLst>
              <a:ext uri="{FF2B5EF4-FFF2-40B4-BE49-F238E27FC236}">
                <a16:creationId xmlns:a16="http://schemas.microsoft.com/office/drawing/2014/main" id="{7BCB832C-8BF5-456C-A496-FCE5257894A9}"/>
              </a:ext>
            </a:extLst>
          </p:cNvPr>
          <p:cNvSpPr txBox="1"/>
          <p:nvPr/>
        </p:nvSpPr>
        <p:spPr>
          <a:xfrm>
            <a:off x="7799635" y="5044678"/>
            <a:ext cx="3408312" cy="838051"/>
          </a:xfrm>
          <a:prstGeom prst="rect">
            <a:avLst/>
          </a:prstGeom>
          <a:noFill/>
        </p:spPr>
        <p:txBody>
          <a:bodyPr wrap="square" rtlCol="0">
            <a:normAutofit fontScale="92500" lnSpcReduction="20000"/>
          </a:bodyPr>
          <a:lstStyle/>
          <a:p>
            <a:pPr marL="0" algn="l">
              <a:buNone/>
            </a:pPr>
            <a:r>
              <a:rPr sz="1425" b="1">
                <a:solidFill>
                  <a:srgbClr val="000000"/>
                </a:solidFill>
                <a:effectLst/>
                <a:latin typeface="Mongolian Baiti" panose="03000500000000000000" pitchFamily="66" charset="0"/>
              </a:rPr>
              <a:t>Application stratégique</a:t>
            </a:r>
            <a:r>
              <a:rPr>
                <a:effectLst/>
              </a:rPr>
              <a:t> </a:t>
            </a:r>
          </a:p>
          <a:p>
            <a:pPr marL="0" algn="l">
              <a:spcBef>
                <a:spcPts val="900"/>
              </a:spcBef>
              <a:buNone/>
            </a:pPr>
            <a:r>
              <a:rPr sz="1425" b="0">
                <a:solidFill>
                  <a:srgbClr val="000000"/>
                </a:solidFill>
                <a:effectLst/>
                <a:latin typeface="Avenir"/>
              </a:rPr>
              <a:t>Utile en journalisme et en stratégie pour prioriser messages et actions.</a:t>
            </a:r>
            <a:r>
              <a:rPr>
                <a:effectLst/>
              </a:rPr>
              <a:t> </a:t>
            </a:r>
            <a:endParaRPr lang="fr-CA"/>
          </a:p>
        </p:txBody>
      </p:sp>
    </p:spTree>
    <p:extLst>
      <p:ext uri="{BB962C8B-B14F-4D97-AF65-F5344CB8AC3E}">
        <p14:creationId xmlns:p14="http://schemas.microsoft.com/office/powerpoint/2010/main" val="1688216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573FDDB-5FC8-4A86-90AE-F04B794426F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3BA7EDCE-25FA-03A9-5EE1-F74057475268}"/>
              </a:ext>
            </a:extLst>
          </p:cNvPr>
          <p:cNvSpPr>
            <a:spLocks noGrp="1"/>
          </p:cNvSpPr>
          <p:nvPr>
            <p:ph sz="quarter" idx="16"/>
          </p:nvPr>
        </p:nvSpPr>
        <p:spPr>
          <a:xfrm>
            <a:off x="733425" y="1019175"/>
            <a:ext cx="10953750" cy="670470"/>
          </a:xfrm>
        </p:spPr>
        <p:txBody>
          <a:bodyPr>
            <a:normAutofit fontScale="77500" lnSpcReduction="20000"/>
          </a:bodyPr>
          <a:lstStyle/>
          <a:p>
            <a:pPr marL="0" indent="0" algn="l">
              <a:spcBef>
                <a:spcPts val="450"/>
              </a:spcBef>
              <a:buNone/>
            </a:pPr>
            <a:r>
              <a:rPr sz="4800">
                <a:solidFill>
                  <a:srgbClr val="000000"/>
                </a:solidFill>
                <a:effectLst/>
                <a:latin typeface="Mongolian Baiti" panose="03000500000000000000" pitchFamily="66" charset="0"/>
              </a:rPr>
              <a:t>Conclusion : Maîtriser les SmartArt</a:t>
            </a:r>
            <a:r>
              <a:rPr>
                <a:effectLst/>
              </a:rPr>
              <a:t> </a:t>
            </a:r>
            <a:endParaRPr lang="fr-CA"/>
          </a:p>
        </p:txBody>
      </p:sp>
      <p:sp>
        <p:nvSpPr>
          <p:cNvPr id="5" name="Espace réservé du numéro de diapositive 4">
            <a:extLst>
              <a:ext uri="{FF2B5EF4-FFF2-40B4-BE49-F238E27FC236}">
                <a16:creationId xmlns:a16="http://schemas.microsoft.com/office/drawing/2014/main" id="{5AC1CB34-8EE3-D439-D036-D9CB95103552}"/>
              </a:ext>
            </a:extLst>
          </p:cNvPr>
          <p:cNvSpPr>
            <a:spLocks noGrp="1"/>
          </p:cNvSpPr>
          <p:nvPr>
            <p:ph type="sldNum" sz="quarter" idx="12"/>
          </p:nvPr>
        </p:nvSpPr>
        <p:spPr/>
        <p:txBody>
          <a:bodyPr/>
          <a:lstStyle/>
          <a:p>
            <a:pPr rtl="0"/>
            <a:fld id="{AEAA3239-9EA4-4A65-A281-97F994456D9F}" type="slidenum">
              <a:rPr lang="en-US" smtClean="0"/>
              <a:t>31</a:t>
            </a:fld>
            <a:endParaRPr lang="en-US" dirty="0"/>
          </a:p>
        </p:txBody>
      </p:sp>
      <p:sp>
        <p:nvSpPr>
          <p:cNvPr id="7" name="ZoneTexte 6">
            <a:extLst>
              <a:ext uri="{FF2B5EF4-FFF2-40B4-BE49-F238E27FC236}">
                <a16:creationId xmlns:a16="http://schemas.microsoft.com/office/drawing/2014/main" id="{181B70E3-3C45-4F54-94A8-591D59F4EF30}"/>
              </a:ext>
            </a:extLst>
          </p:cNvPr>
          <p:cNvSpPr txBox="1"/>
          <p:nvPr/>
        </p:nvSpPr>
        <p:spPr>
          <a:xfrm>
            <a:off x="733425" y="3527970"/>
            <a:ext cx="10953750" cy="1724025"/>
          </a:xfrm>
          <a:prstGeom prst="rect">
            <a:avLst/>
          </a:prstGeom>
          <a:noFill/>
        </p:spPr>
        <p:txBody>
          <a:bodyPr wrap="square" rtlCol="0">
            <a:normAutofit/>
          </a:bodyPr>
          <a:lstStyle/>
          <a:p>
            <a:pPr marL="0" algn="l">
              <a:buNone/>
            </a:pPr>
            <a:r>
              <a:rPr sz="1650">
                <a:solidFill>
                  <a:srgbClr val="000000"/>
                </a:solidFill>
                <a:effectLst/>
                <a:latin typeface="Avenir"/>
              </a:rPr>
              <a:t>Cette présentation vous a permis de découvrir les différents types de SmartArt, de la liste aux pyramides en passant par les cycles et hiérarchies.</a:t>
            </a:r>
            <a:r>
              <a:rPr>
                <a:effectLst/>
              </a:rPr>
              <a:t> </a:t>
            </a:r>
          </a:p>
          <a:p>
            <a:pPr marL="0" algn="l">
              <a:spcBef>
                <a:spcPts val="1200"/>
              </a:spcBef>
              <a:buNone/>
            </a:pPr>
            <a:r>
              <a:rPr sz="1650">
                <a:solidFill>
                  <a:srgbClr val="000000"/>
                </a:solidFill>
                <a:effectLst/>
                <a:latin typeface="Avenir"/>
              </a:rPr>
              <a:t>Chaque type offre des possibilités visuelles uniques pour structurer et illustrer vos idées de manière claire et impactante. N’hésitez pas à exploiter ces outils pour rendre vos présentations plus engageantes et compréhensibles.</a:t>
            </a:r>
            <a:r>
              <a:rPr>
                <a:effectLst/>
              </a:rPr>
              <a:t> </a:t>
            </a:r>
            <a:endParaRPr lang="fr-CA"/>
          </a:p>
        </p:txBody>
      </p:sp>
    </p:spTree>
    <p:extLst>
      <p:ext uri="{BB962C8B-B14F-4D97-AF65-F5344CB8AC3E}">
        <p14:creationId xmlns:p14="http://schemas.microsoft.com/office/powerpoint/2010/main" val="2008528656"/>
      </p:ext>
    </p:extLst>
  </p:cSld>
  <p:clrMapOvr>
    <a:masterClrMapping/>
  </p:clrMapOvr>
</p:sld>
</file>

<file path=ppt/theme/theme1.xml><?xml version="1.0" encoding="utf-8"?>
<a:theme xmlns:a="http://schemas.openxmlformats.org/drawingml/2006/main" name="Quick study">
  <a:themeElements>
    <a:clrScheme name="Custom 2">
      <a:dk1>
        <a:srgbClr val="000000"/>
      </a:dk1>
      <a:lt1>
        <a:srgbClr val="FFFFFF"/>
      </a:lt1>
      <a:dk2>
        <a:srgbClr val="6B6969"/>
      </a:dk2>
      <a:lt2>
        <a:srgbClr val="FFFEFA"/>
      </a:lt2>
      <a:accent1>
        <a:srgbClr val="DDA151"/>
      </a:accent1>
      <a:accent2>
        <a:srgbClr val="FFD33F"/>
      </a:accent2>
      <a:accent3>
        <a:srgbClr val="E0D9BE"/>
      </a:accent3>
      <a:accent4>
        <a:srgbClr val="0FAE60"/>
      </a:accent4>
      <a:accent5>
        <a:srgbClr val="2B8AD4"/>
      </a:accent5>
      <a:accent6>
        <a:srgbClr val="E1612E"/>
      </a:accent6>
      <a:hlink>
        <a:srgbClr val="467886"/>
      </a:hlink>
      <a:folHlink>
        <a:srgbClr val="96607D"/>
      </a:folHlink>
    </a:clrScheme>
    <a:fontScheme name="Quick study">
      <a:majorFont>
        <a:latin typeface="Mongolian Bait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ick Study_win32_SD_V3" id="{7862D38F-3918-4751-8FC9-94B33112EE2E}" vid="{93E1B6CF-9AF6-4335-9490-2BAB09E8861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3089</Words>
  <Application>Microsoft Office PowerPoint</Application>
  <PresentationFormat>Grand écran</PresentationFormat>
  <Paragraphs>341</Paragraphs>
  <Slides>31</Slides>
  <Notes>31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Aptos</vt:lpstr>
      <vt:lpstr>Arial</vt:lpstr>
      <vt:lpstr>Avenir</vt:lpstr>
      <vt:lpstr>Avenir Next LT Pro</vt:lpstr>
      <vt:lpstr>Mongolian Baiti</vt:lpstr>
      <vt:lpstr>Quick study</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iA Financial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Cosials, Benoit</dc:creator>
  <cp:lastModifiedBy>Cosials, Benoit</cp:lastModifiedBy>
  <cp:revision>3</cp:revision>
  <dcterms:created xsi:type="dcterms:W3CDTF">2026-02-23T00:32:03Z</dcterms:created>
  <dcterms:modified xsi:type="dcterms:W3CDTF">2026-02-23T17:10:03Z</dcterms:modified>
</cp:coreProperties>
</file>