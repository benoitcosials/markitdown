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8.xml" ContentType="application/vnd.openxmlformats-officedocument.presentationml.tag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60" r:id="rId5"/>
    <p:sldId id="11087" r:id="rId6"/>
    <p:sldId id="11066" r:id="rId7"/>
    <p:sldId id="11091" r:id="rId8"/>
    <p:sldId id="11089" r:id="rId9"/>
    <p:sldId id="11090" r:id="rId10"/>
    <p:sldId id="11092" r:id="rId11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0E00F304-0376-4078-B9D2-74560156F860}">
          <p14:sldIdLst>
            <p14:sldId id="260"/>
            <p14:sldId id="11087"/>
            <p14:sldId id="11066"/>
            <p14:sldId id="11091"/>
            <p14:sldId id="11089"/>
            <p14:sldId id="11090"/>
            <p14:sldId id="11092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162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71A41E-D707-8B6A-1D81-EA26D0B9F990}" name="Cosials, Benoit" initials="BC" userId="S::benoit.cosials@ia.ca::55eb508c-1f17-412e-9f09-1d82eedc926e" providerId="AD"/>
  <p188:author id="{F4A25222-7D29-7B53-FDAF-DD9383DDDF4D}" name="Garnier, Stéphane" initials="SG" userId="S::stephane.garnier@ia.ca::378c0880-ddc3-447e-82c3-7c56ecf4d8fb" providerId="AD"/>
  <p188:author id="{76A74763-6702-B22C-3605-B0FE69A44843}" name="Roberge, Jonathan" initials="JR" userId="S::Jonathan.Roberge@ia.ca::fecd99ab-6c03-4b64-9c2e-f392e3fdb29f" providerId="AD"/>
  <p188:author id="{47A19BC1-0271-F16A-D0C4-48EF16702455}" name="CFB" initials="CF" userId="CFB" providerId="None"/>
  <p188:author id="{2EAA03FB-D9E4-CE95-FEC5-D3F018770C79}" name="Jedidi, Meriem" initials="MJ" userId="S::Meriem.Jedidi@ia.ca::131ae71b-d444-4fcc-b5a8-c85daee79ee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CA"/>
    <a:srgbClr val="E98E09"/>
    <a:srgbClr val="064DD9"/>
    <a:srgbClr val="FBFDFF"/>
    <a:srgbClr val="F7FCFF"/>
    <a:srgbClr val="F3FAFF"/>
    <a:srgbClr val="FFFFFF"/>
    <a:srgbClr val="F1F9FF"/>
    <a:srgbClr val="EFF0FB"/>
    <a:srgbClr val="1356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754ED4-29B9-4FED-AF65-72D0C30E3E83}" v="43" dt="2026-01-16T16:53:31.7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2" autoAdjust="0"/>
    <p:restoredTop sz="87451" autoAdjust="0"/>
  </p:normalViewPr>
  <p:slideViewPr>
    <p:cSldViewPr snapToGrid="0">
      <p:cViewPr varScale="1">
        <p:scale>
          <a:sx n="117" d="100"/>
          <a:sy n="117" d="100"/>
        </p:scale>
        <p:origin x="1824" y="3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sials, Benoit" userId="55eb508c-1f17-412e-9f09-1d82eedc926e" providerId="ADAL" clId="{F4B5339F-8433-4524-BE7C-91EA99F58C5B}"/>
    <pc:docChg chg="undo custSel addSld delSld modSld sldOrd delSection modSection">
      <pc:chgData name="Cosials, Benoit" userId="55eb508c-1f17-412e-9f09-1d82eedc926e" providerId="ADAL" clId="{F4B5339F-8433-4524-BE7C-91EA99F58C5B}" dt="2026-01-16T16:53:31.719" v="3442" actId="478"/>
      <pc:docMkLst>
        <pc:docMk/>
      </pc:docMkLst>
      <pc:sldChg chg="modSp mod">
        <pc:chgData name="Cosials, Benoit" userId="55eb508c-1f17-412e-9f09-1d82eedc926e" providerId="ADAL" clId="{F4B5339F-8433-4524-BE7C-91EA99F58C5B}" dt="2026-01-15T13:51:02.288" v="52" actId="20577"/>
        <pc:sldMkLst>
          <pc:docMk/>
          <pc:sldMk cId="1892668288" sldId="260"/>
        </pc:sldMkLst>
        <pc:spChg chg="mod">
          <ac:chgData name="Cosials, Benoit" userId="55eb508c-1f17-412e-9f09-1d82eedc926e" providerId="ADAL" clId="{F4B5339F-8433-4524-BE7C-91EA99F58C5B}" dt="2026-01-15T13:51:02.288" v="52" actId="20577"/>
          <ac:spMkLst>
            <pc:docMk/>
            <pc:sldMk cId="1892668288" sldId="260"/>
            <ac:spMk id="3" creationId="{A04559A7-DE13-3D0C-1F0C-DA151BAD386C}"/>
          </ac:spMkLst>
        </pc:spChg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541900994" sldId="274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4045992442" sldId="377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369440510" sldId="386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4216312498" sldId="400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460568279" sldId="405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1072872369" sldId="10991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2440145673" sldId="11030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232111325" sldId="11053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2188925766" sldId="11054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2849842514" sldId="11055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1538276916" sldId="11056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2123725983" sldId="11061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2150560523" sldId="11062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1659679844" sldId="11064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120319529" sldId="11065"/>
        </pc:sldMkLst>
      </pc:sldChg>
      <pc:sldChg chg="modSp mod ord">
        <pc:chgData name="Cosials, Benoit" userId="55eb508c-1f17-412e-9f09-1d82eedc926e" providerId="ADAL" clId="{F4B5339F-8433-4524-BE7C-91EA99F58C5B}" dt="2026-01-16T16:20:52.702" v="3178" actId="20577"/>
        <pc:sldMkLst>
          <pc:docMk/>
          <pc:sldMk cId="465084981" sldId="11066"/>
        </pc:sldMkLst>
        <pc:spChg chg="mod">
          <ac:chgData name="Cosials, Benoit" userId="55eb508c-1f17-412e-9f09-1d82eedc926e" providerId="ADAL" clId="{F4B5339F-8433-4524-BE7C-91EA99F58C5B}" dt="2026-01-16T16:18:47.520" v="3149" actId="20577"/>
          <ac:spMkLst>
            <pc:docMk/>
            <pc:sldMk cId="465084981" sldId="11066"/>
            <ac:spMk id="5" creationId="{9D95CF73-BB66-55EA-251E-E286E4EC5CF1}"/>
          </ac:spMkLst>
        </pc:spChg>
        <pc:graphicFrameChg chg="mod modGraphic">
          <ac:chgData name="Cosials, Benoit" userId="55eb508c-1f17-412e-9f09-1d82eedc926e" providerId="ADAL" clId="{F4B5339F-8433-4524-BE7C-91EA99F58C5B}" dt="2026-01-16T16:20:52.702" v="3178" actId="20577"/>
          <ac:graphicFrameMkLst>
            <pc:docMk/>
            <pc:sldMk cId="465084981" sldId="11066"/>
            <ac:graphicFrameMk id="7" creationId="{EAEF6713-43E4-5010-9F11-BCCE34B0423B}"/>
          </ac:graphicFrameMkLst>
        </pc:graphicFrameChg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179711209" sldId="11067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2544001977" sldId="11069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4201679658" sldId="11070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110842092" sldId="11072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711966458" sldId="11073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3346955385" sldId="11074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2810496222" sldId="11076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692365527" sldId="11077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261185946" sldId="11078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691686196" sldId="11083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1441571740" sldId="11084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3473879018" sldId="11085"/>
        </pc:sldMkLst>
      </pc:sldChg>
      <pc:sldChg chg="del">
        <pc:chgData name="Cosials, Benoit" userId="55eb508c-1f17-412e-9f09-1d82eedc926e" providerId="ADAL" clId="{F4B5339F-8433-4524-BE7C-91EA99F58C5B}" dt="2026-01-15T14:30:04.131" v="1134" actId="47"/>
        <pc:sldMkLst>
          <pc:docMk/>
          <pc:sldMk cId="1978335447" sldId="11086"/>
        </pc:sldMkLst>
      </pc:sldChg>
      <pc:sldChg chg="modSp mod ord">
        <pc:chgData name="Cosials, Benoit" userId="55eb508c-1f17-412e-9f09-1d82eedc926e" providerId="ADAL" clId="{F4B5339F-8433-4524-BE7C-91EA99F58C5B}" dt="2026-01-15T14:54:18.677" v="2114" actId="20577"/>
        <pc:sldMkLst>
          <pc:docMk/>
          <pc:sldMk cId="3032949468" sldId="11087"/>
        </pc:sldMkLst>
        <pc:spChg chg="mod">
          <ac:chgData name="Cosials, Benoit" userId="55eb508c-1f17-412e-9f09-1d82eedc926e" providerId="ADAL" clId="{F4B5339F-8433-4524-BE7C-91EA99F58C5B}" dt="2026-01-15T14:27:01.765" v="833" actId="20577"/>
          <ac:spMkLst>
            <pc:docMk/>
            <pc:sldMk cId="3032949468" sldId="11087"/>
            <ac:spMk id="2" creationId="{3BF50B72-9465-ABF2-E280-314CBA61F7B9}"/>
          </ac:spMkLst>
        </pc:spChg>
        <pc:graphicFrameChg chg="mod modGraphic">
          <ac:chgData name="Cosials, Benoit" userId="55eb508c-1f17-412e-9f09-1d82eedc926e" providerId="ADAL" clId="{F4B5339F-8433-4524-BE7C-91EA99F58C5B}" dt="2026-01-15T14:54:18.677" v="2114" actId="20577"/>
          <ac:graphicFrameMkLst>
            <pc:docMk/>
            <pc:sldMk cId="3032949468" sldId="11087"/>
            <ac:graphicFrameMk id="14" creationId="{02E1757C-E6BF-C8DA-8F3F-7259F62ABE39}"/>
          </ac:graphicFrameMkLst>
        </pc:graphicFrameChg>
      </pc:sldChg>
      <pc:sldChg chg="addSp delSp modSp new del mod chgLayout">
        <pc:chgData name="Cosials, Benoit" userId="55eb508c-1f17-412e-9f09-1d82eedc926e" providerId="ADAL" clId="{F4B5339F-8433-4524-BE7C-91EA99F58C5B}" dt="2026-01-15T14:52:57.573" v="2055" actId="2696"/>
        <pc:sldMkLst>
          <pc:docMk/>
          <pc:sldMk cId="1996479368" sldId="11088"/>
        </pc:sldMkLst>
        <pc:spChg chg="mod ord">
          <ac:chgData name="Cosials, Benoit" userId="55eb508c-1f17-412e-9f09-1d82eedc926e" providerId="ADAL" clId="{F4B5339F-8433-4524-BE7C-91EA99F58C5B}" dt="2026-01-15T14:33:46.908" v="1283" actId="6264"/>
          <ac:spMkLst>
            <pc:docMk/>
            <pc:sldMk cId="1996479368" sldId="11088"/>
            <ac:spMk id="2" creationId="{8EDA4B62-EC53-1AE1-6C4B-85739B454945}"/>
          </ac:spMkLst>
        </pc:spChg>
        <pc:spChg chg="mod ord">
          <ac:chgData name="Cosials, Benoit" userId="55eb508c-1f17-412e-9f09-1d82eedc926e" providerId="ADAL" clId="{F4B5339F-8433-4524-BE7C-91EA99F58C5B}" dt="2026-01-15T14:41:13.468" v="1532" actId="21"/>
          <ac:spMkLst>
            <pc:docMk/>
            <pc:sldMk cId="1996479368" sldId="11088"/>
            <ac:spMk id="3" creationId="{82A16216-C247-0A9D-A83B-46FB3753EE4E}"/>
          </ac:spMkLst>
        </pc:spChg>
        <pc:spChg chg="mod ord">
          <ac:chgData name="Cosials, Benoit" userId="55eb508c-1f17-412e-9f09-1d82eedc926e" providerId="ADAL" clId="{F4B5339F-8433-4524-BE7C-91EA99F58C5B}" dt="2026-01-15T14:33:46.908" v="1283" actId="6264"/>
          <ac:spMkLst>
            <pc:docMk/>
            <pc:sldMk cId="1996479368" sldId="11088"/>
            <ac:spMk id="4" creationId="{FD692BC9-B168-87EC-33B4-B3C75FF5927A}"/>
          </ac:spMkLst>
        </pc:spChg>
        <pc:spChg chg="add del mod">
          <ac:chgData name="Cosials, Benoit" userId="55eb508c-1f17-412e-9f09-1d82eedc926e" providerId="ADAL" clId="{F4B5339F-8433-4524-BE7C-91EA99F58C5B}" dt="2026-01-15T14:33:46.908" v="1283" actId="6264"/>
          <ac:spMkLst>
            <pc:docMk/>
            <pc:sldMk cId="1996479368" sldId="11088"/>
            <ac:spMk id="5" creationId="{D1B93C58-3BFC-9C3B-01BF-AACB53F2377C}"/>
          </ac:spMkLst>
        </pc:spChg>
        <pc:spChg chg="add del mod">
          <ac:chgData name="Cosials, Benoit" userId="55eb508c-1f17-412e-9f09-1d82eedc926e" providerId="ADAL" clId="{F4B5339F-8433-4524-BE7C-91EA99F58C5B}" dt="2026-01-15T14:33:46.908" v="1283" actId="6264"/>
          <ac:spMkLst>
            <pc:docMk/>
            <pc:sldMk cId="1996479368" sldId="11088"/>
            <ac:spMk id="6" creationId="{61B30E8D-F664-2008-AE14-BABAB3068F46}"/>
          </ac:spMkLst>
        </pc:spChg>
        <pc:spChg chg="add del mod">
          <ac:chgData name="Cosials, Benoit" userId="55eb508c-1f17-412e-9f09-1d82eedc926e" providerId="ADAL" clId="{F4B5339F-8433-4524-BE7C-91EA99F58C5B}" dt="2026-01-15T14:33:46.908" v="1283" actId="6264"/>
          <ac:spMkLst>
            <pc:docMk/>
            <pc:sldMk cId="1996479368" sldId="11088"/>
            <ac:spMk id="7" creationId="{3480D6A0-2FC6-505D-5A23-A9057744F135}"/>
          </ac:spMkLst>
        </pc:spChg>
        <pc:spChg chg="add del mod">
          <ac:chgData name="Cosials, Benoit" userId="55eb508c-1f17-412e-9f09-1d82eedc926e" providerId="ADAL" clId="{F4B5339F-8433-4524-BE7C-91EA99F58C5B}" dt="2026-01-15T14:33:45.036" v="1282" actId="6264"/>
          <ac:spMkLst>
            <pc:docMk/>
            <pc:sldMk cId="1996479368" sldId="11088"/>
            <ac:spMk id="8" creationId="{8B8FE1CB-0BAC-1938-C35E-2B27745088B5}"/>
          </ac:spMkLst>
        </pc:spChg>
        <pc:spChg chg="add del mod">
          <ac:chgData name="Cosials, Benoit" userId="55eb508c-1f17-412e-9f09-1d82eedc926e" providerId="ADAL" clId="{F4B5339F-8433-4524-BE7C-91EA99F58C5B}" dt="2026-01-15T14:33:45.036" v="1282" actId="6264"/>
          <ac:spMkLst>
            <pc:docMk/>
            <pc:sldMk cId="1996479368" sldId="11088"/>
            <ac:spMk id="9" creationId="{8A48FD64-95D9-9AAD-3FC0-EF3EDE3F0D24}"/>
          </ac:spMkLst>
        </pc:spChg>
        <pc:spChg chg="add del mod">
          <ac:chgData name="Cosials, Benoit" userId="55eb508c-1f17-412e-9f09-1d82eedc926e" providerId="ADAL" clId="{F4B5339F-8433-4524-BE7C-91EA99F58C5B}" dt="2026-01-15T14:33:45.036" v="1282" actId="6264"/>
          <ac:spMkLst>
            <pc:docMk/>
            <pc:sldMk cId="1996479368" sldId="11088"/>
            <ac:spMk id="10" creationId="{0AEB38F4-618A-C40C-623B-F39AE443065F}"/>
          </ac:spMkLst>
        </pc:spChg>
      </pc:sldChg>
      <pc:sldChg chg="addSp delSp modSp new mod modClrScheme chgLayout modNotesTx">
        <pc:chgData name="Cosials, Benoit" userId="55eb508c-1f17-412e-9f09-1d82eedc926e" providerId="ADAL" clId="{F4B5339F-8433-4524-BE7C-91EA99F58C5B}" dt="2026-01-16T16:23:36" v="3193" actId="20577"/>
        <pc:sldMkLst>
          <pc:docMk/>
          <pc:sldMk cId="754791381" sldId="11089"/>
        </pc:sldMkLst>
        <pc:spChg chg="del mod ord">
          <ac:chgData name="Cosials, Benoit" userId="55eb508c-1f17-412e-9f09-1d82eedc926e" providerId="ADAL" clId="{F4B5339F-8433-4524-BE7C-91EA99F58C5B}" dt="2026-01-15T14:41:25.209" v="1534" actId="700"/>
          <ac:spMkLst>
            <pc:docMk/>
            <pc:sldMk cId="754791381" sldId="11089"/>
            <ac:spMk id="2" creationId="{91FEFC9C-FA9A-F5A8-78C5-865A280F6C7D}"/>
          </ac:spMkLst>
        </pc:spChg>
        <pc:spChg chg="del mod ord">
          <ac:chgData name="Cosials, Benoit" userId="55eb508c-1f17-412e-9f09-1d82eedc926e" providerId="ADAL" clId="{F4B5339F-8433-4524-BE7C-91EA99F58C5B}" dt="2026-01-15T14:41:25.209" v="1534" actId="700"/>
          <ac:spMkLst>
            <pc:docMk/>
            <pc:sldMk cId="754791381" sldId="11089"/>
            <ac:spMk id="3" creationId="{FB2FB63A-AA7D-7631-38AD-B392F8888DE3}"/>
          </ac:spMkLst>
        </pc:spChg>
        <pc:spChg chg="mod ord">
          <ac:chgData name="Cosials, Benoit" userId="55eb508c-1f17-412e-9f09-1d82eedc926e" providerId="ADAL" clId="{F4B5339F-8433-4524-BE7C-91EA99F58C5B}" dt="2026-01-15T14:41:25.209" v="1534" actId="700"/>
          <ac:spMkLst>
            <pc:docMk/>
            <pc:sldMk cId="754791381" sldId="11089"/>
            <ac:spMk id="4" creationId="{0B662380-86CF-5FD7-955A-AC1B9AF1652E}"/>
          </ac:spMkLst>
        </pc:spChg>
        <pc:spChg chg="add mod ord">
          <ac:chgData name="Cosials, Benoit" userId="55eb508c-1f17-412e-9f09-1d82eedc926e" providerId="ADAL" clId="{F4B5339F-8433-4524-BE7C-91EA99F58C5B}" dt="2026-01-15T14:53:36.128" v="2092" actId="20577"/>
          <ac:spMkLst>
            <pc:docMk/>
            <pc:sldMk cId="754791381" sldId="11089"/>
            <ac:spMk id="5" creationId="{8EB2BB9F-BBAD-C5D4-4FFC-68F424D7BF5D}"/>
          </ac:spMkLst>
        </pc:spChg>
        <pc:spChg chg="add del mod ord">
          <ac:chgData name="Cosials, Benoit" userId="55eb508c-1f17-412e-9f09-1d82eedc926e" providerId="ADAL" clId="{F4B5339F-8433-4524-BE7C-91EA99F58C5B}" dt="2026-01-15T14:41:37.182" v="1535" actId="1032"/>
          <ac:spMkLst>
            <pc:docMk/>
            <pc:sldMk cId="754791381" sldId="11089"/>
            <ac:spMk id="6" creationId="{A648B0D4-D5D6-8EE8-2F06-E1A2824DA193}"/>
          </ac:spMkLst>
        </pc:spChg>
        <pc:graphicFrameChg chg="add mod modGraphic">
          <ac:chgData name="Cosials, Benoit" userId="55eb508c-1f17-412e-9f09-1d82eedc926e" providerId="ADAL" clId="{F4B5339F-8433-4524-BE7C-91EA99F58C5B}" dt="2026-01-16T16:23:36" v="3193" actId="20577"/>
          <ac:graphicFrameMkLst>
            <pc:docMk/>
            <pc:sldMk cId="754791381" sldId="11089"/>
            <ac:graphicFrameMk id="7" creationId="{0EAA9333-D821-F376-925B-9989CAFDEF57}"/>
          </ac:graphicFrameMkLst>
        </pc:graphicFrameChg>
      </pc:sldChg>
      <pc:sldChg chg="addSp delSp modSp new mod ord">
        <pc:chgData name="Cosials, Benoit" userId="55eb508c-1f17-412e-9f09-1d82eedc926e" providerId="ADAL" clId="{F4B5339F-8433-4524-BE7C-91EA99F58C5B}" dt="2026-01-16T16:26:48.417" v="3195"/>
        <pc:sldMkLst>
          <pc:docMk/>
          <pc:sldMk cId="4272518889" sldId="11090"/>
        </pc:sldMkLst>
        <pc:spChg chg="mod">
          <ac:chgData name="Cosials, Benoit" userId="55eb508c-1f17-412e-9f09-1d82eedc926e" providerId="ADAL" clId="{F4B5339F-8433-4524-BE7C-91EA99F58C5B}" dt="2026-01-15T14:53:21.417" v="2073" actId="6549"/>
          <ac:spMkLst>
            <pc:docMk/>
            <pc:sldMk cId="4272518889" sldId="11090"/>
            <ac:spMk id="2" creationId="{B7754DCD-9298-4679-F730-0A5D334CCA19}"/>
          </ac:spMkLst>
        </pc:spChg>
        <pc:spChg chg="del">
          <ac:chgData name="Cosials, Benoit" userId="55eb508c-1f17-412e-9f09-1d82eedc926e" providerId="ADAL" clId="{F4B5339F-8433-4524-BE7C-91EA99F58C5B}" dt="2026-01-15T14:49:44.840" v="1965" actId="1032"/>
          <ac:spMkLst>
            <pc:docMk/>
            <pc:sldMk cId="4272518889" sldId="11090"/>
            <ac:spMk id="3" creationId="{36CE38D0-4CFF-6DF0-74AB-2E1272C7D226}"/>
          </ac:spMkLst>
        </pc:spChg>
        <pc:spChg chg="add del mod">
          <ac:chgData name="Cosials, Benoit" userId="55eb508c-1f17-412e-9f09-1d82eedc926e" providerId="ADAL" clId="{F4B5339F-8433-4524-BE7C-91EA99F58C5B}" dt="2026-01-15T14:50:19.483" v="1967" actId="1032"/>
          <ac:spMkLst>
            <pc:docMk/>
            <pc:sldMk cId="4272518889" sldId="11090"/>
            <ac:spMk id="7" creationId="{2A5D799F-206B-B80D-DFE2-0AEC18439A1B}"/>
          </ac:spMkLst>
        </pc:spChg>
        <pc:spChg chg="add del mod">
          <ac:chgData name="Cosials, Benoit" userId="55eb508c-1f17-412e-9f09-1d82eedc926e" providerId="ADAL" clId="{F4B5339F-8433-4524-BE7C-91EA99F58C5B}" dt="2026-01-15T14:51:44.843" v="2033"/>
          <ac:spMkLst>
            <pc:docMk/>
            <pc:sldMk cId="4272518889" sldId="11090"/>
            <ac:spMk id="10" creationId="{50427CB2-306B-C8F9-F47F-6B4C935D9EC3}"/>
          </ac:spMkLst>
        </pc:spChg>
        <pc:graphicFrameChg chg="add del modGraphic">
          <ac:chgData name="Cosials, Benoit" userId="55eb508c-1f17-412e-9f09-1d82eedc926e" providerId="ADAL" clId="{F4B5339F-8433-4524-BE7C-91EA99F58C5B}" dt="2026-01-15T14:50:05.737" v="1966" actId="478"/>
          <ac:graphicFrameMkLst>
            <pc:docMk/>
            <pc:sldMk cId="4272518889" sldId="11090"/>
            <ac:graphicFrameMk id="5" creationId="{41B4FB4F-D806-EE18-771D-A2669A41325B}"/>
          </ac:graphicFrameMkLst>
        </pc:graphicFrameChg>
        <pc:graphicFrameChg chg="add del modGraphic">
          <ac:chgData name="Cosials, Benoit" userId="55eb508c-1f17-412e-9f09-1d82eedc926e" providerId="ADAL" clId="{F4B5339F-8433-4524-BE7C-91EA99F58C5B}" dt="2026-01-15T14:51:41.829" v="2032" actId="478"/>
          <ac:graphicFrameMkLst>
            <pc:docMk/>
            <pc:sldMk cId="4272518889" sldId="11090"/>
            <ac:graphicFrameMk id="8" creationId="{871A70E2-456D-FB5C-B894-D771E6EB02D2}"/>
          </ac:graphicFrameMkLst>
        </pc:graphicFrameChg>
        <pc:graphicFrameChg chg="add mod">
          <ac:chgData name="Cosials, Benoit" userId="55eb508c-1f17-412e-9f09-1d82eedc926e" providerId="ADAL" clId="{F4B5339F-8433-4524-BE7C-91EA99F58C5B}" dt="2026-01-15T14:52:28.050" v="2034" actId="207"/>
          <ac:graphicFrameMkLst>
            <pc:docMk/>
            <pc:sldMk cId="4272518889" sldId="11090"/>
            <ac:graphicFrameMk id="11" creationId="{FA4263A9-6416-2C8C-653C-BDE039577961}"/>
          </ac:graphicFrameMkLst>
        </pc:graphicFrameChg>
      </pc:sldChg>
      <pc:sldChg chg="addSp delSp modSp new mod">
        <pc:chgData name="Cosials, Benoit" userId="55eb508c-1f17-412e-9f09-1d82eedc926e" providerId="ADAL" clId="{F4B5339F-8433-4524-BE7C-91EA99F58C5B}" dt="2026-01-16T16:46:44.378" v="3441" actId="1076"/>
        <pc:sldMkLst>
          <pc:docMk/>
          <pc:sldMk cId="3809740253" sldId="11091"/>
        </pc:sldMkLst>
        <pc:spChg chg="mod">
          <ac:chgData name="Cosials, Benoit" userId="55eb508c-1f17-412e-9f09-1d82eedc926e" providerId="ADAL" clId="{F4B5339F-8433-4524-BE7C-91EA99F58C5B}" dt="2026-01-15T15:06:00.881" v="2793" actId="20577"/>
          <ac:spMkLst>
            <pc:docMk/>
            <pc:sldMk cId="3809740253" sldId="11091"/>
            <ac:spMk id="2" creationId="{2FDAC1C6-1D89-FD4C-D36D-89C0D9CEB4BE}"/>
          </ac:spMkLst>
        </pc:spChg>
        <pc:spChg chg="add mod">
          <ac:chgData name="Cosials, Benoit" userId="55eb508c-1f17-412e-9f09-1d82eedc926e" providerId="ADAL" clId="{F4B5339F-8433-4524-BE7C-91EA99F58C5B}" dt="2026-01-16T16:46:44.378" v="3441" actId="1076"/>
          <ac:spMkLst>
            <pc:docMk/>
            <pc:sldMk cId="3809740253" sldId="11091"/>
            <ac:spMk id="3" creationId="{603C194F-9B41-EC50-883D-CB27850A3C76}"/>
          </ac:spMkLst>
        </pc:spChg>
        <pc:spChg chg="del">
          <ac:chgData name="Cosials, Benoit" userId="55eb508c-1f17-412e-9f09-1d82eedc926e" providerId="ADAL" clId="{F4B5339F-8433-4524-BE7C-91EA99F58C5B}" dt="2026-01-15T14:54:34.112" v="2116" actId="1032"/>
          <ac:spMkLst>
            <pc:docMk/>
            <pc:sldMk cId="3809740253" sldId="11091"/>
            <ac:spMk id="3" creationId="{8B8C45C1-047F-5D3B-9C68-A68F1CDB5889}"/>
          </ac:spMkLst>
        </pc:spChg>
        <pc:spChg chg="add mod">
          <ac:chgData name="Cosials, Benoit" userId="55eb508c-1f17-412e-9f09-1d82eedc926e" providerId="ADAL" clId="{F4B5339F-8433-4524-BE7C-91EA99F58C5B}" dt="2026-01-16T16:45:51.580" v="3420" actId="20577"/>
          <ac:spMkLst>
            <pc:docMk/>
            <pc:sldMk cId="3809740253" sldId="11091"/>
            <ac:spMk id="6" creationId="{82A5EE79-1B42-C0EF-9E5F-B2BF73C2911F}"/>
          </ac:spMkLst>
        </pc:spChg>
        <pc:graphicFrameChg chg="add mod modGraphic">
          <ac:chgData name="Cosials, Benoit" userId="55eb508c-1f17-412e-9f09-1d82eedc926e" providerId="ADAL" clId="{F4B5339F-8433-4524-BE7C-91EA99F58C5B}" dt="2026-01-16T16:44:13.973" v="3413" actId="20577"/>
          <ac:graphicFrameMkLst>
            <pc:docMk/>
            <pc:sldMk cId="3809740253" sldId="11091"/>
            <ac:graphicFrameMk id="5" creationId="{9953BF0D-8A21-16EE-10DE-67CA30EB56E7}"/>
          </ac:graphicFrameMkLst>
        </pc:graphicFrameChg>
      </pc:sldChg>
      <pc:sldChg chg="modSp add mod ord">
        <pc:chgData name="Cosials, Benoit" userId="55eb508c-1f17-412e-9f09-1d82eedc926e" providerId="ADAL" clId="{F4B5339F-8433-4524-BE7C-91EA99F58C5B}" dt="2026-01-16T16:53:31.719" v="3442" actId="478"/>
        <pc:sldMkLst>
          <pc:docMk/>
          <pc:sldMk cId="569347404" sldId="11092"/>
        </pc:sldMkLst>
        <pc:spChg chg="mod">
          <ac:chgData name="Cosials, Benoit" userId="55eb508c-1f17-412e-9f09-1d82eedc926e" providerId="ADAL" clId="{F4B5339F-8433-4524-BE7C-91EA99F58C5B}" dt="2026-01-16T15:41:44.104" v="2922" actId="20577"/>
          <ac:spMkLst>
            <pc:docMk/>
            <pc:sldMk cId="569347404" sldId="11092"/>
            <ac:spMk id="2" creationId="{B53D9AB1-4350-FED0-1457-A3867D4BDB64}"/>
          </ac:spMkLst>
        </pc:spChg>
        <pc:graphicFrameChg chg="mod modGraphic">
          <ac:chgData name="Cosials, Benoit" userId="55eb508c-1f17-412e-9f09-1d82eedc926e" providerId="ADAL" clId="{F4B5339F-8433-4524-BE7C-91EA99F58C5B}" dt="2026-01-16T16:53:31.719" v="3442" actId="478"/>
          <ac:graphicFrameMkLst>
            <pc:docMk/>
            <pc:sldMk cId="569347404" sldId="11092"/>
            <ac:graphicFrameMk id="11" creationId="{0E942157-8505-E88A-CC1B-AFBF2C64A215}"/>
          </ac:graphicFrameMkLst>
        </pc:graphicFrameChg>
      </pc:sldChg>
      <pc:sldMasterChg chg="delSldLayout">
        <pc:chgData name="Cosials, Benoit" userId="55eb508c-1f17-412e-9f09-1d82eedc926e" providerId="ADAL" clId="{F4B5339F-8433-4524-BE7C-91EA99F58C5B}" dt="2026-01-15T14:30:04.131" v="1134" actId="47"/>
        <pc:sldMasterMkLst>
          <pc:docMk/>
          <pc:sldMasterMk cId="3806457650" sldId="2147483648"/>
        </pc:sldMasterMkLst>
        <pc:sldLayoutChg chg="del">
          <pc:chgData name="Cosials, Benoit" userId="55eb508c-1f17-412e-9f09-1d82eedc926e" providerId="ADAL" clId="{F4B5339F-8433-4524-BE7C-91EA99F58C5B}" dt="2026-01-15T14:30:04.131" v="1134" actId="47"/>
          <pc:sldLayoutMkLst>
            <pc:docMk/>
            <pc:sldMasterMk cId="3806457650" sldId="2147483648"/>
            <pc:sldLayoutMk cId="3267554758" sldId="2147483746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016DD3-FD06-45E4-B97C-99702840BA4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C0A9387-04E3-4476-86AC-C9F13A34350D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Comment ca </a:t>
          </a:r>
          <a:r>
            <a:rPr lang="fr-CA" noProof="0" dirty="0" err="1"/>
            <a:t>fonctione</a:t>
          </a:r>
          <a:endParaRPr lang="fr-CA" noProof="0" dirty="0"/>
        </a:p>
      </dgm:t>
    </dgm:pt>
    <dgm:pt modelId="{5B9B7541-1EF8-4C6E-B108-6FE3FC9445FF}" type="parTrans" cxnId="{ED0EF243-E3B8-423C-A183-8719A9C7BDAD}">
      <dgm:prSet/>
      <dgm:spPr/>
      <dgm:t>
        <a:bodyPr/>
        <a:lstStyle/>
        <a:p>
          <a:endParaRPr lang="en-US"/>
        </a:p>
      </dgm:t>
    </dgm:pt>
    <dgm:pt modelId="{18C41E6A-0F0E-440E-8B1B-4FC404D47536}" type="sibTrans" cxnId="{ED0EF243-E3B8-423C-A183-8719A9C7BDA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8C0C551-0FB0-444A-9749-ACE94B930C96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Planification des essais et organisation</a:t>
          </a:r>
        </a:p>
      </dgm:t>
    </dgm:pt>
    <dgm:pt modelId="{3AF8DF63-3038-44F3-91C5-0FD74AD9B9EC}" type="parTrans" cxnId="{DCD0D361-17AE-4561-A247-DD048635FBBB}">
      <dgm:prSet/>
      <dgm:spPr/>
      <dgm:t>
        <a:bodyPr/>
        <a:lstStyle/>
        <a:p>
          <a:endParaRPr lang="en-US"/>
        </a:p>
      </dgm:t>
    </dgm:pt>
    <dgm:pt modelId="{4BA69521-EC7D-48B2-816A-C172174F0C5B}" type="sibTrans" cxnId="{DCD0D361-17AE-4561-A247-DD048635FBB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C31E47-99AC-4B64-A489-10D71CC6AD7D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Comment organisé </a:t>
          </a:r>
          <a:r>
            <a:rPr lang="fr-CA" noProof="0" dirty="0" err="1"/>
            <a:t>Kyriba</a:t>
          </a:r>
          <a:r>
            <a:rPr lang="fr-CA" noProof="0" dirty="0"/>
            <a:t> et nos environnements</a:t>
          </a:r>
        </a:p>
      </dgm:t>
    </dgm:pt>
    <dgm:pt modelId="{35466123-CB1C-46C6-AAB9-A923B9966E2B}" type="parTrans" cxnId="{C2A1BBEB-7E96-4274-8FEA-5F6BEFE00C7F}">
      <dgm:prSet/>
      <dgm:spPr/>
      <dgm:t>
        <a:bodyPr/>
        <a:lstStyle/>
        <a:p>
          <a:endParaRPr lang="en-US"/>
        </a:p>
      </dgm:t>
    </dgm:pt>
    <dgm:pt modelId="{626AB433-8F11-4780-AFC4-3ED87F8D7662}" type="sibTrans" cxnId="{C2A1BBEB-7E96-4274-8FEA-5F6BEFE00C7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DCA6460-B601-4AC6-BC6D-7B86F215D493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Décider comment gérer les données</a:t>
          </a:r>
        </a:p>
      </dgm:t>
    </dgm:pt>
    <dgm:pt modelId="{AD888BC6-78E8-42CA-A7CE-ECFD298AA387}" type="parTrans" cxnId="{C4D3DDFD-9527-446B-89FE-FE1EDFF4E722}">
      <dgm:prSet/>
      <dgm:spPr/>
      <dgm:t>
        <a:bodyPr/>
        <a:lstStyle/>
        <a:p>
          <a:endParaRPr lang="en-US"/>
        </a:p>
      </dgm:t>
    </dgm:pt>
    <dgm:pt modelId="{ECD1EA8A-8757-4456-84AF-6A76E673B4E1}" type="sibTrans" cxnId="{C4D3DDFD-9527-446B-89FE-FE1EDFF4E722}">
      <dgm:prSet/>
      <dgm:spPr/>
      <dgm:t>
        <a:bodyPr/>
        <a:lstStyle/>
        <a:p>
          <a:endParaRPr lang="en-US"/>
        </a:p>
      </dgm:t>
    </dgm:pt>
    <dgm:pt modelId="{3F7A5EF9-3937-4FEE-A367-1B880AADEC73}" type="pres">
      <dgm:prSet presAssocID="{62016DD3-FD06-45E4-B97C-99702840BA4A}" presName="root" presStyleCnt="0">
        <dgm:presLayoutVars>
          <dgm:dir/>
          <dgm:resizeHandles val="exact"/>
        </dgm:presLayoutVars>
      </dgm:prSet>
      <dgm:spPr/>
    </dgm:pt>
    <dgm:pt modelId="{AAD38964-9AD4-487D-8F18-4594D71748D0}" type="pres">
      <dgm:prSet presAssocID="{EC0A9387-04E3-4476-86AC-C9F13A34350D}" presName="compNode" presStyleCnt="0"/>
      <dgm:spPr/>
    </dgm:pt>
    <dgm:pt modelId="{8B79DA83-92CD-4E54-8DDA-3B10CCED9A75}" type="pres">
      <dgm:prSet presAssocID="{EC0A9387-04E3-4476-86AC-C9F13A34350D}" presName="bgRect" presStyleLbl="bgShp" presStyleIdx="0" presStyleCnt="4"/>
      <dgm:spPr/>
    </dgm:pt>
    <dgm:pt modelId="{10DECDB2-7DA1-4D55-A06D-85555F70C953}" type="pres">
      <dgm:prSet presAssocID="{EC0A9387-04E3-4476-86AC-C9F13A34350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41574D06-1CD9-4DE2-892C-A189ED1640E4}" type="pres">
      <dgm:prSet presAssocID="{EC0A9387-04E3-4476-86AC-C9F13A34350D}" presName="spaceRect" presStyleCnt="0"/>
      <dgm:spPr/>
    </dgm:pt>
    <dgm:pt modelId="{2CC76AC9-969D-4B9E-8AF9-983E5A9EADE3}" type="pres">
      <dgm:prSet presAssocID="{EC0A9387-04E3-4476-86AC-C9F13A34350D}" presName="parTx" presStyleLbl="revTx" presStyleIdx="0" presStyleCnt="4">
        <dgm:presLayoutVars>
          <dgm:chMax val="0"/>
          <dgm:chPref val="0"/>
        </dgm:presLayoutVars>
      </dgm:prSet>
      <dgm:spPr/>
    </dgm:pt>
    <dgm:pt modelId="{7CA9BECB-26F8-4D2E-AAD5-5E6F79517BC7}" type="pres">
      <dgm:prSet presAssocID="{18C41E6A-0F0E-440E-8B1B-4FC404D47536}" presName="sibTrans" presStyleCnt="0"/>
      <dgm:spPr/>
    </dgm:pt>
    <dgm:pt modelId="{BC389A27-6CA2-4D77-B115-894E0ACB1444}" type="pres">
      <dgm:prSet presAssocID="{98C0C551-0FB0-444A-9749-ACE94B930C96}" presName="compNode" presStyleCnt="0"/>
      <dgm:spPr/>
    </dgm:pt>
    <dgm:pt modelId="{A1DEDDF1-29DF-48B0-9408-7D5B20746B87}" type="pres">
      <dgm:prSet presAssocID="{98C0C551-0FB0-444A-9749-ACE94B930C96}" presName="bgRect" presStyleLbl="bgShp" presStyleIdx="1" presStyleCnt="4"/>
      <dgm:spPr>
        <a:solidFill>
          <a:srgbClr val="F1F9FF"/>
        </a:solidFill>
      </dgm:spPr>
    </dgm:pt>
    <dgm:pt modelId="{1FBE295A-1414-4ACC-A83D-F7D964447BC6}" type="pres">
      <dgm:prSet presAssocID="{98C0C551-0FB0-444A-9749-ACE94B930C9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ilisateurs"/>
        </a:ext>
      </dgm:extLst>
    </dgm:pt>
    <dgm:pt modelId="{F22CE279-511A-42A8-BC9F-1F18E073C1F7}" type="pres">
      <dgm:prSet presAssocID="{98C0C551-0FB0-444A-9749-ACE94B930C96}" presName="spaceRect" presStyleCnt="0"/>
      <dgm:spPr/>
    </dgm:pt>
    <dgm:pt modelId="{A6DE076F-0893-44BB-8F08-D771B5937BCE}" type="pres">
      <dgm:prSet presAssocID="{98C0C551-0FB0-444A-9749-ACE94B930C96}" presName="parTx" presStyleLbl="revTx" presStyleIdx="1" presStyleCnt="4">
        <dgm:presLayoutVars>
          <dgm:chMax val="0"/>
          <dgm:chPref val="0"/>
        </dgm:presLayoutVars>
      </dgm:prSet>
      <dgm:spPr/>
    </dgm:pt>
    <dgm:pt modelId="{C9CC155C-912C-493F-B746-8750E11721AF}" type="pres">
      <dgm:prSet presAssocID="{4BA69521-EC7D-48B2-816A-C172174F0C5B}" presName="sibTrans" presStyleCnt="0"/>
      <dgm:spPr/>
    </dgm:pt>
    <dgm:pt modelId="{74374C7C-D88A-4DB0-8890-7497E72C83A3}" type="pres">
      <dgm:prSet presAssocID="{E1C31E47-99AC-4B64-A489-10D71CC6AD7D}" presName="compNode" presStyleCnt="0"/>
      <dgm:spPr/>
    </dgm:pt>
    <dgm:pt modelId="{7566573A-C725-4FCE-8A1C-C6CE29960825}" type="pres">
      <dgm:prSet presAssocID="{E1C31E47-99AC-4B64-A489-10D71CC6AD7D}" presName="bgRect" presStyleLbl="bgShp" presStyleIdx="2" presStyleCnt="4"/>
      <dgm:spPr/>
    </dgm:pt>
    <dgm:pt modelId="{066CD4B1-8007-4F57-B4DB-AE6728906D8E}" type="pres">
      <dgm:prSet presAssocID="{E1C31E47-99AC-4B64-A489-10D71CC6AD7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6FC886A-7705-4CF6-92C4-09C8AD3329B9}" type="pres">
      <dgm:prSet presAssocID="{E1C31E47-99AC-4B64-A489-10D71CC6AD7D}" presName="spaceRect" presStyleCnt="0"/>
      <dgm:spPr/>
    </dgm:pt>
    <dgm:pt modelId="{FE9A47EF-0D8B-4EC9-8547-522463E564F8}" type="pres">
      <dgm:prSet presAssocID="{E1C31E47-99AC-4B64-A489-10D71CC6AD7D}" presName="parTx" presStyleLbl="revTx" presStyleIdx="2" presStyleCnt="4">
        <dgm:presLayoutVars>
          <dgm:chMax val="0"/>
          <dgm:chPref val="0"/>
        </dgm:presLayoutVars>
      </dgm:prSet>
      <dgm:spPr/>
    </dgm:pt>
    <dgm:pt modelId="{E8BB548C-D123-4FA2-8FF4-91B019A1BDBE}" type="pres">
      <dgm:prSet presAssocID="{626AB433-8F11-4780-AFC4-3ED87F8D7662}" presName="sibTrans" presStyleCnt="0"/>
      <dgm:spPr/>
    </dgm:pt>
    <dgm:pt modelId="{985B6776-8B9E-492A-ACB8-A076DDAD5A7C}" type="pres">
      <dgm:prSet presAssocID="{DDCA6460-B601-4AC6-BC6D-7B86F215D493}" presName="compNode" presStyleCnt="0"/>
      <dgm:spPr/>
    </dgm:pt>
    <dgm:pt modelId="{11766EFF-95A6-4F27-81AC-D628AE711CED}" type="pres">
      <dgm:prSet presAssocID="{DDCA6460-B601-4AC6-BC6D-7B86F215D493}" presName="bgRect" presStyleLbl="bgShp" presStyleIdx="3" presStyleCnt="4"/>
      <dgm:spPr/>
    </dgm:pt>
    <dgm:pt modelId="{A7B5A1C6-B513-49C8-8A11-FDAF75572028}" type="pres">
      <dgm:prSet presAssocID="{DDCA6460-B601-4AC6-BC6D-7B86F215D49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FD76C3D2-B705-4469-BA09-5C14E751A8CB}" type="pres">
      <dgm:prSet presAssocID="{DDCA6460-B601-4AC6-BC6D-7B86F215D493}" presName="spaceRect" presStyleCnt="0"/>
      <dgm:spPr/>
    </dgm:pt>
    <dgm:pt modelId="{B4E9111E-1DC5-43F6-8D9E-12A14180E1CF}" type="pres">
      <dgm:prSet presAssocID="{DDCA6460-B601-4AC6-BC6D-7B86F215D49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41F890E-42ED-4E7B-8AD0-CABCCD0F28E0}" type="presOf" srcId="{DDCA6460-B601-4AC6-BC6D-7B86F215D493}" destId="{B4E9111E-1DC5-43F6-8D9E-12A14180E1CF}" srcOrd="0" destOrd="0" presId="urn:microsoft.com/office/officeart/2018/2/layout/IconVerticalSolidList"/>
    <dgm:cxn modelId="{37E31C33-E6CE-40A4-BB35-1AB440369977}" type="presOf" srcId="{EC0A9387-04E3-4476-86AC-C9F13A34350D}" destId="{2CC76AC9-969D-4B9E-8AF9-983E5A9EADE3}" srcOrd="0" destOrd="0" presId="urn:microsoft.com/office/officeart/2018/2/layout/IconVerticalSolidList"/>
    <dgm:cxn modelId="{DCD0D361-17AE-4561-A247-DD048635FBBB}" srcId="{62016DD3-FD06-45E4-B97C-99702840BA4A}" destId="{98C0C551-0FB0-444A-9749-ACE94B930C96}" srcOrd="1" destOrd="0" parTransId="{3AF8DF63-3038-44F3-91C5-0FD74AD9B9EC}" sibTransId="{4BA69521-EC7D-48B2-816A-C172174F0C5B}"/>
    <dgm:cxn modelId="{ED0EF243-E3B8-423C-A183-8719A9C7BDAD}" srcId="{62016DD3-FD06-45E4-B97C-99702840BA4A}" destId="{EC0A9387-04E3-4476-86AC-C9F13A34350D}" srcOrd="0" destOrd="0" parTransId="{5B9B7541-1EF8-4C6E-B108-6FE3FC9445FF}" sibTransId="{18C41E6A-0F0E-440E-8B1B-4FC404D47536}"/>
    <dgm:cxn modelId="{A2C4367D-D2AD-4DC5-932C-9B7DC29DC750}" type="presOf" srcId="{62016DD3-FD06-45E4-B97C-99702840BA4A}" destId="{3F7A5EF9-3937-4FEE-A367-1B880AADEC73}" srcOrd="0" destOrd="0" presId="urn:microsoft.com/office/officeart/2018/2/layout/IconVerticalSolidList"/>
    <dgm:cxn modelId="{B47A368A-B30A-4612-8678-A603ABEAA824}" type="presOf" srcId="{E1C31E47-99AC-4B64-A489-10D71CC6AD7D}" destId="{FE9A47EF-0D8B-4EC9-8547-522463E564F8}" srcOrd="0" destOrd="0" presId="urn:microsoft.com/office/officeart/2018/2/layout/IconVerticalSolidList"/>
    <dgm:cxn modelId="{A7618AD1-B4B3-4317-B671-BFDEBE4A4926}" type="presOf" srcId="{98C0C551-0FB0-444A-9749-ACE94B930C96}" destId="{A6DE076F-0893-44BB-8F08-D771B5937BCE}" srcOrd="0" destOrd="0" presId="urn:microsoft.com/office/officeart/2018/2/layout/IconVerticalSolidList"/>
    <dgm:cxn modelId="{C2A1BBEB-7E96-4274-8FEA-5F6BEFE00C7F}" srcId="{62016DD3-FD06-45E4-B97C-99702840BA4A}" destId="{E1C31E47-99AC-4B64-A489-10D71CC6AD7D}" srcOrd="2" destOrd="0" parTransId="{35466123-CB1C-46C6-AAB9-A923B9966E2B}" sibTransId="{626AB433-8F11-4780-AFC4-3ED87F8D7662}"/>
    <dgm:cxn modelId="{C4D3DDFD-9527-446B-89FE-FE1EDFF4E722}" srcId="{62016DD3-FD06-45E4-B97C-99702840BA4A}" destId="{DDCA6460-B601-4AC6-BC6D-7B86F215D493}" srcOrd="3" destOrd="0" parTransId="{AD888BC6-78E8-42CA-A7CE-ECFD298AA387}" sibTransId="{ECD1EA8A-8757-4456-84AF-6A76E673B4E1}"/>
    <dgm:cxn modelId="{FB170C0A-4BC4-4ABF-9F6B-7CB50A214D48}" type="presParOf" srcId="{3F7A5EF9-3937-4FEE-A367-1B880AADEC73}" destId="{AAD38964-9AD4-487D-8F18-4594D71748D0}" srcOrd="0" destOrd="0" presId="urn:microsoft.com/office/officeart/2018/2/layout/IconVerticalSolidList"/>
    <dgm:cxn modelId="{4D4E17CF-1197-4617-A621-08F59EE1A686}" type="presParOf" srcId="{AAD38964-9AD4-487D-8F18-4594D71748D0}" destId="{8B79DA83-92CD-4E54-8DDA-3B10CCED9A75}" srcOrd="0" destOrd="0" presId="urn:microsoft.com/office/officeart/2018/2/layout/IconVerticalSolidList"/>
    <dgm:cxn modelId="{21196551-6BF7-47C4-B3F4-FFA6D58A887F}" type="presParOf" srcId="{AAD38964-9AD4-487D-8F18-4594D71748D0}" destId="{10DECDB2-7DA1-4D55-A06D-85555F70C953}" srcOrd="1" destOrd="0" presId="urn:microsoft.com/office/officeart/2018/2/layout/IconVerticalSolidList"/>
    <dgm:cxn modelId="{2A9B27B9-417F-4193-88A2-59F45BE82CC5}" type="presParOf" srcId="{AAD38964-9AD4-487D-8F18-4594D71748D0}" destId="{41574D06-1CD9-4DE2-892C-A189ED1640E4}" srcOrd="2" destOrd="0" presId="urn:microsoft.com/office/officeart/2018/2/layout/IconVerticalSolidList"/>
    <dgm:cxn modelId="{AC605606-8336-4F71-BF2D-B329807FBE33}" type="presParOf" srcId="{AAD38964-9AD4-487D-8F18-4594D71748D0}" destId="{2CC76AC9-969D-4B9E-8AF9-983E5A9EADE3}" srcOrd="3" destOrd="0" presId="urn:microsoft.com/office/officeart/2018/2/layout/IconVerticalSolidList"/>
    <dgm:cxn modelId="{4BD8AE68-D30C-497B-8914-BA271332FABA}" type="presParOf" srcId="{3F7A5EF9-3937-4FEE-A367-1B880AADEC73}" destId="{7CA9BECB-26F8-4D2E-AAD5-5E6F79517BC7}" srcOrd="1" destOrd="0" presId="urn:microsoft.com/office/officeart/2018/2/layout/IconVerticalSolidList"/>
    <dgm:cxn modelId="{5993AFE8-D593-430F-84CD-75C7A1495554}" type="presParOf" srcId="{3F7A5EF9-3937-4FEE-A367-1B880AADEC73}" destId="{BC389A27-6CA2-4D77-B115-894E0ACB1444}" srcOrd="2" destOrd="0" presId="urn:microsoft.com/office/officeart/2018/2/layout/IconVerticalSolidList"/>
    <dgm:cxn modelId="{468AA205-518C-4B4C-BCE6-1F04A6395105}" type="presParOf" srcId="{BC389A27-6CA2-4D77-B115-894E0ACB1444}" destId="{A1DEDDF1-29DF-48B0-9408-7D5B20746B87}" srcOrd="0" destOrd="0" presId="urn:microsoft.com/office/officeart/2018/2/layout/IconVerticalSolidList"/>
    <dgm:cxn modelId="{73FFF1D3-4B72-4943-BA69-1CE2DE3AC463}" type="presParOf" srcId="{BC389A27-6CA2-4D77-B115-894E0ACB1444}" destId="{1FBE295A-1414-4ACC-A83D-F7D964447BC6}" srcOrd="1" destOrd="0" presId="urn:microsoft.com/office/officeart/2018/2/layout/IconVerticalSolidList"/>
    <dgm:cxn modelId="{307EC58A-6F39-43B0-9389-E5D7347DF204}" type="presParOf" srcId="{BC389A27-6CA2-4D77-B115-894E0ACB1444}" destId="{F22CE279-511A-42A8-BC9F-1F18E073C1F7}" srcOrd="2" destOrd="0" presId="urn:microsoft.com/office/officeart/2018/2/layout/IconVerticalSolidList"/>
    <dgm:cxn modelId="{D518DA9A-A9D2-4C76-B7FA-7B758226F399}" type="presParOf" srcId="{BC389A27-6CA2-4D77-B115-894E0ACB1444}" destId="{A6DE076F-0893-44BB-8F08-D771B5937BCE}" srcOrd="3" destOrd="0" presId="urn:microsoft.com/office/officeart/2018/2/layout/IconVerticalSolidList"/>
    <dgm:cxn modelId="{96D9CEB0-B55D-4EAF-8DF5-9A68E8E63DBA}" type="presParOf" srcId="{3F7A5EF9-3937-4FEE-A367-1B880AADEC73}" destId="{C9CC155C-912C-493F-B746-8750E11721AF}" srcOrd="3" destOrd="0" presId="urn:microsoft.com/office/officeart/2018/2/layout/IconVerticalSolidList"/>
    <dgm:cxn modelId="{ADB32085-B8EF-4C0D-B8B6-AD1C5FFAC589}" type="presParOf" srcId="{3F7A5EF9-3937-4FEE-A367-1B880AADEC73}" destId="{74374C7C-D88A-4DB0-8890-7497E72C83A3}" srcOrd="4" destOrd="0" presId="urn:microsoft.com/office/officeart/2018/2/layout/IconVerticalSolidList"/>
    <dgm:cxn modelId="{21B609A3-22EE-46B6-88C4-334E0210583E}" type="presParOf" srcId="{74374C7C-D88A-4DB0-8890-7497E72C83A3}" destId="{7566573A-C725-4FCE-8A1C-C6CE29960825}" srcOrd="0" destOrd="0" presId="urn:microsoft.com/office/officeart/2018/2/layout/IconVerticalSolidList"/>
    <dgm:cxn modelId="{DD2499CF-E08C-445D-8463-D635D495D365}" type="presParOf" srcId="{74374C7C-D88A-4DB0-8890-7497E72C83A3}" destId="{066CD4B1-8007-4F57-B4DB-AE6728906D8E}" srcOrd="1" destOrd="0" presId="urn:microsoft.com/office/officeart/2018/2/layout/IconVerticalSolidList"/>
    <dgm:cxn modelId="{059741CD-79B6-47CA-8E32-57D04903D3F5}" type="presParOf" srcId="{74374C7C-D88A-4DB0-8890-7497E72C83A3}" destId="{56FC886A-7705-4CF6-92C4-09C8AD3329B9}" srcOrd="2" destOrd="0" presId="urn:microsoft.com/office/officeart/2018/2/layout/IconVerticalSolidList"/>
    <dgm:cxn modelId="{5A8261AB-199D-49D0-A527-E060BD21123B}" type="presParOf" srcId="{74374C7C-D88A-4DB0-8890-7497E72C83A3}" destId="{FE9A47EF-0D8B-4EC9-8547-522463E564F8}" srcOrd="3" destOrd="0" presId="urn:microsoft.com/office/officeart/2018/2/layout/IconVerticalSolidList"/>
    <dgm:cxn modelId="{6BE5512F-B800-423E-A976-F73BA5785047}" type="presParOf" srcId="{3F7A5EF9-3937-4FEE-A367-1B880AADEC73}" destId="{E8BB548C-D123-4FA2-8FF4-91B019A1BDBE}" srcOrd="5" destOrd="0" presId="urn:microsoft.com/office/officeart/2018/2/layout/IconVerticalSolidList"/>
    <dgm:cxn modelId="{BE3EE035-9052-4B20-97EB-F31AFF8B18DA}" type="presParOf" srcId="{3F7A5EF9-3937-4FEE-A367-1B880AADEC73}" destId="{985B6776-8B9E-492A-ACB8-A076DDAD5A7C}" srcOrd="6" destOrd="0" presId="urn:microsoft.com/office/officeart/2018/2/layout/IconVerticalSolidList"/>
    <dgm:cxn modelId="{13C48038-1AB9-466B-8CA3-530623CD1ED9}" type="presParOf" srcId="{985B6776-8B9E-492A-ACB8-A076DDAD5A7C}" destId="{11766EFF-95A6-4F27-81AC-D628AE711CED}" srcOrd="0" destOrd="0" presId="urn:microsoft.com/office/officeart/2018/2/layout/IconVerticalSolidList"/>
    <dgm:cxn modelId="{60CC9611-5540-4CA2-983F-95E238E1B2AC}" type="presParOf" srcId="{985B6776-8B9E-492A-ACB8-A076DDAD5A7C}" destId="{A7B5A1C6-B513-49C8-8A11-FDAF75572028}" srcOrd="1" destOrd="0" presId="urn:microsoft.com/office/officeart/2018/2/layout/IconVerticalSolidList"/>
    <dgm:cxn modelId="{4A6B5173-ACD3-4340-B62C-193764C69E22}" type="presParOf" srcId="{985B6776-8B9E-492A-ACB8-A076DDAD5A7C}" destId="{FD76C3D2-B705-4469-BA09-5C14E751A8CB}" srcOrd="2" destOrd="0" presId="urn:microsoft.com/office/officeart/2018/2/layout/IconVerticalSolidList"/>
    <dgm:cxn modelId="{8304377D-CBDA-4C61-B851-979440B321AD}" type="presParOf" srcId="{985B6776-8B9E-492A-ACB8-A076DDAD5A7C}" destId="{B4E9111E-1DC5-43F6-8D9E-12A14180E1C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4045DA-2BE3-458F-B123-659C0688ABB6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18323F07-58E3-48D1-A329-8337514D0CBF}">
      <dgm:prSet/>
      <dgm:spPr/>
      <dgm:t>
        <a:bodyPr/>
        <a:lstStyle/>
        <a:p>
          <a:r>
            <a:rPr lang="fr-CA" dirty="0"/>
            <a:t>Essais de composant</a:t>
          </a:r>
        </a:p>
      </dgm:t>
    </dgm:pt>
    <dgm:pt modelId="{9FEFFD10-8E44-4053-9FD7-F675F225FD96}" type="parTrans" cxnId="{3CD8AEBF-4814-4409-A4D9-66FF69DC0B92}">
      <dgm:prSet/>
      <dgm:spPr/>
      <dgm:t>
        <a:bodyPr/>
        <a:lstStyle/>
        <a:p>
          <a:endParaRPr lang="fr-CA"/>
        </a:p>
      </dgm:t>
    </dgm:pt>
    <dgm:pt modelId="{C68D5814-6E16-48EE-848C-3F1D0D9636ED}" type="sibTrans" cxnId="{3CD8AEBF-4814-4409-A4D9-66FF69DC0B92}">
      <dgm:prSet/>
      <dgm:spPr/>
      <dgm:t>
        <a:bodyPr/>
        <a:lstStyle/>
        <a:p>
          <a:endParaRPr lang="fr-CA"/>
        </a:p>
      </dgm:t>
    </dgm:pt>
    <dgm:pt modelId="{F99426CD-36B3-4F94-82AC-B1264A81685A}">
      <dgm:prSet/>
      <dgm:spPr/>
      <dgm:t>
        <a:bodyPr/>
        <a:lstStyle/>
        <a:p>
          <a:r>
            <a:rPr lang="fr-CA" b="0" dirty="0"/>
            <a:t>Vérifier le développement</a:t>
          </a:r>
        </a:p>
        <a:p>
          <a:r>
            <a:rPr lang="fr-CA" b="0" dirty="0"/>
            <a:t>Vérifier des config </a:t>
          </a:r>
          <a:r>
            <a:rPr lang="fr-CA" b="0" dirty="0" err="1"/>
            <a:t>Kyriba</a:t>
          </a:r>
          <a:endParaRPr lang="fr-CA" b="0" dirty="0"/>
        </a:p>
        <a:p>
          <a:r>
            <a:rPr lang="fr-CA" b="0" dirty="0"/>
            <a:t>Vérifier les données maitresses</a:t>
          </a:r>
        </a:p>
      </dgm:t>
    </dgm:pt>
    <dgm:pt modelId="{7C26CCC6-12F9-470E-9FD0-02E551E7D2A9}" type="parTrans" cxnId="{3422C9DF-07DA-4FAB-829B-B9A3D0334976}">
      <dgm:prSet/>
      <dgm:spPr/>
      <dgm:t>
        <a:bodyPr/>
        <a:lstStyle/>
        <a:p>
          <a:endParaRPr lang="fr-CA"/>
        </a:p>
      </dgm:t>
    </dgm:pt>
    <dgm:pt modelId="{CC11E494-38C1-47E5-86F1-3890C7A43EA5}" type="sibTrans" cxnId="{3422C9DF-07DA-4FAB-829B-B9A3D0334976}">
      <dgm:prSet/>
      <dgm:spPr/>
      <dgm:t>
        <a:bodyPr/>
        <a:lstStyle/>
        <a:p>
          <a:endParaRPr lang="fr-CA"/>
        </a:p>
      </dgm:t>
    </dgm:pt>
    <dgm:pt modelId="{22BE98F5-FC2D-453F-B8C4-74EFE174DEB2}">
      <dgm:prSet/>
      <dgm:spPr/>
      <dgm:t>
        <a:bodyPr/>
        <a:lstStyle/>
        <a:p>
          <a:pPr>
            <a:buClrTx/>
            <a:buSzTx/>
            <a:buFontTx/>
            <a:buNone/>
          </a:pPr>
          <a:r>
            <a:rPr lang="fr-CA" dirty="0"/>
            <a:t>Détection des </a:t>
          </a:r>
          <a:r>
            <a:rPr lang="fr-CA" dirty="0" err="1"/>
            <a:t>BUGs</a:t>
          </a:r>
          <a:r>
            <a:rPr lang="fr-CA" dirty="0"/>
            <a:t> fonctionnel sur de petit éléments</a:t>
          </a:r>
        </a:p>
        <a:p>
          <a:pPr>
            <a:buClrTx/>
            <a:buSzTx/>
            <a:buFontTx/>
            <a:buNone/>
          </a:pPr>
          <a:r>
            <a:rPr lang="fr-CA" dirty="0"/>
            <a:t>(ex: Liste des fondés de pouvoir)</a:t>
          </a:r>
        </a:p>
      </dgm:t>
    </dgm:pt>
    <dgm:pt modelId="{18E4912B-10C1-461C-A7A0-8201AE717A54}" type="parTrans" cxnId="{07299D3F-D6BD-4365-81CD-12AD5EDC0923}">
      <dgm:prSet/>
      <dgm:spPr/>
      <dgm:t>
        <a:bodyPr/>
        <a:lstStyle/>
        <a:p>
          <a:endParaRPr lang="fr-CA"/>
        </a:p>
      </dgm:t>
    </dgm:pt>
    <dgm:pt modelId="{A940E945-3719-40B7-82A4-6EF91B48C6F2}" type="sibTrans" cxnId="{07299D3F-D6BD-4365-81CD-12AD5EDC0923}">
      <dgm:prSet/>
      <dgm:spPr/>
      <dgm:t>
        <a:bodyPr/>
        <a:lstStyle/>
        <a:p>
          <a:endParaRPr lang="fr-CA"/>
        </a:p>
      </dgm:t>
    </dgm:pt>
    <dgm:pt modelId="{C013AA5A-1604-4B9C-A101-96AA408C2CA3}">
      <dgm:prSet/>
      <dgm:spPr/>
      <dgm:t>
        <a:bodyPr/>
        <a:lstStyle/>
        <a:p>
          <a:r>
            <a:rPr lang="fr-CA" dirty="0"/>
            <a:t>Essais de système (SIT)</a:t>
          </a:r>
        </a:p>
      </dgm:t>
    </dgm:pt>
    <dgm:pt modelId="{9E174261-53F5-42E8-A5BC-06F9040C70C4}" type="parTrans" cxnId="{4FD39DA9-3E76-4670-8964-CEC3699FEF8A}">
      <dgm:prSet/>
      <dgm:spPr/>
      <dgm:t>
        <a:bodyPr/>
        <a:lstStyle/>
        <a:p>
          <a:endParaRPr lang="fr-CA"/>
        </a:p>
      </dgm:t>
    </dgm:pt>
    <dgm:pt modelId="{2B618B3C-C14F-4FE5-BD8A-D2FDB18D48BF}" type="sibTrans" cxnId="{4FD39DA9-3E76-4670-8964-CEC3699FEF8A}">
      <dgm:prSet/>
      <dgm:spPr/>
      <dgm:t>
        <a:bodyPr/>
        <a:lstStyle/>
        <a:p>
          <a:endParaRPr lang="fr-CA"/>
        </a:p>
      </dgm:t>
    </dgm:pt>
    <dgm:pt modelId="{A4368B26-1790-49C2-9803-2E6D47E0C4D2}">
      <dgm:prSet/>
      <dgm:spPr/>
      <dgm:t>
        <a:bodyPr/>
        <a:lstStyle/>
        <a:p>
          <a:r>
            <a:rPr lang="fr-CA" b="0" dirty="0"/>
            <a:t>Vérifier les modules </a:t>
          </a:r>
          <a:r>
            <a:rPr lang="fr-CA" b="0" dirty="0" err="1"/>
            <a:t>Kyriba</a:t>
          </a:r>
          <a:r>
            <a:rPr lang="fr-CA" b="0" dirty="0"/>
            <a:t>, le fonctionnel du dev</a:t>
          </a:r>
        </a:p>
        <a:p>
          <a:r>
            <a:rPr lang="fr-CA" dirty="0"/>
            <a:t>Vérifier les intégrations iA, </a:t>
          </a:r>
          <a:r>
            <a:rPr lang="fr-CA" dirty="0" err="1"/>
            <a:t>Kyriba</a:t>
          </a:r>
          <a:r>
            <a:rPr lang="fr-CA" dirty="0"/>
            <a:t>, Banque</a:t>
          </a:r>
        </a:p>
      </dgm:t>
    </dgm:pt>
    <dgm:pt modelId="{4AA35690-B18C-42A8-B7D2-226625119D18}" type="parTrans" cxnId="{09D64C2F-D2AB-4D3D-88FD-F3FFA0F13971}">
      <dgm:prSet/>
      <dgm:spPr/>
      <dgm:t>
        <a:bodyPr/>
        <a:lstStyle/>
        <a:p>
          <a:endParaRPr lang="fr-CA"/>
        </a:p>
      </dgm:t>
    </dgm:pt>
    <dgm:pt modelId="{2A845357-FC5C-4562-85B2-5A35ECB4F29E}" type="sibTrans" cxnId="{09D64C2F-D2AB-4D3D-88FD-F3FFA0F13971}">
      <dgm:prSet/>
      <dgm:spPr/>
      <dgm:t>
        <a:bodyPr/>
        <a:lstStyle/>
        <a:p>
          <a:endParaRPr lang="fr-CA"/>
        </a:p>
      </dgm:t>
    </dgm:pt>
    <dgm:pt modelId="{5C980F56-9C30-4486-A4AC-7735424CEB2D}">
      <dgm:prSet/>
      <dgm:spPr/>
      <dgm:t>
        <a:bodyPr/>
        <a:lstStyle/>
        <a:p>
          <a:r>
            <a:rPr lang="fr-CA" dirty="0"/>
            <a:t>Détecter des </a:t>
          </a:r>
          <a:r>
            <a:rPr lang="fr-CA" dirty="0" err="1"/>
            <a:t>BUGs</a:t>
          </a:r>
          <a:r>
            <a:rPr lang="fr-CA" dirty="0"/>
            <a:t> de scénarios d’intégration (ex: Paiement DD)</a:t>
          </a:r>
        </a:p>
      </dgm:t>
    </dgm:pt>
    <dgm:pt modelId="{DAEC7A0D-AFB5-438B-80CD-40C8FF69C07D}" type="parTrans" cxnId="{53AC9D6A-FA80-4D72-9DC3-4F6DA1617A79}">
      <dgm:prSet/>
      <dgm:spPr/>
      <dgm:t>
        <a:bodyPr/>
        <a:lstStyle/>
        <a:p>
          <a:endParaRPr lang="fr-CA"/>
        </a:p>
      </dgm:t>
    </dgm:pt>
    <dgm:pt modelId="{E9D36E94-53E7-4329-908F-1C5D94DEBACE}" type="sibTrans" cxnId="{53AC9D6A-FA80-4D72-9DC3-4F6DA1617A79}">
      <dgm:prSet/>
      <dgm:spPr/>
      <dgm:t>
        <a:bodyPr/>
        <a:lstStyle/>
        <a:p>
          <a:endParaRPr lang="fr-CA"/>
        </a:p>
      </dgm:t>
    </dgm:pt>
    <dgm:pt modelId="{C75728A0-2572-410E-982E-3662E7BD2417}">
      <dgm:prSet/>
      <dgm:spPr/>
      <dgm:t>
        <a:bodyPr/>
        <a:lstStyle/>
        <a:p>
          <a:r>
            <a:rPr lang="fr-CA" dirty="0"/>
            <a:t>Essais d’acceptation</a:t>
          </a:r>
          <a:br>
            <a:rPr lang="fr-CA" dirty="0"/>
          </a:br>
          <a:r>
            <a:rPr lang="fr-CA" dirty="0"/>
            <a:t>(UAT)</a:t>
          </a:r>
        </a:p>
      </dgm:t>
    </dgm:pt>
    <dgm:pt modelId="{F3ADC606-5979-478F-A870-ACE75F36D66D}" type="parTrans" cxnId="{B0CE0AF7-8744-4FB5-A828-BF3D231B2747}">
      <dgm:prSet/>
      <dgm:spPr/>
      <dgm:t>
        <a:bodyPr/>
        <a:lstStyle/>
        <a:p>
          <a:endParaRPr lang="fr-CA"/>
        </a:p>
      </dgm:t>
    </dgm:pt>
    <dgm:pt modelId="{1D1AFB54-54BB-46E3-A6F2-E652AEF40CD2}" type="sibTrans" cxnId="{B0CE0AF7-8744-4FB5-A828-BF3D231B2747}">
      <dgm:prSet/>
      <dgm:spPr/>
      <dgm:t>
        <a:bodyPr/>
        <a:lstStyle/>
        <a:p>
          <a:endParaRPr lang="fr-CA"/>
        </a:p>
      </dgm:t>
    </dgm:pt>
    <dgm:pt modelId="{C34AB473-AF23-43FB-8018-D0175149D450}">
      <dgm:prSet/>
      <dgm:spPr/>
      <dgm:t>
        <a:bodyPr/>
        <a:lstStyle/>
        <a:p>
          <a:r>
            <a:rPr lang="fr-CA" b="0" dirty="0"/>
            <a:t>Vérifier le déroulement des processus et des opérations</a:t>
          </a:r>
        </a:p>
      </dgm:t>
    </dgm:pt>
    <dgm:pt modelId="{E9B01E33-BD79-449F-ABAF-C15B5617694E}" type="parTrans" cxnId="{C5AD6704-B494-4A74-98CB-9AD44DBE1BE1}">
      <dgm:prSet/>
      <dgm:spPr/>
      <dgm:t>
        <a:bodyPr/>
        <a:lstStyle/>
        <a:p>
          <a:endParaRPr lang="fr-CA"/>
        </a:p>
      </dgm:t>
    </dgm:pt>
    <dgm:pt modelId="{3B60BBF4-3BAB-46E3-9CC9-3D8F7F648FF0}" type="sibTrans" cxnId="{C5AD6704-B494-4A74-98CB-9AD44DBE1BE1}">
      <dgm:prSet/>
      <dgm:spPr/>
      <dgm:t>
        <a:bodyPr/>
        <a:lstStyle/>
        <a:p>
          <a:endParaRPr lang="fr-CA"/>
        </a:p>
      </dgm:t>
    </dgm:pt>
    <dgm:pt modelId="{2FE3E899-B604-4751-951D-1E3DE35965C1}">
      <dgm:prSet/>
      <dgm:spPr/>
      <dgm:t>
        <a:bodyPr/>
        <a:lstStyle/>
        <a:p>
          <a:r>
            <a:rPr lang="fr-CA" dirty="0"/>
            <a:t>Détecter des </a:t>
          </a:r>
          <a:r>
            <a:rPr lang="fr-CA" dirty="0" err="1"/>
            <a:t>BUGs</a:t>
          </a:r>
          <a:r>
            <a:rPr lang="fr-CA" dirty="0"/>
            <a:t> concernant l’utilisation</a:t>
          </a:r>
        </a:p>
        <a:p>
          <a:r>
            <a:rPr lang="fr-CA" dirty="0"/>
            <a:t>(ex: une journée bancaire comme les autres)</a:t>
          </a:r>
        </a:p>
      </dgm:t>
    </dgm:pt>
    <dgm:pt modelId="{07D5D557-FC83-4A3A-A2B7-CAFBC1EC7E76}" type="parTrans" cxnId="{FE73B373-5C19-4A7C-B754-61146A3EB458}">
      <dgm:prSet/>
      <dgm:spPr/>
      <dgm:t>
        <a:bodyPr/>
        <a:lstStyle/>
        <a:p>
          <a:endParaRPr lang="fr-CA"/>
        </a:p>
      </dgm:t>
    </dgm:pt>
    <dgm:pt modelId="{15843191-C1DF-4538-974F-1E28FD7238DA}" type="sibTrans" cxnId="{FE73B373-5C19-4A7C-B754-61146A3EB458}">
      <dgm:prSet/>
      <dgm:spPr/>
      <dgm:t>
        <a:bodyPr/>
        <a:lstStyle/>
        <a:p>
          <a:endParaRPr lang="fr-CA"/>
        </a:p>
      </dgm:t>
    </dgm:pt>
    <dgm:pt modelId="{C87B880B-6B2D-44D9-9560-D8ACB14E41E9}" type="pres">
      <dgm:prSet presAssocID="{174045DA-2BE3-458F-B123-659C0688ABB6}" presName="theList" presStyleCnt="0">
        <dgm:presLayoutVars>
          <dgm:dir/>
          <dgm:animLvl val="lvl"/>
          <dgm:resizeHandles val="exact"/>
        </dgm:presLayoutVars>
      </dgm:prSet>
      <dgm:spPr/>
    </dgm:pt>
    <dgm:pt modelId="{BD2BC597-E730-4298-871D-D26769743B99}" type="pres">
      <dgm:prSet presAssocID="{18323F07-58E3-48D1-A329-8337514D0CBF}" presName="compNode" presStyleCnt="0"/>
      <dgm:spPr/>
    </dgm:pt>
    <dgm:pt modelId="{BAEE1BEE-DB93-4F52-A5B5-9C214AAC286E}" type="pres">
      <dgm:prSet presAssocID="{18323F07-58E3-48D1-A329-8337514D0CBF}" presName="aNode" presStyleLbl="bgShp" presStyleIdx="0" presStyleCnt="3"/>
      <dgm:spPr/>
    </dgm:pt>
    <dgm:pt modelId="{F2D76CD5-6667-4CC3-9433-EBCC9A3A83B7}" type="pres">
      <dgm:prSet presAssocID="{18323F07-58E3-48D1-A329-8337514D0CBF}" presName="textNode" presStyleLbl="bgShp" presStyleIdx="0" presStyleCnt="3"/>
      <dgm:spPr/>
    </dgm:pt>
    <dgm:pt modelId="{E7866D04-DC37-412F-BACF-4C70F0F7B749}" type="pres">
      <dgm:prSet presAssocID="{18323F07-58E3-48D1-A329-8337514D0CBF}" presName="compChildNode" presStyleCnt="0"/>
      <dgm:spPr/>
    </dgm:pt>
    <dgm:pt modelId="{A7650B19-FD8F-4A73-A802-07C041668642}" type="pres">
      <dgm:prSet presAssocID="{18323F07-58E3-48D1-A329-8337514D0CBF}" presName="theInnerList" presStyleCnt="0"/>
      <dgm:spPr/>
    </dgm:pt>
    <dgm:pt modelId="{A9EEECEF-E4EF-4372-AA26-9A71F90D937A}" type="pres">
      <dgm:prSet presAssocID="{F99426CD-36B3-4F94-82AC-B1264A81685A}" presName="childNode" presStyleLbl="node1" presStyleIdx="0" presStyleCnt="6">
        <dgm:presLayoutVars>
          <dgm:bulletEnabled val="1"/>
        </dgm:presLayoutVars>
      </dgm:prSet>
      <dgm:spPr/>
    </dgm:pt>
    <dgm:pt modelId="{8D30414A-CB32-41A6-B4EE-9116794A765B}" type="pres">
      <dgm:prSet presAssocID="{F99426CD-36B3-4F94-82AC-B1264A81685A}" presName="aSpace2" presStyleCnt="0"/>
      <dgm:spPr/>
    </dgm:pt>
    <dgm:pt modelId="{AF9F910D-174A-4303-A513-A0991BA5B140}" type="pres">
      <dgm:prSet presAssocID="{22BE98F5-FC2D-453F-B8C4-74EFE174DEB2}" presName="childNode" presStyleLbl="node1" presStyleIdx="1" presStyleCnt="6">
        <dgm:presLayoutVars>
          <dgm:bulletEnabled val="1"/>
        </dgm:presLayoutVars>
      </dgm:prSet>
      <dgm:spPr/>
    </dgm:pt>
    <dgm:pt modelId="{5E934D37-E2B9-4099-9A5A-3CB8E9C075B7}" type="pres">
      <dgm:prSet presAssocID="{18323F07-58E3-48D1-A329-8337514D0CBF}" presName="aSpace" presStyleCnt="0"/>
      <dgm:spPr/>
    </dgm:pt>
    <dgm:pt modelId="{215385B1-62C2-4E4C-97A9-D6D56E6134C8}" type="pres">
      <dgm:prSet presAssocID="{C013AA5A-1604-4B9C-A101-96AA408C2CA3}" presName="compNode" presStyleCnt="0"/>
      <dgm:spPr/>
    </dgm:pt>
    <dgm:pt modelId="{8164E481-7DA2-43AD-B977-3297ECB146F3}" type="pres">
      <dgm:prSet presAssocID="{C013AA5A-1604-4B9C-A101-96AA408C2CA3}" presName="aNode" presStyleLbl="bgShp" presStyleIdx="1" presStyleCnt="3"/>
      <dgm:spPr/>
    </dgm:pt>
    <dgm:pt modelId="{92AE8911-BC99-4790-9595-45FCE0A2BF3B}" type="pres">
      <dgm:prSet presAssocID="{C013AA5A-1604-4B9C-A101-96AA408C2CA3}" presName="textNode" presStyleLbl="bgShp" presStyleIdx="1" presStyleCnt="3"/>
      <dgm:spPr/>
    </dgm:pt>
    <dgm:pt modelId="{0DD9211B-ABD2-4A6A-9CE0-ECFEA7FE1334}" type="pres">
      <dgm:prSet presAssocID="{C013AA5A-1604-4B9C-A101-96AA408C2CA3}" presName="compChildNode" presStyleCnt="0"/>
      <dgm:spPr/>
    </dgm:pt>
    <dgm:pt modelId="{3DD59ED9-053F-49AC-A9DE-5FA6D3785E93}" type="pres">
      <dgm:prSet presAssocID="{C013AA5A-1604-4B9C-A101-96AA408C2CA3}" presName="theInnerList" presStyleCnt="0"/>
      <dgm:spPr/>
    </dgm:pt>
    <dgm:pt modelId="{096BE940-DB88-4DBC-A6B3-62BBAA3CF14F}" type="pres">
      <dgm:prSet presAssocID="{A4368B26-1790-49C2-9803-2E6D47E0C4D2}" presName="childNode" presStyleLbl="node1" presStyleIdx="2" presStyleCnt="6">
        <dgm:presLayoutVars>
          <dgm:bulletEnabled val="1"/>
        </dgm:presLayoutVars>
      </dgm:prSet>
      <dgm:spPr/>
    </dgm:pt>
    <dgm:pt modelId="{DEEA2DF7-12E3-4EF3-AF38-F226F8AFE0E5}" type="pres">
      <dgm:prSet presAssocID="{A4368B26-1790-49C2-9803-2E6D47E0C4D2}" presName="aSpace2" presStyleCnt="0"/>
      <dgm:spPr/>
    </dgm:pt>
    <dgm:pt modelId="{ACCED1A4-7577-4FE7-8A27-CA8B8A510532}" type="pres">
      <dgm:prSet presAssocID="{5C980F56-9C30-4486-A4AC-7735424CEB2D}" presName="childNode" presStyleLbl="node1" presStyleIdx="3" presStyleCnt="6">
        <dgm:presLayoutVars>
          <dgm:bulletEnabled val="1"/>
        </dgm:presLayoutVars>
      </dgm:prSet>
      <dgm:spPr/>
    </dgm:pt>
    <dgm:pt modelId="{FD523D84-0B4F-486D-BAFF-C1BB5CAF19B1}" type="pres">
      <dgm:prSet presAssocID="{C013AA5A-1604-4B9C-A101-96AA408C2CA3}" presName="aSpace" presStyleCnt="0"/>
      <dgm:spPr/>
    </dgm:pt>
    <dgm:pt modelId="{70FABCC1-3273-4B6B-9FB4-CBBA9B3AEDE7}" type="pres">
      <dgm:prSet presAssocID="{C75728A0-2572-410E-982E-3662E7BD2417}" presName="compNode" presStyleCnt="0"/>
      <dgm:spPr/>
    </dgm:pt>
    <dgm:pt modelId="{7F013B63-DD1A-4D7A-B209-AFE002FA436A}" type="pres">
      <dgm:prSet presAssocID="{C75728A0-2572-410E-982E-3662E7BD2417}" presName="aNode" presStyleLbl="bgShp" presStyleIdx="2" presStyleCnt="3"/>
      <dgm:spPr/>
    </dgm:pt>
    <dgm:pt modelId="{AAD021D4-C658-42D4-A391-DDC32615CD31}" type="pres">
      <dgm:prSet presAssocID="{C75728A0-2572-410E-982E-3662E7BD2417}" presName="textNode" presStyleLbl="bgShp" presStyleIdx="2" presStyleCnt="3"/>
      <dgm:spPr/>
    </dgm:pt>
    <dgm:pt modelId="{1DD7D00D-7570-476B-AC93-48AB0719BC4A}" type="pres">
      <dgm:prSet presAssocID="{C75728A0-2572-410E-982E-3662E7BD2417}" presName="compChildNode" presStyleCnt="0"/>
      <dgm:spPr/>
    </dgm:pt>
    <dgm:pt modelId="{3EA99E53-AD69-48E5-A5DE-3FA70758DB38}" type="pres">
      <dgm:prSet presAssocID="{C75728A0-2572-410E-982E-3662E7BD2417}" presName="theInnerList" presStyleCnt="0"/>
      <dgm:spPr/>
    </dgm:pt>
    <dgm:pt modelId="{3187AE5E-F4B1-4EB0-A1BA-7C445CF66F90}" type="pres">
      <dgm:prSet presAssocID="{C34AB473-AF23-43FB-8018-D0175149D450}" presName="childNode" presStyleLbl="node1" presStyleIdx="4" presStyleCnt="6">
        <dgm:presLayoutVars>
          <dgm:bulletEnabled val="1"/>
        </dgm:presLayoutVars>
      </dgm:prSet>
      <dgm:spPr/>
    </dgm:pt>
    <dgm:pt modelId="{6D6548D8-271D-4DDF-B81E-250A242C0445}" type="pres">
      <dgm:prSet presAssocID="{C34AB473-AF23-43FB-8018-D0175149D450}" presName="aSpace2" presStyleCnt="0"/>
      <dgm:spPr/>
    </dgm:pt>
    <dgm:pt modelId="{13DB2E4D-317F-4E7D-AFBB-1BDCFE9943FF}" type="pres">
      <dgm:prSet presAssocID="{2FE3E899-B604-4751-951D-1E3DE35965C1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C5AD6704-B494-4A74-98CB-9AD44DBE1BE1}" srcId="{C75728A0-2572-410E-982E-3662E7BD2417}" destId="{C34AB473-AF23-43FB-8018-D0175149D450}" srcOrd="0" destOrd="0" parTransId="{E9B01E33-BD79-449F-ABAF-C15B5617694E}" sibTransId="{3B60BBF4-3BAB-46E3-9CC9-3D8F7F648FF0}"/>
    <dgm:cxn modelId="{C14B6F16-454B-4D77-9885-47CCE2841C75}" type="presOf" srcId="{5C980F56-9C30-4486-A4AC-7735424CEB2D}" destId="{ACCED1A4-7577-4FE7-8A27-CA8B8A510532}" srcOrd="0" destOrd="0" presId="urn:microsoft.com/office/officeart/2005/8/layout/lProcess2"/>
    <dgm:cxn modelId="{09D64C2F-D2AB-4D3D-88FD-F3FFA0F13971}" srcId="{C013AA5A-1604-4B9C-A101-96AA408C2CA3}" destId="{A4368B26-1790-49C2-9803-2E6D47E0C4D2}" srcOrd="0" destOrd="0" parTransId="{4AA35690-B18C-42A8-B7D2-226625119D18}" sibTransId="{2A845357-FC5C-4562-85B2-5A35ECB4F29E}"/>
    <dgm:cxn modelId="{07299D3F-D6BD-4365-81CD-12AD5EDC0923}" srcId="{18323F07-58E3-48D1-A329-8337514D0CBF}" destId="{22BE98F5-FC2D-453F-B8C4-74EFE174DEB2}" srcOrd="1" destOrd="0" parTransId="{18E4912B-10C1-461C-A7A0-8201AE717A54}" sibTransId="{A940E945-3719-40B7-82A4-6EF91B48C6F2}"/>
    <dgm:cxn modelId="{86B72141-0AAC-49D7-BD0D-983B4727E977}" type="presOf" srcId="{A4368B26-1790-49C2-9803-2E6D47E0C4D2}" destId="{096BE940-DB88-4DBC-A6B3-62BBAA3CF14F}" srcOrd="0" destOrd="0" presId="urn:microsoft.com/office/officeart/2005/8/layout/lProcess2"/>
    <dgm:cxn modelId="{53AC9D6A-FA80-4D72-9DC3-4F6DA1617A79}" srcId="{C013AA5A-1604-4B9C-A101-96AA408C2CA3}" destId="{5C980F56-9C30-4486-A4AC-7735424CEB2D}" srcOrd="1" destOrd="0" parTransId="{DAEC7A0D-AFB5-438B-80CD-40C8FF69C07D}" sibTransId="{E9D36E94-53E7-4329-908F-1C5D94DEBACE}"/>
    <dgm:cxn modelId="{852D1D4D-6B47-450F-8074-D8A9486D5F20}" type="presOf" srcId="{22BE98F5-FC2D-453F-B8C4-74EFE174DEB2}" destId="{AF9F910D-174A-4303-A513-A0991BA5B140}" srcOrd="0" destOrd="0" presId="urn:microsoft.com/office/officeart/2005/8/layout/lProcess2"/>
    <dgm:cxn modelId="{FE73B373-5C19-4A7C-B754-61146A3EB458}" srcId="{C75728A0-2572-410E-982E-3662E7BD2417}" destId="{2FE3E899-B604-4751-951D-1E3DE35965C1}" srcOrd="1" destOrd="0" parTransId="{07D5D557-FC83-4A3A-A2B7-CAFBC1EC7E76}" sibTransId="{15843191-C1DF-4538-974F-1E28FD7238DA}"/>
    <dgm:cxn modelId="{2E29A486-721E-4E7B-A126-A431D8719448}" type="presOf" srcId="{2FE3E899-B604-4751-951D-1E3DE35965C1}" destId="{13DB2E4D-317F-4E7D-AFBB-1BDCFE9943FF}" srcOrd="0" destOrd="0" presId="urn:microsoft.com/office/officeart/2005/8/layout/lProcess2"/>
    <dgm:cxn modelId="{0CF36B8D-D691-46A6-B5B5-3DBADF27CABF}" type="presOf" srcId="{C013AA5A-1604-4B9C-A101-96AA408C2CA3}" destId="{8164E481-7DA2-43AD-B977-3297ECB146F3}" srcOrd="0" destOrd="0" presId="urn:microsoft.com/office/officeart/2005/8/layout/lProcess2"/>
    <dgm:cxn modelId="{4FD39DA9-3E76-4670-8964-CEC3699FEF8A}" srcId="{174045DA-2BE3-458F-B123-659C0688ABB6}" destId="{C013AA5A-1604-4B9C-A101-96AA408C2CA3}" srcOrd="1" destOrd="0" parTransId="{9E174261-53F5-42E8-A5BC-06F9040C70C4}" sibTransId="{2B618B3C-C14F-4FE5-BD8A-D2FDB18D48BF}"/>
    <dgm:cxn modelId="{A7A101B6-C0F2-412C-9F9A-A1E30A397E7D}" type="presOf" srcId="{18323F07-58E3-48D1-A329-8337514D0CBF}" destId="{BAEE1BEE-DB93-4F52-A5B5-9C214AAC286E}" srcOrd="0" destOrd="0" presId="urn:microsoft.com/office/officeart/2005/8/layout/lProcess2"/>
    <dgm:cxn modelId="{5008D6BB-4420-4B77-B251-A901F58CE9DD}" type="presOf" srcId="{F99426CD-36B3-4F94-82AC-B1264A81685A}" destId="{A9EEECEF-E4EF-4372-AA26-9A71F90D937A}" srcOrd="0" destOrd="0" presId="urn:microsoft.com/office/officeart/2005/8/layout/lProcess2"/>
    <dgm:cxn modelId="{3CD8AEBF-4814-4409-A4D9-66FF69DC0B92}" srcId="{174045DA-2BE3-458F-B123-659C0688ABB6}" destId="{18323F07-58E3-48D1-A329-8337514D0CBF}" srcOrd="0" destOrd="0" parTransId="{9FEFFD10-8E44-4053-9FD7-F675F225FD96}" sibTransId="{C68D5814-6E16-48EE-848C-3F1D0D9636ED}"/>
    <dgm:cxn modelId="{3D3E45C3-6510-4A59-84F2-0376ACDDDF4C}" type="presOf" srcId="{C013AA5A-1604-4B9C-A101-96AA408C2CA3}" destId="{92AE8911-BC99-4790-9595-45FCE0A2BF3B}" srcOrd="1" destOrd="0" presId="urn:microsoft.com/office/officeart/2005/8/layout/lProcess2"/>
    <dgm:cxn modelId="{1F36CFCE-79DD-4764-AC69-B46F58677B09}" type="presOf" srcId="{18323F07-58E3-48D1-A329-8337514D0CBF}" destId="{F2D76CD5-6667-4CC3-9433-EBCC9A3A83B7}" srcOrd="1" destOrd="0" presId="urn:microsoft.com/office/officeart/2005/8/layout/lProcess2"/>
    <dgm:cxn modelId="{ECA2B5D8-FAC4-4D8C-B304-7FD657223AB5}" type="presOf" srcId="{C75728A0-2572-410E-982E-3662E7BD2417}" destId="{7F013B63-DD1A-4D7A-B209-AFE002FA436A}" srcOrd="0" destOrd="0" presId="urn:microsoft.com/office/officeart/2005/8/layout/lProcess2"/>
    <dgm:cxn modelId="{3422C9DF-07DA-4FAB-829B-B9A3D0334976}" srcId="{18323F07-58E3-48D1-A329-8337514D0CBF}" destId="{F99426CD-36B3-4F94-82AC-B1264A81685A}" srcOrd="0" destOrd="0" parTransId="{7C26CCC6-12F9-470E-9FD0-02E551E7D2A9}" sibTransId="{CC11E494-38C1-47E5-86F1-3890C7A43EA5}"/>
    <dgm:cxn modelId="{FBC4D1F3-3959-4B6D-8053-B4BB863FC5AF}" type="presOf" srcId="{C34AB473-AF23-43FB-8018-D0175149D450}" destId="{3187AE5E-F4B1-4EB0-A1BA-7C445CF66F90}" srcOrd="0" destOrd="0" presId="urn:microsoft.com/office/officeart/2005/8/layout/lProcess2"/>
    <dgm:cxn modelId="{6A0E22F4-D59B-4610-A655-D0BAA8DE9C92}" type="presOf" srcId="{C75728A0-2572-410E-982E-3662E7BD2417}" destId="{AAD021D4-C658-42D4-A391-DDC32615CD31}" srcOrd="1" destOrd="0" presId="urn:microsoft.com/office/officeart/2005/8/layout/lProcess2"/>
    <dgm:cxn modelId="{B0CE0AF7-8744-4FB5-A828-BF3D231B2747}" srcId="{174045DA-2BE3-458F-B123-659C0688ABB6}" destId="{C75728A0-2572-410E-982E-3662E7BD2417}" srcOrd="2" destOrd="0" parTransId="{F3ADC606-5979-478F-A870-ACE75F36D66D}" sibTransId="{1D1AFB54-54BB-46E3-A6F2-E652AEF40CD2}"/>
    <dgm:cxn modelId="{7BD9E2F9-2C0F-4BCA-9232-2A19C5BE1DE5}" type="presOf" srcId="{174045DA-2BE3-458F-B123-659C0688ABB6}" destId="{C87B880B-6B2D-44D9-9560-D8ACB14E41E9}" srcOrd="0" destOrd="0" presId="urn:microsoft.com/office/officeart/2005/8/layout/lProcess2"/>
    <dgm:cxn modelId="{EEE6B921-54E9-49DE-A89B-657188D53FB9}" type="presParOf" srcId="{C87B880B-6B2D-44D9-9560-D8ACB14E41E9}" destId="{BD2BC597-E730-4298-871D-D26769743B99}" srcOrd="0" destOrd="0" presId="urn:microsoft.com/office/officeart/2005/8/layout/lProcess2"/>
    <dgm:cxn modelId="{2B220D67-1E54-4F41-BABD-BF3058500312}" type="presParOf" srcId="{BD2BC597-E730-4298-871D-D26769743B99}" destId="{BAEE1BEE-DB93-4F52-A5B5-9C214AAC286E}" srcOrd="0" destOrd="0" presId="urn:microsoft.com/office/officeart/2005/8/layout/lProcess2"/>
    <dgm:cxn modelId="{8A5BE045-FEB2-42C2-A949-F389B347B5DE}" type="presParOf" srcId="{BD2BC597-E730-4298-871D-D26769743B99}" destId="{F2D76CD5-6667-4CC3-9433-EBCC9A3A83B7}" srcOrd="1" destOrd="0" presId="urn:microsoft.com/office/officeart/2005/8/layout/lProcess2"/>
    <dgm:cxn modelId="{8F00624E-FB88-4C66-B89A-2E3771FBD3C9}" type="presParOf" srcId="{BD2BC597-E730-4298-871D-D26769743B99}" destId="{E7866D04-DC37-412F-BACF-4C70F0F7B749}" srcOrd="2" destOrd="0" presId="urn:microsoft.com/office/officeart/2005/8/layout/lProcess2"/>
    <dgm:cxn modelId="{5354743F-32AA-43DB-B5A8-91D616C19B40}" type="presParOf" srcId="{E7866D04-DC37-412F-BACF-4C70F0F7B749}" destId="{A7650B19-FD8F-4A73-A802-07C041668642}" srcOrd="0" destOrd="0" presId="urn:microsoft.com/office/officeart/2005/8/layout/lProcess2"/>
    <dgm:cxn modelId="{5622CFAF-4955-44CE-8B4E-7B82A84FFA91}" type="presParOf" srcId="{A7650B19-FD8F-4A73-A802-07C041668642}" destId="{A9EEECEF-E4EF-4372-AA26-9A71F90D937A}" srcOrd="0" destOrd="0" presId="urn:microsoft.com/office/officeart/2005/8/layout/lProcess2"/>
    <dgm:cxn modelId="{DA86D485-6091-4982-BA32-B0B9CAB255A4}" type="presParOf" srcId="{A7650B19-FD8F-4A73-A802-07C041668642}" destId="{8D30414A-CB32-41A6-B4EE-9116794A765B}" srcOrd="1" destOrd="0" presId="urn:microsoft.com/office/officeart/2005/8/layout/lProcess2"/>
    <dgm:cxn modelId="{27A427B0-D3EE-4A8C-91D6-264D3AE52B8F}" type="presParOf" srcId="{A7650B19-FD8F-4A73-A802-07C041668642}" destId="{AF9F910D-174A-4303-A513-A0991BA5B140}" srcOrd="2" destOrd="0" presId="urn:microsoft.com/office/officeart/2005/8/layout/lProcess2"/>
    <dgm:cxn modelId="{64E0079C-5445-4F0B-94A5-1316B332CA3B}" type="presParOf" srcId="{C87B880B-6B2D-44D9-9560-D8ACB14E41E9}" destId="{5E934D37-E2B9-4099-9A5A-3CB8E9C075B7}" srcOrd="1" destOrd="0" presId="urn:microsoft.com/office/officeart/2005/8/layout/lProcess2"/>
    <dgm:cxn modelId="{972CB684-98CB-44C6-B630-3B5C3F433228}" type="presParOf" srcId="{C87B880B-6B2D-44D9-9560-D8ACB14E41E9}" destId="{215385B1-62C2-4E4C-97A9-D6D56E6134C8}" srcOrd="2" destOrd="0" presId="urn:microsoft.com/office/officeart/2005/8/layout/lProcess2"/>
    <dgm:cxn modelId="{0C526977-0C9B-4CA1-A7BC-E583995988BB}" type="presParOf" srcId="{215385B1-62C2-4E4C-97A9-D6D56E6134C8}" destId="{8164E481-7DA2-43AD-B977-3297ECB146F3}" srcOrd="0" destOrd="0" presId="urn:microsoft.com/office/officeart/2005/8/layout/lProcess2"/>
    <dgm:cxn modelId="{D407F559-D67F-4E1B-A6F4-A4D103E88AE6}" type="presParOf" srcId="{215385B1-62C2-4E4C-97A9-D6D56E6134C8}" destId="{92AE8911-BC99-4790-9595-45FCE0A2BF3B}" srcOrd="1" destOrd="0" presId="urn:microsoft.com/office/officeart/2005/8/layout/lProcess2"/>
    <dgm:cxn modelId="{FB666BAD-6D29-4830-A2BE-32EAAAB79372}" type="presParOf" srcId="{215385B1-62C2-4E4C-97A9-D6D56E6134C8}" destId="{0DD9211B-ABD2-4A6A-9CE0-ECFEA7FE1334}" srcOrd="2" destOrd="0" presId="urn:microsoft.com/office/officeart/2005/8/layout/lProcess2"/>
    <dgm:cxn modelId="{648CF99E-8B2D-4CBF-9577-F21A63A24498}" type="presParOf" srcId="{0DD9211B-ABD2-4A6A-9CE0-ECFEA7FE1334}" destId="{3DD59ED9-053F-49AC-A9DE-5FA6D3785E93}" srcOrd="0" destOrd="0" presId="urn:microsoft.com/office/officeart/2005/8/layout/lProcess2"/>
    <dgm:cxn modelId="{54B723DC-0688-4DFC-86D6-D1162B78A9E7}" type="presParOf" srcId="{3DD59ED9-053F-49AC-A9DE-5FA6D3785E93}" destId="{096BE940-DB88-4DBC-A6B3-62BBAA3CF14F}" srcOrd="0" destOrd="0" presId="urn:microsoft.com/office/officeart/2005/8/layout/lProcess2"/>
    <dgm:cxn modelId="{E32D918E-CF2F-420A-AA1E-41E187559542}" type="presParOf" srcId="{3DD59ED9-053F-49AC-A9DE-5FA6D3785E93}" destId="{DEEA2DF7-12E3-4EF3-AF38-F226F8AFE0E5}" srcOrd="1" destOrd="0" presId="urn:microsoft.com/office/officeart/2005/8/layout/lProcess2"/>
    <dgm:cxn modelId="{D70D4B36-D761-4080-BC97-E5697332A2A9}" type="presParOf" srcId="{3DD59ED9-053F-49AC-A9DE-5FA6D3785E93}" destId="{ACCED1A4-7577-4FE7-8A27-CA8B8A510532}" srcOrd="2" destOrd="0" presId="urn:microsoft.com/office/officeart/2005/8/layout/lProcess2"/>
    <dgm:cxn modelId="{F7D93A49-7053-47CD-B4A3-6CC6E24845F7}" type="presParOf" srcId="{C87B880B-6B2D-44D9-9560-D8ACB14E41E9}" destId="{FD523D84-0B4F-486D-BAFF-C1BB5CAF19B1}" srcOrd="3" destOrd="0" presId="urn:microsoft.com/office/officeart/2005/8/layout/lProcess2"/>
    <dgm:cxn modelId="{1672C876-C12E-4575-AC80-F5B9361F6F25}" type="presParOf" srcId="{C87B880B-6B2D-44D9-9560-D8ACB14E41E9}" destId="{70FABCC1-3273-4B6B-9FB4-CBBA9B3AEDE7}" srcOrd="4" destOrd="0" presId="urn:microsoft.com/office/officeart/2005/8/layout/lProcess2"/>
    <dgm:cxn modelId="{044EF2CD-78D6-462B-A45F-0D1EA5717685}" type="presParOf" srcId="{70FABCC1-3273-4B6B-9FB4-CBBA9B3AEDE7}" destId="{7F013B63-DD1A-4D7A-B209-AFE002FA436A}" srcOrd="0" destOrd="0" presId="urn:microsoft.com/office/officeart/2005/8/layout/lProcess2"/>
    <dgm:cxn modelId="{F9C43D2F-22D3-450B-85EB-2D1D0C45B81C}" type="presParOf" srcId="{70FABCC1-3273-4B6B-9FB4-CBBA9B3AEDE7}" destId="{AAD021D4-C658-42D4-A391-DDC32615CD31}" srcOrd="1" destOrd="0" presId="urn:microsoft.com/office/officeart/2005/8/layout/lProcess2"/>
    <dgm:cxn modelId="{D306BD14-C131-4C3F-A30E-BA35F29D8DDE}" type="presParOf" srcId="{70FABCC1-3273-4B6B-9FB4-CBBA9B3AEDE7}" destId="{1DD7D00D-7570-476B-AC93-48AB0719BC4A}" srcOrd="2" destOrd="0" presId="urn:microsoft.com/office/officeart/2005/8/layout/lProcess2"/>
    <dgm:cxn modelId="{5DA31679-A63C-4CA8-AE3E-A8DF138C6AD5}" type="presParOf" srcId="{1DD7D00D-7570-476B-AC93-48AB0719BC4A}" destId="{3EA99E53-AD69-48E5-A5DE-3FA70758DB38}" srcOrd="0" destOrd="0" presId="urn:microsoft.com/office/officeart/2005/8/layout/lProcess2"/>
    <dgm:cxn modelId="{A7380AC0-A41A-4415-BB50-4167B3BE4012}" type="presParOf" srcId="{3EA99E53-AD69-48E5-A5DE-3FA70758DB38}" destId="{3187AE5E-F4B1-4EB0-A1BA-7C445CF66F90}" srcOrd="0" destOrd="0" presId="urn:microsoft.com/office/officeart/2005/8/layout/lProcess2"/>
    <dgm:cxn modelId="{FEC99BCE-680B-419E-B298-457CD38864A0}" type="presParOf" srcId="{3EA99E53-AD69-48E5-A5DE-3FA70758DB38}" destId="{6D6548D8-271D-4DDF-B81E-250A242C0445}" srcOrd="1" destOrd="0" presId="urn:microsoft.com/office/officeart/2005/8/layout/lProcess2"/>
    <dgm:cxn modelId="{8F64E3C6-3AE6-4B11-88D3-9F43F0445D68}" type="presParOf" srcId="{3EA99E53-AD69-48E5-A5DE-3FA70758DB38}" destId="{13DB2E4D-317F-4E7D-AFBB-1BDCFE9943FF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E0190F-42E9-430B-8074-15BAEED3D23B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40689677-46B3-469F-988E-F2615A181CF8}">
      <dgm:prSet phldrT="[Texte]" phldr="0"/>
      <dgm:spPr/>
      <dgm:t>
        <a:bodyPr/>
        <a:lstStyle/>
        <a:p>
          <a:r>
            <a:rPr lang="fr-CA" dirty="0"/>
            <a:t>Document Huron</a:t>
          </a:r>
        </a:p>
      </dgm:t>
    </dgm:pt>
    <dgm:pt modelId="{A32E377D-A46A-4EFF-908B-F97322BB3E1D}" type="parTrans" cxnId="{C0E645AB-F676-4B69-8C68-A42EF450ED16}">
      <dgm:prSet/>
      <dgm:spPr/>
      <dgm:t>
        <a:bodyPr/>
        <a:lstStyle/>
        <a:p>
          <a:endParaRPr lang="fr-CA"/>
        </a:p>
      </dgm:t>
    </dgm:pt>
    <dgm:pt modelId="{C948D958-DD25-4F2A-9739-74F9A50A8EFC}" type="sibTrans" cxnId="{C0E645AB-F676-4B69-8C68-A42EF450ED16}">
      <dgm:prSet/>
      <dgm:spPr/>
      <dgm:t>
        <a:bodyPr/>
        <a:lstStyle/>
        <a:p>
          <a:endParaRPr lang="fr-CA"/>
        </a:p>
      </dgm:t>
    </dgm:pt>
    <dgm:pt modelId="{36DD93B7-C1A3-4A7E-8854-DC279CD6BBE9}">
      <dgm:prSet phldrT="[Texte]" phldr="0"/>
      <dgm:spPr/>
      <dgm:t>
        <a:bodyPr/>
        <a:lstStyle/>
        <a:p>
          <a:r>
            <a:rPr lang="fr-CA" dirty="0"/>
            <a:t>On valider le </a:t>
          </a:r>
          <a:r>
            <a:rPr lang="fr-CA" b="1" dirty="0"/>
            <a:t>Design Document</a:t>
          </a:r>
          <a:r>
            <a:rPr lang="fr-CA" dirty="0"/>
            <a:t> et le </a:t>
          </a:r>
          <a:r>
            <a:rPr lang="fr-CA" b="1" dirty="0"/>
            <a:t>Catalogue fonctionnel</a:t>
          </a:r>
          <a:endParaRPr lang="fr-CA" dirty="0"/>
        </a:p>
      </dgm:t>
    </dgm:pt>
    <dgm:pt modelId="{60433C4E-FA23-4E32-A3E2-DC6F0D4D6D72}" type="parTrans" cxnId="{648BB3FE-264B-4A6D-ACA3-A0BBE5BB99DF}">
      <dgm:prSet/>
      <dgm:spPr/>
      <dgm:t>
        <a:bodyPr/>
        <a:lstStyle/>
        <a:p>
          <a:endParaRPr lang="fr-CA"/>
        </a:p>
      </dgm:t>
    </dgm:pt>
    <dgm:pt modelId="{B389C158-CB5F-4215-8995-BB8AD610A51C}" type="sibTrans" cxnId="{648BB3FE-264B-4A6D-ACA3-A0BBE5BB99DF}">
      <dgm:prSet/>
      <dgm:spPr/>
      <dgm:t>
        <a:bodyPr/>
        <a:lstStyle/>
        <a:p>
          <a:endParaRPr lang="fr-CA"/>
        </a:p>
      </dgm:t>
    </dgm:pt>
    <dgm:pt modelId="{BBDB67C4-D047-473E-B478-CD8923517A8A}">
      <dgm:prSet phldrT="[Texte]" phldr="0"/>
      <dgm:spPr/>
      <dgm:t>
        <a:bodyPr/>
        <a:lstStyle/>
        <a:p>
          <a:r>
            <a:rPr lang="fr-CA" dirty="0"/>
            <a:t>Analyse et Conception</a:t>
          </a:r>
        </a:p>
      </dgm:t>
    </dgm:pt>
    <dgm:pt modelId="{FF3939AD-58DE-4900-93F3-26FEDD4071AE}" type="parTrans" cxnId="{E7ED62D4-EBF3-4F1E-91FC-B5631025441E}">
      <dgm:prSet/>
      <dgm:spPr/>
      <dgm:t>
        <a:bodyPr/>
        <a:lstStyle/>
        <a:p>
          <a:endParaRPr lang="fr-CA"/>
        </a:p>
      </dgm:t>
    </dgm:pt>
    <dgm:pt modelId="{A528EFB3-5070-46EA-8970-053334FC5A2F}" type="sibTrans" cxnId="{E7ED62D4-EBF3-4F1E-91FC-B5631025441E}">
      <dgm:prSet/>
      <dgm:spPr/>
      <dgm:t>
        <a:bodyPr/>
        <a:lstStyle/>
        <a:p>
          <a:endParaRPr lang="fr-CA"/>
        </a:p>
      </dgm:t>
    </dgm:pt>
    <dgm:pt modelId="{CBDEE7B4-E645-4CA8-AF76-B388F480606D}">
      <dgm:prSet phldrT="[Texte]" phldr="0"/>
      <dgm:spPr/>
      <dgm:t>
        <a:bodyPr/>
        <a:lstStyle/>
        <a:p>
          <a:r>
            <a:rPr lang="fr-CA" dirty="0"/>
            <a:t>On fait l’analyse fonctionnelle et la conception</a:t>
          </a:r>
        </a:p>
      </dgm:t>
    </dgm:pt>
    <dgm:pt modelId="{B1C20F5C-38E2-4AF3-8D66-68CE515B1184}" type="parTrans" cxnId="{9F4D4845-D0BE-4673-9C7D-C9D25E1A8BEF}">
      <dgm:prSet/>
      <dgm:spPr/>
      <dgm:t>
        <a:bodyPr/>
        <a:lstStyle/>
        <a:p>
          <a:endParaRPr lang="fr-CA"/>
        </a:p>
      </dgm:t>
    </dgm:pt>
    <dgm:pt modelId="{FD008FC3-6277-492A-B143-684739846865}" type="sibTrans" cxnId="{9F4D4845-D0BE-4673-9C7D-C9D25E1A8BEF}">
      <dgm:prSet/>
      <dgm:spPr/>
      <dgm:t>
        <a:bodyPr/>
        <a:lstStyle/>
        <a:p>
          <a:endParaRPr lang="fr-CA"/>
        </a:p>
      </dgm:t>
    </dgm:pt>
    <dgm:pt modelId="{F9A8A418-E3FE-4A52-B521-D521CB73D176}">
      <dgm:prSet phldrT="[Texte]" phldr="0"/>
      <dgm:spPr/>
      <dgm:t>
        <a:bodyPr/>
        <a:lstStyle/>
        <a:p>
          <a:r>
            <a:rPr lang="fr-CA" dirty="0"/>
            <a:t>Création de scénario de test SIT</a:t>
          </a:r>
        </a:p>
      </dgm:t>
    </dgm:pt>
    <dgm:pt modelId="{A4B2B303-01A1-4F1F-A5DF-97D18D66B089}" type="parTrans" cxnId="{CAC8D0A7-A785-4655-A0F8-D25374D2581C}">
      <dgm:prSet/>
      <dgm:spPr/>
      <dgm:t>
        <a:bodyPr/>
        <a:lstStyle/>
        <a:p>
          <a:endParaRPr lang="fr-CA"/>
        </a:p>
      </dgm:t>
    </dgm:pt>
    <dgm:pt modelId="{3048A415-C3EF-42FD-99C2-A52677AC914D}" type="sibTrans" cxnId="{CAC8D0A7-A785-4655-A0F8-D25374D2581C}">
      <dgm:prSet/>
      <dgm:spPr/>
      <dgm:t>
        <a:bodyPr/>
        <a:lstStyle/>
        <a:p>
          <a:endParaRPr lang="fr-CA"/>
        </a:p>
      </dgm:t>
    </dgm:pt>
    <dgm:pt modelId="{285EE802-B3CE-4829-AEBA-06633BE5E11E}">
      <dgm:prSet phldrT="[Texte]" phldr="0"/>
      <dgm:spPr/>
      <dgm:t>
        <a:bodyPr/>
        <a:lstStyle/>
        <a:p>
          <a:r>
            <a:rPr lang="fr-CA" dirty="0"/>
            <a:t>SIT </a:t>
          </a:r>
          <a:r>
            <a:rPr lang="fr-CA" dirty="0" err="1"/>
            <a:t>Kyriba</a:t>
          </a:r>
          <a:r>
            <a:rPr lang="fr-CA" dirty="0"/>
            <a:t> seule (Huron)</a:t>
          </a:r>
        </a:p>
      </dgm:t>
    </dgm:pt>
    <dgm:pt modelId="{A145A964-3D34-46FE-9A45-615C177E3205}" type="parTrans" cxnId="{5889E3D3-F486-4BC3-A740-1FE75399A2CE}">
      <dgm:prSet/>
      <dgm:spPr/>
      <dgm:t>
        <a:bodyPr/>
        <a:lstStyle/>
        <a:p>
          <a:endParaRPr lang="fr-CA"/>
        </a:p>
      </dgm:t>
    </dgm:pt>
    <dgm:pt modelId="{94BF8002-7F5A-4FAC-8FF3-F5B24D514DA3}" type="sibTrans" cxnId="{5889E3D3-F486-4BC3-A740-1FE75399A2CE}">
      <dgm:prSet/>
      <dgm:spPr/>
      <dgm:t>
        <a:bodyPr/>
        <a:lstStyle/>
        <a:p>
          <a:endParaRPr lang="fr-CA"/>
        </a:p>
      </dgm:t>
    </dgm:pt>
    <dgm:pt modelId="{1790AD53-A92A-483C-B19F-0B8D063787C3}">
      <dgm:prSet phldrT="[Texte]" phldr="0"/>
      <dgm:spPr/>
      <dgm:t>
        <a:bodyPr/>
        <a:lstStyle/>
        <a:p>
          <a:r>
            <a:rPr lang="fr-CA" dirty="0"/>
            <a:t>SIT </a:t>
          </a:r>
          <a:r>
            <a:rPr lang="fr-CA" dirty="0" err="1"/>
            <a:t>Kyriba</a:t>
          </a:r>
          <a:r>
            <a:rPr lang="fr-CA" dirty="0"/>
            <a:t> + Intégration iA</a:t>
          </a:r>
        </a:p>
      </dgm:t>
    </dgm:pt>
    <dgm:pt modelId="{758258F1-8760-4F45-A806-563C0A6ACCF2}" type="parTrans" cxnId="{7D9AE138-303A-474D-A96D-AE453A84E7F5}">
      <dgm:prSet/>
      <dgm:spPr/>
      <dgm:t>
        <a:bodyPr/>
        <a:lstStyle/>
        <a:p>
          <a:endParaRPr lang="fr-CA"/>
        </a:p>
      </dgm:t>
    </dgm:pt>
    <dgm:pt modelId="{3C30DB7D-4306-497A-9250-A1BB51927BA8}" type="sibTrans" cxnId="{7D9AE138-303A-474D-A96D-AE453A84E7F5}">
      <dgm:prSet/>
      <dgm:spPr/>
      <dgm:t>
        <a:bodyPr/>
        <a:lstStyle/>
        <a:p>
          <a:endParaRPr lang="fr-CA"/>
        </a:p>
      </dgm:t>
    </dgm:pt>
    <dgm:pt modelId="{4AC205DD-247A-45DB-BDDE-729E20E17672}">
      <dgm:prSet phldrT="[Texte]" phldr="0"/>
      <dgm:spPr/>
      <dgm:t>
        <a:bodyPr/>
        <a:lstStyle/>
        <a:p>
          <a:r>
            <a:rPr lang="fr-CA" dirty="0"/>
            <a:t>SIT Banque + </a:t>
          </a:r>
          <a:r>
            <a:rPr lang="fr-CA" dirty="0" err="1"/>
            <a:t>Kyriba</a:t>
          </a:r>
          <a:r>
            <a:rPr lang="fr-CA" dirty="0"/>
            <a:t> + iA</a:t>
          </a:r>
        </a:p>
      </dgm:t>
    </dgm:pt>
    <dgm:pt modelId="{2AF08F3E-312B-43DA-9FCE-10F57676BB10}" type="parTrans" cxnId="{B318E94C-5E42-4647-AD81-94FD8575046A}">
      <dgm:prSet/>
      <dgm:spPr/>
      <dgm:t>
        <a:bodyPr/>
        <a:lstStyle/>
        <a:p>
          <a:endParaRPr lang="fr-CA"/>
        </a:p>
      </dgm:t>
    </dgm:pt>
    <dgm:pt modelId="{A564410D-8C74-4C60-9C87-CB91837BA17A}" type="sibTrans" cxnId="{B318E94C-5E42-4647-AD81-94FD8575046A}">
      <dgm:prSet/>
      <dgm:spPr/>
      <dgm:t>
        <a:bodyPr/>
        <a:lstStyle/>
        <a:p>
          <a:endParaRPr lang="fr-CA"/>
        </a:p>
      </dgm:t>
    </dgm:pt>
    <dgm:pt modelId="{C51973BC-07EA-486E-949A-37493FF43C73}">
      <dgm:prSet phldrT="[Texte]" phldr="0"/>
      <dgm:spPr/>
      <dgm:t>
        <a:bodyPr/>
        <a:lstStyle/>
        <a:p>
          <a:r>
            <a:rPr lang="fr-CA" dirty="0"/>
            <a:t>On créé les scénarios de test SIT</a:t>
          </a:r>
        </a:p>
      </dgm:t>
    </dgm:pt>
    <dgm:pt modelId="{F148927E-DC67-4693-AB06-99BBB5013684}" type="parTrans" cxnId="{D0D56F1F-B68D-450B-A34F-D7B29721CEA2}">
      <dgm:prSet/>
      <dgm:spPr/>
      <dgm:t>
        <a:bodyPr/>
        <a:lstStyle/>
        <a:p>
          <a:endParaRPr lang="fr-CA"/>
        </a:p>
      </dgm:t>
    </dgm:pt>
    <dgm:pt modelId="{440F2053-D95D-46E8-9F11-8A1EEA82DA3A}" type="sibTrans" cxnId="{D0D56F1F-B68D-450B-A34F-D7B29721CEA2}">
      <dgm:prSet/>
      <dgm:spPr/>
      <dgm:t>
        <a:bodyPr/>
        <a:lstStyle/>
        <a:p>
          <a:endParaRPr lang="fr-CA"/>
        </a:p>
      </dgm:t>
    </dgm:pt>
    <dgm:pt modelId="{04DC92DD-7584-46B6-9D50-62863D6889EF}">
      <dgm:prSet phldrT="[Texte]" phldr="0"/>
      <dgm:spPr/>
      <dgm:t>
        <a:bodyPr/>
        <a:lstStyle/>
        <a:p>
          <a:r>
            <a:rPr lang="fr-CA" dirty="0"/>
            <a:t>Préparation des environnements</a:t>
          </a:r>
        </a:p>
      </dgm:t>
    </dgm:pt>
    <dgm:pt modelId="{AD5E42C8-1503-4DB8-9E64-BCD0D40FF85C}" type="parTrans" cxnId="{2BFF6901-7926-44FD-88A7-EE8D1A8CCAEF}">
      <dgm:prSet/>
      <dgm:spPr/>
      <dgm:t>
        <a:bodyPr/>
        <a:lstStyle/>
        <a:p>
          <a:endParaRPr lang="fr-CA"/>
        </a:p>
      </dgm:t>
    </dgm:pt>
    <dgm:pt modelId="{49CBA818-93EC-45FC-A8E9-CFFCB55E97B3}" type="sibTrans" cxnId="{2BFF6901-7926-44FD-88A7-EE8D1A8CCAEF}">
      <dgm:prSet/>
      <dgm:spPr/>
      <dgm:t>
        <a:bodyPr/>
        <a:lstStyle/>
        <a:p>
          <a:endParaRPr lang="fr-CA"/>
        </a:p>
      </dgm:t>
    </dgm:pt>
    <dgm:pt modelId="{48E2417D-1BAE-4C9E-A8EC-715799ABD5A0}">
      <dgm:prSet phldrT="[Texte]" phldr="0"/>
      <dgm:spPr/>
      <dgm:t>
        <a:bodyPr/>
        <a:lstStyle/>
        <a:p>
          <a:r>
            <a:rPr lang="fr-CA" dirty="0"/>
            <a:t>Modules</a:t>
          </a:r>
        </a:p>
      </dgm:t>
    </dgm:pt>
    <dgm:pt modelId="{22648085-6063-4655-8402-2E1E253AE64A}" type="parTrans" cxnId="{72A09CD8-DA98-47D8-8A10-1733A5E1D0CF}">
      <dgm:prSet/>
      <dgm:spPr/>
      <dgm:t>
        <a:bodyPr/>
        <a:lstStyle/>
        <a:p>
          <a:endParaRPr lang="fr-CA"/>
        </a:p>
      </dgm:t>
    </dgm:pt>
    <dgm:pt modelId="{08EBAA06-02AD-48D8-9CC4-6F6D41A67D0E}" type="sibTrans" cxnId="{72A09CD8-DA98-47D8-8A10-1733A5E1D0CF}">
      <dgm:prSet/>
      <dgm:spPr/>
      <dgm:t>
        <a:bodyPr/>
        <a:lstStyle/>
        <a:p>
          <a:endParaRPr lang="fr-CA"/>
        </a:p>
      </dgm:t>
    </dgm:pt>
    <dgm:pt modelId="{6664117F-C0B8-40A8-9EBA-509D66B35436}">
      <dgm:prSet phldrT="[Texte]" phldr="0"/>
      <dgm:spPr/>
      <dgm:t>
        <a:bodyPr/>
        <a:lstStyle/>
        <a:p>
          <a:r>
            <a:rPr lang="fr-CA" dirty="0"/>
            <a:t>Configurations</a:t>
          </a:r>
        </a:p>
      </dgm:t>
    </dgm:pt>
    <dgm:pt modelId="{C3FD65D9-0492-4CF7-AF1E-49A04C03D5C7}" type="parTrans" cxnId="{37A98C0A-E2E5-489D-8D21-D010881AC71F}">
      <dgm:prSet/>
      <dgm:spPr/>
      <dgm:t>
        <a:bodyPr/>
        <a:lstStyle/>
        <a:p>
          <a:endParaRPr lang="fr-CA"/>
        </a:p>
      </dgm:t>
    </dgm:pt>
    <dgm:pt modelId="{5E537893-BB78-4273-BB28-FB401582618E}" type="sibTrans" cxnId="{37A98C0A-E2E5-489D-8D21-D010881AC71F}">
      <dgm:prSet/>
      <dgm:spPr/>
      <dgm:t>
        <a:bodyPr/>
        <a:lstStyle/>
        <a:p>
          <a:endParaRPr lang="fr-CA"/>
        </a:p>
      </dgm:t>
    </dgm:pt>
    <dgm:pt modelId="{92D9FC3B-35B4-4FF2-B5D1-6C6170134537}">
      <dgm:prSet phldrT="[Texte]" phldr="0"/>
      <dgm:spPr/>
      <dgm:t>
        <a:bodyPr/>
        <a:lstStyle/>
        <a:p>
          <a:r>
            <a:rPr lang="fr-CA" dirty="0"/>
            <a:t>VS nos requis et nos architectures</a:t>
          </a:r>
        </a:p>
      </dgm:t>
    </dgm:pt>
    <dgm:pt modelId="{EBDD3474-97ED-4B91-8544-A0D64DABFB39}" type="parTrans" cxnId="{1F0D9B50-4436-4C50-9C26-2661F3016D9A}">
      <dgm:prSet/>
      <dgm:spPr/>
      <dgm:t>
        <a:bodyPr/>
        <a:lstStyle/>
        <a:p>
          <a:endParaRPr lang="fr-CA"/>
        </a:p>
      </dgm:t>
    </dgm:pt>
    <dgm:pt modelId="{55E78585-BB07-4B57-BB39-2087DA558FAD}" type="sibTrans" cxnId="{1F0D9B50-4436-4C50-9C26-2661F3016D9A}">
      <dgm:prSet/>
      <dgm:spPr/>
      <dgm:t>
        <a:bodyPr/>
        <a:lstStyle/>
        <a:p>
          <a:endParaRPr lang="fr-CA"/>
        </a:p>
      </dgm:t>
    </dgm:pt>
    <dgm:pt modelId="{F6EC3451-ADA9-45D2-8EE1-9FBF1CA484A6}" type="pres">
      <dgm:prSet presAssocID="{ACE0190F-42E9-430B-8074-15BAEED3D23B}" presName="linearFlow" presStyleCnt="0">
        <dgm:presLayoutVars>
          <dgm:dir/>
          <dgm:animLvl val="lvl"/>
          <dgm:resizeHandles val="exact"/>
        </dgm:presLayoutVars>
      </dgm:prSet>
      <dgm:spPr/>
    </dgm:pt>
    <dgm:pt modelId="{38EEF6F4-F631-43F0-B008-C149A1FD7F52}" type="pres">
      <dgm:prSet presAssocID="{40689677-46B3-469F-988E-F2615A181CF8}" presName="composite" presStyleCnt="0"/>
      <dgm:spPr/>
    </dgm:pt>
    <dgm:pt modelId="{C0D80CE4-2A31-4CED-BA25-21BB33FC9E55}" type="pres">
      <dgm:prSet presAssocID="{40689677-46B3-469F-988E-F2615A181CF8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FCD7007-72A5-4B8C-8AD4-4DF150DB1BF4}" type="pres">
      <dgm:prSet presAssocID="{40689677-46B3-469F-988E-F2615A181CF8}" presName="parSh" presStyleLbl="node1" presStyleIdx="0" presStyleCnt="4"/>
      <dgm:spPr/>
    </dgm:pt>
    <dgm:pt modelId="{8A0552DC-BAD3-49DD-82BC-D5022FCBA011}" type="pres">
      <dgm:prSet presAssocID="{40689677-46B3-469F-988E-F2615A181CF8}" presName="desTx" presStyleLbl="fgAcc1" presStyleIdx="0" presStyleCnt="4">
        <dgm:presLayoutVars>
          <dgm:bulletEnabled val="1"/>
        </dgm:presLayoutVars>
      </dgm:prSet>
      <dgm:spPr/>
    </dgm:pt>
    <dgm:pt modelId="{5A383750-C676-404F-A0B4-419153CCD9CA}" type="pres">
      <dgm:prSet presAssocID="{C948D958-DD25-4F2A-9739-74F9A50A8EFC}" presName="sibTrans" presStyleLbl="sibTrans2D1" presStyleIdx="0" presStyleCnt="3"/>
      <dgm:spPr/>
    </dgm:pt>
    <dgm:pt modelId="{62052FDA-7E2E-4617-AF21-38B1AE292B05}" type="pres">
      <dgm:prSet presAssocID="{C948D958-DD25-4F2A-9739-74F9A50A8EFC}" presName="connTx" presStyleLbl="sibTrans2D1" presStyleIdx="0" presStyleCnt="3"/>
      <dgm:spPr/>
    </dgm:pt>
    <dgm:pt modelId="{7CBA8F65-7E21-41D7-B186-9999984A6372}" type="pres">
      <dgm:prSet presAssocID="{BBDB67C4-D047-473E-B478-CD8923517A8A}" presName="composite" presStyleCnt="0"/>
      <dgm:spPr/>
    </dgm:pt>
    <dgm:pt modelId="{7C36CD0F-2969-42C8-B680-A98DA798CC2D}" type="pres">
      <dgm:prSet presAssocID="{BBDB67C4-D047-473E-B478-CD8923517A8A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09ECC39-0E65-434F-BB28-35AC0792D199}" type="pres">
      <dgm:prSet presAssocID="{BBDB67C4-D047-473E-B478-CD8923517A8A}" presName="parSh" presStyleLbl="node1" presStyleIdx="1" presStyleCnt="4"/>
      <dgm:spPr/>
    </dgm:pt>
    <dgm:pt modelId="{BFBCCD9B-F8E4-4187-A19A-FAB84A854234}" type="pres">
      <dgm:prSet presAssocID="{BBDB67C4-D047-473E-B478-CD8923517A8A}" presName="desTx" presStyleLbl="fgAcc1" presStyleIdx="1" presStyleCnt="4">
        <dgm:presLayoutVars>
          <dgm:bulletEnabled val="1"/>
        </dgm:presLayoutVars>
      </dgm:prSet>
      <dgm:spPr/>
    </dgm:pt>
    <dgm:pt modelId="{7D6017D1-30C0-4B5A-A141-9287C94BAB5F}" type="pres">
      <dgm:prSet presAssocID="{A528EFB3-5070-46EA-8970-053334FC5A2F}" presName="sibTrans" presStyleLbl="sibTrans2D1" presStyleIdx="1" presStyleCnt="3"/>
      <dgm:spPr/>
    </dgm:pt>
    <dgm:pt modelId="{D36332DE-45B7-4EB4-8342-B789B776AAE5}" type="pres">
      <dgm:prSet presAssocID="{A528EFB3-5070-46EA-8970-053334FC5A2F}" presName="connTx" presStyleLbl="sibTrans2D1" presStyleIdx="1" presStyleCnt="3"/>
      <dgm:spPr/>
    </dgm:pt>
    <dgm:pt modelId="{3BDC1B52-E4B9-426E-91F2-BE3D7FEDF837}" type="pres">
      <dgm:prSet presAssocID="{F9A8A418-E3FE-4A52-B521-D521CB73D176}" presName="composite" presStyleCnt="0"/>
      <dgm:spPr/>
    </dgm:pt>
    <dgm:pt modelId="{948424A8-02CE-4F0F-989C-5493F8771322}" type="pres">
      <dgm:prSet presAssocID="{F9A8A418-E3FE-4A52-B521-D521CB73D176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839C8A3-CE8E-4397-8710-55C8C01B41D6}" type="pres">
      <dgm:prSet presAssocID="{F9A8A418-E3FE-4A52-B521-D521CB73D176}" presName="parSh" presStyleLbl="node1" presStyleIdx="2" presStyleCnt="4"/>
      <dgm:spPr/>
    </dgm:pt>
    <dgm:pt modelId="{275A7E8A-F65D-47EC-BC2E-FB9D958F447E}" type="pres">
      <dgm:prSet presAssocID="{F9A8A418-E3FE-4A52-B521-D521CB73D176}" presName="desTx" presStyleLbl="fgAcc1" presStyleIdx="2" presStyleCnt="4">
        <dgm:presLayoutVars>
          <dgm:bulletEnabled val="1"/>
        </dgm:presLayoutVars>
      </dgm:prSet>
      <dgm:spPr/>
    </dgm:pt>
    <dgm:pt modelId="{F5C1CFB7-2F08-4EB2-8083-5179D61C45C0}" type="pres">
      <dgm:prSet presAssocID="{3048A415-C3EF-42FD-99C2-A52677AC914D}" presName="sibTrans" presStyleLbl="sibTrans2D1" presStyleIdx="2" presStyleCnt="3"/>
      <dgm:spPr/>
    </dgm:pt>
    <dgm:pt modelId="{F0DF7D82-A931-4068-BC68-ADC841421B73}" type="pres">
      <dgm:prSet presAssocID="{3048A415-C3EF-42FD-99C2-A52677AC914D}" presName="connTx" presStyleLbl="sibTrans2D1" presStyleIdx="2" presStyleCnt="3"/>
      <dgm:spPr/>
    </dgm:pt>
    <dgm:pt modelId="{32ABEDCA-84F3-4A7F-BE58-D28A770F01E1}" type="pres">
      <dgm:prSet presAssocID="{04DC92DD-7584-46B6-9D50-62863D6889EF}" presName="composite" presStyleCnt="0"/>
      <dgm:spPr/>
    </dgm:pt>
    <dgm:pt modelId="{87FF9083-4A21-4898-962D-EC41EEBA8C44}" type="pres">
      <dgm:prSet presAssocID="{04DC92DD-7584-46B6-9D50-62863D6889EF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22D0A80-4DE4-4079-BB7F-A2099484EB97}" type="pres">
      <dgm:prSet presAssocID="{04DC92DD-7584-46B6-9D50-62863D6889EF}" presName="parSh" presStyleLbl="node1" presStyleIdx="3" presStyleCnt="4"/>
      <dgm:spPr/>
    </dgm:pt>
    <dgm:pt modelId="{C4A11491-DD76-4771-8419-853407C04350}" type="pres">
      <dgm:prSet presAssocID="{04DC92DD-7584-46B6-9D50-62863D6889EF}" presName="desTx" presStyleLbl="fgAcc1" presStyleIdx="3" presStyleCnt="4">
        <dgm:presLayoutVars>
          <dgm:bulletEnabled val="1"/>
        </dgm:presLayoutVars>
      </dgm:prSet>
      <dgm:spPr/>
    </dgm:pt>
  </dgm:ptLst>
  <dgm:cxnLst>
    <dgm:cxn modelId="{2BFF6901-7926-44FD-88A7-EE8D1A8CCAEF}" srcId="{ACE0190F-42E9-430B-8074-15BAEED3D23B}" destId="{04DC92DD-7584-46B6-9D50-62863D6889EF}" srcOrd="3" destOrd="0" parTransId="{AD5E42C8-1503-4DB8-9E64-BCD0D40FF85C}" sibTransId="{49CBA818-93EC-45FC-A8E9-CFFCB55E97B3}"/>
    <dgm:cxn modelId="{37A98C0A-E2E5-489D-8D21-D010881AC71F}" srcId="{04DC92DD-7584-46B6-9D50-62863D6889EF}" destId="{6664117F-C0B8-40A8-9EBA-509D66B35436}" srcOrd="1" destOrd="0" parTransId="{C3FD65D9-0492-4CF7-AF1E-49A04C03D5C7}" sibTransId="{5E537893-BB78-4273-BB28-FB401582618E}"/>
    <dgm:cxn modelId="{E93EC411-F842-4050-A680-8EC494BB5BBD}" type="presOf" srcId="{CBDEE7B4-E645-4CA8-AF76-B388F480606D}" destId="{BFBCCD9B-F8E4-4187-A19A-FAB84A854234}" srcOrd="0" destOrd="0" presId="urn:microsoft.com/office/officeart/2005/8/layout/process3"/>
    <dgm:cxn modelId="{0DEA2918-CEF1-4C58-9786-08EBCBB4F84E}" type="presOf" srcId="{ACE0190F-42E9-430B-8074-15BAEED3D23B}" destId="{F6EC3451-ADA9-45D2-8EE1-9FBF1CA484A6}" srcOrd="0" destOrd="0" presId="urn:microsoft.com/office/officeart/2005/8/layout/process3"/>
    <dgm:cxn modelId="{58BB781B-C87B-40E6-AF6C-D3EE1E67AC53}" type="presOf" srcId="{04DC92DD-7584-46B6-9D50-62863D6889EF}" destId="{87FF9083-4A21-4898-962D-EC41EEBA8C44}" srcOrd="0" destOrd="0" presId="urn:microsoft.com/office/officeart/2005/8/layout/process3"/>
    <dgm:cxn modelId="{DDF2291C-5FAF-4C89-A5D3-EF9725F77820}" type="presOf" srcId="{3048A415-C3EF-42FD-99C2-A52677AC914D}" destId="{F0DF7D82-A931-4068-BC68-ADC841421B73}" srcOrd="1" destOrd="0" presId="urn:microsoft.com/office/officeart/2005/8/layout/process3"/>
    <dgm:cxn modelId="{85D6771D-E8FF-481D-8C53-B1C30FD53CFA}" type="presOf" srcId="{F9A8A418-E3FE-4A52-B521-D521CB73D176}" destId="{948424A8-02CE-4F0F-989C-5493F8771322}" srcOrd="0" destOrd="0" presId="urn:microsoft.com/office/officeart/2005/8/layout/process3"/>
    <dgm:cxn modelId="{D0D56F1F-B68D-450B-A34F-D7B29721CEA2}" srcId="{BBDB67C4-D047-473E-B478-CD8923517A8A}" destId="{C51973BC-07EA-486E-949A-37493FF43C73}" srcOrd="1" destOrd="0" parTransId="{F148927E-DC67-4693-AB06-99BBB5013684}" sibTransId="{440F2053-D95D-46E8-9F11-8A1EEA82DA3A}"/>
    <dgm:cxn modelId="{9B903A30-9B0C-4BB4-8E3F-BA71989C8D25}" type="presOf" srcId="{1790AD53-A92A-483C-B19F-0B8D063787C3}" destId="{275A7E8A-F65D-47EC-BC2E-FB9D958F447E}" srcOrd="0" destOrd="1" presId="urn:microsoft.com/office/officeart/2005/8/layout/process3"/>
    <dgm:cxn modelId="{4687F231-7606-4F8A-B853-7238DA2B4366}" type="presOf" srcId="{4AC205DD-247A-45DB-BDDE-729E20E17672}" destId="{275A7E8A-F65D-47EC-BC2E-FB9D958F447E}" srcOrd="0" destOrd="2" presId="urn:microsoft.com/office/officeart/2005/8/layout/process3"/>
    <dgm:cxn modelId="{7D9AE138-303A-474D-A96D-AE453A84E7F5}" srcId="{F9A8A418-E3FE-4A52-B521-D521CB73D176}" destId="{1790AD53-A92A-483C-B19F-0B8D063787C3}" srcOrd="1" destOrd="0" parTransId="{758258F1-8760-4F45-A806-563C0A6ACCF2}" sibTransId="{3C30DB7D-4306-497A-9250-A1BB51927BA8}"/>
    <dgm:cxn modelId="{AA68853B-F52A-432F-B9AE-C0F169BF5361}" type="presOf" srcId="{F9A8A418-E3FE-4A52-B521-D521CB73D176}" destId="{8839C8A3-CE8E-4397-8710-55C8C01B41D6}" srcOrd="1" destOrd="0" presId="urn:microsoft.com/office/officeart/2005/8/layout/process3"/>
    <dgm:cxn modelId="{0D45C15F-BEB3-4FEB-A5FA-F4856E407F92}" type="presOf" srcId="{A528EFB3-5070-46EA-8970-053334FC5A2F}" destId="{D36332DE-45B7-4EB4-8342-B789B776AAE5}" srcOrd="1" destOrd="0" presId="urn:microsoft.com/office/officeart/2005/8/layout/process3"/>
    <dgm:cxn modelId="{9F4D4845-D0BE-4673-9C7D-C9D25E1A8BEF}" srcId="{BBDB67C4-D047-473E-B478-CD8923517A8A}" destId="{CBDEE7B4-E645-4CA8-AF76-B388F480606D}" srcOrd="0" destOrd="0" parTransId="{B1C20F5C-38E2-4AF3-8D66-68CE515B1184}" sibTransId="{FD008FC3-6277-492A-B143-684739846865}"/>
    <dgm:cxn modelId="{CD937267-F562-426F-9AA0-B450E8FE9684}" type="presOf" srcId="{A528EFB3-5070-46EA-8970-053334FC5A2F}" destId="{7D6017D1-30C0-4B5A-A141-9287C94BAB5F}" srcOrd="0" destOrd="0" presId="urn:microsoft.com/office/officeart/2005/8/layout/process3"/>
    <dgm:cxn modelId="{82CB414B-8A11-495C-A828-BC28BE9DE8E4}" type="presOf" srcId="{BBDB67C4-D047-473E-B478-CD8923517A8A}" destId="{7C36CD0F-2969-42C8-B680-A98DA798CC2D}" srcOrd="0" destOrd="0" presId="urn:microsoft.com/office/officeart/2005/8/layout/process3"/>
    <dgm:cxn modelId="{B318E94C-5E42-4647-AD81-94FD8575046A}" srcId="{F9A8A418-E3FE-4A52-B521-D521CB73D176}" destId="{4AC205DD-247A-45DB-BDDE-729E20E17672}" srcOrd="2" destOrd="0" parTransId="{2AF08F3E-312B-43DA-9FCE-10F57676BB10}" sibTransId="{A564410D-8C74-4C60-9C87-CB91837BA17A}"/>
    <dgm:cxn modelId="{55999C4D-BEB0-4DB5-899E-CA3D8D6C0212}" type="presOf" srcId="{92D9FC3B-35B4-4FF2-B5D1-6C6170134537}" destId="{8A0552DC-BAD3-49DD-82BC-D5022FCBA011}" srcOrd="0" destOrd="1" presId="urn:microsoft.com/office/officeart/2005/8/layout/process3"/>
    <dgm:cxn modelId="{1F0D9B50-4436-4C50-9C26-2661F3016D9A}" srcId="{40689677-46B3-469F-988E-F2615A181CF8}" destId="{92D9FC3B-35B4-4FF2-B5D1-6C6170134537}" srcOrd="1" destOrd="0" parTransId="{EBDD3474-97ED-4B91-8544-A0D64DABFB39}" sibTransId="{55E78585-BB07-4B57-BB39-2087DA558FAD}"/>
    <dgm:cxn modelId="{BC83AB54-FBB8-4042-855E-746D8F36C94C}" type="presOf" srcId="{C51973BC-07EA-486E-949A-37493FF43C73}" destId="{BFBCCD9B-F8E4-4187-A19A-FAB84A854234}" srcOrd="0" destOrd="1" presId="urn:microsoft.com/office/officeart/2005/8/layout/process3"/>
    <dgm:cxn modelId="{C5B9907D-79BD-4F34-8139-D2CD2E3E3656}" type="presOf" srcId="{48E2417D-1BAE-4C9E-A8EC-715799ABD5A0}" destId="{C4A11491-DD76-4771-8419-853407C04350}" srcOrd="0" destOrd="0" presId="urn:microsoft.com/office/officeart/2005/8/layout/process3"/>
    <dgm:cxn modelId="{8DF388A6-2CC9-421D-9905-C52B14374969}" type="presOf" srcId="{3048A415-C3EF-42FD-99C2-A52677AC914D}" destId="{F5C1CFB7-2F08-4EB2-8083-5179D61C45C0}" srcOrd="0" destOrd="0" presId="urn:microsoft.com/office/officeart/2005/8/layout/process3"/>
    <dgm:cxn modelId="{CAC8D0A7-A785-4655-A0F8-D25374D2581C}" srcId="{ACE0190F-42E9-430B-8074-15BAEED3D23B}" destId="{F9A8A418-E3FE-4A52-B521-D521CB73D176}" srcOrd="2" destOrd="0" parTransId="{A4B2B303-01A1-4F1F-A5DF-97D18D66B089}" sibTransId="{3048A415-C3EF-42FD-99C2-A52677AC914D}"/>
    <dgm:cxn modelId="{C0E645AB-F676-4B69-8C68-A42EF450ED16}" srcId="{ACE0190F-42E9-430B-8074-15BAEED3D23B}" destId="{40689677-46B3-469F-988E-F2615A181CF8}" srcOrd="0" destOrd="0" parTransId="{A32E377D-A46A-4EFF-908B-F97322BB3E1D}" sibTransId="{C948D958-DD25-4F2A-9739-74F9A50A8EFC}"/>
    <dgm:cxn modelId="{C6DA76B3-8746-4C15-A417-4AB56306B1A6}" type="presOf" srcId="{40689677-46B3-469F-988E-F2615A181CF8}" destId="{5FCD7007-72A5-4B8C-8AD4-4DF150DB1BF4}" srcOrd="1" destOrd="0" presId="urn:microsoft.com/office/officeart/2005/8/layout/process3"/>
    <dgm:cxn modelId="{221DBCC5-EC2F-44D2-9320-20B2DFEE8C4A}" type="presOf" srcId="{6664117F-C0B8-40A8-9EBA-509D66B35436}" destId="{C4A11491-DD76-4771-8419-853407C04350}" srcOrd="0" destOrd="1" presId="urn:microsoft.com/office/officeart/2005/8/layout/process3"/>
    <dgm:cxn modelId="{4F111DC8-9E48-40F5-BEF9-1C77FE4ECBAF}" type="presOf" srcId="{C948D958-DD25-4F2A-9739-74F9A50A8EFC}" destId="{62052FDA-7E2E-4617-AF21-38B1AE292B05}" srcOrd="1" destOrd="0" presId="urn:microsoft.com/office/officeart/2005/8/layout/process3"/>
    <dgm:cxn modelId="{F827E4C8-2725-4E1F-8E42-82C063CE978E}" type="presOf" srcId="{285EE802-B3CE-4829-AEBA-06633BE5E11E}" destId="{275A7E8A-F65D-47EC-BC2E-FB9D958F447E}" srcOrd="0" destOrd="0" presId="urn:microsoft.com/office/officeart/2005/8/layout/process3"/>
    <dgm:cxn modelId="{D1FC9CD0-F08F-4953-A23E-045FF1BD4619}" type="presOf" srcId="{C948D958-DD25-4F2A-9739-74F9A50A8EFC}" destId="{5A383750-C676-404F-A0B4-419153CCD9CA}" srcOrd="0" destOrd="0" presId="urn:microsoft.com/office/officeart/2005/8/layout/process3"/>
    <dgm:cxn modelId="{343787D1-155F-4E9F-AA71-7F3077CAEF96}" type="presOf" srcId="{40689677-46B3-469F-988E-F2615A181CF8}" destId="{C0D80CE4-2A31-4CED-BA25-21BB33FC9E55}" srcOrd="0" destOrd="0" presId="urn:microsoft.com/office/officeart/2005/8/layout/process3"/>
    <dgm:cxn modelId="{5889E3D3-F486-4BC3-A740-1FE75399A2CE}" srcId="{F9A8A418-E3FE-4A52-B521-D521CB73D176}" destId="{285EE802-B3CE-4829-AEBA-06633BE5E11E}" srcOrd="0" destOrd="0" parTransId="{A145A964-3D34-46FE-9A45-615C177E3205}" sibTransId="{94BF8002-7F5A-4FAC-8FF3-F5B24D514DA3}"/>
    <dgm:cxn modelId="{E7ED62D4-EBF3-4F1E-91FC-B5631025441E}" srcId="{ACE0190F-42E9-430B-8074-15BAEED3D23B}" destId="{BBDB67C4-D047-473E-B478-CD8923517A8A}" srcOrd="1" destOrd="0" parTransId="{FF3939AD-58DE-4900-93F3-26FEDD4071AE}" sibTransId="{A528EFB3-5070-46EA-8970-053334FC5A2F}"/>
    <dgm:cxn modelId="{72A09CD8-DA98-47D8-8A10-1733A5E1D0CF}" srcId="{04DC92DD-7584-46B6-9D50-62863D6889EF}" destId="{48E2417D-1BAE-4C9E-A8EC-715799ABD5A0}" srcOrd="0" destOrd="0" parTransId="{22648085-6063-4655-8402-2E1E253AE64A}" sibTransId="{08EBAA06-02AD-48D8-9CC4-6F6D41A67D0E}"/>
    <dgm:cxn modelId="{7C3C06DB-17F9-4E5C-AE22-703E273F4201}" type="presOf" srcId="{36DD93B7-C1A3-4A7E-8854-DC279CD6BBE9}" destId="{8A0552DC-BAD3-49DD-82BC-D5022FCBA011}" srcOrd="0" destOrd="0" presId="urn:microsoft.com/office/officeart/2005/8/layout/process3"/>
    <dgm:cxn modelId="{720DAAFB-4366-432C-B18C-12FE2105A8C2}" type="presOf" srcId="{BBDB67C4-D047-473E-B478-CD8923517A8A}" destId="{509ECC39-0E65-434F-BB28-35AC0792D199}" srcOrd="1" destOrd="0" presId="urn:microsoft.com/office/officeart/2005/8/layout/process3"/>
    <dgm:cxn modelId="{648BB3FE-264B-4A6D-ACA3-A0BBE5BB99DF}" srcId="{40689677-46B3-469F-988E-F2615A181CF8}" destId="{36DD93B7-C1A3-4A7E-8854-DC279CD6BBE9}" srcOrd="0" destOrd="0" parTransId="{60433C4E-FA23-4E32-A3E2-DC6F0D4D6D72}" sibTransId="{B389C158-CB5F-4215-8995-BB8AD610A51C}"/>
    <dgm:cxn modelId="{0DA049FF-F383-49B0-8F6A-8B8B9998027A}" type="presOf" srcId="{04DC92DD-7584-46B6-9D50-62863D6889EF}" destId="{B22D0A80-4DE4-4079-BB7F-A2099484EB97}" srcOrd="1" destOrd="0" presId="urn:microsoft.com/office/officeart/2005/8/layout/process3"/>
    <dgm:cxn modelId="{27754F18-0BE5-453B-A260-0C0413E6B2F8}" type="presParOf" srcId="{F6EC3451-ADA9-45D2-8EE1-9FBF1CA484A6}" destId="{38EEF6F4-F631-43F0-B008-C149A1FD7F52}" srcOrd="0" destOrd="0" presId="urn:microsoft.com/office/officeart/2005/8/layout/process3"/>
    <dgm:cxn modelId="{1EC8A56C-39B3-42AF-A0C7-D851DB1DD6EE}" type="presParOf" srcId="{38EEF6F4-F631-43F0-B008-C149A1FD7F52}" destId="{C0D80CE4-2A31-4CED-BA25-21BB33FC9E55}" srcOrd="0" destOrd="0" presId="urn:microsoft.com/office/officeart/2005/8/layout/process3"/>
    <dgm:cxn modelId="{33847935-2DC9-419C-BF60-9A0DFFD062CF}" type="presParOf" srcId="{38EEF6F4-F631-43F0-B008-C149A1FD7F52}" destId="{5FCD7007-72A5-4B8C-8AD4-4DF150DB1BF4}" srcOrd="1" destOrd="0" presId="urn:microsoft.com/office/officeart/2005/8/layout/process3"/>
    <dgm:cxn modelId="{50671D00-F181-400B-95E5-D87FB3B0201E}" type="presParOf" srcId="{38EEF6F4-F631-43F0-B008-C149A1FD7F52}" destId="{8A0552DC-BAD3-49DD-82BC-D5022FCBA011}" srcOrd="2" destOrd="0" presId="urn:microsoft.com/office/officeart/2005/8/layout/process3"/>
    <dgm:cxn modelId="{9C00ED16-5DD7-41D8-A08E-D68E6DB33B20}" type="presParOf" srcId="{F6EC3451-ADA9-45D2-8EE1-9FBF1CA484A6}" destId="{5A383750-C676-404F-A0B4-419153CCD9CA}" srcOrd="1" destOrd="0" presId="urn:microsoft.com/office/officeart/2005/8/layout/process3"/>
    <dgm:cxn modelId="{BC553B38-4625-4355-8E93-AF169F7B00E4}" type="presParOf" srcId="{5A383750-C676-404F-A0B4-419153CCD9CA}" destId="{62052FDA-7E2E-4617-AF21-38B1AE292B05}" srcOrd="0" destOrd="0" presId="urn:microsoft.com/office/officeart/2005/8/layout/process3"/>
    <dgm:cxn modelId="{80D3ED34-3FE1-413D-AE70-89EA2019D0C8}" type="presParOf" srcId="{F6EC3451-ADA9-45D2-8EE1-9FBF1CA484A6}" destId="{7CBA8F65-7E21-41D7-B186-9999984A6372}" srcOrd="2" destOrd="0" presId="urn:microsoft.com/office/officeart/2005/8/layout/process3"/>
    <dgm:cxn modelId="{7FF1DED4-05FE-4CF7-B69A-883A4E677EAA}" type="presParOf" srcId="{7CBA8F65-7E21-41D7-B186-9999984A6372}" destId="{7C36CD0F-2969-42C8-B680-A98DA798CC2D}" srcOrd="0" destOrd="0" presId="urn:microsoft.com/office/officeart/2005/8/layout/process3"/>
    <dgm:cxn modelId="{63607AE3-E2A1-45D3-B427-77985509C5D2}" type="presParOf" srcId="{7CBA8F65-7E21-41D7-B186-9999984A6372}" destId="{509ECC39-0E65-434F-BB28-35AC0792D199}" srcOrd="1" destOrd="0" presId="urn:microsoft.com/office/officeart/2005/8/layout/process3"/>
    <dgm:cxn modelId="{9B19133C-A365-4FCF-8241-B1A7484C955D}" type="presParOf" srcId="{7CBA8F65-7E21-41D7-B186-9999984A6372}" destId="{BFBCCD9B-F8E4-4187-A19A-FAB84A854234}" srcOrd="2" destOrd="0" presId="urn:microsoft.com/office/officeart/2005/8/layout/process3"/>
    <dgm:cxn modelId="{669034A0-A640-42BD-8398-A2A4DBE8B999}" type="presParOf" srcId="{F6EC3451-ADA9-45D2-8EE1-9FBF1CA484A6}" destId="{7D6017D1-30C0-4B5A-A141-9287C94BAB5F}" srcOrd="3" destOrd="0" presId="urn:microsoft.com/office/officeart/2005/8/layout/process3"/>
    <dgm:cxn modelId="{9A351FE9-D736-48EA-9256-16E8D696DB53}" type="presParOf" srcId="{7D6017D1-30C0-4B5A-A141-9287C94BAB5F}" destId="{D36332DE-45B7-4EB4-8342-B789B776AAE5}" srcOrd="0" destOrd="0" presId="urn:microsoft.com/office/officeart/2005/8/layout/process3"/>
    <dgm:cxn modelId="{E358BD40-EA8B-479F-821E-76A79C49BF61}" type="presParOf" srcId="{F6EC3451-ADA9-45D2-8EE1-9FBF1CA484A6}" destId="{3BDC1B52-E4B9-426E-91F2-BE3D7FEDF837}" srcOrd="4" destOrd="0" presId="urn:microsoft.com/office/officeart/2005/8/layout/process3"/>
    <dgm:cxn modelId="{B2ED539B-ACC1-446F-A50F-A53FA2252F7C}" type="presParOf" srcId="{3BDC1B52-E4B9-426E-91F2-BE3D7FEDF837}" destId="{948424A8-02CE-4F0F-989C-5493F8771322}" srcOrd="0" destOrd="0" presId="urn:microsoft.com/office/officeart/2005/8/layout/process3"/>
    <dgm:cxn modelId="{5D2D7635-DC4F-4A03-B074-7B18D59715FC}" type="presParOf" srcId="{3BDC1B52-E4B9-426E-91F2-BE3D7FEDF837}" destId="{8839C8A3-CE8E-4397-8710-55C8C01B41D6}" srcOrd="1" destOrd="0" presId="urn:microsoft.com/office/officeart/2005/8/layout/process3"/>
    <dgm:cxn modelId="{D0D5084F-5C98-4F46-BA3D-3E02A6426692}" type="presParOf" srcId="{3BDC1B52-E4B9-426E-91F2-BE3D7FEDF837}" destId="{275A7E8A-F65D-47EC-BC2E-FB9D958F447E}" srcOrd="2" destOrd="0" presId="urn:microsoft.com/office/officeart/2005/8/layout/process3"/>
    <dgm:cxn modelId="{76D99160-A243-4CF1-8345-C6590B46B480}" type="presParOf" srcId="{F6EC3451-ADA9-45D2-8EE1-9FBF1CA484A6}" destId="{F5C1CFB7-2F08-4EB2-8083-5179D61C45C0}" srcOrd="5" destOrd="0" presId="urn:microsoft.com/office/officeart/2005/8/layout/process3"/>
    <dgm:cxn modelId="{A23DFA77-0EF4-40EF-9554-721235AD551E}" type="presParOf" srcId="{F5C1CFB7-2F08-4EB2-8083-5179D61C45C0}" destId="{F0DF7D82-A931-4068-BC68-ADC841421B73}" srcOrd="0" destOrd="0" presId="urn:microsoft.com/office/officeart/2005/8/layout/process3"/>
    <dgm:cxn modelId="{487CCA42-8B33-4B08-AED1-32BCB9411EBF}" type="presParOf" srcId="{F6EC3451-ADA9-45D2-8EE1-9FBF1CA484A6}" destId="{32ABEDCA-84F3-4A7F-BE58-D28A770F01E1}" srcOrd="6" destOrd="0" presId="urn:microsoft.com/office/officeart/2005/8/layout/process3"/>
    <dgm:cxn modelId="{FFFF84F2-3D40-42F1-886D-81C41DA75DA6}" type="presParOf" srcId="{32ABEDCA-84F3-4A7F-BE58-D28A770F01E1}" destId="{87FF9083-4A21-4898-962D-EC41EEBA8C44}" srcOrd="0" destOrd="0" presId="urn:microsoft.com/office/officeart/2005/8/layout/process3"/>
    <dgm:cxn modelId="{5A8DAEA1-9147-4575-8A30-18087B9357F9}" type="presParOf" srcId="{32ABEDCA-84F3-4A7F-BE58-D28A770F01E1}" destId="{B22D0A80-4DE4-4079-BB7F-A2099484EB97}" srcOrd="1" destOrd="0" presId="urn:microsoft.com/office/officeart/2005/8/layout/process3"/>
    <dgm:cxn modelId="{CA74B906-5C3B-4689-999D-59E1E9565268}" type="presParOf" srcId="{32ABEDCA-84F3-4A7F-BE58-D28A770F01E1}" destId="{C4A11491-DD76-4771-8419-853407C04350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6E5309-91BA-4BC5-94F7-A5C617920028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A6F7E600-3C8C-44C9-9542-CA34737A1F41}">
      <dgm:prSet phldrT="[Texte]"/>
      <dgm:spPr/>
      <dgm:t>
        <a:bodyPr/>
        <a:lstStyle/>
        <a:p>
          <a:r>
            <a:rPr lang="fr-CA" dirty="0"/>
            <a:t>Processus</a:t>
          </a:r>
        </a:p>
      </dgm:t>
    </dgm:pt>
    <dgm:pt modelId="{572482B1-BBC9-4D49-82EA-C367E8D7AF12}" type="parTrans" cxnId="{A66053CF-ECD3-4739-A7E1-D10091D4895E}">
      <dgm:prSet/>
      <dgm:spPr/>
      <dgm:t>
        <a:bodyPr/>
        <a:lstStyle/>
        <a:p>
          <a:endParaRPr lang="fr-CA"/>
        </a:p>
      </dgm:t>
    </dgm:pt>
    <dgm:pt modelId="{4056D309-B548-4D0A-A387-1FC6F9059367}" type="sibTrans" cxnId="{A66053CF-ECD3-4739-A7E1-D10091D4895E}">
      <dgm:prSet/>
      <dgm:spPr/>
      <dgm:t>
        <a:bodyPr/>
        <a:lstStyle/>
        <a:p>
          <a:endParaRPr lang="fr-CA"/>
        </a:p>
      </dgm:t>
    </dgm:pt>
    <dgm:pt modelId="{1E0DA08A-F347-4F67-9BB5-4CEA660D16E4}">
      <dgm:prSet/>
      <dgm:spPr/>
      <dgm:t>
        <a:bodyPr/>
        <a:lstStyle/>
        <a:p>
          <a:r>
            <a:rPr lang="fr-CA" dirty="0"/>
            <a:t>Système et TI</a:t>
          </a:r>
        </a:p>
      </dgm:t>
    </dgm:pt>
    <dgm:pt modelId="{DF7ADB89-9295-40BE-9B3F-07B26A8D26A4}" type="parTrans" cxnId="{46571E62-F76E-4078-8594-4D3391A0961B}">
      <dgm:prSet/>
      <dgm:spPr/>
      <dgm:t>
        <a:bodyPr/>
        <a:lstStyle/>
        <a:p>
          <a:endParaRPr lang="fr-CA"/>
        </a:p>
      </dgm:t>
    </dgm:pt>
    <dgm:pt modelId="{047246A1-245C-4994-A37A-39E67DFC1781}" type="sibTrans" cxnId="{46571E62-F76E-4078-8594-4D3391A0961B}">
      <dgm:prSet/>
      <dgm:spPr/>
      <dgm:t>
        <a:bodyPr/>
        <a:lstStyle/>
        <a:p>
          <a:endParaRPr lang="fr-CA"/>
        </a:p>
      </dgm:t>
    </dgm:pt>
    <dgm:pt modelId="{37379B0A-571F-42D5-8AC2-472C966C5B80}">
      <dgm:prSet/>
      <dgm:spPr/>
      <dgm:t>
        <a:bodyPr/>
        <a:lstStyle/>
        <a:p>
          <a:r>
            <a:rPr lang="fr-CA" dirty="0" err="1"/>
            <a:t>Kyriba</a:t>
          </a:r>
          <a:r>
            <a:rPr lang="fr-CA" dirty="0"/>
            <a:t> : Catalogue fonctionnel</a:t>
          </a:r>
        </a:p>
      </dgm:t>
    </dgm:pt>
    <dgm:pt modelId="{CD07035C-57AB-4710-9CF6-EAD80E0B853D}" type="parTrans" cxnId="{C29C1AFA-9945-4596-971A-1260B0D56D9E}">
      <dgm:prSet/>
      <dgm:spPr/>
      <dgm:t>
        <a:bodyPr/>
        <a:lstStyle/>
        <a:p>
          <a:endParaRPr lang="fr-CA"/>
        </a:p>
      </dgm:t>
    </dgm:pt>
    <dgm:pt modelId="{56B2031F-B94C-419D-B94F-F89CEF5D1E9D}" type="sibTrans" cxnId="{C29C1AFA-9945-4596-971A-1260B0D56D9E}">
      <dgm:prSet/>
      <dgm:spPr/>
      <dgm:t>
        <a:bodyPr/>
        <a:lstStyle/>
        <a:p>
          <a:endParaRPr lang="fr-CA"/>
        </a:p>
      </dgm:t>
    </dgm:pt>
    <dgm:pt modelId="{595C162E-34A8-47F8-B744-4145CBB91B60}">
      <dgm:prSet/>
      <dgm:spPr/>
      <dgm:t>
        <a:bodyPr/>
        <a:lstStyle/>
        <a:p>
          <a:r>
            <a:rPr lang="fr-CA" dirty="0"/>
            <a:t>Oracle: AHCS, ARCS, CM, GL </a:t>
          </a:r>
        </a:p>
      </dgm:t>
    </dgm:pt>
    <dgm:pt modelId="{9041CC2A-FEF7-463E-B662-01553DB91886}" type="parTrans" cxnId="{B0DC5C04-FDB4-4379-9C96-43DBF4F4250F}">
      <dgm:prSet/>
      <dgm:spPr/>
      <dgm:t>
        <a:bodyPr/>
        <a:lstStyle/>
        <a:p>
          <a:endParaRPr lang="fr-CA"/>
        </a:p>
      </dgm:t>
    </dgm:pt>
    <dgm:pt modelId="{9502CB7E-3F97-4E46-BBAB-B08B919D55B8}" type="sibTrans" cxnId="{B0DC5C04-FDB4-4379-9C96-43DBF4F4250F}">
      <dgm:prSet/>
      <dgm:spPr/>
      <dgm:t>
        <a:bodyPr/>
        <a:lstStyle/>
        <a:p>
          <a:endParaRPr lang="fr-CA"/>
        </a:p>
      </dgm:t>
    </dgm:pt>
    <dgm:pt modelId="{1665BC64-339F-41C5-A3CC-F17F2507E429}">
      <dgm:prSet/>
      <dgm:spPr/>
      <dgm:t>
        <a:bodyPr/>
        <a:lstStyle/>
        <a:p>
          <a:r>
            <a:rPr lang="fr-CA" dirty="0"/>
            <a:t>Banque(S)</a:t>
          </a:r>
        </a:p>
      </dgm:t>
    </dgm:pt>
    <dgm:pt modelId="{9F0484E6-719B-44F9-915D-67FBFB0C52D1}" type="parTrans" cxnId="{CB6422EF-3788-4D92-A109-93254BCB8B03}">
      <dgm:prSet/>
      <dgm:spPr/>
      <dgm:t>
        <a:bodyPr/>
        <a:lstStyle/>
        <a:p>
          <a:endParaRPr lang="fr-CA"/>
        </a:p>
      </dgm:t>
    </dgm:pt>
    <dgm:pt modelId="{6C4D34A4-0AEA-41A2-AFD0-FEAB8F4F1A28}" type="sibTrans" cxnId="{CB6422EF-3788-4D92-A109-93254BCB8B03}">
      <dgm:prSet/>
      <dgm:spPr/>
      <dgm:t>
        <a:bodyPr/>
        <a:lstStyle/>
        <a:p>
          <a:endParaRPr lang="fr-CA"/>
        </a:p>
      </dgm:t>
    </dgm:pt>
    <dgm:pt modelId="{C88FB824-1082-4332-91D9-0BE748315532}">
      <dgm:prSet/>
      <dgm:spPr/>
      <dgm:t>
        <a:bodyPr/>
        <a:lstStyle/>
        <a:p>
          <a:r>
            <a:rPr lang="fr-CA" dirty="0"/>
            <a:t>Système partenaires: OIPA et TANGO</a:t>
          </a:r>
        </a:p>
      </dgm:t>
    </dgm:pt>
    <dgm:pt modelId="{EE3E24FE-2A2B-4C3C-836F-C90DB7AE07A8}" type="parTrans" cxnId="{E3684522-29AA-468B-A2B1-F4EDE888EBBA}">
      <dgm:prSet/>
      <dgm:spPr/>
      <dgm:t>
        <a:bodyPr/>
        <a:lstStyle/>
        <a:p>
          <a:endParaRPr lang="fr-CA"/>
        </a:p>
      </dgm:t>
    </dgm:pt>
    <dgm:pt modelId="{BDBA906B-0D60-4EDC-AA5C-DDDB2755B9C5}" type="sibTrans" cxnId="{E3684522-29AA-468B-A2B1-F4EDE888EBBA}">
      <dgm:prSet/>
      <dgm:spPr/>
      <dgm:t>
        <a:bodyPr/>
        <a:lstStyle/>
        <a:p>
          <a:endParaRPr lang="fr-CA"/>
        </a:p>
      </dgm:t>
    </dgm:pt>
    <dgm:pt modelId="{D7F380F0-0DD2-422F-A286-788FDDE9D2A4}">
      <dgm:prSet/>
      <dgm:spPr/>
      <dgm:t>
        <a:bodyPr/>
        <a:lstStyle/>
        <a:p>
          <a:r>
            <a:rPr lang="fr-CA" dirty="0"/>
            <a:t>Traiter les paiements DD et DPA</a:t>
          </a:r>
        </a:p>
      </dgm:t>
    </dgm:pt>
    <dgm:pt modelId="{BF7E9C7C-FCC9-46D9-84FD-C8ABAF013992}" type="parTrans" cxnId="{59882C32-504F-455C-B6E2-B520F596BAF8}">
      <dgm:prSet/>
      <dgm:spPr/>
      <dgm:t>
        <a:bodyPr/>
        <a:lstStyle/>
        <a:p>
          <a:endParaRPr lang="fr-CA"/>
        </a:p>
      </dgm:t>
    </dgm:pt>
    <dgm:pt modelId="{F2D1D9F6-6B44-4000-BA18-2A84627D2FB9}" type="sibTrans" cxnId="{59882C32-504F-455C-B6E2-B520F596BAF8}">
      <dgm:prSet/>
      <dgm:spPr/>
      <dgm:t>
        <a:bodyPr/>
        <a:lstStyle/>
        <a:p>
          <a:endParaRPr lang="fr-CA"/>
        </a:p>
      </dgm:t>
    </dgm:pt>
    <dgm:pt modelId="{407606D9-F522-4CE0-AA07-EB59A239CF08}">
      <dgm:prSet/>
      <dgm:spPr/>
      <dgm:t>
        <a:bodyPr/>
        <a:lstStyle/>
        <a:p>
          <a:r>
            <a:rPr lang="fr-CA" dirty="0"/>
            <a:t>Comptabiliser et concilier les paiements</a:t>
          </a:r>
        </a:p>
      </dgm:t>
    </dgm:pt>
    <dgm:pt modelId="{0AB1A9EC-A5E6-4046-A2F0-33078B55760A}" type="parTrans" cxnId="{54DE181C-DAA9-4955-B7E0-38723ED8B137}">
      <dgm:prSet/>
      <dgm:spPr/>
      <dgm:t>
        <a:bodyPr/>
        <a:lstStyle/>
        <a:p>
          <a:endParaRPr lang="fr-CA"/>
        </a:p>
      </dgm:t>
    </dgm:pt>
    <dgm:pt modelId="{4E4153FA-607A-4BAD-8E8C-DED5005F2A86}" type="sibTrans" cxnId="{54DE181C-DAA9-4955-B7E0-38723ED8B137}">
      <dgm:prSet/>
      <dgm:spPr/>
      <dgm:t>
        <a:bodyPr/>
        <a:lstStyle/>
        <a:p>
          <a:endParaRPr lang="fr-CA"/>
        </a:p>
      </dgm:t>
    </dgm:pt>
    <dgm:pt modelId="{62A68A71-7ECA-499C-981D-BFDE86D7750E}">
      <dgm:prSet/>
      <dgm:spPr/>
      <dgm:t>
        <a:bodyPr/>
        <a:lstStyle/>
        <a:p>
          <a:r>
            <a:rPr lang="fr-CA" dirty="0"/>
            <a:t>Gestions des coordonnées bancaires</a:t>
          </a:r>
        </a:p>
      </dgm:t>
    </dgm:pt>
    <dgm:pt modelId="{6B00C4D8-A46B-4713-A723-430A5D942A45}" type="parTrans" cxnId="{E4E34BB6-F1D6-408B-B888-AA1DEB9943E6}">
      <dgm:prSet/>
      <dgm:spPr/>
      <dgm:t>
        <a:bodyPr/>
        <a:lstStyle/>
        <a:p>
          <a:endParaRPr lang="fr-CA"/>
        </a:p>
      </dgm:t>
    </dgm:pt>
    <dgm:pt modelId="{90132D7D-F91C-4FD1-BD8F-6FEF7A894A35}" type="sibTrans" cxnId="{E4E34BB6-F1D6-408B-B888-AA1DEB9943E6}">
      <dgm:prSet/>
      <dgm:spPr/>
      <dgm:t>
        <a:bodyPr/>
        <a:lstStyle/>
        <a:p>
          <a:endParaRPr lang="fr-CA"/>
        </a:p>
      </dgm:t>
    </dgm:pt>
    <dgm:pt modelId="{4C002E97-0F8A-4938-B2FD-4ECEF577D79C}">
      <dgm:prSet/>
      <dgm:spPr/>
      <dgm:t>
        <a:bodyPr/>
        <a:lstStyle/>
        <a:p>
          <a:r>
            <a:rPr lang="fr-CA" dirty="0"/>
            <a:t>Opérations bancaires du CSP Bancaire</a:t>
          </a:r>
        </a:p>
      </dgm:t>
    </dgm:pt>
    <dgm:pt modelId="{BD089967-62D8-4134-B261-0453D0023DFA}" type="parTrans" cxnId="{9C2A483D-5C9A-42F2-8ED1-69FE56037867}">
      <dgm:prSet/>
      <dgm:spPr/>
      <dgm:t>
        <a:bodyPr/>
        <a:lstStyle/>
        <a:p>
          <a:endParaRPr lang="fr-CA"/>
        </a:p>
      </dgm:t>
    </dgm:pt>
    <dgm:pt modelId="{25B0C5EE-259A-445E-BE7A-3D759FA4A6B4}" type="sibTrans" cxnId="{9C2A483D-5C9A-42F2-8ED1-69FE56037867}">
      <dgm:prSet/>
      <dgm:spPr/>
      <dgm:t>
        <a:bodyPr/>
        <a:lstStyle/>
        <a:p>
          <a:endParaRPr lang="fr-CA"/>
        </a:p>
      </dgm:t>
    </dgm:pt>
    <dgm:pt modelId="{4529CA48-412A-40E3-A968-36EF9DEB4BC6}">
      <dgm:prSet/>
      <dgm:spPr/>
      <dgm:t>
        <a:bodyPr/>
        <a:lstStyle/>
        <a:p>
          <a:r>
            <a:rPr lang="fr-CA" dirty="0"/>
            <a:t>Gestion des systèmes de paiements</a:t>
          </a:r>
        </a:p>
      </dgm:t>
    </dgm:pt>
    <dgm:pt modelId="{6D1FA39D-9247-4432-850C-CAC6940356D7}" type="parTrans" cxnId="{9FEF6F0D-78B0-496A-8B24-08669D3A332B}">
      <dgm:prSet/>
      <dgm:spPr/>
      <dgm:t>
        <a:bodyPr/>
        <a:lstStyle/>
        <a:p>
          <a:endParaRPr lang="fr-CA"/>
        </a:p>
      </dgm:t>
    </dgm:pt>
    <dgm:pt modelId="{C6DCB535-2876-48B9-990C-D837583013AB}" type="sibTrans" cxnId="{9FEF6F0D-78B0-496A-8B24-08669D3A332B}">
      <dgm:prSet/>
      <dgm:spPr/>
      <dgm:t>
        <a:bodyPr/>
        <a:lstStyle/>
        <a:p>
          <a:endParaRPr lang="fr-CA"/>
        </a:p>
      </dgm:t>
    </dgm:pt>
    <dgm:pt modelId="{F8B2D0C5-695A-4A80-B081-7EA7111D732E}" type="pres">
      <dgm:prSet presAssocID="{D96E5309-91BA-4BC5-94F7-A5C617920028}" presName="theList" presStyleCnt="0">
        <dgm:presLayoutVars>
          <dgm:dir/>
          <dgm:animLvl val="lvl"/>
          <dgm:resizeHandles val="exact"/>
        </dgm:presLayoutVars>
      </dgm:prSet>
      <dgm:spPr/>
    </dgm:pt>
    <dgm:pt modelId="{8681BAA4-1993-4393-A008-B52F2F05B375}" type="pres">
      <dgm:prSet presAssocID="{A6F7E600-3C8C-44C9-9542-CA34737A1F41}" presName="compNode" presStyleCnt="0"/>
      <dgm:spPr/>
    </dgm:pt>
    <dgm:pt modelId="{B559F693-5C65-4901-876A-1DDD85FF10C7}" type="pres">
      <dgm:prSet presAssocID="{A6F7E600-3C8C-44C9-9542-CA34737A1F41}" presName="aNode" presStyleLbl="bgShp" presStyleIdx="0" presStyleCnt="2"/>
      <dgm:spPr/>
    </dgm:pt>
    <dgm:pt modelId="{E147ADDB-3D26-4C20-8002-825F11EE00F5}" type="pres">
      <dgm:prSet presAssocID="{A6F7E600-3C8C-44C9-9542-CA34737A1F41}" presName="textNode" presStyleLbl="bgShp" presStyleIdx="0" presStyleCnt="2"/>
      <dgm:spPr/>
    </dgm:pt>
    <dgm:pt modelId="{5D46C2A0-109C-4559-8120-C5BEDE1EF517}" type="pres">
      <dgm:prSet presAssocID="{A6F7E600-3C8C-44C9-9542-CA34737A1F41}" presName="compChildNode" presStyleCnt="0"/>
      <dgm:spPr/>
    </dgm:pt>
    <dgm:pt modelId="{B393859C-B19F-44CD-95F9-4F78824B0739}" type="pres">
      <dgm:prSet presAssocID="{A6F7E600-3C8C-44C9-9542-CA34737A1F41}" presName="theInnerList" presStyleCnt="0"/>
      <dgm:spPr/>
    </dgm:pt>
    <dgm:pt modelId="{57739B84-3B98-4E0E-B7D7-B46C61BF0EED}" type="pres">
      <dgm:prSet presAssocID="{D7F380F0-0DD2-422F-A286-788FDDE9D2A4}" presName="childNode" presStyleLbl="node1" presStyleIdx="0" presStyleCnt="9">
        <dgm:presLayoutVars>
          <dgm:bulletEnabled val="1"/>
        </dgm:presLayoutVars>
      </dgm:prSet>
      <dgm:spPr/>
    </dgm:pt>
    <dgm:pt modelId="{3E5B23E3-340A-4784-8367-B2BDCE9743DD}" type="pres">
      <dgm:prSet presAssocID="{D7F380F0-0DD2-422F-A286-788FDDE9D2A4}" presName="aSpace2" presStyleCnt="0"/>
      <dgm:spPr/>
    </dgm:pt>
    <dgm:pt modelId="{51461BC6-A08B-41E6-B9B1-6B7BC82BB706}" type="pres">
      <dgm:prSet presAssocID="{407606D9-F522-4CE0-AA07-EB59A239CF08}" presName="childNode" presStyleLbl="node1" presStyleIdx="1" presStyleCnt="9">
        <dgm:presLayoutVars>
          <dgm:bulletEnabled val="1"/>
        </dgm:presLayoutVars>
      </dgm:prSet>
      <dgm:spPr/>
    </dgm:pt>
    <dgm:pt modelId="{0E6B6F8C-F4C3-4171-903C-429E592DC44F}" type="pres">
      <dgm:prSet presAssocID="{407606D9-F522-4CE0-AA07-EB59A239CF08}" presName="aSpace2" presStyleCnt="0"/>
      <dgm:spPr/>
    </dgm:pt>
    <dgm:pt modelId="{DCC17CF0-DECA-46EE-B7AE-EBDC6BE37D76}" type="pres">
      <dgm:prSet presAssocID="{62A68A71-7ECA-499C-981D-BFDE86D7750E}" presName="childNode" presStyleLbl="node1" presStyleIdx="2" presStyleCnt="9">
        <dgm:presLayoutVars>
          <dgm:bulletEnabled val="1"/>
        </dgm:presLayoutVars>
      </dgm:prSet>
      <dgm:spPr/>
    </dgm:pt>
    <dgm:pt modelId="{4066C900-2C3D-46D0-BB26-D23AFB38795D}" type="pres">
      <dgm:prSet presAssocID="{62A68A71-7ECA-499C-981D-BFDE86D7750E}" presName="aSpace2" presStyleCnt="0"/>
      <dgm:spPr/>
    </dgm:pt>
    <dgm:pt modelId="{240269D3-66FC-4ADD-9D3A-9E4B85067964}" type="pres">
      <dgm:prSet presAssocID="{4C002E97-0F8A-4938-B2FD-4ECEF577D79C}" presName="childNode" presStyleLbl="node1" presStyleIdx="3" presStyleCnt="9">
        <dgm:presLayoutVars>
          <dgm:bulletEnabled val="1"/>
        </dgm:presLayoutVars>
      </dgm:prSet>
      <dgm:spPr/>
    </dgm:pt>
    <dgm:pt modelId="{6CC21AAE-3091-458B-81D7-A31406180BAE}" type="pres">
      <dgm:prSet presAssocID="{4C002E97-0F8A-4938-B2FD-4ECEF577D79C}" presName="aSpace2" presStyleCnt="0"/>
      <dgm:spPr/>
    </dgm:pt>
    <dgm:pt modelId="{A67544DD-61F8-47BF-BD45-BD8DCCADC32A}" type="pres">
      <dgm:prSet presAssocID="{4529CA48-412A-40E3-A968-36EF9DEB4BC6}" presName="childNode" presStyleLbl="node1" presStyleIdx="4" presStyleCnt="9">
        <dgm:presLayoutVars>
          <dgm:bulletEnabled val="1"/>
        </dgm:presLayoutVars>
      </dgm:prSet>
      <dgm:spPr/>
    </dgm:pt>
    <dgm:pt modelId="{9A95C1C9-3943-4C6F-9359-909328F2A750}" type="pres">
      <dgm:prSet presAssocID="{A6F7E600-3C8C-44C9-9542-CA34737A1F41}" presName="aSpace" presStyleCnt="0"/>
      <dgm:spPr/>
    </dgm:pt>
    <dgm:pt modelId="{CBDAD7EB-6970-4C71-9441-9358B86B5F19}" type="pres">
      <dgm:prSet presAssocID="{1E0DA08A-F347-4F67-9BB5-4CEA660D16E4}" presName="compNode" presStyleCnt="0"/>
      <dgm:spPr/>
    </dgm:pt>
    <dgm:pt modelId="{FAC4CC60-69A0-4E04-82AC-43E6FBBFB0E1}" type="pres">
      <dgm:prSet presAssocID="{1E0DA08A-F347-4F67-9BB5-4CEA660D16E4}" presName="aNode" presStyleLbl="bgShp" presStyleIdx="1" presStyleCnt="2"/>
      <dgm:spPr/>
    </dgm:pt>
    <dgm:pt modelId="{CDFF6564-6FBF-4C32-ACAC-779AC52C32CD}" type="pres">
      <dgm:prSet presAssocID="{1E0DA08A-F347-4F67-9BB5-4CEA660D16E4}" presName="textNode" presStyleLbl="bgShp" presStyleIdx="1" presStyleCnt="2"/>
      <dgm:spPr/>
    </dgm:pt>
    <dgm:pt modelId="{A4EF9163-603D-4E1E-A6FE-E98220C31A63}" type="pres">
      <dgm:prSet presAssocID="{1E0DA08A-F347-4F67-9BB5-4CEA660D16E4}" presName="compChildNode" presStyleCnt="0"/>
      <dgm:spPr/>
    </dgm:pt>
    <dgm:pt modelId="{9F5CC78B-1443-4193-9CDE-FDE189350358}" type="pres">
      <dgm:prSet presAssocID="{1E0DA08A-F347-4F67-9BB5-4CEA660D16E4}" presName="theInnerList" presStyleCnt="0"/>
      <dgm:spPr/>
    </dgm:pt>
    <dgm:pt modelId="{7C801EB0-B66E-443C-868B-91FA84E560E3}" type="pres">
      <dgm:prSet presAssocID="{37379B0A-571F-42D5-8AC2-472C966C5B80}" presName="childNode" presStyleLbl="node1" presStyleIdx="5" presStyleCnt="9">
        <dgm:presLayoutVars>
          <dgm:bulletEnabled val="1"/>
        </dgm:presLayoutVars>
      </dgm:prSet>
      <dgm:spPr/>
    </dgm:pt>
    <dgm:pt modelId="{F98DD050-5CAB-4942-B14D-FD6F80A317C0}" type="pres">
      <dgm:prSet presAssocID="{37379B0A-571F-42D5-8AC2-472C966C5B80}" presName="aSpace2" presStyleCnt="0"/>
      <dgm:spPr/>
    </dgm:pt>
    <dgm:pt modelId="{7BC9C8D9-2B8A-4F64-B643-60143553346E}" type="pres">
      <dgm:prSet presAssocID="{595C162E-34A8-47F8-B744-4145CBB91B60}" presName="childNode" presStyleLbl="node1" presStyleIdx="6" presStyleCnt="9">
        <dgm:presLayoutVars>
          <dgm:bulletEnabled val="1"/>
        </dgm:presLayoutVars>
      </dgm:prSet>
      <dgm:spPr/>
    </dgm:pt>
    <dgm:pt modelId="{B782DAC7-F78E-458B-B407-39AD4E3262BE}" type="pres">
      <dgm:prSet presAssocID="{595C162E-34A8-47F8-B744-4145CBB91B60}" presName="aSpace2" presStyleCnt="0"/>
      <dgm:spPr/>
    </dgm:pt>
    <dgm:pt modelId="{98D6F6D6-7789-4F8C-A919-D8BA15A6FC87}" type="pres">
      <dgm:prSet presAssocID="{1665BC64-339F-41C5-A3CC-F17F2507E429}" presName="childNode" presStyleLbl="node1" presStyleIdx="7" presStyleCnt="9">
        <dgm:presLayoutVars>
          <dgm:bulletEnabled val="1"/>
        </dgm:presLayoutVars>
      </dgm:prSet>
      <dgm:spPr/>
    </dgm:pt>
    <dgm:pt modelId="{ECD60A7C-72B2-4D16-A9BC-39FC9006B814}" type="pres">
      <dgm:prSet presAssocID="{1665BC64-339F-41C5-A3CC-F17F2507E429}" presName="aSpace2" presStyleCnt="0"/>
      <dgm:spPr/>
    </dgm:pt>
    <dgm:pt modelId="{E1CB68D6-C43D-4592-9124-7D149294BCE5}" type="pres">
      <dgm:prSet presAssocID="{C88FB824-1082-4332-91D9-0BE748315532}" presName="childNode" presStyleLbl="node1" presStyleIdx="8" presStyleCnt="9">
        <dgm:presLayoutVars>
          <dgm:bulletEnabled val="1"/>
        </dgm:presLayoutVars>
      </dgm:prSet>
      <dgm:spPr/>
    </dgm:pt>
  </dgm:ptLst>
  <dgm:cxnLst>
    <dgm:cxn modelId="{B0DC5C04-FDB4-4379-9C96-43DBF4F4250F}" srcId="{1E0DA08A-F347-4F67-9BB5-4CEA660D16E4}" destId="{595C162E-34A8-47F8-B744-4145CBB91B60}" srcOrd="1" destOrd="0" parTransId="{9041CC2A-FEF7-463E-B662-01553DB91886}" sibTransId="{9502CB7E-3F97-4E46-BBAB-B08B919D55B8}"/>
    <dgm:cxn modelId="{4E9F8108-490D-41DC-80C4-D2C6294A62FD}" type="presOf" srcId="{4C002E97-0F8A-4938-B2FD-4ECEF577D79C}" destId="{240269D3-66FC-4ADD-9D3A-9E4B85067964}" srcOrd="0" destOrd="0" presId="urn:microsoft.com/office/officeart/2005/8/layout/lProcess2"/>
    <dgm:cxn modelId="{9FEF6F0D-78B0-496A-8B24-08669D3A332B}" srcId="{A6F7E600-3C8C-44C9-9542-CA34737A1F41}" destId="{4529CA48-412A-40E3-A968-36EF9DEB4BC6}" srcOrd="4" destOrd="0" parTransId="{6D1FA39D-9247-4432-850C-CAC6940356D7}" sibTransId="{C6DCB535-2876-48B9-990C-D837583013AB}"/>
    <dgm:cxn modelId="{313BB01B-F87B-4548-90BF-D05A8F186BCF}" type="presOf" srcId="{A6F7E600-3C8C-44C9-9542-CA34737A1F41}" destId="{E147ADDB-3D26-4C20-8002-825F11EE00F5}" srcOrd="1" destOrd="0" presId="urn:microsoft.com/office/officeart/2005/8/layout/lProcess2"/>
    <dgm:cxn modelId="{54DE181C-DAA9-4955-B7E0-38723ED8B137}" srcId="{A6F7E600-3C8C-44C9-9542-CA34737A1F41}" destId="{407606D9-F522-4CE0-AA07-EB59A239CF08}" srcOrd="1" destOrd="0" parTransId="{0AB1A9EC-A5E6-4046-A2F0-33078B55760A}" sibTransId="{4E4153FA-607A-4BAD-8E8C-DED5005F2A86}"/>
    <dgm:cxn modelId="{6ED21E1D-D15A-4A94-AADB-7EE8D64FDB29}" type="presOf" srcId="{A6F7E600-3C8C-44C9-9542-CA34737A1F41}" destId="{B559F693-5C65-4901-876A-1DDD85FF10C7}" srcOrd="0" destOrd="0" presId="urn:microsoft.com/office/officeart/2005/8/layout/lProcess2"/>
    <dgm:cxn modelId="{74A63C1F-8903-49C3-8329-296830D514A9}" type="presOf" srcId="{37379B0A-571F-42D5-8AC2-472C966C5B80}" destId="{7C801EB0-B66E-443C-868B-91FA84E560E3}" srcOrd="0" destOrd="0" presId="urn:microsoft.com/office/officeart/2005/8/layout/lProcess2"/>
    <dgm:cxn modelId="{E3684522-29AA-468B-A2B1-F4EDE888EBBA}" srcId="{1E0DA08A-F347-4F67-9BB5-4CEA660D16E4}" destId="{C88FB824-1082-4332-91D9-0BE748315532}" srcOrd="3" destOrd="0" parTransId="{EE3E24FE-2A2B-4C3C-836F-C90DB7AE07A8}" sibTransId="{BDBA906B-0D60-4EDC-AA5C-DDDB2755B9C5}"/>
    <dgm:cxn modelId="{5DAEE628-CF0F-4C01-9D27-FAB1D1E59917}" type="presOf" srcId="{D7F380F0-0DD2-422F-A286-788FDDE9D2A4}" destId="{57739B84-3B98-4E0E-B7D7-B46C61BF0EED}" srcOrd="0" destOrd="0" presId="urn:microsoft.com/office/officeart/2005/8/layout/lProcess2"/>
    <dgm:cxn modelId="{59882C32-504F-455C-B6E2-B520F596BAF8}" srcId="{A6F7E600-3C8C-44C9-9542-CA34737A1F41}" destId="{D7F380F0-0DD2-422F-A286-788FDDE9D2A4}" srcOrd="0" destOrd="0" parTransId="{BF7E9C7C-FCC9-46D9-84FD-C8ABAF013992}" sibTransId="{F2D1D9F6-6B44-4000-BA18-2A84627D2FB9}"/>
    <dgm:cxn modelId="{9C2A483D-5C9A-42F2-8ED1-69FE56037867}" srcId="{A6F7E600-3C8C-44C9-9542-CA34737A1F41}" destId="{4C002E97-0F8A-4938-B2FD-4ECEF577D79C}" srcOrd="3" destOrd="0" parTransId="{BD089967-62D8-4134-B261-0453D0023DFA}" sibTransId="{25B0C5EE-259A-445E-BE7A-3D759FA4A6B4}"/>
    <dgm:cxn modelId="{46571E62-F76E-4078-8594-4D3391A0961B}" srcId="{D96E5309-91BA-4BC5-94F7-A5C617920028}" destId="{1E0DA08A-F347-4F67-9BB5-4CEA660D16E4}" srcOrd="1" destOrd="0" parTransId="{DF7ADB89-9295-40BE-9B3F-07B26A8D26A4}" sibTransId="{047246A1-245C-4994-A37A-39E67DFC1781}"/>
    <dgm:cxn modelId="{5001266E-5739-44FB-92B5-FD7F0EC51562}" type="presOf" srcId="{C88FB824-1082-4332-91D9-0BE748315532}" destId="{E1CB68D6-C43D-4592-9124-7D149294BCE5}" srcOrd="0" destOrd="0" presId="urn:microsoft.com/office/officeart/2005/8/layout/lProcess2"/>
    <dgm:cxn modelId="{32EF7280-226C-4D24-A706-07D08A5F4763}" type="presOf" srcId="{4529CA48-412A-40E3-A968-36EF9DEB4BC6}" destId="{A67544DD-61F8-47BF-BD45-BD8DCCADC32A}" srcOrd="0" destOrd="0" presId="urn:microsoft.com/office/officeart/2005/8/layout/lProcess2"/>
    <dgm:cxn modelId="{79107595-666F-49B7-98F5-7D1B28B678A9}" type="presOf" srcId="{595C162E-34A8-47F8-B744-4145CBB91B60}" destId="{7BC9C8D9-2B8A-4F64-B643-60143553346E}" srcOrd="0" destOrd="0" presId="urn:microsoft.com/office/officeart/2005/8/layout/lProcess2"/>
    <dgm:cxn modelId="{382243B5-5ED8-44F0-A2A8-49501A9B3C52}" type="presOf" srcId="{D96E5309-91BA-4BC5-94F7-A5C617920028}" destId="{F8B2D0C5-695A-4A80-B081-7EA7111D732E}" srcOrd="0" destOrd="0" presId="urn:microsoft.com/office/officeart/2005/8/layout/lProcess2"/>
    <dgm:cxn modelId="{E4E34BB6-F1D6-408B-B888-AA1DEB9943E6}" srcId="{A6F7E600-3C8C-44C9-9542-CA34737A1F41}" destId="{62A68A71-7ECA-499C-981D-BFDE86D7750E}" srcOrd="2" destOrd="0" parTransId="{6B00C4D8-A46B-4713-A723-430A5D942A45}" sibTransId="{90132D7D-F91C-4FD1-BD8F-6FEF7A894A35}"/>
    <dgm:cxn modelId="{F0C826B8-C84E-4163-94B0-68D7C78017F9}" type="presOf" srcId="{1E0DA08A-F347-4F67-9BB5-4CEA660D16E4}" destId="{CDFF6564-6FBF-4C32-ACAC-779AC52C32CD}" srcOrd="1" destOrd="0" presId="urn:microsoft.com/office/officeart/2005/8/layout/lProcess2"/>
    <dgm:cxn modelId="{A292C5BA-3D07-40A6-AC15-DADB829D3133}" type="presOf" srcId="{62A68A71-7ECA-499C-981D-BFDE86D7750E}" destId="{DCC17CF0-DECA-46EE-B7AE-EBDC6BE37D76}" srcOrd="0" destOrd="0" presId="urn:microsoft.com/office/officeart/2005/8/layout/lProcess2"/>
    <dgm:cxn modelId="{A66053CF-ECD3-4739-A7E1-D10091D4895E}" srcId="{D96E5309-91BA-4BC5-94F7-A5C617920028}" destId="{A6F7E600-3C8C-44C9-9542-CA34737A1F41}" srcOrd="0" destOrd="0" parTransId="{572482B1-BBC9-4D49-82EA-C367E8D7AF12}" sibTransId="{4056D309-B548-4D0A-A387-1FC6F9059367}"/>
    <dgm:cxn modelId="{EB11CDD5-52E5-4F10-8BC7-73BF618688ED}" type="presOf" srcId="{1665BC64-339F-41C5-A3CC-F17F2507E429}" destId="{98D6F6D6-7789-4F8C-A919-D8BA15A6FC87}" srcOrd="0" destOrd="0" presId="urn:microsoft.com/office/officeart/2005/8/layout/lProcess2"/>
    <dgm:cxn modelId="{DB5C83E3-2FED-432E-B9DD-6CE2B15A0DD7}" type="presOf" srcId="{1E0DA08A-F347-4F67-9BB5-4CEA660D16E4}" destId="{FAC4CC60-69A0-4E04-82AC-43E6FBBFB0E1}" srcOrd="0" destOrd="0" presId="urn:microsoft.com/office/officeart/2005/8/layout/lProcess2"/>
    <dgm:cxn modelId="{D8975EE8-8D0A-45D8-B76F-BBA8522D4B28}" type="presOf" srcId="{407606D9-F522-4CE0-AA07-EB59A239CF08}" destId="{51461BC6-A08B-41E6-B9B1-6B7BC82BB706}" srcOrd="0" destOrd="0" presId="urn:microsoft.com/office/officeart/2005/8/layout/lProcess2"/>
    <dgm:cxn modelId="{CB6422EF-3788-4D92-A109-93254BCB8B03}" srcId="{1E0DA08A-F347-4F67-9BB5-4CEA660D16E4}" destId="{1665BC64-339F-41C5-A3CC-F17F2507E429}" srcOrd="2" destOrd="0" parTransId="{9F0484E6-719B-44F9-915D-67FBFB0C52D1}" sibTransId="{6C4D34A4-0AEA-41A2-AFD0-FEAB8F4F1A28}"/>
    <dgm:cxn modelId="{C29C1AFA-9945-4596-971A-1260B0D56D9E}" srcId="{1E0DA08A-F347-4F67-9BB5-4CEA660D16E4}" destId="{37379B0A-571F-42D5-8AC2-472C966C5B80}" srcOrd="0" destOrd="0" parTransId="{CD07035C-57AB-4710-9CF6-EAD80E0B853D}" sibTransId="{56B2031F-B94C-419D-B94F-F89CEF5D1E9D}"/>
    <dgm:cxn modelId="{23E97CDD-1D9F-4C72-9401-74ADBF5E8BA8}" type="presParOf" srcId="{F8B2D0C5-695A-4A80-B081-7EA7111D732E}" destId="{8681BAA4-1993-4393-A008-B52F2F05B375}" srcOrd="0" destOrd="0" presId="urn:microsoft.com/office/officeart/2005/8/layout/lProcess2"/>
    <dgm:cxn modelId="{A9222937-7032-453C-AEA7-980011E1E48F}" type="presParOf" srcId="{8681BAA4-1993-4393-A008-B52F2F05B375}" destId="{B559F693-5C65-4901-876A-1DDD85FF10C7}" srcOrd="0" destOrd="0" presId="urn:microsoft.com/office/officeart/2005/8/layout/lProcess2"/>
    <dgm:cxn modelId="{76548541-B678-4350-B69E-3823E8F37262}" type="presParOf" srcId="{8681BAA4-1993-4393-A008-B52F2F05B375}" destId="{E147ADDB-3D26-4C20-8002-825F11EE00F5}" srcOrd="1" destOrd="0" presId="urn:microsoft.com/office/officeart/2005/8/layout/lProcess2"/>
    <dgm:cxn modelId="{DA6CFA1D-D5EB-4092-9318-DDAD8129EB6C}" type="presParOf" srcId="{8681BAA4-1993-4393-A008-B52F2F05B375}" destId="{5D46C2A0-109C-4559-8120-C5BEDE1EF517}" srcOrd="2" destOrd="0" presId="urn:microsoft.com/office/officeart/2005/8/layout/lProcess2"/>
    <dgm:cxn modelId="{24ACABD0-78A4-45BA-BB25-11B386C7A403}" type="presParOf" srcId="{5D46C2A0-109C-4559-8120-C5BEDE1EF517}" destId="{B393859C-B19F-44CD-95F9-4F78824B0739}" srcOrd="0" destOrd="0" presId="urn:microsoft.com/office/officeart/2005/8/layout/lProcess2"/>
    <dgm:cxn modelId="{B5E8C304-0EE7-416D-8C08-30F6D072AF79}" type="presParOf" srcId="{B393859C-B19F-44CD-95F9-4F78824B0739}" destId="{57739B84-3B98-4E0E-B7D7-B46C61BF0EED}" srcOrd="0" destOrd="0" presId="urn:microsoft.com/office/officeart/2005/8/layout/lProcess2"/>
    <dgm:cxn modelId="{1D981C6D-A769-46E8-BABD-04F7545499FF}" type="presParOf" srcId="{B393859C-B19F-44CD-95F9-4F78824B0739}" destId="{3E5B23E3-340A-4784-8367-B2BDCE9743DD}" srcOrd="1" destOrd="0" presId="urn:microsoft.com/office/officeart/2005/8/layout/lProcess2"/>
    <dgm:cxn modelId="{F4BB13AC-6D15-4891-A4F4-7ECDB21CDC29}" type="presParOf" srcId="{B393859C-B19F-44CD-95F9-4F78824B0739}" destId="{51461BC6-A08B-41E6-B9B1-6B7BC82BB706}" srcOrd="2" destOrd="0" presId="urn:microsoft.com/office/officeart/2005/8/layout/lProcess2"/>
    <dgm:cxn modelId="{6400508A-3551-46FF-8755-8AA390891360}" type="presParOf" srcId="{B393859C-B19F-44CD-95F9-4F78824B0739}" destId="{0E6B6F8C-F4C3-4171-903C-429E592DC44F}" srcOrd="3" destOrd="0" presId="urn:microsoft.com/office/officeart/2005/8/layout/lProcess2"/>
    <dgm:cxn modelId="{DC93EB30-F34C-48CC-9065-11ED80D1659C}" type="presParOf" srcId="{B393859C-B19F-44CD-95F9-4F78824B0739}" destId="{DCC17CF0-DECA-46EE-B7AE-EBDC6BE37D76}" srcOrd="4" destOrd="0" presId="urn:microsoft.com/office/officeart/2005/8/layout/lProcess2"/>
    <dgm:cxn modelId="{0E98A2FD-F562-4919-BE1C-669E55FCEC61}" type="presParOf" srcId="{B393859C-B19F-44CD-95F9-4F78824B0739}" destId="{4066C900-2C3D-46D0-BB26-D23AFB38795D}" srcOrd="5" destOrd="0" presId="urn:microsoft.com/office/officeart/2005/8/layout/lProcess2"/>
    <dgm:cxn modelId="{B11B60C3-90F1-4E2F-9CF2-188C0C80863D}" type="presParOf" srcId="{B393859C-B19F-44CD-95F9-4F78824B0739}" destId="{240269D3-66FC-4ADD-9D3A-9E4B85067964}" srcOrd="6" destOrd="0" presId="urn:microsoft.com/office/officeart/2005/8/layout/lProcess2"/>
    <dgm:cxn modelId="{5E95D38C-5081-4ACD-8A2E-4E44CF4D85A6}" type="presParOf" srcId="{B393859C-B19F-44CD-95F9-4F78824B0739}" destId="{6CC21AAE-3091-458B-81D7-A31406180BAE}" srcOrd="7" destOrd="0" presId="urn:microsoft.com/office/officeart/2005/8/layout/lProcess2"/>
    <dgm:cxn modelId="{761F0F71-352D-4B06-A9F4-C824A7217B4C}" type="presParOf" srcId="{B393859C-B19F-44CD-95F9-4F78824B0739}" destId="{A67544DD-61F8-47BF-BD45-BD8DCCADC32A}" srcOrd="8" destOrd="0" presId="urn:microsoft.com/office/officeart/2005/8/layout/lProcess2"/>
    <dgm:cxn modelId="{94ECFAC1-0FD7-4541-9194-743C7E780371}" type="presParOf" srcId="{F8B2D0C5-695A-4A80-B081-7EA7111D732E}" destId="{9A95C1C9-3943-4C6F-9359-909328F2A750}" srcOrd="1" destOrd="0" presId="urn:microsoft.com/office/officeart/2005/8/layout/lProcess2"/>
    <dgm:cxn modelId="{2138F3F9-80FA-4C38-BCE8-46EA1BA78346}" type="presParOf" srcId="{F8B2D0C5-695A-4A80-B081-7EA7111D732E}" destId="{CBDAD7EB-6970-4C71-9441-9358B86B5F19}" srcOrd="2" destOrd="0" presId="urn:microsoft.com/office/officeart/2005/8/layout/lProcess2"/>
    <dgm:cxn modelId="{DD45A7D7-3E3A-4F38-A75A-8E57D8C8F629}" type="presParOf" srcId="{CBDAD7EB-6970-4C71-9441-9358B86B5F19}" destId="{FAC4CC60-69A0-4E04-82AC-43E6FBBFB0E1}" srcOrd="0" destOrd="0" presId="urn:microsoft.com/office/officeart/2005/8/layout/lProcess2"/>
    <dgm:cxn modelId="{83AB9C9E-099B-4CDA-A5CC-E035A3514AB7}" type="presParOf" srcId="{CBDAD7EB-6970-4C71-9441-9358B86B5F19}" destId="{CDFF6564-6FBF-4C32-ACAC-779AC52C32CD}" srcOrd="1" destOrd="0" presId="urn:microsoft.com/office/officeart/2005/8/layout/lProcess2"/>
    <dgm:cxn modelId="{2458D56F-92B8-4654-AB4B-4DAEA6D93604}" type="presParOf" srcId="{CBDAD7EB-6970-4C71-9441-9358B86B5F19}" destId="{A4EF9163-603D-4E1E-A6FE-E98220C31A63}" srcOrd="2" destOrd="0" presId="urn:microsoft.com/office/officeart/2005/8/layout/lProcess2"/>
    <dgm:cxn modelId="{17508D1E-D91B-400C-A625-F6C9C4A7FBF4}" type="presParOf" srcId="{A4EF9163-603D-4E1E-A6FE-E98220C31A63}" destId="{9F5CC78B-1443-4193-9CDE-FDE189350358}" srcOrd="0" destOrd="0" presId="urn:microsoft.com/office/officeart/2005/8/layout/lProcess2"/>
    <dgm:cxn modelId="{E78D34E8-9475-48E8-915F-BFD88F0F0D6F}" type="presParOf" srcId="{9F5CC78B-1443-4193-9CDE-FDE189350358}" destId="{7C801EB0-B66E-443C-868B-91FA84E560E3}" srcOrd="0" destOrd="0" presId="urn:microsoft.com/office/officeart/2005/8/layout/lProcess2"/>
    <dgm:cxn modelId="{080BDE81-0A5C-4C46-942C-ABA2C849C0CB}" type="presParOf" srcId="{9F5CC78B-1443-4193-9CDE-FDE189350358}" destId="{F98DD050-5CAB-4942-B14D-FD6F80A317C0}" srcOrd="1" destOrd="0" presId="urn:microsoft.com/office/officeart/2005/8/layout/lProcess2"/>
    <dgm:cxn modelId="{2D0ED66B-CAFF-4D0B-8BAC-9D42543D521B}" type="presParOf" srcId="{9F5CC78B-1443-4193-9CDE-FDE189350358}" destId="{7BC9C8D9-2B8A-4F64-B643-60143553346E}" srcOrd="2" destOrd="0" presId="urn:microsoft.com/office/officeart/2005/8/layout/lProcess2"/>
    <dgm:cxn modelId="{21E98AD8-734E-4C7C-B467-696CC046B583}" type="presParOf" srcId="{9F5CC78B-1443-4193-9CDE-FDE189350358}" destId="{B782DAC7-F78E-458B-B407-39AD4E3262BE}" srcOrd="3" destOrd="0" presId="urn:microsoft.com/office/officeart/2005/8/layout/lProcess2"/>
    <dgm:cxn modelId="{AE44F22C-5E2E-4746-903C-27BE4AA59BC9}" type="presParOf" srcId="{9F5CC78B-1443-4193-9CDE-FDE189350358}" destId="{98D6F6D6-7789-4F8C-A919-D8BA15A6FC87}" srcOrd="4" destOrd="0" presId="urn:microsoft.com/office/officeart/2005/8/layout/lProcess2"/>
    <dgm:cxn modelId="{B6C61760-F122-43DB-BB9A-F5404A7A6BB4}" type="presParOf" srcId="{9F5CC78B-1443-4193-9CDE-FDE189350358}" destId="{ECD60A7C-72B2-4D16-A9BC-39FC9006B814}" srcOrd="5" destOrd="0" presId="urn:microsoft.com/office/officeart/2005/8/layout/lProcess2"/>
    <dgm:cxn modelId="{2FC5A1DF-5F35-4477-9872-CAF7DA089BE9}" type="presParOf" srcId="{9F5CC78B-1443-4193-9CDE-FDE189350358}" destId="{E1CB68D6-C43D-4592-9124-7D149294BCE5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90B9BC5-660C-451C-99BD-3FDC5D73AAD4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5D3CEC-FC5A-4869-9596-744021C862C4}">
      <dgm:prSet/>
      <dgm:spPr>
        <a:solidFill>
          <a:schemeClr val="bg1">
            <a:lumMod val="75000"/>
          </a:schemeClr>
        </a:solidFill>
      </dgm:spPr>
      <dgm:t>
        <a:bodyPr/>
        <a:lstStyle/>
        <a:p>
          <a:pPr rtl="0"/>
          <a:r>
            <a:rPr lang="fr-CA"/>
            <a:t>Organiser le projet</a:t>
          </a:r>
          <a:endParaRPr lang="en-US"/>
        </a:p>
      </dgm:t>
    </dgm:pt>
    <dgm:pt modelId="{CE082F24-0907-4B20-AB66-9B1D85AFA126}" type="parTrans" cxnId="{502709D7-D5C8-45B2-AF54-FFE4CDA8B243}">
      <dgm:prSet/>
      <dgm:spPr/>
      <dgm:t>
        <a:bodyPr/>
        <a:lstStyle/>
        <a:p>
          <a:endParaRPr lang="en-US"/>
        </a:p>
      </dgm:t>
    </dgm:pt>
    <dgm:pt modelId="{D270129F-8D88-45FD-9603-C0F09CDEE47B}" type="sibTrans" cxnId="{502709D7-D5C8-45B2-AF54-FFE4CDA8B243}">
      <dgm:prSet/>
      <dgm:spPr/>
      <dgm:t>
        <a:bodyPr/>
        <a:lstStyle/>
        <a:p>
          <a:endParaRPr lang="en-US"/>
        </a:p>
      </dgm:t>
    </dgm:pt>
    <dgm:pt modelId="{6D51CF19-00AA-48C5-BE6C-CF3FCE8EB254}">
      <dgm:prSet/>
      <dgm:spPr/>
      <dgm:t>
        <a:bodyPr/>
        <a:lstStyle/>
        <a:p>
          <a:pPr rtl="0"/>
          <a:r>
            <a:rPr lang="fr-CA"/>
            <a:t>Architecture détaillée</a:t>
          </a:r>
          <a:endParaRPr lang="en-US"/>
        </a:p>
      </dgm:t>
    </dgm:pt>
    <dgm:pt modelId="{59FA33D3-390E-412D-8449-7C1C8EFB2D97}" type="parTrans" cxnId="{6F8997B0-597D-45A6-A981-02AAB61EEF9F}">
      <dgm:prSet/>
      <dgm:spPr/>
      <dgm:t>
        <a:bodyPr/>
        <a:lstStyle/>
        <a:p>
          <a:endParaRPr lang="en-US"/>
        </a:p>
      </dgm:t>
    </dgm:pt>
    <dgm:pt modelId="{BE268116-BC84-4585-9C6E-A6EECF049234}" type="sibTrans" cxnId="{6F8997B0-597D-45A6-A981-02AAB61EEF9F}">
      <dgm:prSet/>
      <dgm:spPr/>
      <dgm:t>
        <a:bodyPr/>
        <a:lstStyle/>
        <a:p>
          <a:endParaRPr lang="en-US"/>
        </a:p>
      </dgm:t>
    </dgm:pt>
    <dgm:pt modelId="{0AEB428B-8A25-4D60-BF49-EC1E5D68EA1C}">
      <dgm:prSet phldr="0"/>
      <dgm:spPr/>
      <dgm:t>
        <a:bodyPr/>
        <a:lstStyle/>
        <a:p>
          <a:pPr rtl="0"/>
          <a:r>
            <a:rPr lang="fr-CA" dirty="0"/>
            <a:t>Faire les analyses d’impact et de risques QA</a:t>
          </a:r>
        </a:p>
      </dgm:t>
    </dgm:pt>
    <dgm:pt modelId="{3050624A-5D4F-4091-AF6A-FF4B710E359D}" type="parTrans" cxnId="{862CAC18-7835-4C64-AFDF-C5DE1A1AD3A7}">
      <dgm:prSet/>
      <dgm:spPr/>
      <dgm:t>
        <a:bodyPr/>
        <a:lstStyle/>
        <a:p>
          <a:endParaRPr lang="en-US"/>
        </a:p>
      </dgm:t>
    </dgm:pt>
    <dgm:pt modelId="{4AF784BE-D477-4374-9C48-7807C0D972A1}" type="sibTrans" cxnId="{862CAC18-7835-4C64-AFDF-C5DE1A1AD3A7}">
      <dgm:prSet/>
      <dgm:spPr/>
      <dgm:t>
        <a:bodyPr/>
        <a:lstStyle/>
        <a:p>
          <a:endParaRPr lang="en-US"/>
        </a:p>
      </dgm:t>
    </dgm:pt>
    <dgm:pt modelId="{48852C4F-43AF-420E-9D42-E25A1D425853}">
      <dgm:prSet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CA"/>
            <a:t>Présenter la stratégie d’essai</a:t>
          </a:r>
          <a:br>
            <a:rPr lang="fr-CA"/>
          </a:br>
          <a:r>
            <a:rPr lang="fr-CA"/>
            <a:t>à l’équipe</a:t>
          </a:r>
        </a:p>
      </dgm:t>
    </dgm:pt>
    <dgm:pt modelId="{46F6CCA3-B1A1-405D-A86E-240B4A560934}" type="parTrans" cxnId="{694DBB78-2B29-4167-B38D-858BD402546E}">
      <dgm:prSet/>
      <dgm:spPr/>
      <dgm:t>
        <a:bodyPr/>
        <a:lstStyle/>
        <a:p>
          <a:endParaRPr lang="en-US"/>
        </a:p>
      </dgm:t>
    </dgm:pt>
    <dgm:pt modelId="{ED318052-5199-4CDC-A026-3B11FBE3275B}" type="sibTrans" cxnId="{694DBB78-2B29-4167-B38D-858BD402546E}">
      <dgm:prSet/>
      <dgm:spPr/>
      <dgm:t>
        <a:bodyPr/>
        <a:lstStyle/>
        <a:p>
          <a:endParaRPr lang="en-US"/>
        </a:p>
      </dgm:t>
    </dgm:pt>
    <dgm:pt modelId="{756F890C-CF83-437C-B5DD-FC21A090A80D}">
      <dgm:prSet phldr="0"/>
      <dgm:spPr/>
      <dgm:t>
        <a:bodyPr/>
        <a:lstStyle/>
        <a:p>
          <a:pPr rtl="0"/>
          <a:r>
            <a:rPr lang="fr-CA"/>
            <a:t>Préparer le plan de test et écrire les essais</a:t>
          </a:r>
        </a:p>
      </dgm:t>
    </dgm:pt>
    <dgm:pt modelId="{A4BADD48-CEC8-44AE-8D87-F84D932B229D}" type="parTrans" cxnId="{CA026E2D-095A-488E-B492-2B91FBE70CDD}">
      <dgm:prSet/>
      <dgm:spPr/>
      <dgm:t>
        <a:bodyPr/>
        <a:lstStyle/>
        <a:p>
          <a:endParaRPr lang="en-US"/>
        </a:p>
      </dgm:t>
    </dgm:pt>
    <dgm:pt modelId="{D146FEE7-BF2C-4BF6-ABD3-A5462D627885}" type="sibTrans" cxnId="{CA026E2D-095A-488E-B492-2B91FBE70CDD}">
      <dgm:prSet/>
      <dgm:spPr/>
      <dgm:t>
        <a:bodyPr/>
        <a:lstStyle/>
        <a:p>
          <a:endParaRPr lang="en-US"/>
        </a:p>
      </dgm:t>
    </dgm:pt>
    <dgm:pt modelId="{54910A3B-28D7-4616-A7AA-08F936B95192}">
      <dgm:prSet/>
      <dgm:spPr/>
      <dgm:t>
        <a:bodyPr/>
        <a:lstStyle/>
        <a:p>
          <a:pPr rtl="0"/>
          <a:r>
            <a:rPr lang="fr-CA"/>
            <a:t>Configuration et développement</a:t>
          </a:r>
          <a:endParaRPr lang="en-US"/>
        </a:p>
      </dgm:t>
    </dgm:pt>
    <dgm:pt modelId="{F47D63A9-6454-485A-9A90-81505C9FC933}" type="parTrans" cxnId="{628E1B30-CEE2-4831-A5E5-7FBDF20932F2}">
      <dgm:prSet/>
      <dgm:spPr/>
      <dgm:t>
        <a:bodyPr/>
        <a:lstStyle/>
        <a:p>
          <a:endParaRPr lang="en-US"/>
        </a:p>
      </dgm:t>
    </dgm:pt>
    <dgm:pt modelId="{E7B9ACEB-4459-40B6-8B49-7B53D2D0C7BB}" type="sibTrans" cxnId="{628E1B30-CEE2-4831-A5E5-7FBDF20932F2}">
      <dgm:prSet/>
      <dgm:spPr/>
      <dgm:t>
        <a:bodyPr/>
        <a:lstStyle/>
        <a:p>
          <a:endParaRPr lang="en-US"/>
        </a:p>
      </dgm:t>
    </dgm:pt>
    <dgm:pt modelId="{7BE95BE6-3794-4EA9-B7CC-BBC387887FEB}">
      <dgm:prSet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CA"/>
            <a:t>Exécuter les essais de système</a:t>
          </a:r>
        </a:p>
      </dgm:t>
    </dgm:pt>
    <dgm:pt modelId="{60110137-136A-4336-8B41-6E23894DAF69}" type="parTrans" cxnId="{D426E7C9-C86A-4473-8149-0F4A290B14B2}">
      <dgm:prSet/>
      <dgm:spPr/>
      <dgm:t>
        <a:bodyPr/>
        <a:lstStyle/>
        <a:p>
          <a:endParaRPr lang="en-US"/>
        </a:p>
      </dgm:t>
    </dgm:pt>
    <dgm:pt modelId="{D4FE5B3C-5F97-4F93-9511-D5215FBD5E11}" type="sibTrans" cxnId="{D426E7C9-C86A-4473-8149-0F4A290B14B2}">
      <dgm:prSet/>
      <dgm:spPr/>
      <dgm:t>
        <a:bodyPr/>
        <a:lstStyle/>
        <a:p>
          <a:endParaRPr lang="en-US"/>
        </a:p>
      </dgm:t>
    </dgm:pt>
    <dgm:pt modelId="{D351367D-AA84-4A0B-9975-3BC65DB95E89}">
      <dgm:prSet/>
      <dgm:spPr/>
      <dgm:t>
        <a:bodyPr/>
        <a:lstStyle/>
        <a:p>
          <a:r>
            <a:rPr lang="fr-CA"/>
            <a:t>Préparation</a:t>
          </a:r>
          <a:br>
            <a:rPr lang="fr-CA"/>
          </a:br>
          <a:r>
            <a:rPr lang="fr-CA"/>
            <a:t>MEP</a:t>
          </a:r>
          <a:endParaRPr lang="en-US"/>
        </a:p>
      </dgm:t>
    </dgm:pt>
    <dgm:pt modelId="{A9F16365-E199-4A85-B4AF-D38B8737B0FF}" type="parTrans" cxnId="{D2271043-D0BF-4E60-9986-2BD4BAA37BE7}">
      <dgm:prSet/>
      <dgm:spPr/>
      <dgm:t>
        <a:bodyPr/>
        <a:lstStyle/>
        <a:p>
          <a:endParaRPr lang="en-US"/>
        </a:p>
      </dgm:t>
    </dgm:pt>
    <dgm:pt modelId="{EA9EA3AC-62C4-403E-A3FF-20DE97B9611A}" type="sibTrans" cxnId="{D2271043-D0BF-4E60-9986-2BD4BAA37BE7}">
      <dgm:prSet/>
      <dgm:spPr/>
      <dgm:t>
        <a:bodyPr/>
        <a:lstStyle/>
        <a:p>
          <a:endParaRPr lang="en-US"/>
        </a:p>
      </dgm:t>
    </dgm:pt>
    <dgm:pt modelId="{13EFA440-B5CA-4174-8F4B-E3FBAC5412FF}">
      <dgm:prSet/>
      <dgm:spPr/>
      <dgm:t>
        <a:bodyPr/>
        <a:lstStyle/>
        <a:p>
          <a:pPr rtl="0"/>
          <a:r>
            <a:rPr lang="fr-CA"/>
            <a:t>Mise en Production</a:t>
          </a:r>
          <a:endParaRPr lang="en-US"/>
        </a:p>
      </dgm:t>
    </dgm:pt>
    <dgm:pt modelId="{087BEFE1-09D4-428F-B52B-30A702A237FD}" type="parTrans" cxnId="{744663D3-E35A-4839-AF41-733840FACC5E}">
      <dgm:prSet/>
      <dgm:spPr/>
      <dgm:t>
        <a:bodyPr/>
        <a:lstStyle/>
        <a:p>
          <a:endParaRPr lang="en-US"/>
        </a:p>
      </dgm:t>
    </dgm:pt>
    <dgm:pt modelId="{4658F1BD-A769-4DCF-A251-28BDF61E7CCA}" type="sibTrans" cxnId="{744663D3-E35A-4839-AF41-733840FACC5E}">
      <dgm:prSet/>
      <dgm:spPr/>
      <dgm:t>
        <a:bodyPr/>
        <a:lstStyle/>
        <a:p>
          <a:endParaRPr lang="en-US"/>
        </a:p>
      </dgm:t>
    </dgm:pt>
    <dgm:pt modelId="{124758BD-1AD8-423D-A408-B3A4FDBAF96A}">
      <dgm:prSet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CA"/>
            <a:t>Faire la rencontre de Go </a:t>
          </a:r>
          <a:r>
            <a:rPr lang="fr-CA" err="1"/>
            <a:t>Nogo</a:t>
          </a:r>
          <a:endParaRPr lang="fr-CA"/>
        </a:p>
      </dgm:t>
    </dgm:pt>
    <dgm:pt modelId="{DDB297BB-96CD-46C2-8582-1859F63D3F33}" type="parTrans" cxnId="{D0176544-6557-4690-8AEA-63DBCF6C885C}">
      <dgm:prSet/>
      <dgm:spPr/>
      <dgm:t>
        <a:bodyPr/>
        <a:lstStyle/>
        <a:p>
          <a:endParaRPr lang="en-US"/>
        </a:p>
      </dgm:t>
    </dgm:pt>
    <dgm:pt modelId="{7D4D1BD4-0F5A-419D-9288-5FF946972957}" type="sibTrans" cxnId="{D0176544-6557-4690-8AEA-63DBCF6C885C}">
      <dgm:prSet/>
      <dgm:spPr/>
      <dgm:t>
        <a:bodyPr/>
        <a:lstStyle/>
        <a:p>
          <a:endParaRPr lang="en-US"/>
        </a:p>
      </dgm:t>
    </dgm:pt>
    <dgm:pt modelId="{101AEDCF-C8FD-45F7-883D-47F6C07063B1}">
      <dgm:prSet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75000"/>
          </a:schemeClr>
        </a:solidFill>
      </dgm:spPr>
      <dgm:t>
        <a:bodyPr/>
        <a:lstStyle/>
        <a:p>
          <a:pPr rtl="0"/>
          <a:r>
            <a:rPr lang="fr-CA"/>
            <a:t>Désigner le responsable QA</a:t>
          </a:r>
        </a:p>
      </dgm:t>
    </dgm:pt>
    <dgm:pt modelId="{EC197EFC-F36B-48F0-A2DB-AC64EF21E1AA}" type="parTrans" cxnId="{7A1D0BE2-BD86-40F4-A324-844A65EEB71C}">
      <dgm:prSet/>
      <dgm:spPr/>
      <dgm:t>
        <a:bodyPr/>
        <a:lstStyle/>
        <a:p>
          <a:endParaRPr lang="fr-CA"/>
        </a:p>
      </dgm:t>
    </dgm:pt>
    <dgm:pt modelId="{2074246D-238E-4C55-A1C7-0917AC807110}" type="sibTrans" cxnId="{7A1D0BE2-BD86-40F4-A324-844A65EEB71C}">
      <dgm:prSet/>
      <dgm:spPr/>
      <dgm:t>
        <a:bodyPr/>
        <a:lstStyle/>
        <a:p>
          <a:endParaRPr lang="fr-CA"/>
        </a:p>
      </dgm:t>
    </dgm:pt>
    <dgm:pt modelId="{9975B0B6-4A7A-478C-BD30-934DBFFE5326}">
      <dgm:prSet phldr="0"/>
      <dgm:spPr/>
      <dgm:t>
        <a:bodyPr/>
        <a:lstStyle/>
        <a:p>
          <a:pPr rtl="0"/>
          <a:r>
            <a:rPr lang="fr-CA" dirty="0"/>
            <a:t>Établir le scope des changements</a:t>
          </a:r>
        </a:p>
      </dgm:t>
    </dgm:pt>
    <dgm:pt modelId="{70ABCA17-F04E-44D1-8389-79D79CC875CC}" type="parTrans" cxnId="{F1BA6D15-B5EE-441D-B1D4-CD82846D001E}">
      <dgm:prSet/>
      <dgm:spPr/>
      <dgm:t>
        <a:bodyPr/>
        <a:lstStyle/>
        <a:p>
          <a:endParaRPr lang="fr-CA"/>
        </a:p>
      </dgm:t>
    </dgm:pt>
    <dgm:pt modelId="{211ED2CF-E23F-4B17-83BD-B0AB3BB7CD16}" type="sibTrans" cxnId="{F1BA6D15-B5EE-441D-B1D4-CD82846D001E}">
      <dgm:prSet/>
      <dgm:spPr/>
      <dgm:t>
        <a:bodyPr/>
        <a:lstStyle/>
        <a:p>
          <a:endParaRPr lang="fr-CA"/>
        </a:p>
      </dgm:t>
    </dgm:pt>
    <dgm:pt modelId="{141806BA-912E-4FDB-9AD1-6281AAE0FECC}">
      <dgm:prSet phldr="0"/>
      <dgm:spPr/>
      <dgm:t>
        <a:bodyPr/>
        <a:lstStyle/>
        <a:p>
          <a:pPr rtl="0"/>
          <a:r>
            <a:rPr lang="fr-CA"/>
            <a:t>Préparer les environnements et les données</a:t>
          </a:r>
        </a:p>
      </dgm:t>
    </dgm:pt>
    <dgm:pt modelId="{2FD95983-1B29-49AA-8206-8E2DE2A708FF}" type="parTrans" cxnId="{B7F3E23E-C9CD-4A97-BAB5-255ABAD6CBEA}">
      <dgm:prSet/>
      <dgm:spPr/>
      <dgm:t>
        <a:bodyPr/>
        <a:lstStyle/>
        <a:p>
          <a:endParaRPr lang="fr-CA"/>
        </a:p>
      </dgm:t>
    </dgm:pt>
    <dgm:pt modelId="{FD2F71E2-8BA1-4016-84EA-0A99505F4329}" type="sibTrans" cxnId="{B7F3E23E-C9CD-4A97-BAB5-255ABAD6CBEA}">
      <dgm:prSet/>
      <dgm:spPr/>
      <dgm:t>
        <a:bodyPr/>
        <a:lstStyle/>
        <a:p>
          <a:endParaRPr lang="fr-CA"/>
        </a:p>
      </dgm:t>
    </dgm:pt>
    <dgm:pt modelId="{9D9706CE-0550-4777-9785-924D62A538B8}">
      <dgm:prSet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CA"/>
            <a:t>Exécuter les essais de composants</a:t>
          </a:r>
        </a:p>
      </dgm:t>
    </dgm:pt>
    <dgm:pt modelId="{FADCF406-E33A-4D52-9F15-01CFC24C648F}" type="parTrans" cxnId="{C8D5BF20-9969-4606-9DC9-D98706CBFE7E}">
      <dgm:prSet/>
      <dgm:spPr/>
      <dgm:t>
        <a:bodyPr/>
        <a:lstStyle/>
        <a:p>
          <a:endParaRPr lang="fr-CA"/>
        </a:p>
      </dgm:t>
    </dgm:pt>
    <dgm:pt modelId="{FDB47DDA-E078-4A11-83DD-C068D879BBEF}" type="sibTrans" cxnId="{C8D5BF20-9969-4606-9DC9-D98706CBFE7E}">
      <dgm:prSet/>
      <dgm:spPr/>
      <dgm:t>
        <a:bodyPr/>
        <a:lstStyle/>
        <a:p>
          <a:endParaRPr lang="fr-CA"/>
        </a:p>
      </dgm:t>
    </dgm:pt>
    <dgm:pt modelId="{70FF34B3-288A-4C1F-B7A1-8046E9F99D1D}">
      <dgm:prSet phldr="0"/>
      <dgm:spPr/>
      <dgm:t>
        <a:bodyPr/>
        <a:lstStyle/>
        <a:p>
          <a:pPr rtl="0"/>
          <a:r>
            <a:rPr lang="fr-CA"/>
            <a:t>Amélioration continue </a:t>
          </a:r>
          <a:br>
            <a:rPr lang="fr-CA"/>
          </a:br>
          <a:r>
            <a:rPr lang="fr-CA"/>
            <a:t>(Post-mortem)</a:t>
          </a:r>
        </a:p>
      </dgm:t>
    </dgm:pt>
    <dgm:pt modelId="{CFADBAD4-AB71-4FC8-94B8-F84948F61D2B}" type="parTrans" cxnId="{588EBF3C-4686-46CC-89FB-9FFB93030C97}">
      <dgm:prSet/>
      <dgm:spPr/>
      <dgm:t>
        <a:bodyPr/>
        <a:lstStyle/>
        <a:p>
          <a:endParaRPr lang="fr-CA"/>
        </a:p>
      </dgm:t>
    </dgm:pt>
    <dgm:pt modelId="{8C193A9B-B9D5-4378-9B67-5F08E939453C}" type="sibTrans" cxnId="{588EBF3C-4686-46CC-89FB-9FFB93030C97}">
      <dgm:prSet/>
      <dgm:spPr/>
      <dgm:t>
        <a:bodyPr/>
        <a:lstStyle/>
        <a:p>
          <a:endParaRPr lang="fr-CA"/>
        </a:p>
      </dgm:t>
    </dgm:pt>
    <dgm:pt modelId="{D82E58F9-D250-4E67-8481-397CBF568829}">
      <dgm:prSet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CA"/>
            <a:t>Exécuter les tests d’acceptation</a:t>
          </a:r>
        </a:p>
      </dgm:t>
    </dgm:pt>
    <dgm:pt modelId="{CA098DA8-D0FB-4031-BEA1-7FCABCF2EA27}" type="sibTrans" cxnId="{8850B4A3-1238-4DE6-96F4-53A5FD284928}">
      <dgm:prSet/>
      <dgm:spPr/>
      <dgm:t>
        <a:bodyPr/>
        <a:lstStyle/>
        <a:p>
          <a:endParaRPr lang="en-US"/>
        </a:p>
      </dgm:t>
    </dgm:pt>
    <dgm:pt modelId="{A8BB1A56-AD73-40D3-A9FE-82EC92F72B9A}" type="parTrans" cxnId="{8850B4A3-1238-4DE6-96F4-53A5FD284928}">
      <dgm:prSet/>
      <dgm:spPr/>
      <dgm:t>
        <a:bodyPr/>
        <a:lstStyle/>
        <a:p>
          <a:endParaRPr lang="en-US"/>
        </a:p>
      </dgm:t>
    </dgm:pt>
    <dgm:pt modelId="{E796684B-53D9-48F7-AB8C-B30C856B99DB}">
      <dgm:prSet/>
      <dgm:spPr/>
      <dgm:t>
        <a:bodyPr/>
        <a:lstStyle/>
        <a:p>
          <a:r>
            <a:rPr lang="en-US" err="1"/>
            <a:t>Sélectionner</a:t>
          </a:r>
          <a:r>
            <a:rPr lang="en-US"/>
            <a:t> les Features qui </a:t>
          </a:r>
          <a:r>
            <a:rPr lang="en-US" err="1"/>
            <a:t>seront</a:t>
          </a:r>
          <a:r>
            <a:rPr lang="en-US"/>
            <a:t> </a:t>
          </a:r>
          <a:r>
            <a:rPr lang="en-US" err="1"/>
            <a:t>livrées</a:t>
          </a:r>
          <a:endParaRPr lang="en-US"/>
        </a:p>
      </dgm:t>
    </dgm:pt>
    <dgm:pt modelId="{8912A73E-DEC3-4F33-99D4-AB250AD9DDB8}" type="parTrans" cxnId="{C63FC319-F034-405A-80AD-5BD4F67B40CF}">
      <dgm:prSet/>
      <dgm:spPr/>
      <dgm:t>
        <a:bodyPr/>
        <a:lstStyle/>
        <a:p>
          <a:endParaRPr lang="fr-CA"/>
        </a:p>
      </dgm:t>
    </dgm:pt>
    <dgm:pt modelId="{41F9B94D-DE01-4B6F-8342-D53B11DDC317}" type="sibTrans" cxnId="{C63FC319-F034-405A-80AD-5BD4F67B40CF}">
      <dgm:prSet/>
      <dgm:spPr/>
      <dgm:t>
        <a:bodyPr/>
        <a:lstStyle/>
        <a:p>
          <a:endParaRPr lang="fr-CA"/>
        </a:p>
      </dgm:t>
    </dgm:pt>
    <dgm:pt modelId="{4B552AC0-8720-47BA-BFDA-B136F939065B}">
      <dgm:prSet/>
      <dgm:spPr/>
      <dgm:t>
        <a:bodyPr/>
        <a:lstStyle/>
        <a:p>
          <a:r>
            <a:rPr lang="fr-CA"/>
            <a:t>Fusion des </a:t>
          </a:r>
          <a:r>
            <a:rPr lang="fr-CA" err="1"/>
            <a:t>Feature</a:t>
          </a:r>
          <a:r>
            <a:rPr lang="fr-CA"/>
            <a:t> + Smoke test</a:t>
          </a:r>
          <a:endParaRPr lang="en-US"/>
        </a:p>
      </dgm:t>
    </dgm:pt>
    <dgm:pt modelId="{2BFE4660-01C0-46EE-B0C8-ED5770BF464C}" type="parTrans" cxnId="{AE201DBC-5AEE-431C-8DA0-F09115E2535A}">
      <dgm:prSet/>
      <dgm:spPr/>
      <dgm:t>
        <a:bodyPr/>
        <a:lstStyle/>
        <a:p>
          <a:endParaRPr lang="fr-CA"/>
        </a:p>
      </dgm:t>
    </dgm:pt>
    <dgm:pt modelId="{B8EBB8BD-2EEB-4434-9032-322CF5771C33}" type="sibTrans" cxnId="{AE201DBC-5AEE-431C-8DA0-F09115E2535A}">
      <dgm:prSet/>
      <dgm:spPr/>
      <dgm:t>
        <a:bodyPr/>
        <a:lstStyle/>
        <a:p>
          <a:endParaRPr lang="fr-CA"/>
        </a:p>
      </dgm:t>
    </dgm:pt>
    <dgm:pt modelId="{E5DEC678-3A4D-4457-9A78-17607D7314A8}">
      <dgm:prSet phldr="0"/>
      <dgm:spPr/>
      <dgm:t>
        <a:bodyPr/>
        <a:lstStyle/>
        <a:p>
          <a:pPr rtl="0"/>
          <a:r>
            <a:rPr lang="fr-CA"/>
            <a:t>Préparer les utilisateurs aux tests (</a:t>
          </a:r>
          <a:r>
            <a:rPr lang="fr-CA" err="1"/>
            <a:t>Kickoff</a:t>
          </a:r>
          <a:r>
            <a:rPr lang="fr-CA"/>
            <a:t> QA)</a:t>
          </a:r>
        </a:p>
      </dgm:t>
    </dgm:pt>
    <dgm:pt modelId="{1F6753B4-4DAC-4CF4-A30A-544D4FE224AC}" type="parTrans" cxnId="{AB973890-DF71-435B-B30E-AB68BC6FBAC7}">
      <dgm:prSet/>
      <dgm:spPr/>
      <dgm:t>
        <a:bodyPr/>
        <a:lstStyle/>
        <a:p>
          <a:endParaRPr lang="fr-CA"/>
        </a:p>
      </dgm:t>
    </dgm:pt>
    <dgm:pt modelId="{54E983B4-0C61-4F33-A078-66AEAE6E1CFE}" type="sibTrans" cxnId="{AB973890-DF71-435B-B30E-AB68BC6FBAC7}">
      <dgm:prSet/>
      <dgm:spPr/>
      <dgm:t>
        <a:bodyPr/>
        <a:lstStyle/>
        <a:p>
          <a:endParaRPr lang="fr-CA"/>
        </a:p>
      </dgm:t>
    </dgm:pt>
    <dgm:pt modelId="{A63FD70E-7F0C-4F5C-BDD8-52D9BE13A49E}">
      <dgm:prSet phldr="0"/>
      <dgm:spPr/>
      <dgm:t>
        <a:bodyPr/>
        <a:lstStyle/>
        <a:p>
          <a:pPr rtl="0"/>
          <a:r>
            <a:rPr lang="fr-CA"/>
            <a:t>Corriger les anomalies (Bug)</a:t>
          </a:r>
        </a:p>
      </dgm:t>
    </dgm:pt>
    <dgm:pt modelId="{496A6FA5-606F-4643-AF1D-A4BBEAF0F371}" type="sibTrans" cxnId="{9193C1C9-CE35-4F17-9FC0-5802B7267EFF}">
      <dgm:prSet/>
      <dgm:spPr/>
      <dgm:t>
        <a:bodyPr/>
        <a:lstStyle/>
        <a:p>
          <a:endParaRPr lang="fr-CA"/>
        </a:p>
      </dgm:t>
    </dgm:pt>
    <dgm:pt modelId="{94A400D3-6ECF-4837-9567-1A1E33F112BE}" type="parTrans" cxnId="{9193C1C9-CE35-4F17-9FC0-5802B7267EFF}">
      <dgm:prSet/>
      <dgm:spPr/>
      <dgm:t>
        <a:bodyPr/>
        <a:lstStyle/>
        <a:p>
          <a:endParaRPr lang="fr-CA"/>
        </a:p>
      </dgm:t>
    </dgm:pt>
    <dgm:pt modelId="{62B94CBB-747C-4ED5-A800-63AEB52E49A1}">
      <dgm:prSet phldr="0"/>
      <dgm:spPr>
        <a:solidFill>
          <a:schemeClr val="bg1">
            <a:lumMod val="75000"/>
          </a:schemeClr>
        </a:solidFill>
      </dgm:spPr>
      <dgm:t>
        <a:bodyPr/>
        <a:lstStyle/>
        <a:p>
          <a:pPr rtl="0"/>
          <a:r>
            <a:rPr lang="fr-CA"/>
            <a:t>Annoncer les environnements nécessaires</a:t>
          </a:r>
        </a:p>
      </dgm:t>
    </dgm:pt>
    <dgm:pt modelId="{A321AA82-BA9B-489B-9B9E-E0138E76DE0A}" type="parTrans" cxnId="{67A674A4-15C8-4EE0-9115-BDAB188577F8}">
      <dgm:prSet/>
      <dgm:spPr/>
      <dgm:t>
        <a:bodyPr/>
        <a:lstStyle/>
        <a:p>
          <a:endParaRPr lang="fr-CA"/>
        </a:p>
      </dgm:t>
    </dgm:pt>
    <dgm:pt modelId="{B452C43C-594C-4706-848A-793BAD785B16}" type="sibTrans" cxnId="{67A674A4-15C8-4EE0-9115-BDAB188577F8}">
      <dgm:prSet/>
      <dgm:spPr/>
      <dgm:t>
        <a:bodyPr/>
        <a:lstStyle/>
        <a:p>
          <a:endParaRPr lang="fr-CA"/>
        </a:p>
      </dgm:t>
    </dgm:pt>
    <dgm:pt modelId="{F6C215C7-A311-481D-8AE0-EDCBCA79F8A4}">
      <dgm:prSet/>
      <dgm:spPr/>
      <dgm:t>
        <a:bodyPr/>
        <a:lstStyle/>
        <a:p>
          <a:r>
            <a:rPr lang="en-US"/>
            <a:t>Preparer la Release Note</a:t>
          </a:r>
          <a:br>
            <a:rPr lang="en-US"/>
          </a:br>
          <a:r>
            <a:rPr lang="en-US"/>
            <a:t>et le CHG</a:t>
          </a:r>
        </a:p>
      </dgm:t>
    </dgm:pt>
    <dgm:pt modelId="{6574BE33-DE4C-4FC9-A0BF-6EC78398B358}" type="parTrans" cxnId="{6F342C04-7997-45F7-AF64-767EE41B8CD8}">
      <dgm:prSet/>
      <dgm:spPr/>
      <dgm:t>
        <a:bodyPr/>
        <a:lstStyle/>
        <a:p>
          <a:endParaRPr lang="fr-CA"/>
        </a:p>
      </dgm:t>
    </dgm:pt>
    <dgm:pt modelId="{D3402C11-1414-48D9-B9C5-AD7840AE2669}" type="sibTrans" cxnId="{6F342C04-7997-45F7-AF64-767EE41B8CD8}">
      <dgm:prSet/>
      <dgm:spPr/>
      <dgm:t>
        <a:bodyPr/>
        <a:lstStyle/>
        <a:p>
          <a:endParaRPr lang="fr-CA"/>
        </a:p>
      </dgm:t>
    </dgm:pt>
    <dgm:pt modelId="{19C71ED4-39FB-4E37-B2B3-71D93D07835F}">
      <dgm:prSet/>
      <dgm:spPr/>
      <dgm:t>
        <a:bodyPr/>
        <a:lstStyle/>
        <a:p>
          <a:r>
            <a:rPr lang="fr-CA"/>
            <a:t>Analyse et Conception</a:t>
          </a:r>
          <a:endParaRPr lang="en-US"/>
        </a:p>
      </dgm:t>
    </dgm:pt>
    <dgm:pt modelId="{FEAEF6B5-026C-41E6-93DF-78DEB481D5BB}" type="parTrans" cxnId="{DE6D7B0F-18AD-491A-AE6F-605272438BD3}">
      <dgm:prSet/>
      <dgm:spPr/>
      <dgm:t>
        <a:bodyPr/>
        <a:lstStyle/>
        <a:p>
          <a:endParaRPr lang="en-US"/>
        </a:p>
      </dgm:t>
    </dgm:pt>
    <dgm:pt modelId="{FD7B0E12-C975-452F-8FA5-D886E98DC9D6}" type="sibTrans" cxnId="{DE6D7B0F-18AD-491A-AE6F-605272438BD3}">
      <dgm:prSet/>
      <dgm:spPr/>
      <dgm:t>
        <a:bodyPr/>
        <a:lstStyle/>
        <a:p>
          <a:endParaRPr lang="en-US"/>
        </a:p>
      </dgm:t>
    </dgm:pt>
    <dgm:pt modelId="{01BAE274-6F90-4136-B694-97FF75A9440F}">
      <dgm:prSet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CA"/>
            <a:t>Présenter le</a:t>
          </a:r>
          <a:br>
            <a:rPr lang="fr-CA"/>
          </a:br>
          <a:r>
            <a:rPr lang="fr-CA"/>
            <a:t>plan de test</a:t>
          </a:r>
          <a:br>
            <a:rPr lang="fr-CA"/>
          </a:br>
          <a:r>
            <a:rPr lang="fr-CA"/>
            <a:t>à l’équipe</a:t>
          </a:r>
        </a:p>
      </dgm:t>
    </dgm:pt>
    <dgm:pt modelId="{68D164E9-C771-4981-A8F0-B3102DDCCA18}" type="parTrans" cxnId="{5548F362-5B0B-4262-A863-A8BCE8496E6C}">
      <dgm:prSet/>
      <dgm:spPr/>
      <dgm:t>
        <a:bodyPr/>
        <a:lstStyle/>
        <a:p>
          <a:endParaRPr lang="fr-CA"/>
        </a:p>
      </dgm:t>
    </dgm:pt>
    <dgm:pt modelId="{909BA049-DE7C-4763-8706-BE0836158A76}" type="sibTrans" cxnId="{5548F362-5B0B-4262-A863-A8BCE8496E6C}">
      <dgm:prSet/>
      <dgm:spPr/>
      <dgm:t>
        <a:bodyPr/>
        <a:lstStyle/>
        <a:p>
          <a:endParaRPr lang="fr-CA"/>
        </a:p>
      </dgm:t>
    </dgm:pt>
    <dgm:pt modelId="{EB5DAB53-2C32-4021-96BF-2FBE4512B8C9}">
      <dgm:prSet phldr="0"/>
      <dgm:spPr>
        <a:solidFill>
          <a:schemeClr val="bg1">
            <a:lumMod val="75000"/>
          </a:schemeClr>
        </a:solidFill>
      </dgm:spPr>
      <dgm:t>
        <a:bodyPr/>
        <a:lstStyle/>
        <a:p>
          <a:pPr rtl="0"/>
          <a:r>
            <a:rPr lang="fr-CA"/>
            <a:t>Construire la roadmap en incluant les activités de QA</a:t>
          </a:r>
        </a:p>
      </dgm:t>
    </dgm:pt>
    <dgm:pt modelId="{4167E208-EDFE-442F-A327-EC0C42B5DD3B}" type="parTrans" cxnId="{6B53C32C-4D12-430A-92B3-37E1E6AB8001}">
      <dgm:prSet/>
      <dgm:spPr/>
      <dgm:t>
        <a:bodyPr/>
        <a:lstStyle/>
        <a:p>
          <a:endParaRPr lang="fr-CA"/>
        </a:p>
      </dgm:t>
    </dgm:pt>
    <dgm:pt modelId="{E9D5E004-6A9C-4E8E-A83E-EC5493C1F80E}" type="sibTrans" cxnId="{6B53C32C-4D12-430A-92B3-37E1E6AB8001}">
      <dgm:prSet/>
      <dgm:spPr/>
      <dgm:t>
        <a:bodyPr/>
        <a:lstStyle/>
        <a:p>
          <a:endParaRPr lang="fr-CA"/>
        </a:p>
      </dgm:t>
    </dgm:pt>
    <dgm:pt modelId="{38902662-6397-4F0F-B7A2-EEE15D856CA7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fr-CA"/>
            <a:t>Mise en production</a:t>
          </a:r>
        </a:p>
      </dgm:t>
    </dgm:pt>
    <dgm:pt modelId="{12F7D1DB-8D8D-45BC-B425-EBA417A1F85A}" type="parTrans" cxnId="{F6F9B559-06F8-4800-A3EE-159D2D48AF6B}">
      <dgm:prSet/>
      <dgm:spPr/>
      <dgm:t>
        <a:bodyPr/>
        <a:lstStyle/>
        <a:p>
          <a:endParaRPr lang="fr-CA"/>
        </a:p>
      </dgm:t>
    </dgm:pt>
    <dgm:pt modelId="{8DB2F8C3-0EF4-40E5-B37E-59A65632DED7}" type="sibTrans" cxnId="{F6F9B559-06F8-4800-A3EE-159D2D48AF6B}">
      <dgm:prSet/>
      <dgm:spPr/>
      <dgm:t>
        <a:bodyPr/>
        <a:lstStyle/>
        <a:p>
          <a:endParaRPr lang="fr-CA"/>
        </a:p>
      </dgm:t>
    </dgm:pt>
    <dgm:pt modelId="{C8ACA272-F3C3-4809-A826-0C941443197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fr-CA"/>
            <a:t>Surveillance active post-implantation (Hypercare)</a:t>
          </a:r>
        </a:p>
      </dgm:t>
    </dgm:pt>
    <dgm:pt modelId="{BD0D78D5-D782-48F2-81F4-BA108457B0F7}" type="parTrans" cxnId="{295FD9D5-13A1-43A1-AF89-6263642B6020}">
      <dgm:prSet/>
      <dgm:spPr/>
      <dgm:t>
        <a:bodyPr/>
        <a:lstStyle/>
        <a:p>
          <a:endParaRPr lang="fr-CA"/>
        </a:p>
      </dgm:t>
    </dgm:pt>
    <dgm:pt modelId="{2398B429-7B0E-446E-B803-470DF784D092}" type="sibTrans" cxnId="{295FD9D5-13A1-43A1-AF89-6263642B6020}">
      <dgm:prSet/>
      <dgm:spPr/>
      <dgm:t>
        <a:bodyPr/>
        <a:lstStyle/>
        <a:p>
          <a:endParaRPr lang="fr-CA"/>
        </a:p>
      </dgm:t>
    </dgm:pt>
    <dgm:pt modelId="{E252BE29-5FE5-44FE-B4DE-CA268A774FBE}" type="pres">
      <dgm:prSet presAssocID="{A90B9BC5-660C-451C-99BD-3FDC5D73AAD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CE0B3F4-BD01-47D8-87D6-3312077CC321}" type="pres">
      <dgm:prSet presAssocID="{8F5D3CEC-FC5A-4869-9596-744021C862C4}" presName="root" presStyleCnt="0"/>
      <dgm:spPr/>
    </dgm:pt>
    <dgm:pt modelId="{9960E4FD-147D-4A11-A712-30C34B32FDFB}" type="pres">
      <dgm:prSet presAssocID="{8F5D3CEC-FC5A-4869-9596-744021C862C4}" presName="rootComposite" presStyleCnt="0"/>
      <dgm:spPr/>
    </dgm:pt>
    <dgm:pt modelId="{6ED36ECF-8707-4657-A0D4-DD8699CE768B}" type="pres">
      <dgm:prSet presAssocID="{8F5D3CEC-FC5A-4869-9596-744021C862C4}" presName="rootText" presStyleLbl="node1" presStyleIdx="0" presStyleCnt="6"/>
      <dgm:spPr/>
    </dgm:pt>
    <dgm:pt modelId="{0760B9C8-D59F-4AF6-8CC6-BBF8182AFFE3}" type="pres">
      <dgm:prSet presAssocID="{8F5D3CEC-FC5A-4869-9596-744021C862C4}" presName="rootConnector" presStyleLbl="node1" presStyleIdx="0" presStyleCnt="6"/>
      <dgm:spPr/>
    </dgm:pt>
    <dgm:pt modelId="{05F316A2-2D1D-4845-880E-613168789DD7}" type="pres">
      <dgm:prSet presAssocID="{8F5D3CEC-FC5A-4869-9596-744021C862C4}" presName="childShape" presStyleCnt="0"/>
      <dgm:spPr/>
    </dgm:pt>
    <dgm:pt modelId="{07281410-E796-4852-9171-BDB640A21D26}" type="pres">
      <dgm:prSet presAssocID="{EC197EFC-F36B-48F0-A2DB-AC64EF21E1AA}" presName="Name13" presStyleLbl="parChTrans1D2" presStyleIdx="0" presStyleCnt="21"/>
      <dgm:spPr/>
    </dgm:pt>
    <dgm:pt modelId="{4E83B226-9429-49C2-9CFD-37F03B1989FF}" type="pres">
      <dgm:prSet presAssocID="{101AEDCF-C8FD-45F7-883D-47F6C07063B1}" presName="childText" presStyleLbl="bgAcc1" presStyleIdx="0" presStyleCnt="21">
        <dgm:presLayoutVars>
          <dgm:bulletEnabled val="1"/>
        </dgm:presLayoutVars>
      </dgm:prSet>
      <dgm:spPr/>
    </dgm:pt>
    <dgm:pt modelId="{6FC81D0C-B7DD-4C0A-8426-38611180748F}" type="pres">
      <dgm:prSet presAssocID="{4167E208-EDFE-442F-A327-EC0C42B5DD3B}" presName="Name13" presStyleLbl="parChTrans1D2" presStyleIdx="1" presStyleCnt="21"/>
      <dgm:spPr/>
    </dgm:pt>
    <dgm:pt modelId="{04E93DE3-FEFF-4569-ACD3-08E399A3A18D}" type="pres">
      <dgm:prSet presAssocID="{EB5DAB53-2C32-4021-96BF-2FBE4512B8C9}" presName="childText" presStyleLbl="bgAcc1" presStyleIdx="1" presStyleCnt="21">
        <dgm:presLayoutVars>
          <dgm:bulletEnabled val="1"/>
        </dgm:presLayoutVars>
      </dgm:prSet>
      <dgm:spPr/>
    </dgm:pt>
    <dgm:pt modelId="{E26BC60D-AF0F-4466-B359-05823F682B59}" type="pres">
      <dgm:prSet presAssocID="{A321AA82-BA9B-489B-9B9E-E0138E76DE0A}" presName="Name13" presStyleLbl="parChTrans1D2" presStyleIdx="2" presStyleCnt="21"/>
      <dgm:spPr/>
    </dgm:pt>
    <dgm:pt modelId="{E60F0558-FBF2-4E6B-9DFA-487B421BCA69}" type="pres">
      <dgm:prSet presAssocID="{62B94CBB-747C-4ED5-A800-63AEB52E49A1}" presName="childText" presStyleLbl="bgAcc1" presStyleIdx="2" presStyleCnt="21">
        <dgm:presLayoutVars>
          <dgm:bulletEnabled val="1"/>
        </dgm:presLayoutVars>
      </dgm:prSet>
      <dgm:spPr/>
    </dgm:pt>
    <dgm:pt modelId="{178A6A13-1414-41C4-B0DB-706B3FB83D9C}" type="pres">
      <dgm:prSet presAssocID="{6D51CF19-00AA-48C5-BE6C-CF3FCE8EB254}" presName="root" presStyleCnt="0"/>
      <dgm:spPr/>
    </dgm:pt>
    <dgm:pt modelId="{B9A83698-5E16-4E09-890E-6BE0D5119B4B}" type="pres">
      <dgm:prSet presAssocID="{6D51CF19-00AA-48C5-BE6C-CF3FCE8EB254}" presName="rootComposite" presStyleCnt="0"/>
      <dgm:spPr/>
    </dgm:pt>
    <dgm:pt modelId="{6EE1221E-E3E1-4233-9090-5BEE13633D33}" type="pres">
      <dgm:prSet presAssocID="{6D51CF19-00AA-48C5-BE6C-CF3FCE8EB254}" presName="rootText" presStyleLbl="node1" presStyleIdx="1" presStyleCnt="6"/>
      <dgm:spPr/>
    </dgm:pt>
    <dgm:pt modelId="{8E30F5CA-ED92-48D5-AA3C-BB746BD25069}" type="pres">
      <dgm:prSet presAssocID="{6D51CF19-00AA-48C5-BE6C-CF3FCE8EB254}" presName="rootConnector" presStyleLbl="node1" presStyleIdx="1" presStyleCnt="6"/>
      <dgm:spPr/>
    </dgm:pt>
    <dgm:pt modelId="{BCF83B2E-104C-4221-B770-E8CAC4022E8C}" type="pres">
      <dgm:prSet presAssocID="{6D51CF19-00AA-48C5-BE6C-CF3FCE8EB254}" presName="childShape" presStyleCnt="0"/>
      <dgm:spPr/>
    </dgm:pt>
    <dgm:pt modelId="{CCBDB1C6-7F49-4DE1-B7DE-10701010AB9A}" type="pres">
      <dgm:prSet presAssocID="{70ABCA17-F04E-44D1-8389-79D79CC875CC}" presName="Name13" presStyleLbl="parChTrans1D2" presStyleIdx="3" presStyleCnt="21"/>
      <dgm:spPr/>
    </dgm:pt>
    <dgm:pt modelId="{FAC67607-D057-4AF0-972E-A07C382819C0}" type="pres">
      <dgm:prSet presAssocID="{9975B0B6-4A7A-478C-BD30-934DBFFE5326}" presName="childText" presStyleLbl="bgAcc1" presStyleIdx="3" presStyleCnt="21">
        <dgm:presLayoutVars>
          <dgm:bulletEnabled val="1"/>
        </dgm:presLayoutVars>
      </dgm:prSet>
      <dgm:spPr/>
    </dgm:pt>
    <dgm:pt modelId="{03DA89A5-5419-4A23-A42D-5EE807601C1D}" type="pres">
      <dgm:prSet presAssocID="{3050624A-5D4F-4091-AF6A-FF4B710E359D}" presName="Name13" presStyleLbl="parChTrans1D2" presStyleIdx="4" presStyleCnt="21"/>
      <dgm:spPr/>
    </dgm:pt>
    <dgm:pt modelId="{4748BF97-5A92-4A9B-A2EE-F76066C435AC}" type="pres">
      <dgm:prSet presAssocID="{0AEB428B-8A25-4D60-BF49-EC1E5D68EA1C}" presName="childText" presStyleLbl="bgAcc1" presStyleIdx="4" presStyleCnt="21">
        <dgm:presLayoutVars>
          <dgm:bulletEnabled val="1"/>
        </dgm:presLayoutVars>
      </dgm:prSet>
      <dgm:spPr/>
    </dgm:pt>
    <dgm:pt modelId="{140A4EC6-8CF0-4E1B-AFF3-EAB6F8471A10}" type="pres">
      <dgm:prSet presAssocID="{46F6CCA3-B1A1-405D-A86E-240B4A560934}" presName="Name13" presStyleLbl="parChTrans1D2" presStyleIdx="5" presStyleCnt="21"/>
      <dgm:spPr/>
    </dgm:pt>
    <dgm:pt modelId="{49E5CDEE-4ADC-48C8-92ED-48BB98C309FB}" type="pres">
      <dgm:prSet presAssocID="{48852C4F-43AF-420E-9D42-E25A1D425853}" presName="childText" presStyleLbl="bgAcc1" presStyleIdx="5" presStyleCnt="21">
        <dgm:presLayoutVars>
          <dgm:bulletEnabled val="1"/>
        </dgm:presLayoutVars>
      </dgm:prSet>
      <dgm:spPr/>
    </dgm:pt>
    <dgm:pt modelId="{02B8968A-F0C1-44DB-9906-AEBFFC3F34D0}" type="pres">
      <dgm:prSet presAssocID="{19C71ED4-39FB-4E37-B2B3-71D93D07835F}" presName="root" presStyleCnt="0"/>
      <dgm:spPr/>
    </dgm:pt>
    <dgm:pt modelId="{D56BD95B-AC42-4765-8C77-4F44789000E3}" type="pres">
      <dgm:prSet presAssocID="{19C71ED4-39FB-4E37-B2B3-71D93D07835F}" presName="rootComposite" presStyleCnt="0"/>
      <dgm:spPr/>
    </dgm:pt>
    <dgm:pt modelId="{607AAB5E-ABBE-44DE-AA3D-27F7F766B37A}" type="pres">
      <dgm:prSet presAssocID="{19C71ED4-39FB-4E37-B2B3-71D93D07835F}" presName="rootText" presStyleLbl="node1" presStyleIdx="2" presStyleCnt="6"/>
      <dgm:spPr/>
    </dgm:pt>
    <dgm:pt modelId="{A640F7D4-CEC4-4E1C-9D08-17C82E57EFF9}" type="pres">
      <dgm:prSet presAssocID="{19C71ED4-39FB-4E37-B2B3-71D93D07835F}" presName="rootConnector" presStyleLbl="node1" presStyleIdx="2" presStyleCnt="6"/>
      <dgm:spPr/>
    </dgm:pt>
    <dgm:pt modelId="{EF38FC99-FC17-4271-A16D-AD565D078EC6}" type="pres">
      <dgm:prSet presAssocID="{19C71ED4-39FB-4E37-B2B3-71D93D07835F}" presName="childShape" presStyleCnt="0"/>
      <dgm:spPr/>
    </dgm:pt>
    <dgm:pt modelId="{8E192D1C-1388-478C-ABE0-81F5D199C6C2}" type="pres">
      <dgm:prSet presAssocID="{A4BADD48-CEC8-44AE-8D87-F84D932B229D}" presName="Name13" presStyleLbl="parChTrans1D2" presStyleIdx="6" presStyleCnt="21"/>
      <dgm:spPr/>
    </dgm:pt>
    <dgm:pt modelId="{D54C8DAB-10E6-4429-B2E6-41FC9DA40B63}" type="pres">
      <dgm:prSet presAssocID="{756F890C-CF83-437C-B5DD-FC21A090A80D}" presName="childText" presStyleLbl="bgAcc1" presStyleIdx="6" presStyleCnt="21">
        <dgm:presLayoutVars>
          <dgm:bulletEnabled val="1"/>
        </dgm:presLayoutVars>
      </dgm:prSet>
      <dgm:spPr/>
    </dgm:pt>
    <dgm:pt modelId="{5D49C626-4AE7-4BBB-96B9-87E8256ED1EE}" type="pres">
      <dgm:prSet presAssocID="{2FD95983-1B29-49AA-8206-8E2DE2A708FF}" presName="Name13" presStyleLbl="parChTrans1D2" presStyleIdx="7" presStyleCnt="21"/>
      <dgm:spPr/>
    </dgm:pt>
    <dgm:pt modelId="{0FBDCE6E-84A7-490A-8132-95B51915ACE4}" type="pres">
      <dgm:prSet presAssocID="{141806BA-912E-4FDB-9AD1-6281AAE0FECC}" presName="childText" presStyleLbl="bgAcc1" presStyleIdx="7" presStyleCnt="21">
        <dgm:presLayoutVars>
          <dgm:bulletEnabled val="1"/>
        </dgm:presLayoutVars>
      </dgm:prSet>
      <dgm:spPr/>
    </dgm:pt>
    <dgm:pt modelId="{7899F8BA-889C-4C69-9C4A-B5B17E644EAA}" type="pres">
      <dgm:prSet presAssocID="{68D164E9-C771-4981-A8F0-B3102DDCCA18}" presName="Name13" presStyleLbl="parChTrans1D2" presStyleIdx="8" presStyleCnt="21"/>
      <dgm:spPr/>
    </dgm:pt>
    <dgm:pt modelId="{5491BC51-53BB-4433-8C03-D9A4E4CDF4C9}" type="pres">
      <dgm:prSet presAssocID="{01BAE274-6F90-4136-B694-97FF75A9440F}" presName="childText" presStyleLbl="bgAcc1" presStyleIdx="8" presStyleCnt="21">
        <dgm:presLayoutVars>
          <dgm:bulletEnabled val="1"/>
        </dgm:presLayoutVars>
      </dgm:prSet>
      <dgm:spPr/>
    </dgm:pt>
    <dgm:pt modelId="{54986283-7A12-4568-BABE-E0C853CF6099}" type="pres">
      <dgm:prSet presAssocID="{54910A3B-28D7-4616-A7AA-08F936B95192}" presName="root" presStyleCnt="0"/>
      <dgm:spPr/>
    </dgm:pt>
    <dgm:pt modelId="{FA7C1C98-4C47-49D0-AE8F-F56AD7F42F55}" type="pres">
      <dgm:prSet presAssocID="{54910A3B-28D7-4616-A7AA-08F936B95192}" presName="rootComposite" presStyleCnt="0"/>
      <dgm:spPr/>
    </dgm:pt>
    <dgm:pt modelId="{4ED0EA71-5430-4321-9392-B8FA0592AEFF}" type="pres">
      <dgm:prSet presAssocID="{54910A3B-28D7-4616-A7AA-08F936B95192}" presName="rootText" presStyleLbl="node1" presStyleIdx="3" presStyleCnt="6"/>
      <dgm:spPr/>
    </dgm:pt>
    <dgm:pt modelId="{9AEA9AEF-9B40-4D2F-9028-E62F4210D289}" type="pres">
      <dgm:prSet presAssocID="{54910A3B-28D7-4616-A7AA-08F936B95192}" presName="rootConnector" presStyleLbl="node1" presStyleIdx="3" presStyleCnt="6"/>
      <dgm:spPr/>
    </dgm:pt>
    <dgm:pt modelId="{BB1166EB-2403-4B02-BA51-3A963F8A1264}" type="pres">
      <dgm:prSet presAssocID="{54910A3B-28D7-4616-A7AA-08F936B95192}" presName="childShape" presStyleCnt="0"/>
      <dgm:spPr/>
    </dgm:pt>
    <dgm:pt modelId="{2081DD8E-A340-4E6D-AC86-E9CFC1F696F6}" type="pres">
      <dgm:prSet presAssocID="{FADCF406-E33A-4D52-9F15-01CFC24C648F}" presName="Name13" presStyleLbl="parChTrans1D2" presStyleIdx="9" presStyleCnt="21"/>
      <dgm:spPr/>
    </dgm:pt>
    <dgm:pt modelId="{936BF21A-7524-421A-B370-5E827505E659}" type="pres">
      <dgm:prSet presAssocID="{9D9706CE-0550-4777-9785-924D62A538B8}" presName="childText" presStyleLbl="bgAcc1" presStyleIdx="9" presStyleCnt="21">
        <dgm:presLayoutVars>
          <dgm:bulletEnabled val="1"/>
        </dgm:presLayoutVars>
      </dgm:prSet>
      <dgm:spPr/>
    </dgm:pt>
    <dgm:pt modelId="{031C3C27-CFB5-40F8-8985-A5BCA4E91BEA}" type="pres">
      <dgm:prSet presAssocID="{60110137-136A-4336-8B41-6E23894DAF69}" presName="Name13" presStyleLbl="parChTrans1D2" presStyleIdx="10" presStyleCnt="21"/>
      <dgm:spPr/>
    </dgm:pt>
    <dgm:pt modelId="{94EA4699-139F-4084-AF1F-895DB716AF4B}" type="pres">
      <dgm:prSet presAssocID="{7BE95BE6-3794-4EA9-B7CC-BBC387887FEB}" presName="childText" presStyleLbl="bgAcc1" presStyleIdx="10" presStyleCnt="21">
        <dgm:presLayoutVars>
          <dgm:bulletEnabled val="1"/>
        </dgm:presLayoutVars>
      </dgm:prSet>
      <dgm:spPr/>
    </dgm:pt>
    <dgm:pt modelId="{B0AD2F2E-E8CE-461C-95DA-CAB069F9673F}" type="pres">
      <dgm:prSet presAssocID="{94A400D3-6ECF-4837-9567-1A1E33F112BE}" presName="Name13" presStyleLbl="parChTrans1D2" presStyleIdx="11" presStyleCnt="21"/>
      <dgm:spPr/>
    </dgm:pt>
    <dgm:pt modelId="{F4341795-C684-4BCE-8932-665708DB78ED}" type="pres">
      <dgm:prSet presAssocID="{A63FD70E-7F0C-4F5C-BDD8-52D9BE13A49E}" presName="childText" presStyleLbl="bgAcc1" presStyleIdx="11" presStyleCnt="21">
        <dgm:presLayoutVars>
          <dgm:bulletEnabled val="1"/>
        </dgm:presLayoutVars>
      </dgm:prSet>
      <dgm:spPr/>
    </dgm:pt>
    <dgm:pt modelId="{FA3BE5F7-0823-4026-9E80-23A2C643CCED}" type="pres">
      <dgm:prSet presAssocID="{1F6753B4-4DAC-4CF4-A30A-544D4FE224AC}" presName="Name13" presStyleLbl="parChTrans1D2" presStyleIdx="12" presStyleCnt="21"/>
      <dgm:spPr/>
    </dgm:pt>
    <dgm:pt modelId="{7B945FC2-5130-4062-A04D-C73E9BA5C90E}" type="pres">
      <dgm:prSet presAssocID="{E5DEC678-3A4D-4457-9A78-17607D7314A8}" presName="childText" presStyleLbl="bgAcc1" presStyleIdx="12" presStyleCnt="21">
        <dgm:presLayoutVars>
          <dgm:bulletEnabled val="1"/>
        </dgm:presLayoutVars>
      </dgm:prSet>
      <dgm:spPr/>
    </dgm:pt>
    <dgm:pt modelId="{E01D0F9C-5D2E-4F5F-AFFD-6F3453FAE53F}" type="pres">
      <dgm:prSet presAssocID="{D351367D-AA84-4A0B-9975-3BC65DB95E89}" presName="root" presStyleCnt="0"/>
      <dgm:spPr/>
    </dgm:pt>
    <dgm:pt modelId="{E08E1116-89D9-46D5-B919-664F68A34784}" type="pres">
      <dgm:prSet presAssocID="{D351367D-AA84-4A0B-9975-3BC65DB95E89}" presName="rootComposite" presStyleCnt="0"/>
      <dgm:spPr/>
    </dgm:pt>
    <dgm:pt modelId="{3EA437CD-D6D8-436D-A06F-DFBB397EADC0}" type="pres">
      <dgm:prSet presAssocID="{D351367D-AA84-4A0B-9975-3BC65DB95E89}" presName="rootText" presStyleLbl="node1" presStyleIdx="4" presStyleCnt="6"/>
      <dgm:spPr/>
    </dgm:pt>
    <dgm:pt modelId="{ADE7C4A5-1F2B-4EC1-B14A-E4E09EE6AB27}" type="pres">
      <dgm:prSet presAssocID="{D351367D-AA84-4A0B-9975-3BC65DB95E89}" presName="rootConnector" presStyleLbl="node1" presStyleIdx="4" presStyleCnt="6"/>
      <dgm:spPr/>
    </dgm:pt>
    <dgm:pt modelId="{7FE931E8-E2A4-4B6D-8FA1-63A77A8F0E42}" type="pres">
      <dgm:prSet presAssocID="{D351367D-AA84-4A0B-9975-3BC65DB95E89}" presName="childShape" presStyleCnt="0"/>
      <dgm:spPr/>
    </dgm:pt>
    <dgm:pt modelId="{DC660335-353F-436B-8882-7D949C34736E}" type="pres">
      <dgm:prSet presAssocID="{8912A73E-DEC3-4F33-99D4-AB250AD9DDB8}" presName="Name13" presStyleLbl="parChTrans1D2" presStyleIdx="13" presStyleCnt="21"/>
      <dgm:spPr/>
    </dgm:pt>
    <dgm:pt modelId="{37C5AA93-404D-4E48-A7D4-28257559EBD3}" type="pres">
      <dgm:prSet presAssocID="{E796684B-53D9-48F7-AB8C-B30C856B99DB}" presName="childText" presStyleLbl="bgAcc1" presStyleIdx="13" presStyleCnt="21">
        <dgm:presLayoutVars>
          <dgm:bulletEnabled val="1"/>
        </dgm:presLayoutVars>
      </dgm:prSet>
      <dgm:spPr/>
    </dgm:pt>
    <dgm:pt modelId="{ED3DBA48-FEBB-48E3-8B6A-69E6EEE39D18}" type="pres">
      <dgm:prSet presAssocID="{6574BE33-DE4C-4FC9-A0BF-6EC78398B358}" presName="Name13" presStyleLbl="parChTrans1D2" presStyleIdx="14" presStyleCnt="21"/>
      <dgm:spPr/>
    </dgm:pt>
    <dgm:pt modelId="{9B53472E-9DBF-4F9A-9080-F4A7EE85C88C}" type="pres">
      <dgm:prSet presAssocID="{F6C215C7-A311-481D-8AE0-EDCBCA79F8A4}" presName="childText" presStyleLbl="bgAcc1" presStyleIdx="14" presStyleCnt="21">
        <dgm:presLayoutVars>
          <dgm:bulletEnabled val="1"/>
        </dgm:presLayoutVars>
      </dgm:prSet>
      <dgm:spPr/>
    </dgm:pt>
    <dgm:pt modelId="{B04B88B0-8CB5-4F1E-A110-2F8F7165443E}" type="pres">
      <dgm:prSet presAssocID="{2BFE4660-01C0-46EE-B0C8-ED5770BF464C}" presName="Name13" presStyleLbl="parChTrans1D2" presStyleIdx="15" presStyleCnt="21"/>
      <dgm:spPr/>
    </dgm:pt>
    <dgm:pt modelId="{9088A183-E020-4253-86F1-5A0F8B00CB0E}" type="pres">
      <dgm:prSet presAssocID="{4B552AC0-8720-47BA-BFDA-B136F939065B}" presName="childText" presStyleLbl="bgAcc1" presStyleIdx="15" presStyleCnt="21">
        <dgm:presLayoutVars>
          <dgm:bulletEnabled val="1"/>
        </dgm:presLayoutVars>
      </dgm:prSet>
      <dgm:spPr/>
    </dgm:pt>
    <dgm:pt modelId="{9262075C-1CDD-4CF1-9625-65639568ECF3}" type="pres">
      <dgm:prSet presAssocID="{A8BB1A56-AD73-40D3-A9FE-82EC92F72B9A}" presName="Name13" presStyleLbl="parChTrans1D2" presStyleIdx="16" presStyleCnt="21"/>
      <dgm:spPr/>
    </dgm:pt>
    <dgm:pt modelId="{BEDB3496-8E77-4E4F-98D3-7F07D7CDA34F}" type="pres">
      <dgm:prSet presAssocID="{D82E58F9-D250-4E67-8481-397CBF568829}" presName="childText" presStyleLbl="bgAcc1" presStyleIdx="16" presStyleCnt="21">
        <dgm:presLayoutVars>
          <dgm:bulletEnabled val="1"/>
        </dgm:presLayoutVars>
      </dgm:prSet>
      <dgm:spPr/>
    </dgm:pt>
    <dgm:pt modelId="{90AB5FC7-5E48-4E6F-935B-4AFA6F06A95C}" type="pres">
      <dgm:prSet presAssocID="{13EFA440-B5CA-4174-8F4B-E3FBAC5412FF}" presName="root" presStyleCnt="0"/>
      <dgm:spPr/>
    </dgm:pt>
    <dgm:pt modelId="{4BE6C4EA-B44B-46E2-AB11-DB99B4440867}" type="pres">
      <dgm:prSet presAssocID="{13EFA440-B5CA-4174-8F4B-E3FBAC5412FF}" presName="rootComposite" presStyleCnt="0"/>
      <dgm:spPr/>
    </dgm:pt>
    <dgm:pt modelId="{2CC7F518-00A0-4426-A181-C3BB99A94409}" type="pres">
      <dgm:prSet presAssocID="{13EFA440-B5CA-4174-8F4B-E3FBAC5412FF}" presName="rootText" presStyleLbl="node1" presStyleIdx="5" presStyleCnt="6"/>
      <dgm:spPr/>
    </dgm:pt>
    <dgm:pt modelId="{896491D9-B7FA-48DD-BE4F-80D66B3AD000}" type="pres">
      <dgm:prSet presAssocID="{13EFA440-B5CA-4174-8F4B-E3FBAC5412FF}" presName="rootConnector" presStyleLbl="node1" presStyleIdx="5" presStyleCnt="6"/>
      <dgm:spPr/>
    </dgm:pt>
    <dgm:pt modelId="{CF95A4F8-43DE-44A8-80E8-F167510DC01D}" type="pres">
      <dgm:prSet presAssocID="{13EFA440-B5CA-4174-8F4B-E3FBAC5412FF}" presName="childShape" presStyleCnt="0"/>
      <dgm:spPr/>
    </dgm:pt>
    <dgm:pt modelId="{FEADA9FE-9285-4562-92B7-A84B7F779489}" type="pres">
      <dgm:prSet presAssocID="{DDB297BB-96CD-46C2-8582-1859F63D3F33}" presName="Name13" presStyleLbl="parChTrans1D2" presStyleIdx="17" presStyleCnt="21"/>
      <dgm:spPr/>
    </dgm:pt>
    <dgm:pt modelId="{F4A1A5EC-667B-4BD6-972A-D2BA35C4C267}" type="pres">
      <dgm:prSet presAssocID="{124758BD-1AD8-423D-A408-B3A4FDBAF96A}" presName="childText" presStyleLbl="bgAcc1" presStyleIdx="17" presStyleCnt="21">
        <dgm:presLayoutVars>
          <dgm:bulletEnabled val="1"/>
        </dgm:presLayoutVars>
      </dgm:prSet>
      <dgm:spPr/>
    </dgm:pt>
    <dgm:pt modelId="{E5B7CB77-FD99-489D-9988-2116779431CB}" type="pres">
      <dgm:prSet presAssocID="{12F7D1DB-8D8D-45BC-B425-EBA417A1F85A}" presName="Name13" presStyleLbl="parChTrans1D2" presStyleIdx="18" presStyleCnt="21"/>
      <dgm:spPr/>
    </dgm:pt>
    <dgm:pt modelId="{E559F514-619F-42EA-9F50-45BE4E5045FC}" type="pres">
      <dgm:prSet presAssocID="{38902662-6397-4F0F-B7A2-EEE15D856CA7}" presName="childText" presStyleLbl="bgAcc1" presStyleIdx="18" presStyleCnt="21">
        <dgm:presLayoutVars>
          <dgm:bulletEnabled val="1"/>
        </dgm:presLayoutVars>
      </dgm:prSet>
      <dgm:spPr/>
    </dgm:pt>
    <dgm:pt modelId="{DCFA5213-479F-4A30-AEF8-B4489D74460D}" type="pres">
      <dgm:prSet presAssocID="{BD0D78D5-D782-48F2-81F4-BA108457B0F7}" presName="Name13" presStyleLbl="parChTrans1D2" presStyleIdx="19" presStyleCnt="21"/>
      <dgm:spPr/>
    </dgm:pt>
    <dgm:pt modelId="{F12F037F-4E19-4C42-8BD1-47257732FCB9}" type="pres">
      <dgm:prSet presAssocID="{C8ACA272-F3C3-4809-A826-0C9414431979}" presName="childText" presStyleLbl="bgAcc1" presStyleIdx="19" presStyleCnt="21">
        <dgm:presLayoutVars>
          <dgm:bulletEnabled val="1"/>
        </dgm:presLayoutVars>
      </dgm:prSet>
      <dgm:spPr/>
    </dgm:pt>
    <dgm:pt modelId="{36F5D0BA-DAEF-4EA8-A16D-E82D8C25D91D}" type="pres">
      <dgm:prSet presAssocID="{CFADBAD4-AB71-4FC8-94B8-F84948F61D2B}" presName="Name13" presStyleLbl="parChTrans1D2" presStyleIdx="20" presStyleCnt="21"/>
      <dgm:spPr/>
    </dgm:pt>
    <dgm:pt modelId="{54C1ECBF-A466-40C6-A8AF-674317EF94A1}" type="pres">
      <dgm:prSet presAssocID="{70FF34B3-288A-4C1F-B7A1-8046E9F99D1D}" presName="childText" presStyleLbl="bgAcc1" presStyleIdx="20" presStyleCnt="21">
        <dgm:presLayoutVars>
          <dgm:bulletEnabled val="1"/>
        </dgm:presLayoutVars>
      </dgm:prSet>
      <dgm:spPr/>
    </dgm:pt>
  </dgm:ptLst>
  <dgm:cxnLst>
    <dgm:cxn modelId="{91077C00-C0B5-4CD5-9C34-EA4D451E89CD}" type="presOf" srcId="{756F890C-CF83-437C-B5DD-FC21A090A80D}" destId="{D54C8DAB-10E6-4429-B2E6-41FC9DA40B63}" srcOrd="0" destOrd="0" presId="urn:microsoft.com/office/officeart/2005/8/layout/hierarchy3"/>
    <dgm:cxn modelId="{81C3AD01-7669-4DE0-92A7-3C5723B0A8EA}" type="presOf" srcId="{A321AA82-BA9B-489B-9B9E-E0138E76DE0A}" destId="{E26BC60D-AF0F-4466-B359-05823F682B59}" srcOrd="0" destOrd="0" presId="urn:microsoft.com/office/officeart/2005/8/layout/hierarchy3"/>
    <dgm:cxn modelId="{8D990904-D0EA-400D-954C-8B9585804526}" type="presOf" srcId="{2BFE4660-01C0-46EE-B0C8-ED5770BF464C}" destId="{B04B88B0-8CB5-4F1E-A110-2F8F7165443E}" srcOrd="0" destOrd="0" presId="urn:microsoft.com/office/officeart/2005/8/layout/hierarchy3"/>
    <dgm:cxn modelId="{6F342C04-7997-45F7-AF64-767EE41B8CD8}" srcId="{D351367D-AA84-4A0B-9975-3BC65DB95E89}" destId="{F6C215C7-A311-481D-8AE0-EDCBCA79F8A4}" srcOrd="1" destOrd="0" parTransId="{6574BE33-DE4C-4FC9-A0BF-6EC78398B358}" sibTransId="{D3402C11-1414-48D9-B9C5-AD7840AE2669}"/>
    <dgm:cxn modelId="{DE6D7B0F-18AD-491A-AE6F-605272438BD3}" srcId="{A90B9BC5-660C-451C-99BD-3FDC5D73AAD4}" destId="{19C71ED4-39FB-4E37-B2B3-71D93D07835F}" srcOrd="2" destOrd="0" parTransId="{FEAEF6B5-026C-41E6-93DF-78DEB481D5BB}" sibTransId="{FD7B0E12-C975-452F-8FA5-D886E98DC9D6}"/>
    <dgm:cxn modelId="{E500D413-4BA2-4C09-9EE7-3ADB4C2103E0}" type="presOf" srcId="{70ABCA17-F04E-44D1-8389-79D79CC875CC}" destId="{CCBDB1C6-7F49-4DE1-B7DE-10701010AB9A}" srcOrd="0" destOrd="0" presId="urn:microsoft.com/office/officeart/2005/8/layout/hierarchy3"/>
    <dgm:cxn modelId="{F1BA6D15-B5EE-441D-B1D4-CD82846D001E}" srcId="{6D51CF19-00AA-48C5-BE6C-CF3FCE8EB254}" destId="{9975B0B6-4A7A-478C-BD30-934DBFFE5326}" srcOrd="0" destOrd="0" parTransId="{70ABCA17-F04E-44D1-8389-79D79CC875CC}" sibTransId="{211ED2CF-E23F-4B17-83BD-B0AB3BB7CD16}"/>
    <dgm:cxn modelId="{862CAC18-7835-4C64-AFDF-C5DE1A1AD3A7}" srcId="{6D51CF19-00AA-48C5-BE6C-CF3FCE8EB254}" destId="{0AEB428B-8A25-4D60-BF49-EC1E5D68EA1C}" srcOrd="1" destOrd="0" parTransId="{3050624A-5D4F-4091-AF6A-FF4B710E359D}" sibTransId="{4AF784BE-D477-4374-9C48-7807C0D972A1}"/>
    <dgm:cxn modelId="{CD3A4319-4D9C-4B7F-A201-D2D894C0E798}" type="presOf" srcId="{01BAE274-6F90-4136-B694-97FF75A9440F}" destId="{5491BC51-53BB-4433-8C03-D9A4E4CDF4C9}" srcOrd="0" destOrd="0" presId="urn:microsoft.com/office/officeart/2005/8/layout/hierarchy3"/>
    <dgm:cxn modelId="{C63FC319-F034-405A-80AD-5BD4F67B40CF}" srcId="{D351367D-AA84-4A0B-9975-3BC65DB95E89}" destId="{E796684B-53D9-48F7-AB8C-B30C856B99DB}" srcOrd="0" destOrd="0" parTransId="{8912A73E-DEC3-4F33-99D4-AB250AD9DDB8}" sibTransId="{41F9B94D-DE01-4B6F-8342-D53B11DDC317}"/>
    <dgm:cxn modelId="{4951041A-947E-4907-B052-4DAE1C8B49E8}" type="presOf" srcId="{6D51CF19-00AA-48C5-BE6C-CF3FCE8EB254}" destId="{6EE1221E-E3E1-4233-9090-5BEE13633D33}" srcOrd="0" destOrd="0" presId="urn:microsoft.com/office/officeart/2005/8/layout/hierarchy3"/>
    <dgm:cxn modelId="{93761B1B-0BD9-437C-AD3B-4C68DE8D3F6C}" type="presOf" srcId="{A8BB1A56-AD73-40D3-A9FE-82EC92F72B9A}" destId="{9262075C-1CDD-4CF1-9625-65639568ECF3}" srcOrd="0" destOrd="0" presId="urn:microsoft.com/office/officeart/2005/8/layout/hierarchy3"/>
    <dgm:cxn modelId="{7EC96D20-243D-4FBA-AFF6-A066C3F993D6}" type="presOf" srcId="{8F5D3CEC-FC5A-4869-9596-744021C862C4}" destId="{6ED36ECF-8707-4657-A0D4-DD8699CE768B}" srcOrd="0" destOrd="0" presId="urn:microsoft.com/office/officeart/2005/8/layout/hierarchy3"/>
    <dgm:cxn modelId="{C8D5BF20-9969-4606-9DC9-D98706CBFE7E}" srcId="{54910A3B-28D7-4616-A7AA-08F936B95192}" destId="{9D9706CE-0550-4777-9785-924D62A538B8}" srcOrd="0" destOrd="0" parTransId="{FADCF406-E33A-4D52-9F15-01CFC24C648F}" sibTransId="{FDB47DDA-E078-4A11-83DD-C068D879BBEF}"/>
    <dgm:cxn modelId="{FCE3FE20-335F-4B5E-ABED-505652B6260E}" type="presOf" srcId="{D351367D-AA84-4A0B-9975-3BC65DB95E89}" destId="{ADE7C4A5-1F2B-4EC1-B14A-E4E09EE6AB27}" srcOrd="1" destOrd="0" presId="urn:microsoft.com/office/officeart/2005/8/layout/hierarchy3"/>
    <dgm:cxn modelId="{3BC10525-6724-4F90-AA94-C2217771996F}" type="presOf" srcId="{9D9706CE-0550-4777-9785-924D62A538B8}" destId="{936BF21A-7524-421A-B370-5E827505E659}" srcOrd="0" destOrd="0" presId="urn:microsoft.com/office/officeart/2005/8/layout/hierarchy3"/>
    <dgm:cxn modelId="{37E7A226-A939-4C4F-B7BF-FE86039AAF6F}" type="presOf" srcId="{6D51CF19-00AA-48C5-BE6C-CF3FCE8EB254}" destId="{8E30F5CA-ED92-48D5-AA3C-BB746BD25069}" srcOrd="1" destOrd="0" presId="urn:microsoft.com/office/officeart/2005/8/layout/hierarchy3"/>
    <dgm:cxn modelId="{61F93328-E438-411F-B0F8-71A32385AF5B}" type="presOf" srcId="{101AEDCF-C8FD-45F7-883D-47F6C07063B1}" destId="{4E83B226-9429-49C2-9CFD-37F03B1989FF}" srcOrd="0" destOrd="0" presId="urn:microsoft.com/office/officeart/2005/8/layout/hierarchy3"/>
    <dgm:cxn modelId="{6BEE502C-8EEA-4C69-80F8-5A2A9ED6B6AD}" type="presOf" srcId="{48852C4F-43AF-420E-9D42-E25A1D425853}" destId="{49E5CDEE-4ADC-48C8-92ED-48BB98C309FB}" srcOrd="0" destOrd="0" presId="urn:microsoft.com/office/officeart/2005/8/layout/hierarchy3"/>
    <dgm:cxn modelId="{37A2BC2C-C1A8-4672-8928-DD45B30BB490}" type="presOf" srcId="{A90B9BC5-660C-451C-99BD-3FDC5D73AAD4}" destId="{E252BE29-5FE5-44FE-B4DE-CA268A774FBE}" srcOrd="0" destOrd="0" presId="urn:microsoft.com/office/officeart/2005/8/layout/hierarchy3"/>
    <dgm:cxn modelId="{6B53C32C-4D12-430A-92B3-37E1E6AB8001}" srcId="{8F5D3CEC-FC5A-4869-9596-744021C862C4}" destId="{EB5DAB53-2C32-4021-96BF-2FBE4512B8C9}" srcOrd="1" destOrd="0" parTransId="{4167E208-EDFE-442F-A327-EC0C42B5DD3B}" sibTransId="{E9D5E004-6A9C-4E8E-A83E-EC5493C1F80E}"/>
    <dgm:cxn modelId="{CA026E2D-095A-488E-B492-2B91FBE70CDD}" srcId="{19C71ED4-39FB-4E37-B2B3-71D93D07835F}" destId="{756F890C-CF83-437C-B5DD-FC21A090A80D}" srcOrd="0" destOrd="0" parTransId="{A4BADD48-CEC8-44AE-8D87-F84D932B229D}" sibTransId="{D146FEE7-BF2C-4BF6-ABD3-A5462D627885}"/>
    <dgm:cxn modelId="{787CBA2D-E9B8-4162-B746-6AE9129A51C3}" type="presOf" srcId="{DDB297BB-96CD-46C2-8582-1859F63D3F33}" destId="{FEADA9FE-9285-4562-92B7-A84B7F779489}" srcOrd="0" destOrd="0" presId="urn:microsoft.com/office/officeart/2005/8/layout/hierarchy3"/>
    <dgm:cxn modelId="{628E1B30-CEE2-4831-A5E5-7FBDF20932F2}" srcId="{A90B9BC5-660C-451C-99BD-3FDC5D73AAD4}" destId="{54910A3B-28D7-4616-A7AA-08F936B95192}" srcOrd="3" destOrd="0" parTransId="{F47D63A9-6454-485A-9A90-81505C9FC933}" sibTransId="{E7B9ACEB-4459-40B6-8B49-7B53D2D0C7BB}"/>
    <dgm:cxn modelId="{6D846831-8845-4A84-9E3B-B606CE91A719}" type="presOf" srcId="{19C71ED4-39FB-4E37-B2B3-71D93D07835F}" destId="{607AAB5E-ABBE-44DE-AA3D-27F7F766B37A}" srcOrd="0" destOrd="0" presId="urn:microsoft.com/office/officeart/2005/8/layout/hierarchy3"/>
    <dgm:cxn modelId="{39C1BE32-D2EB-42EC-8268-A3B66B0561F7}" type="presOf" srcId="{FADCF406-E33A-4D52-9F15-01CFC24C648F}" destId="{2081DD8E-A340-4E6D-AC86-E9CFC1F696F6}" srcOrd="0" destOrd="0" presId="urn:microsoft.com/office/officeart/2005/8/layout/hierarchy3"/>
    <dgm:cxn modelId="{B4B73D36-8EAD-4778-865B-F9CDF25FEFAC}" type="presOf" srcId="{0AEB428B-8A25-4D60-BF49-EC1E5D68EA1C}" destId="{4748BF97-5A92-4A9B-A2EE-F76066C435AC}" srcOrd="0" destOrd="0" presId="urn:microsoft.com/office/officeart/2005/8/layout/hierarchy3"/>
    <dgm:cxn modelId="{588EBF3C-4686-46CC-89FB-9FFB93030C97}" srcId="{13EFA440-B5CA-4174-8F4B-E3FBAC5412FF}" destId="{70FF34B3-288A-4C1F-B7A1-8046E9F99D1D}" srcOrd="3" destOrd="0" parTransId="{CFADBAD4-AB71-4FC8-94B8-F84948F61D2B}" sibTransId="{8C193A9B-B9D5-4378-9B67-5F08E939453C}"/>
    <dgm:cxn modelId="{C7AE1F3D-607B-48E0-AD63-67A4F111FE37}" type="presOf" srcId="{2FD95983-1B29-49AA-8206-8E2DE2A708FF}" destId="{5D49C626-4AE7-4BBB-96B9-87E8256ED1EE}" srcOrd="0" destOrd="0" presId="urn:microsoft.com/office/officeart/2005/8/layout/hierarchy3"/>
    <dgm:cxn modelId="{B7F3E23E-C9CD-4A97-BAB5-255ABAD6CBEA}" srcId="{19C71ED4-39FB-4E37-B2B3-71D93D07835F}" destId="{141806BA-912E-4FDB-9AD1-6281AAE0FECC}" srcOrd="1" destOrd="0" parTransId="{2FD95983-1B29-49AA-8206-8E2DE2A708FF}" sibTransId="{FD2F71E2-8BA1-4016-84EA-0A99505F4329}"/>
    <dgm:cxn modelId="{1BA74240-8D36-493F-AAC4-C03A7A25C634}" type="presOf" srcId="{6574BE33-DE4C-4FC9-A0BF-6EC78398B358}" destId="{ED3DBA48-FEBB-48E3-8B6A-69E6EEE39D18}" srcOrd="0" destOrd="0" presId="urn:microsoft.com/office/officeart/2005/8/layout/hierarchy3"/>
    <dgm:cxn modelId="{07FD325F-D60C-467F-9219-FDA052FBDD69}" type="presOf" srcId="{70FF34B3-288A-4C1F-B7A1-8046E9F99D1D}" destId="{54C1ECBF-A466-40C6-A8AF-674317EF94A1}" srcOrd="0" destOrd="0" presId="urn:microsoft.com/office/officeart/2005/8/layout/hierarchy3"/>
    <dgm:cxn modelId="{46312E62-DDEC-45DF-86BE-EC2BEB7B8BD3}" type="presOf" srcId="{19C71ED4-39FB-4E37-B2B3-71D93D07835F}" destId="{A640F7D4-CEC4-4E1C-9D08-17C82E57EFF9}" srcOrd="1" destOrd="0" presId="urn:microsoft.com/office/officeart/2005/8/layout/hierarchy3"/>
    <dgm:cxn modelId="{5548F362-5B0B-4262-A863-A8BCE8496E6C}" srcId="{19C71ED4-39FB-4E37-B2B3-71D93D07835F}" destId="{01BAE274-6F90-4136-B694-97FF75A9440F}" srcOrd="2" destOrd="0" parTransId="{68D164E9-C771-4981-A8F0-B3102DDCCA18}" sibTransId="{909BA049-DE7C-4763-8706-BE0836158A76}"/>
    <dgm:cxn modelId="{D2271043-D0BF-4E60-9986-2BD4BAA37BE7}" srcId="{A90B9BC5-660C-451C-99BD-3FDC5D73AAD4}" destId="{D351367D-AA84-4A0B-9975-3BC65DB95E89}" srcOrd="4" destOrd="0" parTransId="{A9F16365-E199-4A85-B4AF-D38B8737B0FF}" sibTransId="{EA9EA3AC-62C4-403E-A3FF-20DE97B9611A}"/>
    <dgm:cxn modelId="{74786243-8640-45C3-8DA9-E928C7AC7B25}" type="presOf" srcId="{1F6753B4-4DAC-4CF4-A30A-544D4FE224AC}" destId="{FA3BE5F7-0823-4026-9E80-23A2C643CCED}" srcOrd="0" destOrd="0" presId="urn:microsoft.com/office/officeart/2005/8/layout/hierarchy3"/>
    <dgm:cxn modelId="{D0176544-6557-4690-8AEA-63DBCF6C885C}" srcId="{13EFA440-B5CA-4174-8F4B-E3FBAC5412FF}" destId="{124758BD-1AD8-423D-A408-B3A4FDBAF96A}" srcOrd="0" destOrd="0" parTransId="{DDB297BB-96CD-46C2-8582-1859F63D3F33}" sibTransId="{7D4D1BD4-0F5A-419D-9288-5FF946972957}"/>
    <dgm:cxn modelId="{48AB9F44-31DA-487B-973B-9DAE84ACE487}" type="presOf" srcId="{141806BA-912E-4FDB-9AD1-6281AAE0FECC}" destId="{0FBDCE6E-84A7-490A-8132-95B51915ACE4}" srcOrd="0" destOrd="0" presId="urn:microsoft.com/office/officeart/2005/8/layout/hierarchy3"/>
    <dgm:cxn modelId="{830E9247-2E7E-4A88-90A8-A0636C9EBEF7}" type="presOf" srcId="{46F6CCA3-B1A1-405D-A86E-240B4A560934}" destId="{140A4EC6-8CF0-4E1B-AFF3-EAB6F8471A10}" srcOrd="0" destOrd="0" presId="urn:microsoft.com/office/officeart/2005/8/layout/hierarchy3"/>
    <dgm:cxn modelId="{A7321F68-6834-416F-949C-C7D515FFEC16}" type="presOf" srcId="{38902662-6397-4F0F-B7A2-EEE15D856CA7}" destId="{E559F514-619F-42EA-9F50-45BE4E5045FC}" srcOrd="0" destOrd="0" presId="urn:microsoft.com/office/officeart/2005/8/layout/hierarchy3"/>
    <dgm:cxn modelId="{B8C4644A-8145-4C76-B510-DEAB796D2DC5}" type="presOf" srcId="{C8ACA272-F3C3-4809-A826-0C9414431979}" destId="{F12F037F-4E19-4C42-8BD1-47257732FCB9}" srcOrd="0" destOrd="0" presId="urn:microsoft.com/office/officeart/2005/8/layout/hierarchy3"/>
    <dgm:cxn modelId="{ADDD8E4B-C002-4C41-BFB5-BD688E4CC788}" type="presOf" srcId="{62B94CBB-747C-4ED5-A800-63AEB52E49A1}" destId="{E60F0558-FBF2-4E6B-9DFA-487B421BCA69}" srcOrd="0" destOrd="0" presId="urn:microsoft.com/office/officeart/2005/8/layout/hierarchy3"/>
    <dgm:cxn modelId="{86A7614C-3BA7-4F39-9D07-6EC0CE77EE5F}" type="presOf" srcId="{4167E208-EDFE-442F-A327-EC0C42B5DD3B}" destId="{6FC81D0C-B7DD-4C0A-8426-38611180748F}" srcOrd="0" destOrd="0" presId="urn:microsoft.com/office/officeart/2005/8/layout/hierarchy3"/>
    <dgm:cxn modelId="{ABC0C04E-A674-45B3-811B-2EF4F661808E}" type="presOf" srcId="{A4BADD48-CEC8-44AE-8D87-F84D932B229D}" destId="{8E192D1C-1388-478C-ABE0-81F5D199C6C2}" srcOrd="0" destOrd="0" presId="urn:microsoft.com/office/officeart/2005/8/layout/hierarchy3"/>
    <dgm:cxn modelId="{694DBB78-2B29-4167-B38D-858BD402546E}" srcId="{6D51CF19-00AA-48C5-BE6C-CF3FCE8EB254}" destId="{48852C4F-43AF-420E-9D42-E25A1D425853}" srcOrd="2" destOrd="0" parTransId="{46F6CCA3-B1A1-405D-A86E-240B4A560934}" sibTransId="{ED318052-5199-4CDC-A026-3B11FBE3275B}"/>
    <dgm:cxn modelId="{F6F9B559-06F8-4800-A3EE-159D2D48AF6B}" srcId="{13EFA440-B5CA-4174-8F4B-E3FBAC5412FF}" destId="{38902662-6397-4F0F-B7A2-EEE15D856CA7}" srcOrd="1" destOrd="0" parTransId="{12F7D1DB-8D8D-45BC-B425-EBA417A1F85A}" sibTransId="{8DB2F8C3-0EF4-40E5-B37E-59A65632DED7}"/>
    <dgm:cxn modelId="{4269798D-2C4D-4A75-991D-9B9687824047}" type="presOf" srcId="{54910A3B-28D7-4616-A7AA-08F936B95192}" destId="{4ED0EA71-5430-4321-9392-B8FA0592AEFF}" srcOrd="0" destOrd="0" presId="urn:microsoft.com/office/officeart/2005/8/layout/hierarchy3"/>
    <dgm:cxn modelId="{C8981C8E-A9AC-4C23-90EB-993475FAB78C}" type="presOf" srcId="{E5DEC678-3A4D-4457-9A78-17607D7314A8}" destId="{7B945FC2-5130-4062-A04D-C73E9BA5C90E}" srcOrd="0" destOrd="0" presId="urn:microsoft.com/office/officeart/2005/8/layout/hierarchy3"/>
    <dgm:cxn modelId="{3AEF218E-A05F-4A57-B325-1025175954C7}" type="presOf" srcId="{3050624A-5D4F-4091-AF6A-FF4B710E359D}" destId="{03DA89A5-5419-4A23-A42D-5EE807601C1D}" srcOrd="0" destOrd="0" presId="urn:microsoft.com/office/officeart/2005/8/layout/hierarchy3"/>
    <dgm:cxn modelId="{AB973890-DF71-435B-B30E-AB68BC6FBAC7}" srcId="{54910A3B-28D7-4616-A7AA-08F936B95192}" destId="{E5DEC678-3A4D-4457-9A78-17607D7314A8}" srcOrd="3" destOrd="0" parTransId="{1F6753B4-4DAC-4CF4-A30A-544D4FE224AC}" sibTransId="{54E983B4-0C61-4F33-A078-66AEAE6E1CFE}"/>
    <dgm:cxn modelId="{E780E592-F789-4175-8D59-F72F7261486C}" type="presOf" srcId="{E796684B-53D9-48F7-AB8C-B30C856B99DB}" destId="{37C5AA93-404D-4E48-A7D4-28257559EBD3}" srcOrd="0" destOrd="0" presId="urn:microsoft.com/office/officeart/2005/8/layout/hierarchy3"/>
    <dgm:cxn modelId="{B8270F9B-67C6-4889-8682-2559FCCB6F0C}" type="presOf" srcId="{4B552AC0-8720-47BA-BFDA-B136F939065B}" destId="{9088A183-E020-4253-86F1-5A0F8B00CB0E}" srcOrd="0" destOrd="0" presId="urn:microsoft.com/office/officeart/2005/8/layout/hierarchy3"/>
    <dgm:cxn modelId="{5317E4A1-7261-4C52-9A2B-991D5AECE584}" type="presOf" srcId="{A63FD70E-7F0C-4F5C-BDD8-52D9BE13A49E}" destId="{F4341795-C684-4BCE-8932-665708DB78ED}" srcOrd="0" destOrd="0" presId="urn:microsoft.com/office/officeart/2005/8/layout/hierarchy3"/>
    <dgm:cxn modelId="{8850B4A3-1238-4DE6-96F4-53A5FD284928}" srcId="{D351367D-AA84-4A0B-9975-3BC65DB95E89}" destId="{D82E58F9-D250-4E67-8481-397CBF568829}" srcOrd="3" destOrd="0" parTransId="{A8BB1A56-AD73-40D3-A9FE-82EC92F72B9A}" sibTransId="{CA098DA8-D0FB-4031-BEA1-7FCABCF2EA27}"/>
    <dgm:cxn modelId="{8348CEA3-E1DA-4174-ABDA-AFFD3F8FC7F8}" type="presOf" srcId="{68D164E9-C771-4981-A8F0-B3102DDCCA18}" destId="{7899F8BA-889C-4C69-9C4A-B5B17E644EAA}" srcOrd="0" destOrd="0" presId="urn:microsoft.com/office/officeart/2005/8/layout/hierarchy3"/>
    <dgm:cxn modelId="{67A674A4-15C8-4EE0-9115-BDAB188577F8}" srcId="{8F5D3CEC-FC5A-4869-9596-744021C862C4}" destId="{62B94CBB-747C-4ED5-A800-63AEB52E49A1}" srcOrd="2" destOrd="0" parTransId="{A321AA82-BA9B-489B-9B9E-E0138E76DE0A}" sibTransId="{B452C43C-594C-4706-848A-793BAD785B16}"/>
    <dgm:cxn modelId="{6F8997B0-597D-45A6-A981-02AAB61EEF9F}" srcId="{A90B9BC5-660C-451C-99BD-3FDC5D73AAD4}" destId="{6D51CF19-00AA-48C5-BE6C-CF3FCE8EB254}" srcOrd="1" destOrd="0" parTransId="{59FA33D3-390E-412D-8449-7C1C8EFB2D97}" sibTransId="{BE268116-BC84-4585-9C6E-A6EECF049234}"/>
    <dgm:cxn modelId="{903C6DB3-DDEC-4144-8DCA-B54BE316C600}" type="presOf" srcId="{7BE95BE6-3794-4EA9-B7CC-BBC387887FEB}" destId="{94EA4699-139F-4084-AF1F-895DB716AF4B}" srcOrd="0" destOrd="0" presId="urn:microsoft.com/office/officeart/2005/8/layout/hierarchy3"/>
    <dgm:cxn modelId="{745E23B7-B229-4D22-9058-E2D25B913F21}" type="presOf" srcId="{13EFA440-B5CA-4174-8F4B-E3FBAC5412FF}" destId="{896491D9-B7FA-48DD-BE4F-80D66B3AD000}" srcOrd="1" destOrd="0" presId="urn:microsoft.com/office/officeart/2005/8/layout/hierarchy3"/>
    <dgm:cxn modelId="{AE201DBC-5AEE-431C-8DA0-F09115E2535A}" srcId="{D351367D-AA84-4A0B-9975-3BC65DB95E89}" destId="{4B552AC0-8720-47BA-BFDA-B136F939065B}" srcOrd="2" destOrd="0" parTransId="{2BFE4660-01C0-46EE-B0C8-ED5770BF464C}" sibTransId="{B8EBB8BD-2EEB-4434-9032-322CF5771C33}"/>
    <dgm:cxn modelId="{934500BD-CF4D-4FB1-886D-99E2F978BA31}" type="presOf" srcId="{13EFA440-B5CA-4174-8F4B-E3FBAC5412FF}" destId="{2CC7F518-00A0-4426-A181-C3BB99A94409}" srcOrd="0" destOrd="0" presId="urn:microsoft.com/office/officeart/2005/8/layout/hierarchy3"/>
    <dgm:cxn modelId="{DDD534BE-6472-4918-A0B9-F9E432F8DD5D}" type="presOf" srcId="{12F7D1DB-8D8D-45BC-B425-EBA417A1F85A}" destId="{E5B7CB77-FD99-489D-9988-2116779431CB}" srcOrd="0" destOrd="0" presId="urn:microsoft.com/office/officeart/2005/8/layout/hierarchy3"/>
    <dgm:cxn modelId="{0251CCC2-A302-4989-A5B7-EC7478371E0C}" type="presOf" srcId="{9975B0B6-4A7A-478C-BD30-934DBFFE5326}" destId="{FAC67607-D057-4AF0-972E-A07C382819C0}" srcOrd="0" destOrd="0" presId="urn:microsoft.com/office/officeart/2005/8/layout/hierarchy3"/>
    <dgm:cxn modelId="{3E6532C7-B0DA-4038-ADAC-DC42789323B9}" type="presOf" srcId="{54910A3B-28D7-4616-A7AA-08F936B95192}" destId="{9AEA9AEF-9B40-4D2F-9028-E62F4210D289}" srcOrd="1" destOrd="0" presId="urn:microsoft.com/office/officeart/2005/8/layout/hierarchy3"/>
    <dgm:cxn modelId="{130D3BC8-6F13-4B7E-875A-94E35CFC163B}" type="presOf" srcId="{EC197EFC-F36B-48F0-A2DB-AC64EF21E1AA}" destId="{07281410-E796-4852-9171-BDB640A21D26}" srcOrd="0" destOrd="0" presId="urn:microsoft.com/office/officeart/2005/8/layout/hierarchy3"/>
    <dgm:cxn modelId="{9193C1C9-CE35-4F17-9FC0-5802B7267EFF}" srcId="{54910A3B-28D7-4616-A7AA-08F936B95192}" destId="{A63FD70E-7F0C-4F5C-BDD8-52D9BE13A49E}" srcOrd="2" destOrd="0" parTransId="{94A400D3-6ECF-4837-9567-1A1E33F112BE}" sibTransId="{496A6FA5-606F-4643-AF1D-A4BBEAF0F371}"/>
    <dgm:cxn modelId="{D426E7C9-C86A-4473-8149-0F4A290B14B2}" srcId="{54910A3B-28D7-4616-A7AA-08F936B95192}" destId="{7BE95BE6-3794-4EA9-B7CC-BBC387887FEB}" srcOrd="1" destOrd="0" parTransId="{60110137-136A-4336-8B41-6E23894DAF69}" sibTransId="{D4FE5B3C-5F97-4F93-9511-D5215FBD5E11}"/>
    <dgm:cxn modelId="{3F452DD2-34A6-44B6-8F92-3EB734674207}" type="presOf" srcId="{124758BD-1AD8-423D-A408-B3A4FDBAF96A}" destId="{F4A1A5EC-667B-4BD6-972A-D2BA35C4C267}" srcOrd="0" destOrd="0" presId="urn:microsoft.com/office/officeart/2005/8/layout/hierarchy3"/>
    <dgm:cxn modelId="{BB1479D2-7821-4680-B310-A0FE03B93F98}" type="presOf" srcId="{CFADBAD4-AB71-4FC8-94B8-F84948F61D2B}" destId="{36F5D0BA-DAEF-4EA8-A16D-E82D8C25D91D}" srcOrd="0" destOrd="0" presId="urn:microsoft.com/office/officeart/2005/8/layout/hierarchy3"/>
    <dgm:cxn modelId="{41D5FDD2-8755-4696-BD2A-1F84835B17B8}" type="presOf" srcId="{8F5D3CEC-FC5A-4869-9596-744021C862C4}" destId="{0760B9C8-D59F-4AF6-8CC6-BBF8182AFFE3}" srcOrd="1" destOrd="0" presId="urn:microsoft.com/office/officeart/2005/8/layout/hierarchy3"/>
    <dgm:cxn modelId="{744663D3-E35A-4839-AF41-733840FACC5E}" srcId="{A90B9BC5-660C-451C-99BD-3FDC5D73AAD4}" destId="{13EFA440-B5CA-4174-8F4B-E3FBAC5412FF}" srcOrd="5" destOrd="0" parTransId="{087BEFE1-09D4-428F-B52B-30A702A237FD}" sibTransId="{4658F1BD-A769-4DCF-A251-28BDF61E7CCA}"/>
    <dgm:cxn modelId="{EF8EB7D4-D82B-4DDB-9B91-F5CDA2146D94}" type="presOf" srcId="{BD0D78D5-D782-48F2-81F4-BA108457B0F7}" destId="{DCFA5213-479F-4A30-AEF8-B4489D74460D}" srcOrd="0" destOrd="0" presId="urn:microsoft.com/office/officeart/2005/8/layout/hierarchy3"/>
    <dgm:cxn modelId="{5E57D0D5-8E11-4F17-8848-08C3F8EADF9E}" type="presOf" srcId="{D82E58F9-D250-4E67-8481-397CBF568829}" destId="{BEDB3496-8E77-4E4F-98D3-7F07D7CDA34F}" srcOrd="0" destOrd="0" presId="urn:microsoft.com/office/officeart/2005/8/layout/hierarchy3"/>
    <dgm:cxn modelId="{295FD9D5-13A1-43A1-AF89-6263642B6020}" srcId="{13EFA440-B5CA-4174-8F4B-E3FBAC5412FF}" destId="{C8ACA272-F3C3-4809-A826-0C9414431979}" srcOrd="2" destOrd="0" parTransId="{BD0D78D5-D782-48F2-81F4-BA108457B0F7}" sibTransId="{2398B429-7B0E-446E-B803-470DF784D092}"/>
    <dgm:cxn modelId="{502709D7-D5C8-45B2-AF54-FFE4CDA8B243}" srcId="{A90B9BC5-660C-451C-99BD-3FDC5D73AAD4}" destId="{8F5D3CEC-FC5A-4869-9596-744021C862C4}" srcOrd="0" destOrd="0" parTransId="{CE082F24-0907-4B20-AB66-9B1D85AFA126}" sibTransId="{D270129F-8D88-45FD-9603-C0F09CDEE47B}"/>
    <dgm:cxn modelId="{072E07DF-740D-4436-AB5D-BFBB37AC8622}" type="presOf" srcId="{F6C215C7-A311-481D-8AE0-EDCBCA79F8A4}" destId="{9B53472E-9DBF-4F9A-9080-F4A7EE85C88C}" srcOrd="0" destOrd="0" presId="urn:microsoft.com/office/officeart/2005/8/layout/hierarchy3"/>
    <dgm:cxn modelId="{7A1D0BE2-BD86-40F4-A324-844A65EEB71C}" srcId="{8F5D3CEC-FC5A-4869-9596-744021C862C4}" destId="{101AEDCF-C8FD-45F7-883D-47F6C07063B1}" srcOrd="0" destOrd="0" parTransId="{EC197EFC-F36B-48F0-A2DB-AC64EF21E1AA}" sibTransId="{2074246D-238E-4C55-A1C7-0917AC807110}"/>
    <dgm:cxn modelId="{783D17E3-CAB5-4BEC-90CD-52F8D4E2108B}" type="presOf" srcId="{D351367D-AA84-4A0B-9975-3BC65DB95E89}" destId="{3EA437CD-D6D8-436D-A06F-DFBB397EADC0}" srcOrd="0" destOrd="0" presId="urn:microsoft.com/office/officeart/2005/8/layout/hierarchy3"/>
    <dgm:cxn modelId="{92F8E2E5-F630-4910-B135-0CD8AB45906B}" type="presOf" srcId="{60110137-136A-4336-8B41-6E23894DAF69}" destId="{031C3C27-CFB5-40F8-8985-A5BCA4E91BEA}" srcOrd="0" destOrd="0" presId="urn:microsoft.com/office/officeart/2005/8/layout/hierarchy3"/>
    <dgm:cxn modelId="{E61288EA-844C-4EA0-8B6F-0FF355A103FD}" type="presOf" srcId="{EB5DAB53-2C32-4021-96BF-2FBE4512B8C9}" destId="{04E93DE3-FEFF-4569-ACD3-08E399A3A18D}" srcOrd="0" destOrd="0" presId="urn:microsoft.com/office/officeart/2005/8/layout/hierarchy3"/>
    <dgm:cxn modelId="{EDCCCAF6-C325-4180-BBF6-8FB3B950BFCD}" type="presOf" srcId="{94A400D3-6ECF-4837-9567-1A1E33F112BE}" destId="{B0AD2F2E-E8CE-461C-95DA-CAB069F9673F}" srcOrd="0" destOrd="0" presId="urn:microsoft.com/office/officeart/2005/8/layout/hierarchy3"/>
    <dgm:cxn modelId="{FE9C12FF-14F5-4CAD-8BC9-FB198D79D59C}" type="presOf" srcId="{8912A73E-DEC3-4F33-99D4-AB250AD9DDB8}" destId="{DC660335-353F-436B-8882-7D949C34736E}" srcOrd="0" destOrd="0" presId="urn:microsoft.com/office/officeart/2005/8/layout/hierarchy3"/>
    <dgm:cxn modelId="{8DFA203A-6EA0-4167-B4BC-D9CED49B1690}" type="presParOf" srcId="{E252BE29-5FE5-44FE-B4DE-CA268A774FBE}" destId="{FCE0B3F4-BD01-47D8-87D6-3312077CC321}" srcOrd="0" destOrd="0" presId="urn:microsoft.com/office/officeart/2005/8/layout/hierarchy3"/>
    <dgm:cxn modelId="{419D3F43-2DD9-4FAA-A158-45302BE73770}" type="presParOf" srcId="{FCE0B3F4-BD01-47D8-87D6-3312077CC321}" destId="{9960E4FD-147D-4A11-A712-30C34B32FDFB}" srcOrd="0" destOrd="0" presId="urn:microsoft.com/office/officeart/2005/8/layout/hierarchy3"/>
    <dgm:cxn modelId="{890DB37E-9393-4799-8834-2520BBC8B08F}" type="presParOf" srcId="{9960E4FD-147D-4A11-A712-30C34B32FDFB}" destId="{6ED36ECF-8707-4657-A0D4-DD8699CE768B}" srcOrd="0" destOrd="0" presId="urn:microsoft.com/office/officeart/2005/8/layout/hierarchy3"/>
    <dgm:cxn modelId="{E5918FBD-2A01-4D00-80F2-0DA8DD370EC5}" type="presParOf" srcId="{9960E4FD-147D-4A11-A712-30C34B32FDFB}" destId="{0760B9C8-D59F-4AF6-8CC6-BBF8182AFFE3}" srcOrd="1" destOrd="0" presId="urn:microsoft.com/office/officeart/2005/8/layout/hierarchy3"/>
    <dgm:cxn modelId="{04BD462B-9729-4170-A1D0-620E9B6CB79B}" type="presParOf" srcId="{FCE0B3F4-BD01-47D8-87D6-3312077CC321}" destId="{05F316A2-2D1D-4845-880E-613168789DD7}" srcOrd="1" destOrd="0" presId="urn:microsoft.com/office/officeart/2005/8/layout/hierarchy3"/>
    <dgm:cxn modelId="{158675F2-88F0-4D11-BA86-71BB10DB7824}" type="presParOf" srcId="{05F316A2-2D1D-4845-880E-613168789DD7}" destId="{07281410-E796-4852-9171-BDB640A21D26}" srcOrd="0" destOrd="0" presId="urn:microsoft.com/office/officeart/2005/8/layout/hierarchy3"/>
    <dgm:cxn modelId="{D6588176-3325-40C1-9A06-AD539830D84C}" type="presParOf" srcId="{05F316A2-2D1D-4845-880E-613168789DD7}" destId="{4E83B226-9429-49C2-9CFD-37F03B1989FF}" srcOrd="1" destOrd="0" presId="urn:microsoft.com/office/officeart/2005/8/layout/hierarchy3"/>
    <dgm:cxn modelId="{6EB27F3E-8D79-4922-ADF4-B05DF99977E2}" type="presParOf" srcId="{05F316A2-2D1D-4845-880E-613168789DD7}" destId="{6FC81D0C-B7DD-4C0A-8426-38611180748F}" srcOrd="2" destOrd="0" presId="urn:microsoft.com/office/officeart/2005/8/layout/hierarchy3"/>
    <dgm:cxn modelId="{FDFF662A-8A0E-4FCC-A3CD-12D13C7066FC}" type="presParOf" srcId="{05F316A2-2D1D-4845-880E-613168789DD7}" destId="{04E93DE3-FEFF-4569-ACD3-08E399A3A18D}" srcOrd="3" destOrd="0" presId="urn:microsoft.com/office/officeart/2005/8/layout/hierarchy3"/>
    <dgm:cxn modelId="{15DE7E9E-5B68-4D29-BA06-EA3F010348DE}" type="presParOf" srcId="{05F316A2-2D1D-4845-880E-613168789DD7}" destId="{E26BC60D-AF0F-4466-B359-05823F682B59}" srcOrd="4" destOrd="0" presId="urn:microsoft.com/office/officeart/2005/8/layout/hierarchy3"/>
    <dgm:cxn modelId="{B5EAA1C5-7D9F-4449-81E1-9A757B4E601D}" type="presParOf" srcId="{05F316A2-2D1D-4845-880E-613168789DD7}" destId="{E60F0558-FBF2-4E6B-9DFA-487B421BCA69}" srcOrd="5" destOrd="0" presId="urn:microsoft.com/office/officeart/2005/8/layout/hierarchy3"/>
    <dgm:cxn modelId="{C071FB21-25F7-4DDD-B9D7-A3AE5271A296}" type="presParOf" srcId="{E252BE29-5FE5-44FE-B4DE-CA268A774FBE}" destId="{178A6A13-1414-41C4-B0DB-706B3FB83D9C}" srcOrd="1" destOrd="0" presId="urn:microsoft.com/office/officeart/2005/8/layout/hierarchy3"/>
    <dgm:cxn modelId="{6E6878EB-B477-4797-A0A2-ED856574C0EE}" type="presParOf" srcId="{178A6A13-1414-41C4-B0DB-706B3FB83D9C}" destId="{B9A83698-5E16-4E09-890E-6BE0D5119B4B}" srcOrd="0" destOrd="0" presId="urn:microsoft.com/office/officeart/2005/8/layout/hierarchy3"/>
    <dgm:cxn modelId="{09225D88-BB30-401A-B3D7-CBE5065E6ACF}" type="presParOf" srcId="{B9A83698-5E16-4E09-890E-6BE0D5119B4B}" destId="{6EE1221E-E3E1-4233-9090-5BEE13633D33}" srcOrd="0" destOrd="0" presId="urn:microsoft.com/office/officeart/2005/8/layout/hierarchy3"/>
    <dgm:cxn modelId="{C27854FF-D183-4668-89EA-010B8673B7C9}" type="presParOf" srcId="{B9A83698-5E16-4E09-890E-6BE0D5119B4B}" destId="{8E30F5CA-ED92-48D5-AA3C-BB746BD25069}" srcOrd="1" destOrd="0" presId="urn:microsoft.com/office/officeart/2005/8/layout/hierarchy3"/>
    <dgm:cxn modelId="{4BCD95CB-FA9E-416A-B364-7FEDA23426CE}" type="presParOf" srcId="{178A6A13-1414-41C4-B0DB-706B3FB83D9C}" destId="{BCF83B2E-104C-4221-B770-E8CAC4022E8C}" srcOrd="1" destOrd="0" presId="urn:microsoft.com/office/officeart/2005/8/layout/hierarchy3"/>
    <dgm:cxn modelId="{651CD40C-7FE5-4F10-88F5-1F740EEA22AC}" type="presParOf" srcId="{BCF83B2E-104C-4221-B770-E8CAC4022E8C}" destId="{CCBDB1C6-7F49-4DE1-B7DE-10701010AB9A}" srcOrd="0" destOrd="0" presId="urn:microsoft.com/office/officeart/2005/8/layout/hierarchy3"/>
    <dgm:cxn modelId="{9195EDC3-EE28-429C-9117-189B41E9C161}" type="presParOf" srcId="{BCF83B2E-104C-4221-B770-E8CAC4022E8C}" destId="{FAC67607-D057-4AF0-972E-A07C382819C0}" srcOrd="1" destOrd="0" presId="urn:microsoft.com/office/officeart/2005/8/layout/hierarchy3"/>
    <dgm:cxn modelId="{8C246E3C-DE0C-4379-8C1D-13C3E5BB962B}" type="presParOf" srcId="{BCF83B2E-104C-4221-B770-E8CAC4022E8C}" destId="{03DA89A5-5419-4A23-A42D-5EE807601C1D}" srcOrd="2" destOrd="0" presId="urn:microsoft.com/office/officeart/2005/8/layout/hierarchy3"/>
    <dgm:cxn modelId="{69F724B3-EAF7-497C-9E99-7EFB347D8C81}" type="presParOf" srcId="{BCF83B2E-104C-4221-B770-E8CAC4022E8C}" destId="{4748BF97-5A92-4A9B-A2EE-F76066C435AC}" srcOrd="3" destOrd="0" presId="urn:microsoft.com/office/officeart/2005/8/layout/hierarchy3"/>
    <dgm:cxn modelId="{7394132D-5E30-453B-942F-7BC0A92785F7}" type="presParOf" srcId="{BCF83B2E-104C-4221-B770-E8CAC4022E8C}" destId="{140A4EC6-8CF0-4E1B-AFF3-EAB6F8471A10}" srcOrd="4" destOrd="0" presId="urn:microsoft.com/office/officeart/2005/8/layout/hierarchy3"/>
    <dgm:cxn modelId="{CD938A4A-566B-4D17-A089-009ECFBD9CFA}" type="presParOf" srcId="{BCF83B2E-104C-4221-B770-E8CAC4022E8C}" destId="{49E5CDEE-4ADC-48C8-92ED-48BB98C309FB}" srcOrd="5" destOrd="0" presId="urn:microsoft.com/office/officeart/2005/8/layout/hierarchy3"/>
    <dgm:cxn modelId="{DC6E03C8-E113-43BC-978B-288C7C667AE3}" type="presParOf" srcId="{E252BE29-5FE5-44FE-B4DE-CA268A774FBE}" destId="{02B8968A-F0C1-44DB-9906-AEBFFC3F34D0}" srcOrd="2" destOrd="0" presId="urn:microsoft.com/office/officeart/2005/8/layout/hierarchy3"/>
    <dgm:cxn modelId="{79523E83-A5FC-4E60-8111-26C245D13C75}" type="presParOf" srcId="{02B8968A-F0C1-44DB-9906-AEBFFC3F34D0}" destId="{D56BD95B-AC42-4765-8C77-4F44789000E3}" srcOrd="0" destOrd="0" presId="urn:microsoft.com/office/officeart/2005/8/layout/hierarchy3"/>
    <dgm:cxn modelId="{53188E98-4A99-41C1-94D6-C359C29D5090}" type="presParOf" srcId="{D56BD95B-AC42-4765-8C77-4F44789000E3}" destId="{607AAB5E-ABBE-44DE-AA3D-27F7F766B37A}" srcOrd="0" destOrd="0" presId="urn:microsoft.com/office/officeart/2005/8/layout/hierarchy3"/>
    <dgm:cxn modelId="{3E20E063-E55B-4F63-855B-D31F5059E527}" type="presParOf" srcId="{D56BD95B-AC42-4765-8C77-4F44789000E3}" destId="{A640F7D4-CEC4-4E1C-9D08-17C82E57EFF9}" srcOrd="1" destOrd="0" presId="urn:microsoft.com/office/officeart/2005/8/layout/hierarchy3"/>
    <dgm:cxn modelId="{14244CBF-F569-4C81-9CD0-0EFAF44FDB1A}" type="presParOf" srcId="{02B8968A-F0C1-44DB-9906-AEBFFC3F34D0}" destId="{EF38FC99-FC17-4271-A16D-AD565D078EC6}" srcOrd="1" destOrd="0" presId="urn:microsoft.com/office/officeart/2005/8/layout/hierarchy3"/>
    <dgm:cxn modelId="{2CBFF8B7-08EF-4F09-9455-FE5E4F3DAF73}" type="presParOf" srcId="{EF38FC99-FC17-4271-A16D-AD565D078EC6}" destId="{8E192D1C-1388-478C-ABE0-81F5D199C6C2}" srcOrd="0" destOrd="0" presId="urn:microsoft.com/office/officeart/2005/8/layout/hierarchy3"/>
    <dgm:cxn modelId="{0C40526B-1E40-4837-A42B-6CEEA168DD7B}" type="presParOf" srcId="{EF38FC99-FC17-4271-A16D-AD565D078EC6}" destId="{D54C8DAB-10E6-4429-B2E6-41FC9DA40B63}" srcOrd="1" destOrd="0" presId="urn:microsoft.com/office/officeart/2005/8/layout/hierarchy3"/>
    <dgm:cxn modelId="{96B489F7-DA06-458B-A1B9-1FF584CC18CD}" type="presParOf" srcId="{EF38FC99-FC17-4271-A16D-AD565D078EC6}" destId="{5D49C626-4AE7-4BBB-96B9-87E8256ED1EE}" srcOrd="2" destOrd="0" presId="urn:microsoft.com/office/officeart/2005/8/layout/hierarchy3"/>
    <dgm:cxn modelId="{B7D8D27F-BDA4-408D-AD6C-5B5EF65663E5}" type="presParOf" srcId="{EF38FC99-FC17-4271-A16D-AD565D078EC6}" destId="{0FBDCE6E-84A7-490A-8132-95B51915ACE4}" srcOrd="3" destOrd="0" presId="urn:microsoft.com/office/officeart/2005/8/layout/hierarchy3"/>
    <dgm:cxn modelId="{C9E3B304-040B-486D-AE6A-CE81E17603E3}" type="presParOf" srcId="{EF38FC99-FC17-4271-A16D-AD565D078EC6}" destId="{7899F8BA-889C-4C69-9C4A-B5B17E644EAA}" srcOrd="4" destOrd="0" presId="urn:microsoft.com/office/officeart/2005/8/layout/hierarchy3"/>
    <dgm:cxn modelId="{211E6245-BB27-41D8-8094-383C2D907A40}" type="presParOf" srcId="{EF38FC99-FC17-4271-A16D-AD565D078EC6}" destId="{5491BC51-53BB-4433-8C03-D9A4E4CDF4C9}" srcOrd="5" destOrd="0" presId="urn:microsoft.com/office/officeart/2005/8/layout/hierarchy3"/>
    <dgm:cxn modelId="{A366DCD0-44CB-4236-B0DD-C9CC731CC5D0}" type="presParOf" srcId="{E252BE29-5FE5-44FE-B4DE-CA268A774FBE}" destId="{54986283-7A12-4568-BABE-E0C853CF6099}" srcOrd="3" destOrd="0" presId="urn:microsoft.com/office/officeart/2005/8/layout/hierarchy3"/>
    <dgm:cxn modelId="{455F8B11-2FFA-42E9-B4B9-3F976A95424D}" type="presParOf" srcId="{54986283-7A12-4568-BABE-E0C853CF6099}" destId="{FA7C1C98-4C47-49D0-AE8F-F56AD7F42F55}" srcOrd="0" destOrd="0" presId="urn:microsoft.com/office/officeart/2005/8/layout/hierarchy3"/>
    <dgm:cxn modelId="{46055055-1AB3-4160-A400-2E94E9E13635}" type="presParOf" srcId="{FA7C1C98-4C47-49D0-AE8F-F56AD7F42F55}" destId="{4ED0EA71-5430-4321-9392-B8FA0592AEFF}" srcOrd="0" destOrd="0" presId="urn:microsoft.com/office/officeart/2005/8/layout/hierarchy3"/>
    <dgm:cxn modelId="{E1839306-4557-4786-A28D-5A81B14F2DF6}" type="presParOf" srcId="{FA7C1C98-4C47-49D0-AE8F-F56AD7F42F55}" destId="{9AEA9AEF-9B40-4D2F-9028-E62F4210D289}" srcOrd="1" destOrd="0" presId="urn:microsoft.com/office/officeart/2005/8/layout/hierarchy3"/>
    <dgm:cxn modelId="{C893EEBD-70DE-4207-8113-E42CAE862696}" type="presParOf" srcId="{54986283-7A12-4568-BABE-E0C853CF6099}" destId="{BB1166EB-2403-4B02-BA51-3A963F8A1264}" srcOrd="1" destOrd="0" presId="urn:microsoft.com/office/officeart/2005/8/layout/hierarchy3"/>
    <dgm:cxn modelId="{EC228FCE-D090-4763-AB28-F9043FCFB14D}" type="presParOf" srcId="{BB1166EB-2403-4B02-BA51-3A963F8A1264}" destId="{2081DD8E-A340-4E6D-AC86-E9CFC1F696F6}" srcOrd="0" destOrd="0" presId="urn:microsoft.com/office/officeart/2005/8/layout/hierarchy3"/>
    <dgm:cxn modelId="{79A51325-DCAB-4303-9E9E-4A0AA3F1265C}" type="presParOf" srcId="{BB1166EB-2403-4B02-BA51-3A963F8A1264}" destId="{936BF21A-7524-421A-B370-5E827505E659}" srcOrd="1" destOrd="0" presId="urn:microsoft.com/office/officeart/2005/8/layout/hierarchy3"/>
    <dgm:cxn modelId="{948B63D7-632A-4BEA-9020-71CBDCE88652}" type="presParOf" srcId="{BB1166EB-2403-4B02-BA51-3A963F8A1264}" destId="{031C3C27-CFB5-40F8-8985-A5BCA4E91BEA}" srcOrd="2" destOrd="0" presId="urn:microsoft.com/office/officeart/2005/8/layout/hierarchy3"/>
    <dgm:cxn modelId="{F82A3D85-86DD-4A6B-8DC6-B594D015ACDB}" type="presParOf" srcId="{BB1166EB-2403-4B02-BA51-3A963F8A1264}" destId="{94EA4699-139F-4084-AF1F-895DB716AF4B}" srcOrd="3" destOrd="0" presId="urn:microsoft.com/office/officeart/2005/8/layout/hierarchy3"/>
    <dgm:cxn modelId="{C0F178FA-2FBF-498B-97E9-E1D3F65FC798}" type="presParOf" srcId="{BB1166EB-2403-4B02-BA51-3A963F8A1264}" destId="{B0AD2F2E-E8CE-461C-95DA-CAB069F9673F}" srcOrd="4" destOrd="0" presId="urn:microsoft.com/office/officeart/2005/8/layout/hierarchy3"/>
    <dgm:cxn modelId="{8904D23F-63EC-4D27-B55F-4CDE7E29A2A7}" type="presParOf" srcId="{BB1166EB-2403-4B02-BA51-3A963F8A1264}" destId="{F4341795-C684-4BCE-8932-665708DB78ED}" srcOrd="5" destOrd="0" presId="urn:microsoft.com/office/officeart/2005/8/layout/hierarchy3"/>
    <dgm:cxn modelId="{B04A6479-F9FD-4A3F-B246-886341CDF522}" type="presParOf" srcId="{BB1166EB-2403-4B02-BA51-3A963F8A1264}" destId="{FA3BE5F7-0823-4026-9E80-23A2C643CCED}" srcOrd="6" destOrd="0" presId="urn:microsoft.com/office/officeart/2005/8/layout/hierarchy3"/>
    <dgm:cxn modelId="{501B3377-65DC-4F98-9C2B-93C980957422}" type="presParOf" srcId="{BB1166EB-2403-4B02-BA51-3A963F8A1264}" destId="{7B945FC2-5130-4062-A04D-C73E9BA5C90E}" srcOrd="7" destOrd="0" presId="urn:microsoft.com/office/officeart/2005/8/layout/hierarchy3"/>
    <dgm:cxn modelId="{670E1F35-755B-4068-AC2E-9220CBB14FA3}" type="presParOf" srcId="{E252BE29-5FE5-44FE-B4DE-CA268A774FBE}" destId="{E01D0F9C-5D2E-4F5F-AFFD-6F3453FAE53F}" srcOrd="4" destOrd="0" presId="urn:microsoft.com/office/officeart/2005/8/layout/hierarchy3"/>
    <dgm:cxn modelId="{7D34E866-117C-4751-AE0E-43359DB82F96}" type="presParOf" srcId="{E01D0F9C-5D2E-4F5F-AFFD-6F3453FAE53F}" destId="{E08E1116-89D9-46D5-B919-664F68A34784}" srcOrd="0" destOrd="0" presId="urn:microsoft.com/office/officeart/2005/8/layout/hierarchy3"/>
    <dgm:cxn modelId="{1B0AD0A5-5CF0-47E5-9939-65E4C3DDE49B}" type="presParOf" srcId="{E08E1116-89D9-46D5-B919-664F68A34784}" destId="{3EA437CD-D6D8-436D-A06F-DFBB397EADC0}" srcOrd="0" destOrd="0" presId="urn:microsoft.com/office/officeart/2005/8/layout/hierarchy3"/>
    <dgm:cxn modelId="{14975206-810D-4E1E-A9A3-74E8E2A69473}" type="presParOf" srcId="{E08E1116-89D9-46D5-B919-664F68A34784}" destId="{ADE7C4A5-1F2B-4EC1-B14A-E4E09EE6AB27}" srcOrd="1" destOrd="0" presId="urn:microsoft.com/office/officeart/2005/8/layout/hierarchy3"/>
    <dgm:cxn modelId="{7EE7408C-92DB-4F4B-A4F2-FEFACEB6D221}" type="presParOf" srcId="{E01D0F9C-5D2E-4F5F-AFFD-6F3453FAE53F}" destId="{7FE931E8-E2A4-4B6D-8FA1-63A77A8F0E42}" srcOrd="1" destOrd="0" presId="urn:microsoft.com/office/officeart/2005/8/layout/hierarchy3"/>
    <dgm:cxn modelId="{B60A1235-AA4F-470F-B654-8FA4D73360B0}" type="presParOf" srcId="{7FE931E8-E2A4-4B6D-8FA1-63A77A8F0E42}" destId="{DC660335-353F-436B-8882-7D949C34736E}" srcOrd="0" destOrd="0" presId="urn:microsoft.com/office/officeart/2005/8/layout/hierarchy3"/>
    <dgm:cxn modelId="{084F9787-7298-4479-9052-FF499927A4EB}" type="presParOf" srcId="{7FE931E8-E2A4-4B6D-8FA1-63A77A8F0E42}" destId="{37C5AA93-404D-4E48-A7D4-28257559EBD3}" srcOrd="1" destOrd="0" presId="urn:microsoft.com/office/officeart/2005/8/layout/hierarchy3"/>
    <dgm:cxn modelId="{8F04D304-8D2D-4BD2-802A-4AB3DC6A5159}" type="presParOf" srcId="{7FE931E8-E2A4-4B6D-8FA1-63A77A8F0E42}" destId="{ED3DBA48-FEBB-48E3-8B6A-69E6EEE39D18}" srcOrd="2" destOrd="0" presId="urn:microsoft.com/office/officeart/2005/8/layout/hierarchy3"/>
    <dgm:cxn modelId="{29D0C1C4-2E47-4FA7-B086-E666079B651E}" type="presParOf" srcId="{7FE931E8-E2A4-4B6D-8FA1-63A77A8F0E42}" destId="{9B53472E-9DBF-4F9A-9080-F4A7EE85C88C}" srcOrd="3" destOrd="0" presId="urn:microsoft.com/office/officeart/2005/8/layout/hierarchy3"/>
    <dgm:cxn modelId="{060B0CA4-95EF-4973-B24F-FEF3069C3DDF}" type="presParOf" srcId="{7FE931E8-E2A4-4B6D-8FA1-63A77A8F0E42}" destId="{B04B88B0-8CB5-4F1E-A110-2F8F7165443E}" srcOrd="4" destOrd="0" presId="urn:microsoft.com/office/officeart/2005/8/layout/hierarchy3"/>
    <dgm:cxn modelId="{E5D27133-0945-4F7E-99FD-838D9728BAF9}" type="presParOf" srcId="{7FE931E8-E2A4-4B6D-8FA1-63A77A8F0E42}" destId="{9088A183-E020-4253-86F1-5A0F8B00CB0E}" srcOrd="5" destOrd="0" presId="urn:microsoft.com/office/officeart/2005/8/layout/hierarchy3"/>
    <dgm:cxn modelId="{26A80AC2-3A0E-4013-A9D3-DDFCA2F62F6B}" type="presParOf" srcId="{7FE931E8-E2A4-4B6D-8FA1-63A77A8F0E42}" destId="{9262075C-1CDD-4CF1-9625-65639568ECF3}" srcOrd="6" destOrd="0" presId="urn:microsoft.com/office/officeart/2005/8/layout/hierarchy3"/>
    <dgm:cxn modelId="{CE356711-F8BA-4A40-91C5-95C50A6AABCF}" type="presParOf" srcId="{7FE931E8-E2A4-4B6D-8FA1-63A77A8F0E42}" destId="{BEDB3496-8E77-4E4F-98D3-7F07D7CDA34F}" srcOrd="7" destOrd="0" presId="urn:microsoft.com/office/officeart/2005/8/layout/hierarchy3"/>
    <dgm:cxn modelId="{3399766D-6036-4F17-9BF3-1023900E8DF1}" type="presParOf" srcId="{E252BE29-5FE5-44FE-B4DE-CA268A774FBE}" destId="{90AB5FC7-5E48-4E6F-935B-4AFA6F06A95C}" srcOrd="5" destOrd="0" presId="urn:microsoft.com/office/officeart/2005/8/layout/hierarchy3"/>
    <dgm:cxn modelId="{F92B1668-1C29-4623-B235-A35D542C59A7}" type="presParOf" srcId="{90AB5FC7-5E48-4E6F-935B-4AFA6F06A95C}" destId="{4BE6C4EA-B44B-46E2-AB11-DB99B4440867}" srcOrd="0" destOrd="0" presId="urn:microsoft.com/office/officeart/2005/8/layout/hierarchy3"/>
    <dgm:cxn modelId="{42DFC5FD-2041-4E65-81AD-5BB87D34A059}" type="presParOf" srcId="{4BE6C4EA-B44B-46E2-AB11-DB99B4440867}" destId="{2CC7F518-00A0-4426-A181-C3BB99A94409}" srcOrd="0" destOrd="0" presId="urn:microsoft.com/office/officeart/2005/8/layout/hierarchy3"/>
    <dgm:cxn modelId="{7698F543-F405-4E9F-A238-CD183E98F53E}" type="presParOf" srcId="{4BE6C4EA-B44B-46E2-AB11-DB99B4440867}" destId="{896491D9-B7FA-48DD-BE4F-80D66B3AD000}" srcOrd="1" destOrd="0" presId="urn:microsoft.com/office/officeart/2005/8/layout/hierarchy3"/>
    <dgm:cxn modelId="{E1952C3E-DE6D-40A6-A33F-C4199CCD0586}" type="presParOf" srcId="{90AB5FC7-5E48-4E6F-935B-4AFA6F06A95C}" destId="{CF95A4F8-43DE-44A8-80E8-F167510DC01D}" srcOrd="1" destOrd="0" presId="urn:microsoft.com/office/officeart/2005/8/layout/hierarchy3"/>
    <dgm:cxn modelId="{DA5F64BF-2843-414B-AFA5-D9945F52827F}" type="presParOf" srcId="{CF95A4F8-43DE-44A8-80E8-F167510DC01D}" destId="{FEADA9FE-9285-4562-92B7-A84B7F779489}" srcOrd="0" destOrd="0" presId="urn:microsoft.com/office/officeart/2005/8/layout/hierarchy3"/>
    <dgm:cxn modelId="{6556F4F4-6B26-4A15-B23C-51A0ED5A23B3}" type="presParOf" srcId="{CF95A4F8-43DE-44A8-80E8-F167510DC01D}" destId="{F4A1A5EC-667B-4BD6-972A-D2BA35C4C267}" srcOrd="1" destOrd="0" presId="urn:microsoft.com/office/officeart/2005/8/layout/hierarchy3"/>
    <dgm:cxn modelId="{BD5412E2-C578-421F-AE2A-7E527B241862}" type="presParOf" srcId="{CF95A4F8-43DE-44A8-80E8-F167510DC01D}" destId="{E5B7CB77-FD99-489D-9988-2116779431CB}" srcOrd="2" destOrd="0" presId="urn:microsoft.com/office/officeart/2005/8/layout/hierarchy3"/>
    <dgm:cxn modelId="{049DCADC-8B4A-44EE-B341-B251D87BD872}" type="presParOf" srcId="{CF95A4F8-43DE-44A8-80E8-F167510DC01D}" destId="{E559F514-619F-42EA-9F50-45BE4E5045FC}" srcOrd="3" destOrd="0" presId="urn:microsoft.com/office/officeart/2005/8/layout/hierarchy3"/>
    <dgm:cxn modelId="{405B3D6C-184F-45F0-9241-BF32D819B5DD}" type="presParOf" srcId="{CF95A4F8-43DE-44A8-80E8-F167510DC01D}" destId="{DCFA5213-479F-4A30-AEF8-B4489D74460D}" srcOrd="4" destOrd="0" presId="urn:microsoft.com/office/officeart/2005/8/layout/hierarchy3"/>
    <dgm:cxn modelId="{17C90E9A-EA07-442B-B29F-7448EF371F15}" type="presParOf" srcId="{CF95A4F8-43DE-44A8-80E8-F167510DC01D}" destId="{F12F037F-4E19-4C42-8BD1-47257732FCB9}" srcOrd="5" destOrd="0" presId="urn:microsoft.com/office/officeart/2005/8/layout/hierarchy3"/>
    <dgm:cxn modelId="{1F29B20F-7433-442C-A002-2976526367CD}" type="presParOf" srcId="{CF95A4F8-43DE-44A8-80E8-F167510DC01D}" destId="{36F5D0BA-DAEF-4EA8-A16D-E82D8C25D91D}" srcOrd="6" destOrd="0" presId="urn:microsoft.com/office/officeart/2005/8/layout/hierarchy3"/>
    <dgm:cxn modelId="{140C62A9-AC19-4B64-95FD-0B23B6BBD5FD}" type="presParOf" srcId="{CF95A4F8-43DE-44A8-80E8-F167510DC01D}" destId="{54C1ECBF-A466-40C6-A8AF-674317EF94A1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90B9BC5-660C-451C-99BD-3FDC5D73AAD4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51CF19-00AA-48C5-BE6C-CF3FCE8EB254}">
      <dgm:prSet/>
      <dgm:spPr/>
      <dgm:t>
        <a:bodyPr/>
        <a:lstStyle/>
        <a:p>
          <a:pPr rtl="0"/>
          <a:r>
            <a:rPr lang="fr-CA" dirty="0"/>
            <a:t>Architecture détaillée</a:t>
          </a:r>
          <a:endParaRPr lang="en-US" dirty="0"/>
        </a:p>
      </dgm:t>
    </dgm:pt>
    <dgm:pt modelId="{59FA33D3-390E-412D-8449-7C1C8EFB2D97}" type="parTrans" cxnId="{6F8997B0-597D-45A6-A981-02AAB61EEF9F}">
      <dgm:prSet/>
      <dgm:spPr/>
      <dgm:t>
        <a:bodyPr/>
        <a:lstStyle/>
        <a:p>
          <a:endParaRPr lang="en-US"/>
        </a:p>
      </dgm:t>
    </dgm:pt>
    <dgm:pt modelId="{BE268116-BC84-4585-9C6E-A6EECF049234}" type="sibTrans" cxnId="{6F8997B0-597D-45A6-A981-02AAB61EEF9F}">
      <dgm:prSet/>
      <dgm:spPr/>
      <dgm:t>
        <a:bodyPr/>
        <a:lstStyle/>
        <a:p>
          <a:endParaRPr lang="en-US"/>
        </a:p>
      </dgm:t>
    </dgm:pt>
    <dgm:pt modelId="{54910A3B-28D7-4616-A7AA-08F936B95192}">
      <dgm:prSet/>
      <dgm:spPr/>
      <dgm:t>
        <a:bodyPr/>
        <a:lstStyle/>
        <a:p>
          <a:pPr rtl="0"/>
          <a:r>
            <a:rPr lang="fr-CA" dirty="0"/>
            <a:t>Configuration et développement</a:t>
          </a:r>
          <a:endParaRPr lang="en-US" dirty="0"/>
        </a:p>
      </dgm:t>
    </dgm:pt>
    <dgm:pt modelId="{F47D63A9-6454-485A-9A90-81505C9FC933}" type="parTrans" cxnId="{628E1B30-CEE2-4831-A5E5-7FBDF20932F2}">
      <dgm:prSet/>
      <dgm:spPr/>
      <dgm:t>
        <a:bodyPr/>
        <a:lstStyle/>
        <a:p>
          <a:endParaRPr lang="en-US"/>
        </a:p>
      </dgm:t>
    </dgm:pt>
    <dgm:pt modelId="{E7B9ACEB-4459-40B6-8B49-7B53D2D0C7BB}" type="sibTrans" cxnId="{628E1B30-CEE2-4831-A5E5-7FBDF20932F2}">
      <dgm:prSet/>
      <dgm:spPr/>
      <dgm:t>
        <a:bodyPr/>
        <a:lstStyle/>
        <a:p>
          <a:endParaRPr lang="en-US"/>
        </a:p>
      </dgm:t>
    </dgm:pt>
    <dgm:pt modelId="{D351367D-AA84-4A0B-9975-3BC65DB95E89}">
      <dgm:prSet/>
      <dgm:spPr/>
      <dgm:t>
        <a:bodyPr/>
        <a:lstStyle/>
        <a:p>
          <a:r>
            <a:rPr lang="fr-CA" dirty="0"/>
            <a:t>Préparation</a:t>
          </a:r>
          <a:br>
            <a:rPr lang="fr-CA"/>
          </a:br>
          <a:r>
            <a:rPr lang="fr-CA"/>
            <a:t>MEP</a:t>
          </a:r>
          <a:endParaRPr lang="en-US" dirty="0"/>
        </a:p>
      </dgm:t>
    </dgm:pt>
    <dgm:pt modelId="{A9F16365-E199-4A85-B4AF-D38B8737B0FF}" type="parTrans" cxnId="{D2271043-D0BF-4E60-9986-2BD4BAA37BE7}">
      <dgm:prSet/>
      <dgm:spPr/>
      <dgm:t>
        <a:bodyPr/>
        <a:lstStyle/>
        <a:p>
          <a:endParaRPr lang="en-US"/>
        </a:p>
      </dgm:t>
    </dgm:pt>
    <dgm:pt modelId="{EA9EA3AC-62C4-403E-A3FF-20DE97B9611A}" type="sibTrans" cxnId="{D2271043-D0BF-4E60-9986-2BD4BAA37BE7}">
      <dgm:prSet/>
      <dgm:spPr/>
      <dgm:t>
        <a:bodyPr/>
        <a:lstStyle/>
        <a:p>
          <a:endParaRPr lang="en-US"/>
        </a:p>
      </dgm:t>
    </dgm:pt>
    <dgm:pt modelId="{13EFA440-B5CA-4174-8F4B-E3FBAC5412FF}">
      <dgm:prSet/>
      <dgm:spPr/>
      <dgm:t>
        <a:bodyPr/>
        <a:lstStyle/>
        <a:p>
          <a:pPr rtl="0"/>
          <a:r>
            <a:rPr lang="fr-CA" dirty="0"/>
            <a:t>Mise en Production</a:t>
          </a:r>
          <a:endParaRPr lang="en-US" dirty="0"/>
        </a:p>
      </dgm:t>
    </dgm:pt>
    <dgm:pt modelId="{087BEFE1-09D4-428F-B52B-30A702A237FD}" type="parTrans" cxnId="{744663D3-E35A-4839-AF41-733840FACC5E}">
      <dgm:prSet/>
      <dgm:spPr/>
      <dgm:t>
        <a:bodyPr/>
        <a:lstStyle/>
        <a:p>
          <a:endParaRPr lang="en-US"/>
        </a:p>
      </dgm:t>
    </dgm:pt>
    <dgm:pt modelId="{4658F1BD-A769-4DCF-A251-28BDF61E7CCA}" type="sibTrans" cxnId="{744663D3-E35A-4839-AF41-733840FACC5E}">
      <dgm:prSet/>
      <dgm:spPr/>
      <dgm:t>
        <a:bodyPr/>
        <a:lstStyle/>
        <a:p>
          <a:endParaRPr lang="en-US"/>
        </a:p>
      </dgm:t>
    </dgm:pt>
    <dgm:pt modelId="{19C71ED4-39FB-4E37-B2B3-71D93D07835F}">
      <dgm:prSet/>
      <dgm:spPr/>
      <dgm:t>
        <a:bodyPr/>
        <a:lstStyle/>
        <a:p>
          <a:r>
            <a:rPr lang="fr-CA" dirty="0"/>
            <a:t>Analyse et Conception</a:t>
          </a:r>
          <a:endParaRPr lang="en-US" dirty="0"/>
        </a:p>
      </dgm:t>
    </dgm:pt>
    <dgm:pt modelId="{FEAEF6B5-026C-41E6-93DF-78DEB481D5BB}" type="parTrans" cxnId="{DE6D7B0F-18AD-491A-AE6F-605272438BD3}">
      <dgm:prSet/>
      <dgm:spPr/>
      <dgm:t>
        <a:bodyPr/>
        <a:lstStyle/>
        <a:p>
          <a:endParaRPr lang="en-US"/>
        </a:p>
      </dgm:t>
    </dgm:pt>
    <dgm:pt modelId="{FD7B0E12-C975-452F-8FA5-D886E98DC9D6}" type="sibTrans" cxnId="{DE6D7B0F-18AD-491A-AE6F-605272438BD3}">
      <dgm:prSet/>
      <dgm:spPr/>
      <dgm:t>
        <a:bodyPr/>
        <a:lstStyle/>
        <a:p>
          <a:endParaRPr lang="en-US"/>
        </a:p>
      </dgm:t>
    </dgm:pt>
    <dgm:pt modelId="{2A1A3400-B56D-4E8A-88C1-E0C42040E518}">
      <dgm:prSet/>
      <dgm:spPr/>
      <dgm:t>
        <a:bodyPr/>
        <a:lstStyle/>
        <a:p>
          <a:r>
            <a:rPr lang="en-US" dirty="0" err="1"/>
            <a:t>Analyse</a:t>
          </a:r>
          <a:r>
            <a:rPr lang="en-US" dirty="0"/>
            <a:t> DD, DPA @Alex</a:t>
          </a:r>
        </a:p>
      </dgm:t>
    </dgm:pt>
    <dgm:pt modelId="{2BBCD92C-EBAA-4044-A8FE-AC4B6A8F938C}" type="parTrans" cxnId="{34EE0BF3-1978-4C38-BA6B-6AA830589D7E}">
      <dgm:prSet/>
      <dgm:spPr/>
      <dgm:t>
        <a:bodyPr/>
        <a:lstStyle/>
        <a:p>
          <a:endParaRPr lang="fr-CA"/>
        </a:p>
      </dgm:t>
    </dgm:pt>
    <dgm:pt modelId="{A7ACA238-5E83-4EAD-83DC-71AEE1077F91}" type="sibTrans" cxnId="{34EE0BF3-1978-4C38-BA6B-6AA830589D7E}">
      <dgm:prSet/>
      <dgm:spPr/>
      <dgm:t>
        <a:bodyPr/>
        <a:lstStyle/>
        <a:p>
          <a:endParaRPr lang="fr-CA"/>
        </a:p>
      </dgm:t>
    </dgm:pt>
    <dgm:pt modelId="{AEC98B24-610B-4B11-BF63-C5DA2CC0EDFA}">
      <dgm:prSet/>
      <dgm:spPr/>
      <dgm:t>
        <a:bodyPr/>
        <a:lstStyle/>
        <a:p>
          <a:r>
            <a:rPr lang="en-US" dirty="0" err="1"/>
            <a:t>Analyse</a:t>
          </a:r>
          <a:r>
            <a:rPr lang="en-US" dirty="0"/>
            <a:t> AHCS</a:t>
          </a:r>
        </a:p>
      </dgm:t>
    </dgm:pt>
    <dgm:pt modelId="{CC7BC328-3EC8-4C05-ABA3-5B5A4EFE2535}" type="parTrans" cxnId="{6570AD97-B057-41DC-BDA5-CFEAE3BF0B7E}">
      <dgm:prSet/>
      <dgm:spPr/>
      <dgm:t>
        <a:bodyPr/>
        <a:lstStyle/>
        <a:p>
          <a:endParaRPr lang="fr-CA"/>
        </a:p>
      </dgm:t>
    </dgm:pt>
    <dgm:pt modelId="{6F7D41FD-905F-4F33-AE40-6DB15A919E3D}" type="sibTrans" cxnId="{6570AD97-B057-41DC-BDA5-CFEAE3BF0B7E}">
      <dgm:prSet/>
      <dgm:spPr/>
      <dgm:t>
        <a:bodyPr/>
        <a:lstStyle/>
        <a:p>
          <a:endParaRPr lang="fr-CA"/>
        </a:p>
      </dgm:t>
    </dgm:pt>
    <dgm:pt modelId="{7521F575-2ACB-4490-8312-7B4182FAB446}">
      <dgm:prSet/>
      <dgm:spPr/>
      <dgm:t>
        <a:bodyPr/>
        <a:lstStyle/>
        <a:p>
          <a:r>
            <a:rPr lang="en-US" dirty="0" err="1"/>
            <a:t>Analyse</a:t>
          </a:r>
          <a:r>
            <a:rPr lang="en-US" dirty="0"/>
            <a:t> </a:t>
          </a:r>
          <a:r>
            <a:rPr lang="en-US" dirty="0" err="1"/>
            <a:t>Réconciliation</a:t>
          </a:r>
          <a:r>
            <a:rPr lang="en-US" dirty="0"/>
            <a:t> (ARCS)</a:t>
          </a:r>
        </a:p>
      </dgm:t>
    </dgm:pt>
    <dgm:pt modelId="{CB16F674-0660-4194-976E-ADB3994FD2E6}" type="parTrans" cxnId="{3433D59F-1CC6-46CD-B357-D658D3530217}">
      <dgm:prSet/>
      <dgm:spPr/>
      <dgm:t>
        <a:bodyPr/>
        <a:lstStyle/>
        <a:p>
          <a:endParaRPr lang="fr-CA"/>
        </a:p>
      </dgm:t>
    </dgm:pt>
    <dgm:pt modelId="{664989D4-0EEF-4B55-AA58-DE3EF53EADBC}" type="sibTrans" cxnId="{3433D59F-1CC6-46CD-B357-D658D3530217}">
      <dgm:prSet/>
      <dgm:spPr/>
      <dgm:t>
        <a:bodyPr/>
        <a:lstStyle/>
        <a:p>
          <a:endParaRPr lang="fr-CA"/>
        </a:p>
      </dgm:t>
    </dgm:pt>
    <dgm:pt modelId="{E252BE29-5FE5-44FE-B4DE-CA268A774FBE}" type="pres">
      <dgm:prSet presAssocID="{A90B9BC5-660C-451C-99BD-3FDC5D73AAD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78A6A13-1414-41C4-B0DB-706B3FB83D9C}" type="pres">
      <dgm:prSet presAssocID="{6D51CF19-00AA-48C5-BE6C-CF3FCE8EB254}" presName="root" presStyleCnt="0"/>
      <dgm:spPr/>
    </dgm:pt>
    <dgm:pt modelId="{B9A83698-5E16-4E09-890E-6BE0D5119B4B}" type="pres">
      <dgm:prSet presAssocID="{6D51CF19-00AA-48C5-BE6C-CF3FCE8EB254}" presName="rootComposite" presStyleCnt="0"/>
      <dgm:spPr/>
    </dgm:pt>
    <dgm:pt modelId="{6EE1221E-E3E1-4233-9090-5BEE13633D33}" type="pres">
      <dgm:prSet presAssocID="{6D51CF19-00AA-48C5-BE6C-CF3FCE8EB254}" presName="rootText" presStyleLbl="node1" presStyleIdx="0" presStyleCnt="5"/>
      <dgm:spPr/>
    </dgm:pt>
    <dgm:pt modelId="{8E30F5CA-ED92-48D5-AA3C-BB746BD25069}" type="pres">
      <dgm:prSet presAssocID="{6D51CF19-00AA-48C5-BE6C-CF3FCE8EB254}" presName="rootConnector" presStyleLbl="node1" presStyleIdx="0" presStyleCnt="5"/>
      <dgm:spPr/>
    </dgm:pt>
    <dgm:pt modelId="{BCF83B2E-104C-4221-B770-E8CAC4022E8C}" type="pres">
      <dgm:prSet presAssocID="{6D51CF19-00AA-48C5-BE6C-CF3FCE8EB254}" presName="childShape" presStyleCnt="0"/>
      <dgm:spPr/>
    </dgm:pt>
    <dgm:pt modelId="{02B8968A-F0C1-44DB-9906-AEBFFC3F34D0}" type="pres">
      <dgm:prSet presAssocID="{19C71ED4-39FB-4E37-B2B3-71D93D07835F}" presName="root" presStyleCnt="0"/>
      <dgm:spPr/>
    </dgm:pt>
    <dgm:pt modelId="{D56BD95B-AC42-4765-8C77-4F44789000E3}" type="pres">
      <dgm:prSet presAssocID="{19C71ED4-39FB-4E37-B2B3-71D93D07835F}" presName="rootComposite" presStyleCnt="0"/>
      <dgm:spPr/>
    </dgm:pt>
    <dgm:pt modelId="{607AAB5E-ABBE-44DE-AA3D-27F7F766B37A}" type="pres">
      <dgm:prSet presAssocID="{19C71ED4-39FB-4E37-B2B3-71D93D07835F}" presName="rootText" presStyleLbl="node1" presStyleIdx="1" presStyleCnt="5"/>
      <dgm:spPr/>
    </dgm:pt>
    <dgm:pt modelId="{A640F7D4-CEC4-4E1C-9D08-17C82E57EFF9}" type="pres">
      <dgm:prSet presAssocID="{19C71ED4-39FB-4E37-B2B3-71D93D07835F}" presName="rootConnector" presStyleLbl="node1" presStyleIdx="1" presStyleCnt="5"/>
      <dgm:spPr/>
    </dgm:pt>
    <dgm:pt modelId="{EF38FC99-FC17-4271-A16D-AD565D078EC6}" type="pres">
      <dgm:prSet presAssocID="{19C71ED4-39FB-4E37-B2B3-71D93D07835F}" presName="childShape" presStyleCnt="0"/>
      <dgm:spPr/>
    </dgm:pt>
    <dgm:pt modelId="{32DFE86C-69C3-47CD-86C2-72D422B3DEAC}" type="pres">
      <dgm:prSet presAssocID="{2BBCD92C-EBAA-4044-A8FE-AC4B6A8F938C}" presName="Name13" presStyleLbl="parChTrans1D2" presStyleIdx="0" presStyleCnt="3"/>
      <dgm:spPr/>
    </dgm:pt>
    <dgm:pt modelId="{25B8B17B-FA5B-45CD-9632-FFDBC50DBECF}" type="pres">
      <dgm:prSet presAssocID="{2A1A3400-B56D-4E8A-88C1-E0C42040E518}" presName="childText" presStyleLbl="bgAcc1" presStyleIdx="0" presStyleCnt="3">
        <dgm:presLayoutVars>
          <dgm:bulletEnabled val="1"/>
        </dgm:presLayoutVars>
      </dgm:prSet>
      <dgm:spPr/>
    </dgm:pt>
    <dgm:pt modelId="{426CC2FE-989D-4237-A2B6-28B71EBA4738}" type="pres">
      <dgm:prSet presAssocID="{CC7BC328-3EC8-4C05-ABA3-5B5A4EFE2535}" presName="Name13" presStyleLbl="parChTrans1D2" presStyleIdx="1" presStyleCnt="3"/>
      <dgm:spPr/>
    </dgm:pt>
    <dgm:pt modelId="{1C546E6A-B6F1-408F-AAD6-484A7264AD87}" type="pres">
      <dgm:prSet presAssocID="{AEC98B24-610B-4B11-BF63-C5DA2CC0EDFA}" presName="childText" presStyleLbl="bgAcc1" presStyleIdx="1" presStyleCnt="3">
        <dgm:presLayoutVars>
          <dgm:bulletEnabled val="1"/>
        </dgm:presLayoutVars>
      </dgm:prSet>
      <dgm:spPr/>
    </dgm:pt>
    <dgm:pt modelId="{8472B566-A81C-4B08-9831-3080D8610BFD}" type="pres">
      <dgm:prSet presAssocID="{CB16F674-0660-4194-976E-ADB3994FD2E6}" presName="Name13" presStyleLbl="parChTrans1D2" presStyleIdx="2" presStyleCnt="3"/>
      <dgm:spPr/>
    </dgm:pt>
    <dgm:pt modelId="{E2E4509F-A1D4-4B8B-938D-2F7C7973191F}" type="pres">
      <dgm:prSet presAssocID="{7521F575-2ACB-4490-8312-7B4182FAB446}" presName="childText" presStyleLbl="bgAcc1" presStyleIdx="2" presStyleCnt="3">
        <dgm:presLayoutVars>
          <dgm:bulletEnabled val="1"/>
        </dgm:presLayoutVars>
      </dgm:prSet>
      <dgm:spPr/>
    </dgm:pt>
    <dgm:pt modelId="{54986283-7A12-4568-BABE-E0C853CF6099}" type="pres">
      <dgm:prSet presAssocID="{54910A3B-28D7-4616-A7AA-08F936B95192}" presName="root" presStyleCnt="0"/>
      <dgm:spPr/>
    </dgm:pt>
    <dgm:pt modelId="{FA7C1C98-4C47-49D0-AE8F-F56AD7F42F55}" type="pres">
      <dgm:prSet presAssocID="{54910A3B-28D7-4616-A7AA-08F936B95192}" presName="rootComposite" presStyleCnt="0"/>
      <dgm:spPr/>
    </dgm:pt>
    <dgm:pt modelId="{4ED0EA71-5430-4321-9392-B8FA0592AEFF}" type="pres">
      <dgm:prSet presAssocID="{54910A3B-28D7-4616-A7AA-08F936B95192}" presName="rootText" presStyleLbl="node1" presStyleIdx="2" presStyleCnt="5"/>
      <dgm:spPr/>
    </dgm:pt>
    <dgm:pt modelId="{9AEA9AEF-9B40-4D2F-9028-E62F4210D289}" type="pres">
      <dgm:prSet presAssocID="{54910A3B-28D7-4616-A7AA-08F936B95192}" presName="rootConnector" presStyleLbl="node1" presStyleIdx="2" presStyleCnt="5"/>
      <dgm:spPr/>
    </dgm:pt>
    <dgm:pt modelId="{BB1166EB-2403-4B02-BA51-3A963F8A1264}" type="pres">
      <dgm:prSet presAssocID="{54910A3B-28D7-4616-A7AA-08F936B95192}" presName="childShape" presStyleCnt="0"/>
      <dgm:spPr/>
    </dgm:pt>
    <dgm:pt modelId="{E01D0F9C-5D2E-4F5F-AFFD-6F3453FAE53F}" type="pres">
      <dgm:prSet presAssocID="{D351367D-AA84-4A0B-9975-3BC65DB95E89}" presName="root" presStyleCnt="0"/>
      <dgm:spPr/>
    </dgm:pt>
    <dgm:pt modelId="{E08E1116-89D9-46D5-B919-664F68A34784}" type="pres">
      <dgm:prSet presAssocID="{D351367D-AA84-4A0B-9975-3BC65DB95E89}" presName="rootComposite" presStyleCnt="0"/>
      <dgm:spPr/>
    </dgm:pt>
    <dgm:pt modelId="{3EA437CD-D6D8-436D-A06F-DFBB397EADC0}" type="pres">
      <dgm:prSet presAssocID="{D351367D-AA84-4A0B-9975-3BC65DB95E89}" presName="rootText" presStyleLbl="node1" presStyleIdx="3" presStyleCnt="5"/>
      <dgm:spPr/>
    </dgm:pt>
    <dgm:pt modelId="{ADE7C4A5-1F2B-4EC1-B14A-E4E09EE6AB27}" type="pres">
      <dgm:prSet presAssocID="{D351367D-AA84-4A0B-9975-3BC65DB95E89}" presName="rootConnector" presStyleLbl="node1" presStyleIdx="3" presStyleCnt="5"/>
      <dgm:spPr/>
    </dgm:pt>
    <dgm:pt modelId="{7FE931E8-E2A4-4B6D-8FA1-63A77A8F0E42}" type="pres">
      <dgm:prSet presAssocID="{D351367D-AA84-4A0B-9975-3BC65DB95E89}" presName="childShape" presStyleCnt="0"/>
      <dgm:spPr/>
    </dgm:pt>
    <dgm:pt modelId="{90AB5FC7-5E48-4E6F-935B-4AFA6F06A95C}" type="pres">
      <dgm:prSet presAssocID="{13EFA440-B5CA-4174-8F4B-E3FBAC5412FF}" presName="root" presStyleCnt="0"/>
      <dgm:spPr/>
    </dgm:pt>
    <dgm:pt modelId="{4BE6C4EA-B44B-46E2-AB11-DB99B4440867}" type="pres">
      <dgm:prSet presAssocID="{13EFA440-B5CA-4174-8F4B-E3FBAC5412FF}" presName="rootComposite" presStyleCnt="0"/>
      <dgm:spPr/>
    </dgm:pt>
    <dgm:pt modelId="{2CC7F518-00A0-4426-A181-C3BB99A94409}" type="pres">
      <dgm:prSet presAssocID="{13EFA440-B5CA-4174-8F4B-E3FBAC5412FF}" presName="rootText" presStyleLbl="node1" presStyleIdx="4" presStyleCnt="5"/>
      <dgm:spPr/>
    </dgm:pt>
    <dgm:pt modelId="{896491D9-B7FA-48DD-BE4F-80D66B3AD000}" type="pres">
      <dgm:prSet presAssocID="{13EFA440-B5CA-4174-8F4B-E3FBAC5412FF}" presName="rootConnector" presStyleLbl="node1" presStyleIdx="4" presStyleCnt="5"/>
      <dgm:spPr/>
    </dgm:pt>
    <dgm:pt modelId="{CF95A4F8-43DE-44A8-80E8-F167510DC01D}" type="pres">
      <dgm:prSet presAssocID="{13EFA440-B5CA-4174-8F4B-E3FBAC5412FF}" presName="childShape" presStyleCnt="0"/>
      <dgm:spPr/>
    </dgm:pt>
  </dgm:ptLst>
  <dgm:cxnLst>
    <dgm:cxn modelId="{23511C06-7F6C-4CFB-9EFB-0BA169A77B37}" type="presOf" srcId="{2BBCD92C-EBAA-4044-A8FE-AC4B6A8F938C}" destId="{32DFE86C-69C3-47CD-86C2-72D422B3DEAC}" srcOrd="0" destOrd="0" presId="urn:microsoft.com/office/officeart/2005/8/layout/hierarchy3"/>
    <dgm:cxn modelId="{DE6D7B0F-18AD-491A-AE6F-605272438BD3}" srcId="{A90B9BC5-660C-451C-99BD-3FDC5D73AAD4}" destId="{19C71ED4-39FB-4E37-B2B3-71D93D07835F}" srcOrd="1" destOrd="0" parTransId="{FEAEF6B5-026C-41E6-93DF-78DEB481D5BB}" sibTransId="{FD7B0E12-C975-452F-8FA5-D886E98DC9D6}"/>
    <dgm:cxn modelId="{D3A31C11-A09D-468E-A19B-67336668B2B8}" type="presOf" srcId="{D351367D-AA84-4A0B-9975-3BC65DB95E89}" destId="{3EA437CD-D6D8-436D-A06F-DFBB397EADC0}" srcOrd="0" destOrd="0" presId="urn:microsoft.com/office/officeart/2005/8/layout/hierarchy3"/>
    <dgm:cxn modelId="{9D844E12-5F5C-49C1-98AB-8066D967573A}" type="presOf" srcId="{54910A3B-28D7-4616-A7AA-08F936B95192}" destId="{4ED0EA71-5430-4321-9392-B8FA0592AEFF}" srcOrd="0" destOrd="0" presId="urn:microsoft.com/office/officeart/2005/8/layout/hierarchy3"/>
    <dgm:cxn modelId="{37A2BC2C-C1A8-4672-8928-DD45B30BB490}" type="presOf" srcId="{A90B9BC5-660C-451C-99BD-3FDC5D73AAD4}" destId="{E252BE29-5FE5-44FE-B4DE-CA268A774FBE}" srcOrd="0" destOrd="0" presId="urn:microsoft.com/office/officeart/2005/8/layout/hierarchy3"/>
    <dgm:cxn modelId="{628E1B30-CEE2-4831-A5E5-7FBDF20932F2}" srcId="{A90B9BC5-660C-451C-99BD-3FDC5D73AAD4}" destId="{54910A3B-28D7-4616-A7AA-08F936B95192}" srcOrd="2" destOrd="0" parTransId="{F47D63A9-6454-485A-9A90-81505C9FC933}" sibTransId="{E7B9ACEB-4459-40B6-8B49-7B53D2D0C7BB}"/>
    <dgm:cxn modelId="{39626A3F-B0BB-4DC2-82E9-5866CA300B57}" type="presOf" srcId="{CC7BC328-3EC8-4C05-ABA3-5B5A4EFE2535}" destId="{426CC2FE-989D-4237-A2B6-28B71EBA4738}" srcOrd="0" destOrd="0" presId="urn:microsoft.com/office/officeart/2005/8/layout/hierarchy3"/>
    <dgm:cxn modelId="{97F7A33F-6A7B-415B-BD48-5C57F62D692D}" type="presOf" srcId="{19C71ED4-39FB-4E37-B2B3-71D93D07835F}" destId="{607AAB5E-ABBE-44DE-AA3D-27F7F766B37A}" srcOrd="0" destOrd="0" presId="urn:microsoft.com/office/officeart/2005/8/layout/hierarchy3"/>
    <dgm:cxn modelId="{4B38135C-EC73-4A98-B405-3E865425FEE8}" type="presOf" srcId="{AEC98B24-610B-4B11-BF63-C5DA2CC0EDFA}" destId="{1C546E6A-B6F1-408F-AAD6-484A7264AD87}" srcOrd="0" destOrd="0" presId="urn:microsoft.com/office/officeart/2005/8/layout/hierarchy3"/>
    <dgm:cxn modelId="{D2271043-D0BF-4E60-9986-2BD4BAA37BE7}" srcId="{A90B9BC5-660C-451C-99BD-3FDC5D73AAD4}" destId="{D351367D-AA84-4A0B-9975-3BC65DB95E89}" srcOrd="3" destOrd="0" parTransId="{A9F16365-E199-4A85-B4AF-D38B8737B0FF}" sibTransId="{EA9EA3AC-62C4-403E-A3FF-20DE97B9611A}"/>
    <dgm:cxn modelId="{C2D81266-9A17-4AC0-B68A-AD4B04254BD0}" type="presOf" srcId="{D351367D-AA84-4A0B-9975-3BC65DB95E89}" destId="{ADE7C4A5-1F2B-4EC1-B14A-E4E09EE6AB27}" srcOrd="1" destOrd="0" presId="urn:microsoft.com/office/officeart/2005/8/layout/hierarchy3"/>
    <dgm:cxn modelId="{9A1E7349-E766-4501-BC67-288AE989FBA7}" type="presOf" srcId="{6D51CF19-00AA-48C5-BE6C-CF3FCE8EB254}" destId="{6EE1221E-E3E1-4233-9090-5BEE13633D33}" srcOrd="0" destOrd="0" presId="urn:microsoft.com/office/officeart/2005/8/layout/hierarchy3"/>
    <dgm:cxn modelId="{C088DE6A-55F4-4A89-A3B1-0341457FF8DB}" type="presOf" srcId="{54910A3B-28D7-4616-A7AA-08F936B95192}" destId="{9AEA9AEF-9B40-4D2F-9028-E62F4210D289}" srcOrd="1" destOrd="0" presId="urn:microsoft.com/office/officeart/2005/8/layout/hierarchy3"/>
    <dgm:cxn modelId="{E858016E-403A-4A4C-88DA-2A936FF86537}" type="presOf" srcId="{2A1A3400-B56D-4E8A-88C1-E0C42040E518}" destId="{25B8B17B-FA5B-45CD-9632-FFDBC50DBECF}" srcOrd="0" destOrd="0" presId="urn:microsoft.com/office/officeart/2005/8/layout/hierarchy3"/>
    <dgm:cxn modelId="{1A811D51-C22C-43D1-9573-3F377DA63B2A}" type="presOf" srcId="{19C71ED4-39FB-4E37-B2B3-71D93D07835F}" destId="{A640F7D4-CEC4-4E1C-9D08-17C82E57EFF9}" srcOrd="1" destOrd="0" presId="urn:microsoft.com/office/officeart/2005/8/layout/hierarchy3"/>
    <dgm:cxn modelId="{0D459558-ABDF-4BC8-91E8-2751A14ECE71}" type="presOf" srcId="{6D51CF19-00AA-48C5-BE6C-CF3FCE8EB254}" destId="{8E30F5CA-ED92-48D5-AA3C-BB746BD25069}" srcOrd="1" destOrd="0" presId="urn:microsoft.com/office/officeart/2005/8/layout/hierarchy3"/>
    <dgm:cxn modelId="{6570AD97-B057-41DC-BDA5-CFEAE3BF0B7E}" srcId="{19C71ED4-39FB-4E37-B2B3-71D93D07835F}" destId="{AEC98B24-610B-4B11-BF63-C5DA2CC0EDFA}" srcOrd="1" destOrd="0" parTransId="{CC7BC328-3EC8-4C05-ABA3-5B5A4EFE2535}" sibTransId="{6F7D41FD-905F-4F33-AE40-6DB15A919E3D}"/>
    <dgm:cxn modelId="{3433D59F-1CC6-46CD-B357-D658D3530217}" srcId="{19C71ED4-39FB-4E37-B2B3-71D93D07835F}" destId="{7521F575-2ACB-4490-8312-7B4182FAB446}" srcOrd="2" destOrd="0" parTransId="{CB16F674-0660-4194-976E-ADB3994FD2E6}" sibTransId="{664989D4-0EEF-4B55-AA58-DE3EF53EADBC}"/>
    <dgm:cxn modelId="{15ED7AA6-95ED-425A-BECB-5A8878394776}" type="presOf" srcId="{13EFA440-B5CA-4174-8F4B-E3FBAC5412FF}" destId="{896491D9-B7FA-48DD-BE4F-80D66B3AD000}" srcOrd="1" destOrd="0" presId="urn:microsoft.com/office/officeart/2005/8/layout/hierarchy3"/>
    <dgm:cxn modelId="{7BC367AB-EF5B-44D8-9E6E-5F7A8BB3D2B8}" type="presOf" srcId="{7521F575-2ACB-4490-8312-7B4182FAB446}" destId="{E2E4509F-A1D4-4B8B-938D-2F7C7973191F}" srcOrd="0" destOrd="0" presId="urn:microsoft.com/office/officeart/2005/8/layout/hierarchy3"/>
    <dgm:cxn modelId="{6D87B6AF-43C2-4A71-81E5-E255E099AF13}" type="presOf" srcId="{13EFA440-B5CA-4174-8F4B-E3FBAC5412FF}" destId="{2CC7F518-00A0-4426-A181-C3BB99A94409}" srcOrd="0" destOrd="0" presId="urn:microsoft.com/office/officeart/2005/8/layout/hierarchy3"/>
    <dgm:cxn modelId="{6F8997B0-597D-45A6-A981-02AAB61EEF9F}" srcId="{A90B9BC5-660C-451C-99BD-3FDC5D73AAD4}" destId="{6D51CF19-00AA-48C5-BE6C-CF3FCE8EB254}" srcOrd="0" destOrd="0" parTransId="{59FA33D3-390E-412D-8449-7C1C8EFB2D97}" sibTransId="{BE268116-BC84-4585-9C6E-A6EECF049234}"/>
    <dgm:cxn modelId="{744663D3-E35A-4839-AF41-733840FACC5E}" srcId="{A90B9BC5-660C-451C-99BD-3FDC5D73AAD4}" destId="{13EFA440-B5CA-4174-8F4B-E3FBAC5412FF}" srcOrd="4" destOrd="0" parTransId="{087BEFE1-09D4-428F-B52B-30A702A237FD}" sibTransId="{4658F1BD-A769-4DCF-A251-28BDF61E7CCA}"/>
    <dgm:cxn modelId="{0C67E3E2-912E-4298-9FD8-A67AFDCE6D96}" type="presOf" srcId="{CB16F674-0660-4194-976E-ADB3994FD2E6}" destId="{8472B566-A81C-4B08-9831-3080D8610BFD}" srcOrd="0" destOrd="0" presId="urn:microsoft.com/office/officeart/2005/8/layout/hierarchy3"/>
    <dgm:cxn modelId="{34EE0BF3-1978-4C38-BA6B-6AA830589D7E}" srcId="{19C71ED4-39FB-4E37-B2B3-71D93D07835F}" destId="{2A1A3400-B56D-4E8A-88C1-E0C42040E518}" srcOrd="0" destOrd="0" parTransId="{2BBCD92C-EBAA-4044-A8FE-AC4B6A8F938C}" sibTransId="{A7ACA238-5E83-4EAD-83DC-71AEE1077F91}"/>
    <dgm:cxn modelId="{FC8157E0-CDC6-4CE1-BE32-93DA9C675017}" type="presParOf" srcId="{E252BE29-5FE5-44FE-B4DE-CA268A774FBE}" destId="{178A6A13-1414-41C4-B0DB-706B3FB83D9C}" srcOrd="0" destOrd="0" presId="urn:microsoft.com/office/officeart/2005/8/layout/hierarchy3"/>
    <dgm:cxn modelId="{6D795966-BD19-446B-BC7A-72559111341D}" type="presParOf" srcId="{178A6A13-1414-41C4-B0DB-706B3FB83D9C}" destId="{B9A83698-5E16-4E09-890E-6BE0D5119B4B}" srcOrd="0" destOrd="0" presId="urn:microsoft.com/office/officeart/2005/8/layout/hierarchy3"/>
    <dgm:cxn modelId="{0093362E-AA72-41C3-9ECA-8FE051CC9D05}" type="presParOf" srcId="{B9A83698-5E16-4E09-890E-6BE0D5119B4B}" destId="{6EE1221E-E3E1-4233-9090-5BEE13633D33}" srcOrd="0" destOrd="0" presId="urn:microsoft.com/office/officeart/2005/8/layout/hierarchy3"/>
    <dgm:cxn modelId="{D6DBE374-C17C-4FC5-A081-A8DBFB39EEFE}" type="presParOf" srcId="{B9A83698-5E16-4E09-890E-6BE0D5119B4B}" destId="{8E30F5CA-ED92-48D5-AA3C-BB746BD25069}" srcOrd="1" destOrd="0" presId="urn:microsoft.com/office/officeart/2005/8/layout/hierarchy3"/>
    <dgm:cxn modelId="{F1EE87A5-9E1D-4BA3-9628-B6C031933290}" type="presParOf" srcId="{178A6A13-1414-41C4-B0DB-706B3FB83D9C}" destId="{BCF83B2E-104C-4221-B770-E8CAC4022E8C}" srcOrd="1" destOrd="0" presId="urn:microsoft.com/office/officeart/2005/8/layout/hierarchy3"/>
    <dgm:cxn modelId="{EBE34D01-F058-4F97-BBB2-DF9E6A6CE968}" type="presParOf" srcId="{E252BE29-5FE5-44FE-B4DE-CA268A774FBE}" destId="{02B8968A-F0C1-44DB-9906-AEBFFC3F34D0}" srcOrd="1" destOrd="0" presId="urn:microsoft.com/office/officeart/2005/8/layout/hierarchy3"/>
    <dgm:cxn modelId="{020928A4-C02F-4301-9170-E4CEFC30A902}" type="presParOf" srcId="{02B8968A-F0C1-44DB-9906-AEBFFC3F34D0}" destId="{D56BD95B-AC42-4765-8C77-4F44789000E3}" srcOrd="0" destOrd="0" presId="urn:microsoft.com/office/officeart/2005/8/layout/hierarchy3"/>
    <dgm:cxn modelId="{6D86BFB1-79A5-4997-9FC5-C9D338308850}" type="presParOf" srcId="{D56BD95B-AC42-4765-8C77-4F44789000E3}" destId="{607AAB5E-ABBE-44DE-AA3D-27F7F766B37A}" srcOrd="0" destOrd="0" presId="urn:microsoft.com/office/officeart/2005/8/layout/hierarchy3"/>
    <dgm:cxn modelId="{55A936BA-3E2C-464F-B4A4-22FA0EFC7EE5}" type="presParOf" srcId="{D56BD95B-AC42-4765-8C77-4F44789000E3}" destId="{A640F7D4-CEC4-4E1C-9D08-17C82E57EFF9}" srcOrd="1" destOrd="0" presId="urn:microsoft.com/office/officeart/2005/8/layout/hierarchy3"/>
    <dgm:cxn modelId="{C0AB7B9E-4D8A-4C9B-BFA0-99D6622BD844}" type="presParOf" srcId="{02B8968A-F0C1-44DB-9906-AEBFFC3F34D0}" destId="{EF38FC99-FC17-4271-A16D-AD565D078EC6}" srcOrd="1" destOrd="0" presId="urn:microsoft.com/office/officeart/2005/8/layout/hierarchy3"/>
    <dgm:cxn modelId="{BD605140-6526-4DA2-8FB8-01ADC03E2383}" type="presParOf" srcId="{EF38FC99-FC17-4271-A16D-AD565D078EC6}" destId="{32DFE86C-69C3-47CD-86C2-72D422B3DEAC}" srcOrd="0" destOrd="0" presId="urn:microsoft.com/office/officeart/2005/8/layout/hierarchy3"/>
    <dgm:cxn modelId="{EE981A49-387B-4CDB-8F9E-FDA3ACD5E9F0}" type="presParOf" srcId="{EF38FC99-FC17-4271-A16D-AD565D078EC6}" destId="{25B8B17B-FA5B-45CD-9632-FFDBC50DBECF}" srcOrd="1" destOrd="0" presId="urn:microsoft.com/office/officeart/2005/8/layout/hierarchy3"/>
    <dgm:cxn modelId="{E19D5A14-956B-4F2E-A5F0-AA363D98BE28}" type="presParOf" srcId="{EF38FC99-FC17-4271-A16D-AD565D078EC6}" destId="{426CC2FE-989D-4237-A2B6-28B71EBA4738}" srcOrd="2" destOrd="0" presId="urn:microsoft.com/office/officeart/2005/8/layout/hierarchy3"/>
    <dgm:cxn modelId="{01FB235B-F8B1-40E8-9F00-8119546DE399}" type="presParOf" srcId="{EF38FC99-FC17-4271-A16D-AD565D078EC6}" destId="{1C546E6A-B6F1-408F-AAD6-484A7264AD87}" srcOrd="3" destOrd="0" presId="urn:microsoft.com/office/officeart/2005/8/layout/hierarchy3"/>
    <dgm:cxn modelId="{2CA80623-36DE-4322-8E45-581259C0C4A0}" type="presParOf" srcId="{EF38FC99-FC17-4271-A16D-AD565D078EC6}" destId="{8472B566-A81C-4B08-9831-3080D8610BFD}" srcOrd="4" destOrd="0" presId="urn:microsoft.com/office/officeart/2005/8/layout/hierarchy3"/>
    <dgm:cxn modelId="{E615401D-6F8C-40D3-A845-6DC2A26AD8AD}" type="presParOf" srcId="{EF38FC99-FC17-4271-A16D-AD565D078EC6}" destId="{E2E4509F-A1D4-4B8B-938D-2F7C7973191F}" srcOrd="5" destOrd="0" presId="urn:microsoft.com/office/officeart/2005/8/layout/hierarchy3"/>
    <dgm:cxn modelId="{C6EE7026-1BFE-4F2E-BB73-AF39AC701722}" type="presParOf" srcId="{E252BE29-5FE5-44FE-B4DE-CA268A774FBE}" destId="{54986283-7A12-4568-BABE-E0C853CF6099}" srcOrd="2" destOrd="0" presId="urn:microsoft.com/office/officeart/2005/8/layout/hierarchy3"/>
    <dgm:cxn modelId="{CC27D090-7FF9-4B6B-BE4A-6570F333E0DD}" type="presParOf" srcId="{54986283-7A12-4568-BABE-E0C853CF6099}" destId="{FA7C1C98-4C47-49D0-AE8F-F56AD7F42F55}" srcOrd="0" destOrd="0" presId="urn:microsoft.com/office/officeart/2005/8/layout/hierarchy3"/>
    <dgm:cxn modelId="{1BB26A0B-8274-48D5-A096-9C52DF2F27E8}" type="presParOf" srcId="{FA7C1C98-4C47-49D0-AE8F-F56AD7F42F55}" destId="{4ED0EA71-5430-4321-9392-B8FA0592AEFF}" srcOrd="0" destOrd="0" presId="urn:microsoft.com/office/officeart/2005/8/layout/hierarchy3"/>
    <dgm:cxn modelId="{3FB10C76-528D-497E-8557-70DCC15498E3}" type="presParOf" srcId="{FA7C1C98-4C47-49D0-AE8F-F56AD7F42F55}" destId="{9AEA9AEF-9B40-4D2F-9028-E62F4210D289}" srcOrd="1" destOrd="0" presId="urn:microsoft.com/office/officeart/2005/8/layout/hierarchy3"/>
    <dgm:cxn modelId="{961B9847-7638-4EE7-90ED-8F4A02656013}" type="presParOf" srcId="{54986283-7A12-4568-BABE-E0C853CF6099}" destId="{BB1166EB-2403-4B02-BA51-3A963F8A1264}" srcOrd="1" destOrd="0" presId="urn:microsoft.com/office/officeart/2005/8/layout/hierarchy3"/>
    <dgm:cxn modelId="{0D9CD84B-A810-4629-ACEE-CE188EEDE2A1}" type="presParOf" srcId="{E252BE29-5FE5-44FE-B4DE-CA268A774FBE}" destId="{E01D0F9C-5D2E-4F5F-AFFD-6F3453FAE53F}" srcOrd="3" destOrd="0" presId="urn:microsoft.com/office/officeart/2005/8/layout/hierarchy3"/>
    <dgm:cxn modelId="{C09DDC23-954B-453B-9E69-3A1F8CA3EC84}" type="presParOf" srcId="{E01D0F9C-5D2E-4F5F-AFFD-6F3453FAE53F}" destId="{E08E1116-89D9-46D5-B919-664F68A34784}" srcOrd="0" destOrd="0" presId="urn:microsoft.com/office/officeart/2005/8/layout/hierarchy3"/>
    <dgm:cxn modelId="{711BBFF0-9BFA-4852-BA19-656E877D98C9}" type="presParOf" srcId="{E08E1116-89D9-46D5-B919-664F68A34784}" destId="{3EA437CD-D6D8-436D-A06F-DFBB397EADC0}" srcOrd="0" destOrd="0" presId="urn:microsoft.com/office/officeart/2005/8/layout/hierarchy3"/>
    <dgm:cxn modelId="{30465008-B2A2-4A3F-9104-821813ED1D56}" type="presParOf" srcId="{E08E1116-89D9-46D5-B919-664F68A34784}" destId="{ADE7C4A5-1F2B-4EC1-B14A-E4E09EE6AB27}" srcOrd="1" destOrd="0" presId="urn:microsoft.com/office/officeart/2005/8/layout/hierarchy3"/>
    <dgm:cxn modelId="{C370FBDB-7566-41D4-BA2D-2188912AD878}" type="presParOf" srcId="{E01D0F9C-5D2E-4F5F-AFFD-6F3453FAE53F}" destId="{7FE931E8-E2A4-4B6D-8FA1-63A77A8F0E42}" srcOrd="1" destOrd="0" presId="urn:microsoft.com/office/officeart/2005/8/layout/hierarchy3"/>
    <dgm:cxn modelId="{5DF3FC02-3127-409F-BAAB-98BFB2277F5A}" type="presParOf" srcId="{E252BE29-5FE5-44FE-B4DE-CA268A774FBE}" destId="{90AB5FC7-5E48-4E6F-935B-4AFA6F06A95C}" srcOrd="4" destOrd="0" presId="urn:microsoft.com/office/officeart/2005/8/layout/hierarchy3"/>
    <dgm:cxn modelId="{91C42132-EE1A-4F12-A2A0-213B02214A42}" type="presParOf" srcId="{90AB5FC7-5E48-4E6F-935B-4AFA6F06A95C}" destId="{4BE6C4EA-B44B-46E2-AB11-DB99B4440867}" srcOrd="0" destOrd="0" presId="urn:microsoft.com/office/officeart/2005/8/layout/hierarchy3"/>
    <dgm:cxn modelId="{C044BFDF-A9CA-4F3F-A315-E087C3C35B13}" type="presParOf" srcId="{4BE6C4EA-B44B-46E2-AB11-DB99B4440867}" destId="{2CC7F518-00A0-4426-A181-C3BB99A94409}" srcOrd="0" destOrd="0" presId="urn:microsoft.com/office/officeart/2005/8/layout/hierarchy3"/>
    <dgm:cxn modelId="{E83EEA78-4FC0-4DAE-9761-0DA5F7395C21}" type="presParOf" srcId="{4BE6C4EA-B44B-46E2-AB11-DB99B4440867}" destId="{896491D9-B7FA-48DD-BE4F-80D66B3AD000}" srcOrd="1" destOrd="0" presId="urn:microsoft.com/office/officeart/2005/8/layout/hierarchy3"/>
    <dgm:cxn modelId="{BFB89606-C3EC-48E8-BA66-02AC0FBE8E49}" type="presParOf" srcId="{90AB5FC7-5E48-4E6F-935B-4AFA6F06A95C}" destId="{CF95A4F8-43DE-44A8-80E8-F167510DC01D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79DA83-92CD-4E54-8DDA-3B10CCED9A75}">
      <dsp:nvSpPr>
        <dsp:cNvPr id="0" name=""/>
        <dsp:cNvSpPr/>
      </dsp:nvSpPr>
      <dsp:spPr>
        <a:xfrm>
          <a:off x="0" y="1535"/>
          <a:ext cx="8686800" cy="77814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DECDB2-7DA1-4D55-A06D-85555F70C953}">
      <dsp:nvSpPr>
        <dsp:cNvPr id="0" name=""/>
        <dsp:cNvSpPr/>
      </dsp:nvSpPr>
      <dsp:spPr>
        <a:xfrm>
          <a:off x="235389" y="176618"/>
          <a:ext cx="427981" cy="4279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76AC9-969D-4B9E-8AF9-983E5A9EADE3}">
      <dsp:nvSpPr>
        <dsp:cNvPr id="0" name=""/>
        <dsp:cNvSpPr/>
      </dsp:nvSpPr>
      <dsp:spPr>
        <a:xfrm>
          <a:off x="898760" y="1535"/>
          <a:ext cx="7788039" cy="77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354" tIns="82354" rIns="82354" bIns="823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noProof="0" dirty="0"/>
            <a:t>Comment ca </a:t>
          </a:r>
          <a:r>
            <a:rPr lang="fr-CA" sz="2200" kern="1200" noProof="0" dirty="0" err="1"/>
            <a:t>fonctione</a:t>
          </a:r>
          <a:endParaRPr lang="fr-CA" sz="2200" kern="1200" noProof="0" dirty="0"/>
        </a:p>
      </dsp:txBody>
      <dsp:txXfrm>
        <a:off x="898760" y="1535"/>
        <a:ext cx="7788039" cy="778147"/>
      </dsp:txXfrm>
    </dsp:sp>
    <dsp:sp modelId="{A1DEDDF1-29DF-48B0-9408-7D5B20746B87}">
      <dsp:nvSpPr>
        <dsp:cNvPr id="0" name=""/>
        <dsp:cNvSpPr/>
      </dsp:nvSpPr>
      <dsp:spPr>
        <a:xfrm>
          <a:off x="0" y="974220"/>
          <a:ext cx="8686800" cy="778147"/>
        </a:xfrm>
        <a:prstGeom prst="roundRect">
          <a:avLst>
            <a:gd name="adj" fmla="val 10000"/>
          </a:avLst>
        </a:prstGeom>
        <a:solidFill>
          <a:srgbClr val="F1F9F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E295A-1414-4ACC-A83D-F7D964447BC6}">
      <dsp:nvSpPr>
        <dsp:cNvPr id="0" name=""/>
        <dsp:cNvSpPr/>
      </dsp:nvSpPr>
      <dsp:spPr>
        <a:xfrm>
          <a:off x="235389" y="1149303"/>
          <a:ext cx="427981" cy="4279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E076F-0893-44BB-8F08-D771B5937BCE}">
      <dsp:nvSpPr>
        <dsp:cNvPr id="0" name=""/>
        <dsp:cNvSpPr/>
      </dsp:nvSpPr>
      <dsp:spPr>
        <a:xfrm>
          <a:off x="898760" y="974220"/>
          <a:ext cx="7788039" cy="77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354" tIns="82354" rIns="82354" bIns="823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noProof="0" dirty="0"/>
            <a:t>Planification des essais et organisation</a:t>
          </a:r>
        </a:p>
      </dsp:txBody>
      <dsp:txXfrm>
        <a:off x="898760" y="974220"/>
        <a:ext cx="7788039" cy="778147"/>
      </dsp:txXfrm>
    </dsp:sp>
    <dsp:sp modelId="{7566573A-C725-4FCE-8A1C-C6CE29960825}">
      <dsp:nvSpPr>
        <dsp:cNvPr id="0" name=""/>
        <dsp:cNvSpPr/>
      </dsp:nvSpPr>
      <dsp:spPr>
        <a:xfrm>
          <a:off x="0" y="1946904"/>
          <a:ext cx="8686800" cy="77814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CD4B1-8007-4F57-B4DB-AE6728906D8E}">
      <dsp:nvSpPr>
        <dsp:cNvPr id="0" name=""/>
        <dsp:cNvSpPr/>
      </dsp:nvSpPr>
      <dsp:spPr>
        <a:xfrm>
          <a:off x="235389" y="2121988"/>
          <a:ext cx="427981" cy="4279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9A47EF-0D8B-4EC9-8547-522463E564F8}">
      <dsp:nvSpPr>
        <dsp:cNvPr id="0" name=""/>
        <dsp:cNvSpPr/>
      </dsp:nvSpPr>
      <dsp:spPr>
        <a:xfrm>
          <a:off x="898760" y="1946904"/>
          <a:ext cx="7788039" cy="77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354" tIns="82354" rIns="82354" bIns="823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noProof="0" dirty="0"/>
            <a:t>Comment organisé </a:t>
          </a:r>
          <a:r>
            <a:rPr lang="fr-CA" sz="2200" kern="1200" noProof="0" dirty="0" err="1"/>
            <a:t>Kyriba</a:t>
          </a:r>
          <a:r>
            <a:rPr lang="fr-CA" sz="2200" kern="1200" noProof="0" dirty="0"/>
            <a:t> et nos environnements</a:t>
          </a:r>
        </a:p>
      </dsp:txBody>
      <dsp:txXfrm>
        <a:off x="898760" y="1946904"/>
        <a:ext cx="7788039" cy="778147"/>
      </dsp:txXfrm>
    </dsp:sp>
    <dsp:sp modelId="{11766EFF-95A6-4F27-81AC-D628AE711CED}">
      <dsp:nvSpPr>
        <dsp:cNvPr id="0" name=""/>
        <dsp:cNvSpPr/>
      </dsp:nvSpPr>
      <dsp:spPr>
        <a:xfrm>
          <a:off x="0" y="2919589"/>
          <a:ext cx="8686800" cy="77814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B5A1C6-B513-49C8-8A11-FDAF75572028}">
      <dsp:nvSpPr>
        <dsp:cNvPr id="0" name=""/>
        <dsp:cNvSpPr/>
      </dsp:nvSpPr>
      <dsp:spPr>
        <a:xfrm>
          <a:off x="235389" y="3094673"/>
          <a:ext cx="427981" cy="4279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E9111E-1DC5-43F6-8D9E-12A14180E1CF}">
      <dsp:nvSpPr>
        <dsp:cNvPr id="0" name=""/>
        <dsp:cNvSpPr/>
      </dsp:nvSpPr>
      <dsp:spPr>
        <a:xfrm>
          <a:off x="898760" y="2919589"/>
          <a:ext cx="7788039" cy="77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354" tIns="82354" rIns="82354" bIns="823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noProof="0" dirty="0"/>
            <a:t>Décider comment gérer les données</a:t>
          </a:r>
        </a:p>
      </dsp:txBody>
      <dsp:txXfrm>
        <a:off x="898760" y="2919589"/>
        <a:ext cx="7788039" cy="7781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EE1BEE-DB93-4F52-A5B5-9C214AAC286E}">
      <dsp:nvSpPr>
        <dsp:cNvPr id="0" name=""/>
        <dsp:cNvSpPr/>
      </dsp:nvSpPr>
      <dsp:spPr>
        <a:xfrm>
          <a:off x="1023" y="0"/>
          <a:ext cx="2659930" cy="35283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Essais de composant</a:t>
          </a:r>
        </a:p>
      </dsp:txBody>
      <dsp:txXfrm>
        <a:off x="1023" y="0"/>
        <a:ext cx="2659930" cy="1058505"/>
      </dsp:txXfrm>
    </dsp:sp>
    <dsp:sp modelId="{A9EEECEF-E4EF-4372-AA26-9A71F90D937A}">
      <dsp:nvSpPr>
        <dsp:cNvPr id="0" name=""/>
        <dsp:cNvSpPr/>
      </dsp:nvSpPr>
      <dsp:spPr>
        <a:xfrm>
          <a:off x="267016" y="1059539"/>
          <a:ext cx="2127944" cy="1063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/>
            <a:t>Vérifier le développement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/>
            <a:t>Vérifier des config </a:t>
          </a:r>
          <a:r>
            <a:rPr lang="fr-CA" sz="1100" b="0" kern="1200" dirty="0" err="1"/>
            <a:t>Kyriba</a:t>
          </a:r>
          <a:endParaRPr lang="fr-CA" sz="1100" b="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/>
            <a:t>Vérifier les données maitresses</a:t>
          </a:r>
        </a:p>
      </dsp:txBody>
      <dsp:txXfrm>
        <a:off x="298175" y="1090698"/>
        <a:ext cx="2065626" cy="1001528"/>
      </dsp:txXfrm>
    </dsp:sp>
    <dsp:sp modelId="{AF9F910D-174A-4303-A513-A0991BA5B140}">
      <dsp:nvSpPr>
        <dsp:cNvPr id="0" name=""/>
        <dsp:cNvSpPr/>
      </dsp:nvSpPr>
      <dsp:spPr>
        <a:xfrm>
          <a:off x="267016" y="2287054"/>
          <a:ext cx="2127944" cy="1063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fr-CA" sz="1100" kern="1200" dirty="0"/>
            <a:t>Détection des </a:t>
          </a:r>
          <a:r>
            <a:rPr lang="fr-CA" sz="1100" kern="1200" dirty="0" err="1"/>
            <a:t>BUGs</a:t>
          </a:r>
          <a:r>
            <a:rPr lang="fr-CA" sz="1100" kern="1200" dirty="0"/>
            <a:t> fonctionnel sur de petit éléments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fr-CA" sz="1100" kern="1200" dirty="0"/>
            <a:t>(ex: Liste des fondés de pouvoir)</a:t>
          </a:r>
        </a:p>
      </dsp:txBody>
      <dsp:txXfrm>
        <a:off x="298175" y="2318213"/>
        <a:ext cx="2065626" cy="1001528"/>
      </dsp:txXfrm>
    </dsp:sp>
    <dsp:sp modelId="{8164E481-7DA2-43AD-B977-3297ECB146F3}">
      <dsp:nvSpPr>
        <dsp:cNvPr id="0" name=""/>
        <dsp:cNvSpPr/>
      </dsp:nvSpPr>
      <dsp:spPr>
        <a:xfrm>
          <a:off x="2860448" y="0"/>
          <a:ext cx="2659930" cy="35283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Essais de système (SIT)</a:t>
          </a:r>
        </a:p>
      </dsp:txBody>
      <dsp:txXfrm>
        <a:off x="2860448" y="0"/>
        <a:ext cx="2659930" cy="1058505"/>
      </dsp:txXfrm>
    </dsp:sp>
    <dsp:sp modelId="{096BE940-DB88-4DBC-A6B3-62BBAA3CF14F}">
      <dsp:nvSpPr>
        <dsp:cNvPr id="0" name=""/>
        <dsp:cNvSpPr/>
      </dsp:nvSpPr>
      <dsp:spPr>
        <a:xfrm>
          <a:off x="3126441" y="1059539"/>
          <a:ext cx="2127944" cy="1063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/>
            <a:t>Vérifier les modules </a:t>
          </a:r>
          <a:r>
            <a:rPr lang="fr-CA" sz="1100" b="0" kern="1200" dirty="0" err="1"/>
            <a:t>Kyriba</a:t>
          </a:r>
          <a:r>
            <a:rPr lang="fr-CA" sz="1100" b="0" kern="1200" dirty="0"/>
            <a:t>, le fonctionnel du dev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Vérifier les intégrations iA, </a:t>
          </a:r>
          <a:r>
            <a:rPr lang="fr-CA" sz="1100" kern="1200" dirty="0" err="1"/>
            <a:t>Kyriba</a:t>
          </a:r>
          <a:r>
            <a:rPr lang="fr-CA" sz="1100" kern="1200" dirty="0"/>
            <a:t>, Banque</a:t>
          </a:r>
        </a:p>
      </dsp:txBody>
      <dsp:txXfrm>
        <a:off x="3157600" y="1090698"/>
        <a:ext cx="2065626" cy="1001528"/>
      </dsp:txXfrm>
    </dsp:sp>
    <dsp:sp modelId="{ACCED1A4-7577-4FE7-8A27-CA8B8A510532}">
      <dsp:nvSpPr>
        <dsp:cNvPr id="0" name=""/>
        <dsp:cNvSpPr/>
      </dsp:nvSpPr>
      <dsp:spPr>
        <a:xfrm>
          <a:off x="3126441" y="2287054"/>
          <a:ext cx="2127944" cy="1063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Détecter des </a:t>
          </a:r>
          <a:r>
            <a:rPr lang="fr-CA" sz="1100" kern="1200" dirty="0" err="1"/>
            <a:t>BUGs</a:t>
          </a:r>
          <a:r>
            <a:rPr lang="fr-CA" sz="1100" kern="1200" dirty="0"/>
            <a:t> de scénarios d’intégration (ex: Paiement DD)</a:t>
          </a:r>
        </a:p>
      </dsp:txBody>
      <dsp:txXfrm>
        <a:off x="3157600" y="2318213"/>
        <a:ext cx="2065626" cy="1001528"/>
      </dsp:txXfrm>
    </dsp:sp>
    <dsp:sp modelId="{7F013B63-DD1A-4D7A-B209-AFE002FA436A}">
      <dsp:nvSpPr>
        <dsp:cNvPr id="0" name=""/>
        <dsp:cNvSpPr/>
      </dsp:nvSpPr>
      <dsp:spPr>
        <a:xfrm>
          <a:off x="5719874" y="0"/>
          <a:ext cx="2659930" cy="35283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 dirty="0"/>
            <a:t>Essais d’acceptation</a:t>
          </a:r>
          <a:br>
            <a:rPr lang="fr-CA" sz="2000" kern="1200" dirty="0"/>
          </a:br>
          <a:r>
            <a:rPr lang="fr-CA" sz="2000" kern="1200" dirty="0"/>
            <a:t>(UAT)</a:t>
          </a:r>
        </a:p>
      </dsp:txBody>
      <dsp:txXfrm>
        <a:off x="5719874" y="0"/>
        <a:ext cx="2659930" cy="1058505"/>
      </dsp:txXfrm>
    </dsp:sp>
    <dsp:sp modelId="{3187AE5E-F4B1-4EB0-A1BA-7C445CF66F90}">
      <dsp:nvSpPr>
        <dsp:cNvPr id="0" name=""/>
        <dsp:cNvSpPr/>
      </dsp:nvSpPr>
      <dsp:spPr>
        <a:xfrm>
          <a:off x="5985867" y="1059539"/>
          <a:ext cx="2127944" cy="1063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/>
            <a:t>Vérifier le déroulement des processus et des opérations</a:t>
          </a:r>
        </a:p>
      </dsp:txBody>
      <dsp:txXfrm>
        <a:off x="6017026" y="1090698"/>
        <a:ext cx="2065626" cy="1001528"/>
      </dsp:txXfrm>
    </dsp:sp>
    <dsp:sp modelId="{13DB2E4D-317F-4E7D-AFBB-1BDCFE9943FF}">
      <dsp:nvSpPr>
        <dsp:cNvPr id="0" name=""/>
        <dsp:cNvSpPr/>
      </dsp:nvSpPr>
      <dsp:spPr>
        <a:xfrm>
          <a:off x="5985867" y="2287054"/>
          <a:ext cx="2127944" cy="1063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Détecter des </a:t>
          </a:r>
          <a:r>
            <a:rPr lang="fr-CA" sz="1100" kern="1200" dirty="0" err="1"/>
            <a:t>BUGs</a:t>
          </a:r>
          <a:r>
            <a:rPr lang="fr-CA" sz="1100" kern="1200" dirty="0"/>
            <a:t> concernant l’utilisation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(ex: une journée bancaire comme les autres)</a:t>
          </a:r>
        </a:p>
      </dsp:txBody>
      <dsp:txXfrm>
        <a:off x="6017026" y="2318213"/>
        <a:ext cx="2065626" cy="10015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CD7007-72A5-4B8C-8AD4-4DF150DB1BF4}">
      <dsp:nvSpPr>
        <dsp:cNvPr id="0" name=""/>
        <dsp:cNvSpPr/>
      </dsp:nvSpPr>
      <dsp:spPr>
        <a:xfrm>
          <a:off x="1147" y="909211"/>
          <a:ext cx="1441656" cy="6822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Document Huron</a:t>
          </a:r>
        </a:p>
      </dsp:txBody>
      <dsp:txXfrm>
        <a:off x="1147" y="909211"/>
        <a:ext cx="1441656" cy="454852"/>
      </dsp:txXfrm>
    </dsp:sp>
    <dsp:sp modelId="{8A0552DC-BAD3-49DD-82BC-D5022FCBA011}">
      <dsp:nvSpPr>
        <dsp:cNvPr id="0" name=""/>
        <dsp:cNvSpPr/>
      </dsp:nvSpPr>
      <dsp:spPr>
        <a:xfrm>
          <a:off x="296426" y="1364063"/>
          <a:ext cx="1441656" cy="1425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100" kern="1200" dirty="0"/>
            <a:t>On valider le </a:t>
          </a:r>
          <a:r>
            <a:rPr lang="fr-CA" sz="1100" b="1" kern="1200" dirty="0"/>
            <a:t>Design Document</a:t>
          </a:r>
          <a:r>
            <a:rPr lang="fr-CA" sz="1100" kern="1200" dirty="0"/>
            <a:t> et le </a:t>
          </a:r>
          <a:r>
            <a:rPr lang="fr-CA" sz="1100" b="1" kern="1200" dirty="0"/>
            <a:t>Catalogue fonctionnel</a:t>
          </a:r>
          <a:endParaRPr lang="fr-CA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100" kern="1200" dirty="0"/>
            <a:t>VS nos requis et nos architectures</a:t>
          </a:r>
        </a:p>
      </dsp:txBody>
      <dsp:txXfrm>
        <a:off x="338180" y="1405817"/>
        <a:ext cx="1358148" cy="1342092"/>
      </dsp:txXfrm>
    </dsp:sp>
    <dsp:sp modelId="{5A383750-C676-404F-A0B4-419153CCD9CA}">
      <dsp:nvSpPr>
        <dsp:cNvPr id="0" name=""/>
        <dsp:cNvSpPr/>
      </dsp:nvSpPr>
      <dsp:spPr>
        <a:xfrm>
          <a:off x="1661353" y="957172"/>
          <a:ext cx="463325" cy="358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900" kern="1200"/>
        </a:p>
      </dsp:txBody>
      <dsp:txXfrm>
        <a:off x="1661353" y="1028958"/>
        <a:ext cx="355646" cy="215358"/>
      </dsp:txXfrm>
    </dsp:sp>
    <dsp:sp modelId="{509ECC39-0E65-434F-BB28-35AC0792D199}">
      <dsp:nvSpPr>
        <dsp:cNvPr id="0" name=""/>
        <dsp:cNvSpPr/>
      </dsp:nvSpPr>
      <dsp:spPr>
        <a:xfrm>
          <a:off x="2317003" y="909211"/>
          <a:ext cx="1441656" cy="6822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Analyse et Conception</a:t>
          </a:r>
        </a:p>
      </dsp:txBody>
      <dsp:txXfrm>
        <a:off x="2317003" y="909211"/>
        <a:ext cx="1441656" cy="454852"/>
      </dsp:txXfrm>
    </dsp:sp>
    <dsp:sp modelId="{BFBCCD9B-F8E4-4187-A19A-FAB84A854234}">
      <dsp:nvSpPr>
        <dsp:cNvPr id="0" name=""/>
        <dsp:cNvSpPr/>
      </dsp:nvSpPr>
      <dsp:spPr>
        <a:xfrm>
          <a:off x="2612282" y="1364063"/>
          <a:ext cx="1441656" cy="1425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100" kern="1200" dirty="0"/>
            <a:t>On fait l’analyse fonctionnelle et la conception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100" kern="1200" dirty="0"/>
            <a:t>On créé les scénarios de test SIT</a:t>
          </a:r>
        </a:p>
      </dsp:txBody>
      <dsp:txXfrm>
        <a:off x="2654036" y="1405817"/>
        <a:ext cx="1358148" cy="1342092"/>
      </dsp:txXfrm>
    </dsp:sp>
    <dsp:sp modelId="{7D6017D1-30C0-4B5A-A141-9287C94BAB5F}">
      <dsp:nvSpPr>
        <dsp:cNvPr id="0" name=""/>
        <dsp:cNvSpPr/>
      </dsp:nvSpPr>
      <dsp:spPr>
        <a:xfrm>
          <a:off x="3977210" y="957172"/>
          <a:ext cx="463325" cy="358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900" kern="1200"/>
        </a:p>
      </dsp:txBody>
      <dsp:txXfrm>
        <a:off x="3977210" y="1028958"/>
        <a:ext cx="355646" cy="215358"/>
      </dsp:txXfrm>
    </dsp:sp>
    <dsp:sp modelId="{8839C8A3-CE8E-4397-8710-55C8C01B41D6}">
      <dsp:nvSpPr>
        <dsp:cNvPr id="0" name=""/>
        <dsp:cNvSpPr/>
      </dsp:nvSpPr>
      <dsp:spPr>
        <a:xfrm>
          <a:off x="4632860" y="909211"/>
          <a:ext cx="1441656" cy="6822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Création de scénario de test SIT</a:t>
          </a:r>
        </a:p>
      </dsp:txBody>
      <dsp:txXfrm>
        <a:off x="4632860" y="909211"/>
        <a:ext cx="1441656" cy="454852"/>
      </dsp:txXfrm>
    </dsp:sp>
    <dsp:sp modelId="{275A7E8A-F65D-47EC-BC2E-FB9D958F447E}">
      <dsp:nvSpPr>
        <dsp:cNvPr id="0" name=""/>
        <dsp:cNvSpPr/>
      </dsp:nvSpPr>
      <dsp:spPr>
        <a:xfrm>
          <a:off x="4928139" y="1364063"/>
          <a:ext cx="1441656" cy="1425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100" kern="1200" dirty="0"/>
            <a:t>SIT </a:t>
          </a:r>
          <a:r>
            <a:rPr lang="fr-CA" sz="1100" kern="1200" dirty="0" err="1"/>
            <a:t>Kyriba</a:t>
          </a:r>
          <a:r>
            <a:rPr lang="fr-CA" sz="1100" kern="1200" dirty="0"/>
            <a:t> seule (Huron)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100" kern="1200" dirty="0"/>
            <a:t>SIT </a:t>
          </a:r>
          <a:r>
            <a:rPr lang="fr-CA" sz="1100" kern="1200" dirty="0" err="1"/>
            <a:t>Kyriba</a:t>
          </a:r>
          <a:r>
            <a:rPr lang="fr-CA" sz="1100" kern="1200" dirty="0"/>
            <a:t> + Intégration iA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100" kern="1200" dirty="0"/>
            <a:t>SIT Banque + </a:t>
          </a:r>
          <a:r>
            <a:rPr lang="fr-CA" sz="1100" kern="1200" dirty="0" err="1"/>
            <a:t>Kyriba</a:t>
          </a:r>
          <a:r>
            <a:rPr lang="fr-CA" sz="1100" kern="1200" dirty="0"/>
            <a:t> + iA</a:t>
          </a:r>
        </a:p>
      </dsp:txBody>
      <dsp:txXfrm>
        <a:off x="4969893" y="1405817"/>
        <a:ext cx="1358148" cy="1342092"/>
      </dsp:txXfrm>
    </dsp:sp>
    <dsp:sp modelId="{F5C1CFB7-2F08-4EB2-8083-5179D61C45C0}">
      <dsp:nvSpPr>
        <dsp:cNvPr id="0" name=""/>
        <dsp:cNvSpPr/>
      </dsp:nvSpPr>
      <dsp:spPr>
        <a:xfrm>
          <a:off x="6293067" y="957172"/>
          <a:ext cx="463325" cy="358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900" kern="1200"/>
        </a:p>
      </dsp:txBody>
      <dsp:txXfrm>
        <a:off x="6293067" y="1028958"/>
        <a:ext cx="355646" cy="215358"/>
      </dsp:txXfrm>
    </dsp:sp>
    <dsp:sp modelId="{B22D0A80-4DE4-4079-BB7F-A2099484EB97}">
      <dsp:nvSpPr>
        <dsp:cNvPr id="0" name=""/>
        <dsp:cNvSpPr/>
      </dsp:nvSpPr>
      <dsp:spPr>
        <a:xfrm>
          <a:off x="6948716" y="909211"/>
          <a:ext cx="1441656" cy="6822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Préparation des environnements</a:t>
          </a:r>
        </a:p>
      </dsp:txBody>
      <dsp:txXfrm>
        <a:off x="6948716" y="909211"/>
        <a:ext cx="1441656" cy="454852"/>
      </dsp:txXfrm>
    </dsp:sp>
    <dsp:sp modelId="{C4A11491-DD76-4771-8419-853407C04350}">
      <dsp:nvSpPr>
        <dsp:cNvPr id="0" name=""/>
        <dsp:cNvSpPr/>
      </dsp:nvSpPr>
      <dsp:spPr>
        <a:xfrm>
          <a:off x="7243996" y="1364063"/>
          <a:ext cx="1441656" cy="1425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100" kern="1200" dirty="0"/>
            <a:t>Modules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100" kern="1200" dirty="0"/>
            <a:t>Configurations</a:t>
          </a:r>
        </a:p>
      </dsp:txBody>
      <dsp:txXfrm>
        <a:off x="7285750" y="1405817"/>
        <a:ext cx="1358148" cy="13420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59F693-5C65-4901-876A-1DDD85FF10C7}">
      <dsp:nvSpPr>
        <dsp:cNvPr id="0" name=""/>
        <dsp:cNvSpPr/>
      </dsp:nvSpPr>
      <dsp:spPr>
        <a:xfrm>
          <a:off x="4347" y="0"/>
          <a:ext cx="4182219" cy="36988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4700" kern="1200" dirty="0"/>
            <a:t>Processus</a:t>
          </a:r>
        </a:p>
      </dsp:txBody>
      <dsp:txXfrm>
        <a:off x="4347" y="0"/>
        <a:ext cx="4182219" cy="1109662"/>
      </dsp:txXfrm>
    </dsp:sp>
    <dsp:sp modelId="{57739B84-3B98-4E0E-B7D7-B46C61BF0EED}">
      <dsp:nvSpPr>
        <dsp:cNvPr id="0" name=""/>
        <dsp:cNvSpPr/>
      </dsp:nvSpPr>
      <dsp:spPr>
        <a:xfrm>
          <a:off x="422569" y="1110362"/>
          <a:ext cx="3345775" cy="427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300" kern="1200" dirty="0"/>
            <a:t>Traiter les paiements DD et DPA</a:t>
          </a:r>
        </a:p>
      </dsp:txBody>
      <dsp:txXfrm>
        <a:off x="435102" y="1122895"/>
        <a:ext cx="3320709" cy="402842"/>
      </dsp:txXfrm>
    </dsp:sp>
    <dsp:sp modelId="{51461BC6-A08B-41E6-B9B1-6B7BC82BB706}">
      <dsp:nvSpPr>
        <dsp:cNvPr id="0" name=""/>
        <dsp:cNvSpPr/>
      </dsp:nvSpPr>
      <dsp:spPr>
        <a:xfrm>
          <a:off x="422569" y="1604102"/>
          <a:ext cx="3345775" cy="427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300" kern="1200" dirty="0"/>
            <a:t>Comptabiliser et concilier les paiements</a:t>
          </a:r>
        </a:p>
      </dsp:txBody>
      <dsp:txXfrm>
        <a:off x="435102" y="1616635"/>
        <a:ext cx="3320709" cy="402842"/>
      </dsp:txXfrm>
    </dsp:sp>
    <dsp:sp modelId="{DCC17CF0-DECA-46EE-B7AE-EBDC6BE37D76}">
      <dsp:nvSpPr>
        <dsp:cNvPr id="0" name=""/>
        <dsp:cNvSpPr/>
      </dsp:nvSpPr>
      <dsp:spPr>
        <a:xfrm>
          <a:off x="422569" y="2097842"/>
          <a:ext cx="3345775" cy="427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300" kern="1200" dirty="0"/>
            <a:t>Gestions des coordonnées bancaires</a:t>
          </a:r>
        </a:p>
      </dsp:txBody>
      <dsp:txXfrm>
        <a:off x="435102" y="2110375"/>
        <a:ext cx="3320709" cy="402842"/>
      </dsp:txXfrm>
    </dsp:sp>
    <dsp:sp modelId="{240269D3-66FC-4ADD-9D3A-9E4B85067964}">
      <dsp:nvSpPr>
        <dsp:cNvPr id="0" name=""/>
        <dsp:cNvSpPr/>
      </dsp:nvSpPr>
      <dsp:spPr>
        <a:xfrm>
          <a:off x="422569" y="2591582"/>
          <a:ext cx="3345775" cy="427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300" kern="1200" dirty="0"/>
            <a:t>Opérations bancaires du CSP Bancaire</a:t>
          </a:r>
        </a:p>
      </dsp:txBody>
      <dsp:txXfrm>
        <a:off x="435102" y="2604115"/>
        <a:ext cx="3320709" cy="402842"/>
      </dsp:txXfrm>
    </dsp:sp>
    <dsp:sp modelId="{A67544DD-61F8-47BF-BD45-BD8DCCADC32A}">
      <dsp:nvSpPr>
        <dsp:cNvPr id="0" name=""/>
        <dsp:cNvSpPr/>
      </dsp:nvSpPr>
      <dsp:spPr>
        <a:xfrm>
          <a:off x="422569" y="3085323"/>
          <a:ext cx="3345775" cy="427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300" kern="1200" dirty="0"/>
            <a:t>Gestion des systèmes de paiements</a:t>
          </a:r>
        </a:p>
      </dsp:txBody>
      <dsp:txXfrm>
        <a:off x="435102" y="3097856"/>
        <a:ext cx="3320709" cy="402842"/>
      </dsp:txXfrm>
    </dsp:sp>
    <dsp:sp modelId="{FAC4CC60-69A0-4E04-82AC-43E6FBBFB0E1}">
      <dsp:nvSpPr>
        <dsp:cNvPr id="0" name=""/>
        <dsp:cNvSpPr/>
      </dsp:nvSpPr>
      <dsp:spPr>
        <a:xfrm>
          <a:off x="4500233" y="0"/>
          <a:ext cx="4182219" cy="36988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4700" kern="1200" dirty="0"/>
            <a:t>Système et TI</a:t>
          </a:r>
        </a:p>
      </dsp:txBody>
      <dsp:txXfrm>
        <a:off x="4500233" y="0"/>
        <a:ext cx="4182219" cy="1109662"/>
      </dsp:txXfrm>
    </dsp:sp>
    <dsp:sp modelId="{7C801EB0-B66E-443C-868B-91FA84E560E3}">
      <dsp:nvSpPr>
        <dsp:cNvPr id="0" name=""/>
        <dsp:cNvSpPr/>
      </dsp:nvSpPr>
      <dsp:spPr>
        <a:xfrm>
          <a:off x="4918455" y="1109752"/>
          <a:ext cx="3345775" cy="5388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300" kern="1200" dirty="0" err="1"/>
            <a:t>Kyriba</a:t>
          </a:r>
          <a:r>
            <a:rPr lang="fr-CA" sz="1300" kern="1200" dirty="0"/>
            <a:t> : Catalogue fonctionnel</a:t>
          </a:r>
        </a:p>
      </dsp:txBody>
      <dsp:txXfrm>
        <a:off x="4934237" y="1125534"/>
        <a:ext cx="3314211" cy="507283"/>
      </dsp:txXfrm>
    </dsp:sp>
    <dsp:sp modelId="{7BC9C8D9-2B8A-4F64-B643-60143553346E}">
      <dsp:nvSpPr>
        <dsp:cNvPr id="0" name=""/>
        <dsp:cNvSpPr/>
      </dsp:nvSpPr>
      <dsp:spPr>
        <a:xfrm>
          <a:off x="4918455" y="1731499"/>
          <a:ext cx="3345775" cy="5388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300" kern="1200" dirty="0"/>
            <a:t>Oracle: AHCS, ARCS, CM, GL </a:t>
          </a:r>
        </a:p>
      </dsp:txBody>
      <dsp:txXfrm>
        <a:off x="4934237" y="1747281"/>
        <a:ext cx="3314211" cy="507283"/>
      </dsp:txXfrm>
    </dsp:sp>
    <dsp:sp modelId="{98D6F6D6-7789-4F8C-A919-D8BA15A6FC87}">
      <dsp:nvSpPr>
        <dsp:cNvPr id="0" name=""/>
        <dsp:cNvSpPr/>
      </dsp:nvSpPr>
      <dsp:spPr>
        <a:xfrm>
          <a:off x="4918455" y="2353246"/>
          <a:ext cx="3345775" cy="5388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300" kern="1200" dirty="0"/>
            <a:t>Banque(S)</a:t>
          </a:r>
        </a:p>
      </dsp:txBody>
      <dsp:txXfrm>
        <a:off x="4934237" y="2369028"/>
        <a:ext cx="3314211" cy="507283"/>
      </dsp:txXfrm>
    </dsp:sp>
    <dsp:sp modelId="{E1CB68D6-C43D-4592-9124-7D149294BCE5}">
      <dsp:nvSpPr>
        <dsp:cNvPr id="0" name=""/>
        <dsp:cNvSpPr/>
      </dsp:nvSpPr>
      <dsp:spPr>
        <a:xfrm>
          <a:off x="4918455" y="2974993"/>
          <a:ext cx="3345775" cy="5388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300" kern="1200" dirty="0"/>
            <a:t>Système partenaires: OIPA et TANGO</a:t>
          </a:r>
        </a:p>
      </dsp:txBody>
      <dsp:txXfrm>
        <a:off x="4934237" y="2990775"/>
        <a:ext cx="3314211" cy="5072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36ECF-8707-4657-A0D4-DD8699CE768B}">
      <dsp:nvSpPr>
        <dsp:cNvPr id="0" name=""/>
        <dsp:cNvSpPr/>
      </dsp:nvSpPr>
      <dsp:spPr>
        <a:xfrm>
          <a:off x="7422" y="55240"/>
          <a:ext cx="1196131" cy="598065"/>
        </a:xfrm>
        <a:prstGeom prst="roundRect">
          <a:avLst>
            <a:gd name="adj" fmla="val 10000"/>
          </a:avLst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/>
            <a:t>Organiser le projet</a:t>
          </a:r>
          <a:endParaRPr lang="en-US" sz="1100" kern="1200"/>
        </a:p>
      </dsp:txBody>
      <dsp:txXfrm>
        <a:off x="24939" y="72757"/>
        <a:ext cx="1161097" cy="563031"/>
      </dsp:txXfrm>
    </dsp:sp>
    <dsp:sp modelId="{07281410-E796-4852-9171-BDB640A21D26}">
      <dsp:nvSpPr>
        <dsp:cNvPr id="0" name=""/>
        <dsp:cNvSpPr/>
      </dsp:nvSpPr>
      <dsp:spPr>
        <a:xfrm>
          <a:off x="127035" y="653305"/>
          <a:ext cx="119613" cy="4485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8549"/>
              </a:lnTo>
              <a:lnTo>
                <a:pt x="119613" y="44854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83B226-9429-49C2-9CFD-37F03B1989FF}">
      <dsp:nvSpPr>
        <dsp:cNvPr id="0" name=""/>
        <dsp:cNvSpPr/>
      </dsp:nvSpPr>
      <dsp:spPr>
        <a:xfrm>
          <a:off x="246649" y="802822"/>
          <a:ext cx="956905" cy="598065"/>
        </a:xfrm>
        <a:prstGeom prst="roundRect">
          <a:avLst>
            <a:gd name="adj" fmla="val 10000"/>
          </a:avLst>
        </a:prstGeom>
        <a:solidFill>
          <a:schemeClr val="bg1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Désigner le responsable QA</a:t>
          </a:r>
        </a:p>
      </dsp:txBody>
      <dsp:txXfrm>
        <a:off x="264166" y="820339"/>
        <a:ext cx="921871" cy="563031"/>
      </dsp:txXfrm>
    </dsp:sp>
    <dsp:sp modelId="{6FC81D0C-B7DD-4C0A-8426-38611180748F}">
      <dsp:nvSpPr>
        <dsp:cNvPr id="0" name=""/>
        <dsp:cNvSpPr/>
      </dsp:nvSpPr>
      <dsp:spPr>
        <a:xfrm>
          <a:off x="127035" y="653305"/>
          <a:ext cx="119613" cy="1196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6131"/>
              </a:lnTo>
              <a:lnTo>
                <a:pt x="119613" y="11961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E93DE3-FEFF-4569-ACD3-08E399A3A18D}">
      <dsp:nvSpPr>
        <dsp:cNvPr id="0" name=""/>
        <dsp:cNvSpPr/>
      </dsp:nvSpPr>
      <dsp:spPr>
        <a:xfrm>
          <a:off x="246649" y="1550404"/>
          <a:ext cx="956905" cy="598065"/>
        </a:xfrm>
        <a:prstGeom prst="roundRect">
          <a:avLst>
            <a:gd name="adj" fmla="val 10000"/>
          </a:avLst>
        </a:prstGeom>
        <a:solidFill>
          <a:schemeClr val="bg1">
            <a:lumMod val="7500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Construire la roadmap en incluant les activités de QA</a:t>
          </a:r>
        </a:p>
      </dsp:txBody>
      <dsp:txXfrm>
        <a:off x="264166" y="1567921"/>
        <a:ext cx="921871" cy="563031"/>
      </dsp:txXfrm>
    </dsp:sp>
    <dsp:sp modelId="{E26BC60D-AF0F-4466-B359-05823F682B59}">
      <dsp:nvSpPr>
        <dsp:cNvPr id="0" name=""/>
        <dsp:cNvSpPr/>
      </dsp:nvSpPr>
      <dsp:spPr>
        <a:xfrm>
          <a:off x="127035" y="653305"/>
          <a:ext cx="119613" cy="19437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3713"/>
              </a:lnTo>
              <a:lnTo>
                <a:pt x="119613" y="194371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0F0558-FBF2-4E6B-9DFA-487B421BCA69}">
      <dsp:nvSpPr>
        <dsp:cNvPr id="0" name=""/>
        <dsp:cNvSpPr/>
      </dsp:nvSpPr>
      <dsp:spPr>
        <a:xfrm>
          <a:off x="246649" y="2297986"/>
          <a:ext cx="956905" cy="598065"/>
        </a:xfrm>
        <a:prstGeom prst="roundRect">
          <a:avLst>
            <a:gd name="adj" fmla="val 10000"/>
          </a:avLst>
        </a:prstGeom>
        <a:solidFill>
          <a:schemeClr val="bg1">
            <a:lumMod val="7500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Annoncer les environnements nécessaires</a:t>
          </a:r>
        </a:p>
      </dsp:txBody>
      <dsp:txXfrm>
        <a:off x="264166" y="2315503"/>
        <a:ext cx="921871" cy="563031"/>
      </dsp:txXfrm>
    </dsp:sp>
    <dsp:sp modelId="{6EE1221E-E3E1-4233-9090-5BEE13633D33}">
      <dsp:nvSpPr>
        <dsp:cNvPr id="0" name=""/>
        <dsp:cNvSpPr/>
      </dsp:nvSpPr>
      <dsp:spPr>
        <a:xfrm>
          <a:off x="1502587" y="55240"/>
          <a:ext cx="1196131" cy="5980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/>
            <a:t>Architecture détaillée</a:t>
          </a:r>
          <a:endParaRPr lang="en-US" sz="1100" kern="1200"/>
        </a:p>
      </dsp:txBody>
      <dsp:txXfrm>
        <a:off x="1520104" y="72757"/>
        <a:ext cx="1161097" cy="563031"/>
      </dsp:txXfrm>
    </dsp:sp>
    <dsp:sp modelId="{CCBDB1C6-7F49-4DE1-B7DE-10701010AB9A}">
      <dsp:nvSpPr>
        <dsp:cNvPr id="0" name=""/>
        <dsp:cNvSpPr/>
      </dsp:nvSpPr>
      <dsp:spPr>
        <a:xfrm>
          <a:off x="1622200" y="653305"/>
          <a:ext cx="119613" cy="4485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8549"/>
              </a:lnTo>
              <a:lnTo>
                <a:pt x="119613" y="44854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C67607-D057-4AF0-972E-A07C382819C0}">
      <dsp:nvSpPr>
        <dsp:cNvPr id="0" name=""/>
        <dsp:cNvSpPr/>
      </dsp:nvSpPr>
      <dsp:spPr>
        <a:xfrm>
          <a:off x="1741813" y="802822"/>
          <a:ext cx="956905" cy="5980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 dirty="0"/>
            <a:t>Établir le scope des changements</a:t>
          </a:r>
        </a:p>
      </dsp:txBody>
      <dsp:txXfrm>
        <a:off x="1759330" y="820339"/>
        <a:ext cx="921871" cy="563031"/>
      </dsp:txXfrm>
    </dsp:sp>
    <dsp:sp modelId="{03DA89A5-5419-4A23-A42D-5EE807601C1D}">
      <dsp:nvSpPr>
        <dsp:cNvPr id="0" name=""/>
        <dsp:cNvSpPr/>
      </dsp:nvSpPr>
      <dsp:spPr>
        <a:xfrm>
          <a:off x="1622200" y="653305"/>
          <a:ext cx="119613" cy="1196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6131"/>
              </a:lnTo>
              <a:lnTo>
                <a:pt x="119613" y="11961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48BF97-5A92-4A9B-A2EE-F76066C435AC}">
      <dsp:nvSpPr>
        <dsp:cNvPr id="0" name=""/>
        <dsp:cNvSpPr/>
      </dsp:nvSpPr>
      <dsp:spPr>
        <a:xfrm>
          <a:off x="1741813" y="1550404"/>
          <a:ext cx="956905" cy="5980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 dirty="0"/>
            <a:t>Faire les analyses d’impact et de risques QA</a:t>
          </a:r>
        </a:p>
      </dsp:txBody>
      <dsp:txXfrm>
        <a:off x="1759330" y="1567921"/>
        <a:ext cx="921871" cy="563031"/>
      </dsp:txXfrm>
    </dsp:sp>
    <dsp:sp modelId="{140A4EC6-8CF0-4E1B-AFF3-EAB6F8471A10}">
      <dsp:nvSpPr>
        <dsp:cNvPr id="0" name=""/>
        <dsp:cNvSpPr/>
      </dsp:nvSpPr>
      <dsp:spPr>
        <a:xfrm>
          <a:off x="1622200" y="653305"/>
          <a:ext cx="119613" cy="19437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3713"/>
              </a:lnTo>
              <a:lnTo>
                <a:pt x="119613" y="194371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E5CDEE-4ADC-48C8-92ED-48BB98C309FB}">
      <dsp:nvSpPr>
        <dsp:cNvPr id="0" name=""/>
        <dsp:cNvSpPr/>
      </dsp:nvSpPr>
      <dsp:spPr>
        <a:xfrm>
          <a:off x="1741813" y="2297986"/>
          <a:ext cx="956905" cy="59806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Présenter la stratégie d’essai</a:t>
          </a:r>
          <a:br>
            <a:rPr lang="fr-CA" sz="900" kern="1200"/>
          </a:br>
          <a:r>
            <a:rPr lang="fr-CA" sz="900" kern="1200"/>
            <a:t>à l’équipe</a:t>
          </a:r>
        </a:p>
      </dsp:txBody>
      <dsp:txXfrm>
        <a:off x="1759330" y="2315503"/>
        <a:ext cx="921871" cy="563031"/>
      </dsp:txXfrm>
    </dsp:sp>
    <dsp:sp modelId="{607AAB5E-ABBE-44DE-AA3D-27F7F766B37A}">
      <dsp:nvSpPr>
        <dsp:cNvPr id="0" name=""/>
        <dsp:cNvSpPr/>
      </dsp:nvSpPr>
      <dsp:spPr>
        <a:xfrm>
          <a:off x="2997751" y="55240"/>
          <a:ext cx="1196131" cy="5980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/>
            <a:t>Analyse et Conception</a:t>
          </a:r>
          <a:endParaRPr lang="en-US" sz="1100" kern="1200"/>
        </a:p>
      </dsp:txBody>
      <dsp:txXfrm>
        <a:off x="3015268" y="72757"/>
        <a:ext cx="1161097" cy="563031"/>
      </dsp:txXfrm>
    </dsp:sp>
    <dsp:sp modelId="{8E192D1C-1388-478C-ABE0-81F5D199C6C2}">
      <dsp:nvSpPr>
        <dsp:cNvPr id="0" name=""/>
        <dsp:cNvSpPr/>
      </dsp:nvSpPr>
      <dsp:spPr>
        <a:xfrm>
          <a:off x="3117365" y="653305"/>
          <a:ext cx="119613" cy="4485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8549"/>
              </a:lnTo>
              <a:lnTo>
                <a:pt x="119613" y="44854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4C8DAB-10E6-4429-B2E6-41FC9DA40B63}">
      <dsp:nvSpPr>
        <dsp:cNvPr id="0" name=""/>
        <dsp:cNvSpPr/>
      </dsp:nvSpPr>
      <dsp:spPr>
        <a:xfrm>
          <a:off x="3236978" y="802822"/>
          <a:ext cx="956905" cy="5980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Préparer le plan de test et écrire les essais</a:t>
          </a:r>
        </a:p>
      </dsp:txBody>
      <dsp:txXfrm>
        <a:off x="3254495" y="820339"/>
        <a:ext cx="921871" cy="563031"/>
      </dsp:txXfrm>
    </dsp:sp>
    <dsp:sp modelId="{5D49C626-4AE7-4BBB-96B9-87E8256ED1EE}">
      <dsp:nvSpPr>
        <dsp:cNvPr id="0" name=""/>
        <dsp:cNvSpPr/>
      </dsp:nvSpPr>
      <dsp:spPr>
        <a:xfrm>
          <a:off x="3117365" y="653305"/>
          <a:ext cx="119613" cy="1196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6131"/>
              </a:lnTo>
              <a:lnTo>
                <a:pt x="119613" y="11961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BDCE6E-84A7-490A-8132-95B51915ACE4}">
      <dsp:nvSpPr>
        <dsp:cNvPr id="0" name=""/>
        <dsp:cNvSpPr/>
      </dsp:nvSpPr>
      <dsp:spPr>
        <a:xfrm>
          <a:off x="3236978" y="1550404"/>
          <a:ext cx="956905" cy="5980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Préparer les environnements et les données</a:t>
          </a:r>
        </a:p>
      </dsp:txBody>
      <dsp:txXfrm>
        <a:off x="3254495" y="1567921"/>
        <a:ext cx="921871" cy="563031"/>
      </dsp:txXfrm>
    </dsp:sp>
    <dsp:sp modelId="{7899F8BA-889C-4C69-9C4A-B5B17E644EAA}">
      <dsp:nvSpPr>
        <dsp:cNvPr id="0" name=""/>
        <dsp:cNvSpPr/>
      </dsp:nvSpPr>
      <dsp:spPr>
        <a:xfrm>
          <a:off x="3117365" y="653305"/>
          <a:ext cx="119613" cy="19437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3713"/>
              </a:lnTo>
              <a:lnTo>
                <a:pt x="119613" y="194371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1BC51-53BB-4433-8C03-D9A4E4CDF4C9}">
      <dsp:nvSpPr>
        <dsp:cNvPr id="0" name=""/>
        <dsp:cNvSpPr/>
      </dsp:nvSpPr>
      <dsp:spPr>
        <a:xfrm>
          <a:off x="3236978" y="2297986"/>
          <a:ext cx="956905" cy="59806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Présenter le</a:t>
          </a:r>
          <a:br>
            <a:rPr lang="fr-CA" sz="900" kern="1200"/>
          </a:br>
          <a:r>
            <a:rPr lang="fr-CA" sz="900" kern="1200"/>
            <a:t>plan de test</a:t>
          </a:r>
          <a:br>
            <a:rPr lang="fr-CA" sz="900" kern="1200"/>
          </a:br>
          <a:r>
            <a:rPr lang="fr-CA" sz="900" kern="1200"/>
            <a:t>à l’équipe</a:t>
          </a:r>
        </a:p>
      </dsp:txBody>
      <dsp:txXfrm>
        <a:off x="3254495" y="2315503"/>
        <a:ext cx="921871" cy="563031"/>
      </dsp:txXfrm>
    </dsp:sp>
    <dsp:sp modelId="{4ED0EA71-5430-4321-9392-B8FA0592AEFF}">
      <dsp:nvSpPr>
        <dsp:cNvPr id="0" name=""/>
        <dsp:cNvSpPr/>
      </dsp:nvSpPr>
      <dsp:spPr>
        <a:xfrm>
          <a:off x="4492916" y="55240"/>
          <a:ext cx="1196131" cy="5980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/>
            <a:t>Configuration et développement</a:t>
          </a:r>
          <a:endParaRPr lang="en-US" sz="1100" kern="1200"/>
        </a:p>
      </dsp:txBody>
      <dsp:txXfrm>
        <a:off x="4510433" y="72757"/>
        <a:ext cx="1161097" cy="563031"/>
      </dsp:txXfrm>
    </dsp:sp>
    <dsp:sp modelId="{2081DD8E-A340-4E6D-AC86-E9CFC1F696F6}">
      <dsp:nvSpPr>
        <dsp:cNvPr id="0" name=""/>
        <dsp:cNvSpPr/>
      </dsp:nvSpPr>
      <dsp:spPr>
        <a:xfrm>
          <a:off x="4612529" y="653305"/>
          <a:ext cx="119613" cy="4485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8549"/>
              </a:lnTo>
              <a:lnTo>
                <a:pt x="119613" y="44854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6BF21A-7524-421A-B370-5E827505E659}">
      <dsp:nvSpPr>
        <dsp:cNvPr id="0" name=""/>
        <dsp:cNvSpPr/>
      </dsp:nvSpPr>
      <dsp:spPr>
        <a:xfrm>
          <a:off x="4732142" y="802822"/>
          <a:ext cx="956905" cy="59806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Exécuter les essais de composants</a:t>
          </a:r>
        </a:p>
      </dsp:txBody>
      <dsp:txXfrm>
        <a:off x="4749659" y="820339"/>
        <a:ext cx="921871" cy="563031"/>
      </dsp:txXfrm>
    </dsp:sp>
    <dsp:sp modelId="{031C3C27-CFB5-40F8-8985-A5BCA4E91BEA}">
      <dsp:nvSpPr>
        <dsp:cNvPr id="0" name=""/>
        <dsp:cNvSpPr/>
      </dsp:nvSpPr>
      <dsp:spPr>
        <a:xfrm>
          <a:off x="4612529" y="653305"/>
          <a:ext cx="119613" cy="1196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6131"/>
              </a:lnTo>
              <a:lnTo>
                <a:pt x="119613" y="11961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EA4699-139F-4084-AF1F-895DB716AF4B}">
      <dsp:nvSpPr>
        <dsp:cNvPr id="0" name=""/>
        <dsp:cNvSpPr/>
      </dsp:nvSpPr>
      <dsp:spPr>
        <a:xfrm>
          <a:off x="4732142" y="1550404"/>
          <a:ext cx="956905" cy="59806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Exécuter les essais de système</a:t>
          </a:r>
        </a:p>
      </dsp:txBody>
      <dsp:txXfrm>
        <a:off x="4749659" y="1567921"/>
        <a:ext cx="921871" cy="563031"/>
      </dsp:txXfrm>
    </dsp:sp>
    <dsp:sp modelId="{B0AD2F2E-E8CE-461C-95DA-CAB069F9673F}">
      <dsp:nvSpPr>
        <dsp:cNvPr id="0" name=""/>
        <dsp:cNvSpPr/>
      </dsp:nvSpPr>
      <dsp:spPr>
        <a:xfrm>
          <a:off x="4612529" y="653305"/>
          <a:ext cx="119613" cy="19437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3713"/>
              </a:lnTo>
              <a:lnTo>
                <a:pt x="119613" y="194371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341795-C684-4BCE-8932-665708DB78ED}">
      <dsp:nvSpPr>
        <dsp:cNvPr id="0" name=""/>
        <dsp:cNvSpPr/>
      </dsp:nvSpPr>
      <dsp:spPr>
        <a:xfrm>
          <a:off x="4732142" y="2297986"/>
          <a:ext cx="956905" cy="5980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Corriger les anomalies (Bug)</a:t>
          </a:r>
        </a:p>
      </dsp:txBody>
      <dsp:txXfrm>
        <a:off x="4749659" y="2315503"/>
        <a:ext cx="921871" cy="563031"/>
      </dsp:txXfrm>
    </dsp:sp>
    <dsp:sp modelId="{FA3BE5F7-0823-4026-9E80-23A2C643CCED}">
      <dsp:nvSpPr>
        <dsp:cNvPr id="0" name=""/>
        <dsp:cNvSpPr/>
      </dsp:nvSpPr>
      <dsp:spPr>
        <a:xfrm>
          <a:off x="4612529" y="653305"/>
          <a:ext cx="119613" cy="26912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1296"/>
              </a:lnTo>
              <a:lnTo>
                <a:pt x="119613" y="26912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945FC2-5130-4062-A04D-C73E9BA5C90E}">
      <dsp:nvSpPr>
        <dsp:cNvPr id="0" name=""/>
        <dsp:cNvSpPr/>
      </dsp:nvSpPr>
      <dsp:spPr>
        <a:xfrm>
          <a:off x="4732142" y="3045569"/>
          <a:ext cx="956905" cy="5980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Préparer les utilisateurs aux tests (</a:t>
          </a:r>
          <a:r>
            <a:rPr lang="fr-CA" sz="900" kern="1200" err="1"/>
            <a:t>Kickoff</a:t>
          </a:r>
          <a:r>
            <a:rPr lang="fr-CA" sz="900" kern="1200"/>
            <a:t> QA)</a:t>
          </a:r>
        </a:p>
      </dsp:txBody>
      <dsp:txXfrm>
        <a:off x="4749659" y="3063086"/>
        <a:ext cx="921871" cy="563031"/>
      </dsp:txXfrm>
    </dsp:sp>
    <dsp:sp modelId="{3EA437CD-D6D8-436D-A06F-DFBB397EADC0}">
      <dsp:nvSpPr>
        <dsp:cNvPr id="0" name=""/>
        <dsp:cNvSpPr/>
      </dsp:nvSpPr>
      <dsp:spPr>
        <a:xfrm>
          <a:off x="5988081" y="55240"/>
          <a:ext cx="1196131" cy="5980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/>
            <a:t>Préparation</a:t>
          </a:r>
          <a:br>
            <a:rPr lang="fr-CA" sz="1100" kern="1200"/>
          </a:br>
          <a:r>
            <a:rPr lang="fr-CA" sz="1100" kern="1200"/>
            <a:t>MEP</a:t>
          </a:r>
          <a:endParaRPr lang="en-US" sz="1100" kern="1200"/>
        </a:p>
      </dsp:txBody>
      <dsp:txXfrm>
        <a:off x="6005598" y="72757"/>
        <a:ext cx="1161097" cy="563031"/>
      </dsp:txXfrm>
    </dsp:sp>
    <dsp:sp modelId="{DC660335-353F-436B-8882-7D949C34736E}">
      <dsp:nvSpPr>
        <dsp:cNvPr id="0" name=""/>
        <dsp:cNvSpPr/>
      </dsp:nvSpPr>
      <dsp:spPr>
        <a:xfrm>
          <a:off x="6107694" y="653305"/>
          <a:ext cx="119613" cy="4485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8549"/>
              </a:lnTo>
              <a:lnTo>
                <a:pt x="119613" y="44854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C5AA93-404D-4E48-A7D4-28257559EBD3}">
      <dsp:nvSpPr>
        <dsp:cNvPr id="0" name=""/>
        <dsp:cNvSpPr/>
      </dsp:nvSpPr>
      <dsp:spPr>
        <a:xfrm>
          <a:off x="6227307" y="802822"/>
          <a:ext cx="956905" cy="5980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err="1"/>
            <a:t>Sélectionner</a:t>
          </a:r>
          <a:r>
            <a:rPr lang="en-US" sz="900" kern="1200"/>
            <a:t> les Features qui </a:t>
          </a:r>
          <a:r>
            <a:rPr lang="en-US" sz="900" kern="1200" err="1"/>
            <a:t>seront</a:t>
          </a:r>
          <a:r>
            <a:rPr lang="en-US" sz="900" kern="1200"/>
            <a:t> </a:t>
          </a:r>
          <a:r>
            <a:rPr lang="en-US" sz="900" kern="1200" err="1"/>
            <a:t>livrées</a:t>
          </a:r>
          <a:endParaRPr lang="en-US" sz="900" kern="1200"/>
        </a:p>
      </dsp:txBody>
      <dsp:txXfrm>
        <a:off x="6244824" y="820339"/>
        <a:ext cx="921871" cy="563031"/>
      </dsp:txXfrm>
    </dsp:sp>
    <dsp:sp modelId="{ED3DBA48-FEBB-48E3-8B6A-69E6EEE39D18}">
      <dsp:nvSpPr>
        <dsp:cNvPr id="0" name=""/>
        <dsp:cNvSpPr/>
      </dsp:nvSpPr>
      <dsp:spPr>
        <a:xfrm>
          <a:off x="6107694" y="653305"/>
          <a:ext cx="119613" cy="1196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6131"/>
              </a:lnTo>
              <a:lnTo>
                <a:pt x="119613" y="11961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53472E-9DBF-4F9A-9080-F4A7EE85C88C}">
      <dsp:nvSpPr>
        <dsp:cNvPr id="0" name=""/>
        <dsp:cNvSpPr/>
      </dsp:nvSpPr>
      <dsp:spPr>
        <a:xfrm>
          <a:off x="6227307" y="1550404"/>
          <a:ext cx="956905" cy="5980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Preparer la Release Note</a:t>
          </a:r>
          <a:br>
            <a:rPr lang="en-US" sz="900" kern="1200"/>
          </a:br>
          <a:r>
            <a:rPr lang="en-US" sz="900" kern="1200"/>
            <a:t>et le CHG</a:t>
          </a:r>
        </a:p>
      </dsp:txBody>
      <dsp:txXfrm>
        <a:off x="6244824" y="1567921"/>
        <a:ext cx="921871" cy="563031"/>
      </dsp:txXfrm>
    </dsp:sp>
    <dsp:sp modelId="{B04B88B0-8CB5-4F1E-A110-2F8F7165443E}">
      <dsp:nvSpPr>
        <dsp:cNvPr id="0" name=""/>
        <dsp:cNvSpPr/>
      </dsp:nvSpPr>
      <dsp:spPr>
        <a:xfrm>
          <a:off x="6107694" y="653305"/>
          <a:ext cx="119613" cy="19437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3713"/>
              </a:lnTo>
              <a:lnTo>
                <a:pt x="119613" y="194371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88A183-E020-4253-86F1-5A0F8B00CB0E}">
      <dsp:nvSpPr>
        <dsp:cNvPr id="0" name=""/>
        <dsp:cNvSpPr/>
      </dsp:nvSpPr>
      <dsp:spPr>
        <a:xfrm>
          <a:off x="6227307" y="2297986"/>
          <a:ext cx="956905" cy="5980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Fusion des </a:t>
          </a:r>
          <a:r>
            <a:rPr lang="fr-CA" sz="900" kern="1200" err="1"/>
            <a:t>Feature</a:t>
          </a:r>
          <a:r>
            <a:rPr lang="fr-CA" sz="900" kern="1200"/>
            <a:t> + Smoke test</a:t>
          </a:r>
          <a:endParaRPr lang="en-US" sz="900" kern="1200"/>
        </a:p>
      </dsp:txBody>
      <dsp:txXfrm>
        <a:off x="6244824" y="2315503"/>
        <a:ext cx="921871" cy="563031"/>
      </dsp:txXfrm>
    </dsp:sp>
    <dsp:sp modelId="{9262075C-1CDD-4CF1-9625-65639568ECF3}">
      <dsp:nvSpPr>
        <dsp:cNvPr id="0" name=""/>
        <dsp:cNvSpPr/>
      </dsp:nvSpPr>
      <dsp:spPr>
        <a:xfrm>
          <a:off x="6107694" y="653305"/>
          <a:ext cx="119613" cy="26912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1296"/>
              </a:lnTo>
              <a:lnTo>
                <a:pt x="119613" y="26912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DB3496-8E77-4E4F-98D3-7F07D7CDA34F}">
      <dsp:nvSpPr>
        <dsp:cNvPr id="0" name=""/>
        <dsp:cNvSpPr/>
      </dsp:nvSpPr>
      <dsp:spPr>
        <a:xfrm>
          <a:off x="6227307" y="3045569"/>
          <a:ext cx="956905" cy="59806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Exécuter les tests d’acceptation</a:t>
          </a:r>
        </a:p>
      </dsp:txBody>
      <dsp:txXfrm>
        <a:off x="6244824" y="3063086"/>
        <a:ext cx="921871" cy="563031"/>
      </dsp:txXfrm>
    </dsp:sp>
    <dsp:sp modelId="{2CC7F518-00A0-4426-A181-C3BB99A94409}">
      <dsp:nvSpPr>
        <dsp:cNvPr id="0" name=""/>
        <dsp:cNvSpPr/>
      </dsp:nvSpPr>
      <dsp:spPr>
        <a:xfrm>
          <a:off x="7483245" y="55240"/>
          <a:ext cx="1196131" cy="5980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/>
            <a:t>Mise en Production</a:t>
          </a:r>
          <a:endParaRPr lang="en-US" sz="1100" kern="1200"/>
        </a:p>
      </dsp:txBody>
      <dsp:txXfrm>
        <a:off x="7500762" y="72757"/>
        <a:ext cx="1161097" cy="563031"/>
      </dsp:txXfrm>
    </dsp:sp>
    <dsp:sp modelId="{FEADA9FE-9285-4562-92B7-A84B7F779489}">
      <dsp:nvSpPr>
        <dsp:cNvPr id="0" name=""/>
        <dsp:cNvSpPr/>
      </dsp:nvSpPr>
      <dsp:spPr>
        <a:xfrm>
          <a:off x="7602858" y="653305"/>
          <a:ext cx="119613" cy="4485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8549"/>
              </a:lnTo>
              <a:lnTo>
                <a:pt x="119613" y="44854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A1A5EC-667B-4BD6-972A-D2BA35C4C267}">
      <dsp:nvSpPr>
        <dsp:cNvPr id="0" name=""/>
        <dsp:cNvSpPr/>
      </dsp:nvSpPr>
      <dsp:spPr>
        <a:xfrm>
          <a:off x="7722471" y="802822"/>
          <a:ext cx="956905" cy="59806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Faire la rencontre de Go </a:t>
          </a:r>
          <a:r>
            <a:rPr lang="fr-CA" sz="900" kern="1200" err="1"/>
            <a:t>Nogo</a:t>
          </a:r>
          <a:endParaRPr lang="fr-CA" sz="900" kern="1200"/>
        </a:p>
      </dsp:txBody>
      <dsp:txXfrm>
        <a:off x="7739988" y="820339"/>
        <a:ext cx="921871" cy="563031"/>
      </dsp:txXfrm>
    </dsp:sp>
    <dsp:sp modelId="{E5B7CB77-FD99-489D-9988-2116779431CB}">
      <dsp:nvSpPr>
        <dsp:cNvPr id="0" name=""/>
        <dsp:cNvSpPr/>
      </dsp:nvSpPr>
      <dsp:spPr>
        <a:xfrm>
          <a:off x="7602858" y="653305"/>
          <a:ext cx="119613" cy="1196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6131"/>
              </a:lnTo>
              <a:lnTo>
                <a:pt x="119613" y="119613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59F514-619F-42EA-9F50-45BE4E5045FC}">
      <dsp:nvSpPr>
        <dsp:cNvPr id="0" name=""/>
        <dsp:cNvSpPr/>
      </dsp:nvSpPr>
      <dsp:spPr>
        <a:xfrm>
          <a:off x="7722471" y="1550404"/>
          <a:ext cx="956905" cy="59806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Mise en production</a:t>
          </a:r>
        </a:p>
      </dsp:txBody>
      <dsp:txXfrm>
        <a:off x="7739988" y="1567921"/>
        <a:ext cx="921871" cy="563031"/>
      </dsp:txXfrm>
    </dsp:sp>
    <dsp:sp modelId="{DCFA5213-479F-4A30-AEF8-B4489D74460D}">
      <dsp:nvSpPr>
        <dsp:cNvPr id="0" name=""/>
        <dsp:cNvSpPr/>
      </dsp:nvSpPr>
      <dsp:spPr>
        <a:xfrm>
          <a:off x="7602858" y="653305"/>
          <a:ext cx="119613" cy="19437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43713"/>
              </a:lnTo>
              <a:lnTo>
                <a:pt x="119613" y="194371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2F037F-4E19-4C42-8BD1-47257732FCB9}">
      <dsp:nvSpPr>
        <dsp:cNvPr id="0" name=""/>
        <dsp:cNvSpPr/>
      </dsp:nvSpPr>
      <dsp:spPr>
        <a:xfrm>
          <a:off x="7722471" y="2297986"/>
          <a:ext cx="956905" cy="598065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Surveillance active post-implantation (Hypercare)</a:t>
          </a:r>
        </a:p>
      </dsp:txBody>
      <dsp:txXfrm>
        <a:off x="7739988" y="2315503"/>
        <a:ext cx="921871" cy="563031"/>
      </dsp:txXfrm>
    </dsp:sp>
    <dsp:sp modelId="{36F5D0BA-DAEF-4EA8-A16D-E82D8C25D91D}">
      <dsp:nvSpPr>
        <dsp:cNvPr id="0" name=""/>
        <dsp:cNvSpPr/>
      </dsp:nvSpPr>
      <dsp:spPr>
        <a:xfrm>
          <a:off x="7602858" y="653305"/>
          <a:ext cx="119613" cy="26912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1296"/>
              </a:lnTo>
              <a:lnTo>
                <a:pt x="119613" y="269129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C1ECBF-A466-40C6-A8AF-674317EF94A1}">
      <dsp:nvSpPr>
        <dsp:cNvPr id="0" name=""/>
        <dsp:cNvSpPr/>
      </dsp:nvSpPr>
      <dsp:spPr>
        <a:xfrm>
          <a:off x="7722471" y="3045569"/>
          <a:ext cx="956905" cy="5980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kern="1200"/>
            <a:t>Amélioration continue </a:t>
          </a:r>
          <a:br>
            <a:rPr lang="fr-CA" sz="900" kern="1200"/>
          </a:br>
          <a:r>
            <a:rPr lang="fr-CA" sz="900" kern="1200"/>
            <a:t>(Post-mortem)</a:t>
          </a:r>
        </a:p>
      </dsp:txBody>
      <dsp:txXfrm>
        <a:off x="7739988" y="3063086"/>
        <a:ext cx="921871" cy="5630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E1221E-E3E1-4233-9090-5BEE13633D33}">
      <dsp:nvSpPr>
        <dsp:cNvPr id="0" name=""/>
        <dsp:cNvSpPr/>
      </dsp:nvSpPr>
      <dsp:spPr>
        <a:xfrm>
          <a:off x="4241" y="131853"/>
          <a:ext cx="1446386" cy="7231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Architecture détaillée</a:t>
          </a:r>
          <a:endParaRPr lang="en-US" sz="1400" kern="1200" dirty="0"/>
        </a:p>
      </dsp:txBody>
      <dsp:txXfrm>
        <a:off x="25423" y="153035"/>
        <a:ext cx="1404022" cy="680829"/>
      </dsp:txXfrm>
    </dsp:sp>
    <dsp:sp modelId="{607AAB5E-ABBE-44DE-AA3D-27F7F766B37A}">
      <dsp:nvSpPr>
        <dsp:cNvPr id="0" name=""/>
        <dsp:cNvSpPr/>
      </dsp:nvSpPr>
      <dsp:spPr>
        <a:xfrm>
          <a:off x="1812224" y="131853"/>
          <a:ext cx="1446386" cy="7231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Analyse et Conception</a:t>
          </a:r>
          <a:endParaRPr lang="en-US" sz="1400" kern="1200" dirty="0"/>
        </a:p>
      </dsp:txBody>
      <dsp:txXfrm>
        <a:off x="1833406" y="153035"/>
        <a:ext cx="1404022" cy="680829"/>
      </dsp:txXfrm>
    </dsp:sp>
    <dsp:sp modelId="{32DFE86C-69C3-47CD-86C2-72D422B3DEAC}">
      <dsp:nvSpPr>
        <dsp:cNvPr id="0" name=""/>
        <dsp:cNvSpPr/>
      </dsp:nvSpPr>
      <dsp:spPr>
        <a:xfrm>
          <a:off x="1956862" y="855047"/>
          <a:ext cx="144638" cy="5423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2394"/>
              </a:lnTo>
              <a:lnTo>
                <a:pt x="144638" y="54239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B8B17B-FA5B-45CD-9632-FFDBC50DBECF}">
      <dsp:nvSpPr>
        <dsp:cNvPr id="0" name=""/>
        <dsp:cNvSpPr/>
      </dsp:nvSpPr>
      <dsp:spPr>
        <a:xfrm>
          <a:off x="2101501" y="1035845"/>
          <a:ext cx="1157108" cy="7231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Analyse</a:t>
          </a:r>
          <a:r>
            <a:rPr lang="en-US" sz="1200" kern="1200" dirty="0"/>
            <a:t> DD, DPA @Alex</a:t>
          </a:r>
        </a:p>
      </dsp:txBody>
      <dsp:txXfrm>
        <a:off x="2122683" y="1057027"/>
        <a:ext cx="1114744" cy="680829"/>
      </dsp:txXfrm>
    </dsp:sp>
    <dsp:sp modelId="{426CC2FE-989D-4237-A2B6-28B71EBA4738}">
      <dsp:nvSpPr>
        <dsp:cNvPr id="0" name=""/>
        <dsp:cNvSpPr/>
      </dsp:nvSpPr>
      <dsp:spPr>
        <a:xfrm>
          <a:off x="1956862" y="855047"/>
          <a:ext cx="144638" cy="14463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6386"/>
              </a:lnTo>
              <a:lnTo>
                <a:pt x="144638" y="144638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546E6A-B6F1-408F-AAD6-484A7264AD87}">
      <dsp:nvSpPr>
        <dsp:cNvPr id="0" name=""/>
        <dsp:cNvSpPr/>
      </dsp:nvSpPr>
      <dsp:spPr>
        <a:xfrm>
          <a:off x="2101501" y="1939836"/>
          <a:ext cx="1157108" cy="7231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Analyse</a:t>
          </a:r>
          <a:r>
            <a:rPr lang="en-US" sz="1200" kern="1200" dirty="0"/>
            <a:t> AHCS</a:t>
          </a:r>
        </a:p>
      </dsp:txBody>
      <dsp:txXfrm>
        <a:off x="2122683" y="1961018"/>
        <a:ext cx="1114744" cy="680829"/>
      </dsp:txXfrm>
    </dsp:sp>
    <dsp:sp modelId="{8472B566-A81C-4B08-9831-3080D8610BFD}">
      <dsp:nvSpPr>
        <dsp:cNvPr id="0" name=""/>
        <dsp:cNvSpPr/>
      </dsp:nvSpPr>
      <dsp:spPr>
        <a:xfrm>
          <a:off x="1956862" y="855047"/>
          <a:ext cx="144638" cy="2350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50377"/>
              </a:lnTo>
              <a:lnTo>
                <a:pt x="144638" y="235037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E4509F-A1D4-4B8B-938D-2F7C7973191F}">
      <dsp:nvSpPr>
        <dsp:cNvPr id="0" name=""/>
        <dsp:cNvSpPr/>
      </dsp:nvSpPr>
      <dsp:spPr>
        <a:xfrm>
          <a:off x="2101501" y="2843827"/>
          <a:ext cx="1157108" cy="7231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Analyse</a:t>
          </a:r>
          <a:r>
            <a:rPr lang="en-US" sz="1200" kern="1200" dirty="0"/>
            <a:t> </a:t>
          </a:r>
          <a:r>
            <a:rPr lang="en-US" sz="1200" kern="1200" dirty="0" err="1"/>
            <a:t>Réconciliation</a:t>
          </a:r>
          <a:r>
            <a:rPr lang="en-US" sz="1200" kern="1200" dirty="0"/>
            <a:t> (ARCS)</a:t>
          </a:r>
        </a:p>
      </dsp:txBody>
      <dsp:txXfrm>
        <a:off x="2122683" y="2865009"/>
        <a:ext cx="1114744" cy="680829"/>
      </dsp:txXfrm>
    </dsp:sp>
    <dsp:sp modelId="{4ED0EA71-5430-4321-9392-B8FA0592AEFF}">
      <dsp:nvSpPr>
        <dsp:cNvPr id="0" name=""/>
        <dsp:cNvSpPr/>
      </dsp:nvSpPr>
      <dsp:spPr>
        <a:xfrm>
          <a:off x="3620206" y="131853"/>
          <a:ext cx="1446386" cy="7231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Configuration et développement</a:t>
          </a:r>
          <a:endParaRPr lang="en-US" sz="1400" kern="1200" dirty="0"/>
        </a:p>
      </dsp:txBody>
      <dsp:txXfrm>
        <a:off x="3641388" y="153035"/>
        <a:ext cx="1404022" cy="680829"/>
      </dsp:txXfrm>
    </dsp:sp>
    <dsp:sp modelId="{3EA437CD-D6D8-436D-A06F-DFBB397EADC0}">
      <dsp:nvSpPr>
        <dsp:cNvPr id="0" name=""/>
        <dsp:cNvSpPr/>
      </dsp:nvSpPr>
      <dsp:spPr>
        <a:xfrm>
          <a:off x="5428189" y="131853"/>
          <a:ext cx="1446386" cy="7231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Préparation</a:t>
          </a:r>
          <a:br>
            <a:rPr lang="fr-CA" sz="1400" kern="1200"/>
          </a:br>
          <a:r>
            <a:rPr lang="fr-CA" sz="1400" kern="1200"/>
            <a:t>MEP</a:t>
          </a:r>
          <a:endParaRPr lang="en-US" sz="1400" kern="1200" dirty="0"/>
        </a:p>
      </dsp:txBody>
      <dsp:txXfrm>
        <a:off x="5449371" y="153035"/>
        <a:ext cx="1404022" cy="680829"/>
      </dsp:txXfrm>
    </dsp:sp>
    <dsp:sp modelId="{2CC7F518-00A0-4426-A181-C3BB99A94409}">
      <dsp:nvSpPr>
        <dsp:cNvPr id="0" name=""/>
        <dsp:cNvSpPr/>
      </dsp:nvSpPr>
      <dsp:spPr>
        <a:xfrm>
          <a:off x="7236172" y="131853"/>
          <a:ext cx="1446386" cy="7231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dirty="0"/>
            <a:t>Mise en Production</a:t>
          </a:r>
          <a:endParaRPr lang="en-US" sz="1400" kern="1200" dirty="0"/>
        </a:p>
      </dsp:txBody>
      <dsp:txXfrm>
        <a:off x="7257354" y="153035"/>
        <a:ext cx="1404022" cy="6808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15F851B-2834-3575-274B-CE8D4C7368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5EEAA6-E7B9-7E85-B8CB-0C5EA21703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9317E-6AC6-4830-9CF7-5FA011449EE4}" type="datetimeFigureOut">
              <a:rPr lang="fr-CA" smtClean="0"/>
              <a:t>2026-01-16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C9C2B5-8E5C-B994-A3DA-4002C79D02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C607B79-C987-4F47-AC2F-AACA7FF6A1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A9614-EBE9-4DCC-B867-0BEECB80A41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37566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06FEB-FEE0-4F35-A7B7-D43775927FB9}" type="datetimeFigureOut">
              <a:rPr lang="fr-CA" smtClean="0"/>
              <a:t>2026-01-16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D9807-5037-47FE-86B5-F6C64038904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150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52805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FAF2E-08FB-851C-C412-F3485E5BB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3EC39F1-E476-5F54-3490-9D084E1D1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A91C9F-565A-7C22-5205-A71BA8F62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03DF0B-F5C9-160F-55AD-C74E97B78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14440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dirty="0"/>
              <a:t>Exemple: Vérification des fonctionnalités métier (ex. création de compte, authentification). Tests de sécurité (contrôle des accès). Tests d’interopérabilité (interaction avec d’autres systèmes).</a:t>
            </a:r>
          </a:p>
          <a:p>
            <a:endParaRPr lang="fr-CA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dirty="0"/>
              <a:t>Exemples : Performance : temps de réponse, charge. Utilisabilité : ergonomie, accessibilité. Compatibilité : navigateurs, OS, appareils. Sécurité : robustesse face aux attaques.</a:t>
            </a:r>
          </a:p>
          <a:p>
            <a:endParaRPr lang="fr-CA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dirty="0"/>
              <a:t>Exemples : Tests boîte blanche : couverture de code, chemins, branches.</a:t>
            </a:r>
          </a:p>
          <a:p>
            <a:endParaRPr lang="fr-CA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dirty="0"/>
              <a:t>Exemples : Test de confirmation : vérifier qu’un défaut corrigé ne réapparaît pas. Test de régression : s’assurer qu’aucune régression n’a été introduite.</a:t>
            </a:r>
          </a:p>
          <a:p>
            <a:endParaRPr lang="fr-CA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b="1" dirty="0"/>
              <a:t>Caractéristique</a:t>
            </a:r>
            <a:r>
              <a:rPr lang="fr-CA" dirty="0"/>
              <a:t> : Approche boîte noire, centrée sur le comportement externe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A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dirty="0"/>
              <a:t>Caractéristique : Mesure des attributs de qualité définis dans les exigences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60224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dirty="0"/>
              <a:t>Processus: Suivant la liste de Amin, </a:t>
            </a:r>
            <a:r>
              <a:rPr lang="fr-CA" dirty="0" err="1"/>
              <a:t>Faten</a:t>
            </a:r>
            <a:r>
              <a:rPr lang="fr-CA" dirty="0"/>
              <a:t> / Andréanne / Vincent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4456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97612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0FC0B5-D605-8C67-FDC1-976021B5F9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72325" y="276225"/>
            <a:ext cx="1743075" cy="344488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  <p:pic>
        <p:nvPicPr>
          <p:cNvPr id="9" name="Image 8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FFBF7DA5-0E45-1842-A5B5-32C9FD5BC7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92" y="4601848"/>
            <a:ext cx="1417320" cy="34515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47650"/>
            <a:ext cx="6858000" cy="2384822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6000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E5BF22-90C4-08D6-3886-F05E03906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4838699"/>
            <a:ext cx="2743200" cy="304799"/>
          </a:xfrm>
        </p:spPr>
        <p:txBody>
          <a:bodyPr/>
          <a:lstStyle>
            <a:lvl1pPr marL="0" indent="0" algn="l">
              <a:buNone/>
              <a:defRPr sz="900"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07476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47650"/>
            <a:ext cx="6858000" cy="2384822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6000" b="1" cap="all" baseline="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E5BF22-90C4-08D6-3886-F05E03906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4838699"/>
            <a:ext cx="2743200" cy="304799"/>
          </a:xfrm>
        </p:spPr>
        <p:txBody>
          <a:bodyPr/>
          <a:lstStyle>
            <a:lvl1pPr marL="0" indent="0" algn="l">
              <a:buNone/>
              <a:defRPr sz="9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pic>
        <p:nvPicPr>
          <p:cNvPr id="5" name="Image 4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1A8D36F4-8117-4DBC-2273-6A8988ABC6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92" y="4601848"/>
            <a:ext cx="1417320" cy="345151"/>
          </a:xfrm>
          <a:prstGeom prst="rect">
            <a:avLst/>
          </a:prstGeom>
        </p:spPr>
      </p:pic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3B6C1E81-F95D-316D-8B49-4E0B1B852A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72325" y="276225"/>
            <a:ext cx="1743075" cy="344488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</p:spTree>
    <p:extLst>
      <p:ext uri="{BB962C8B-B14F-4D97-AF65-F5344CB8AC3E}">
        <p14:creationId xmlns:p14="http://schemas.microsoft.com/office/powerpoint/2010/main" val="3239198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0002FEDB-3081-63C2-FF60-37743DDC8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28925" y="4850130"/>
            <a:ext cx="1743075" cy="293370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  <p:pic>
        <p:nvPicPr>
          <p:cNvPr id="5" name="Image 4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572BCC04-3F2E-02AA-CB93-F934BC4FBD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1" y="4602291"/>
            <a:ext cx="1417320" cy="345151"/>
          </a:xfrm>
          <a:prstGeom prst="rect">
            <a:avLst/>
          </a:prstGeom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18996129-9FF5-9DDA-836D-C696633AEA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82876" y="198438"/>
            <a:ext cx="3832525" cy="4746625"/>
          </a:xfrm>
          <a:custGeom>
            <a:avLst/>
            <a:gdLst>
              <a:gd name="connsiteX0" fmla="*/ 400911 w 3832525"/>
              <a:gd name="connsiteY0" fmla="*/ 0 h 4746625"/>
              <a:gd name="connsiteX1" fmla="*/ 3832525 w 3832525"/>
              <a:gd name="connsiteY1" fmla="*/ 0 h 4746625"/>
              <a:gd name="connsiteX2" fmla="*/ 3832525 w 3832525"/>
              <a:gd name="connsiteY2" fmla="*/ 4746625 h 4746625"/>
              <a:gd name="connsiteX3" fmla="*/ 0 w 3832525"/>
              <a:gd name="connsiteY3" fmla="*/ 4746625 h 4746625"/>
              <a:gd name="connsiteX4" fmla="*/ 0 w 3832525"/>
              <a:gd name="connsiteY4" fmla="*/ 407494 h 4746625"/>
              <a:gd name="connsiteX5" fmla="*/ 325959 w 3832525"/>
              <a:gd name="connsiteY5" fmla="*/ 7556 h 474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2525" h="4746625">
                <a:moveTo>
                  <a:pt x="400911" y="0"/>
                </a:moveTo>
                <a:lnTo>
                  <a:pt x="3832525" y="0"/>
                </a:lnTo>
                <a:lnTo>
                  <a:pt x="3832525" y="4746625"/>
                </a:lnTo>
                <a:lnTo>
                  <a:pt x="0" y="4746625"/>
                </a:lnTo>
                <a:lnTo>
                  <a:pt x="0" y="407494"/>
                </a:lnTo>
                <a:cubicBezTo>
                  <a:pt x="0" y="210217"/>
                  <a:pt x="139935" y="45622"/>
                  <a:pt x="325959" y="7556"/>
                </a:cubicBez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47650"/>
            <a:ext cx="4343400" cy="2384822"/>
          </a:xfrm>
        </p:spPr>
        <p:txBody>
          <a:bodyPr rIns="0" anchor="t" anchorCtr="0"/>
          <a:lstStyle>
            <a:lvl1pPr algn="l">
              <a:lnSpc>
                <a:spcPct val="85000"/>
              </a:lnSpc>
              <a:defRPr sz="45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E5BF22-90C4-08D6-3886-F05E03906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3333750"/>
            <a:ext cx="4343400" cy="948690"/>
          </a:xfrm>
        </p:spPr>
        <p:txBody>
          <a:bodyPr rIns="0"/>
          <a:lstStyle>
            <a:lvl1pPr marL="0" indent="0" algn="l"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7104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32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18996129-9FF5-9DDA-836D-C696633AEA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82876" y="198438"/>
            <a:ext cx="3832525" cy="4746625"/>
          </a:xfrm>
          <a:custGeom>
            <a:avLst/>
            <a:gdLst>
              <a:gd name="connsiteX0" fmla="*/ 400911 w 3832525"/>
              <a:gd name="connsiteY0" fmla="*/ 0 h 4746625"/>
              <a:gd name="connsiteX1" fmla="*/ 3832525 w 3832525"/>
              <a:gd name="connsiteY1" fmla="*/ 0 h 4746625"/>
              <a:gd name="connsiteX2" fmla="*/ 3832525 w 3832525"/>
              <a:gd name="connsiteY2" fmla="*/ 4746625 h 4746625"/>
              <a:gd name="connsiteX3" fmla="*/ 0 w 3832525"/>
              <a:gd name="connsiteY3" fmla="*/ 4746625 h 4746625"/>
              <a:gd name="connsiteX4" fmla="*/ 0 w 3832525"/>
              <a:gd name="connsiteY4" fmla="*/ 407494 h 4746625"/>
              <a:gd name="connsiteX5" fmla="*/ 325959 w 3832525"/>
              <a:gd name="connsiteY5" fmla="*/ 7556 h 474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2525" h="4746625">
                <a:moveTo>
                  <a:pt x="400911" y="0"/>
                </a:moveTo>
                <a:lnTo>
                  <a:pt x="3832525" y="0"/>
                </a:lnTo>
                <a:lnTo>
                  <a:pt x="3832525" y="4746625"/>
                </a:lnTo>
                <a:lnTo>
                  <a:pt x="0" y="4746625"/>
                </a:lnTo>
                <a:lnTo>
                  <a:pt x="0" y="407494"/>
                </a:lnTo>
                <a:cubicBezTo>
                  <a:pt x="0" y="210217"/>
                  <a:pt x="139935" y="45622"/>
                  <a:pt x="325959" y="7556"/>
                </a:cubicBez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47650"/>
            <a:ext cx="4343400" cy="2384822"/>
          </a:xfrm>
        </p:spPr>
        <p:txBody>
          <a:bodyPr rIns="0" anchor="t" anchorCtr="0"/>
          <a:lstStyle>
            <a:lvl1pPr algn="l">
              <a:lnSpc>
                <a:spcPct val="85000"/>
              </a:lnSpc>
              <a:defRPr sz="45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E5BF22-90C4-08D6-3886-F05E03906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3333750"/>
            <a:ext cx="4343400" cy="948690"/>
          </a:xfrm>
        </p:spPr>
        <p:txBody>
          <a:bodyPr rIns="0"/>
          <a:lstStyle>
            <a:lvl1pPr marL="0" indent="0" algn="l"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pic>
        <p:nvPicPr>
          <p:cNvPr id="6" name="Image 5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F25C6640-B588-F244-F7F5-A4B711B7A3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1" y="4602291"/>
            <a:ext cx="1417320" cy="345151"/>
          </a:xfrm>
          <a:prstGeom prst="rect">
            <a:avLst/>
          </a:prstGeom>
        </p:spPr>
      </p:pic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4F7E8B1A-F7D4-E018-14E7-C062E5C76F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28925" y="4850130"/>
            <a:ext cx="1743075" cy="293370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</p:spTree>
    <p:extLst>
      <p:ext uri="{BB962C8B-B14F-4D97-AF65-F5344CB8AC3E}">
        <p14:creationId xmlns:p14="http://schemas.microsoft.com/office/powerpoint/2010/main" val="4144975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1300" y="1676400"/>
            <a:ext cx="2324100" cy="2384822"/>
          </a:xfrm>
        </p:spPr>
        <p:txBody>
          <a:bodyPr rIns="0" anchor="ctr" anchorCtr="0"/>
          <a:lstStyle>
            <a:lvl1pPr algn="l">
              <a:lnSpc>
                <a:spcPct val="85000"/>
              </a:lnSpc>
              <a:defRPr sz="2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7BCB2371-316B-8ABC-C85C-D5099780F9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2055" y="200064"/>
            <a:ext cx="6217920" cy="4745736"/>
          </a:xfrm>
          <a:custGeom>
            <a:avLst/>
            <a:gdLst>
              <a:gd name="connsiteX0" fmla="*/ 479700 w 6217920"/>
              <a:gd name="connsiteY0" fmla="*/ 0 h 4745736"/>
              <a:gd name="connsiteX1" fmla="*/ 6217920 w 6217920"/>
              <a:gd name="connsiteY1" fmla="*/ 0 h 4745736"/>
              <a:gd name="connsiteX2" fmla="*/ 6217920 w 6217920"/>
              <a:gd name="connsiteY2" fmla="*/ 4745736 h 4745736"/>
              <a:gd name="connsiteX3" fmla="*/ 0 w 6217920"/>
              <a:gd name="connsiteY3" fmla="*/ 4745736 h 4745736"/>
              <a:gd name="connsiteX4" fmla="*/ 0 w 6217920"/>
              <a:gd name="connsiteY4" fmla="*/ 496506 h 4745736"/>
              <a:gd name="connsiteX5" fmla="*/ 9752 w 6217920"/>
              <a:gd name="connsiteY5" fmla="*/ 399768 h 4745736"/>
              <a:gd name="connsiteX6" fmla="*/ 401652 w 6217920"/>
              <a:gd name="connsiteY6" fmla="*/ 7868 h 4745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17920" h="4745736">
                <a:moveTo>
                  <a:pt x="479700" y="0"/>
                </a:moveTo>
                <a:lnTo>
                  <a:pt x="6217920" y="0"/>
                </a:lnTo>
                <a:lnTo>
                  <a:pt x="6217920" y="4745736"/>
                </a:lnTo>
                <a:lnTo>
                  <a:pt x="0" y="4745736"/>
                </a:lnTo>
                <a:lnTo>
                  <a:pt x="0" y="496506"/>
                </a:lnTo>
                <a:lnTo>
                  <a:pt x="9752" y="399768"/>
                </a:lnTo>
                <a:cubicBezTo>
                  <a:pt x="50005" y="203057"/>
                  <a:pt x="204941" y="48121"/>
                  <a:pt x="401652" y="7868"/>
                </a:cubicBez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3" name="Image 2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101F0AD6-EAF0-8EC3-C7E2-2A8B6396CC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92" y="4601848"/>
            <a:ext cx="1417320" cy="345151"/>
          </a:xfrm>
          <a:prstGeom prst="rect">
            <a:avLst/>
          </a:prstGeom>
        </p:spPr>
      </p:pic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EDFBE29E-54DA-1FD1-CBA8-08C8F44852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72325" y="276225"/>
            <a:ext cx="1743075" cy="344488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</p:spTree>
    <p:extLst>
      <p:ext uri="{BB962C8B-B14F-4D97-AF65-F5344CB8AC3E}">
        <p14:creationId xmlns:p14="http://schemas.microsoft.com/office/powerpoint/2010/main" val="23032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1300" y="1676400"/>
            <a:ext cx="2324100" cy="2384822"/>
          </a:xfrm>
        </p:spPr>
        <p:txBody>
          <a:bodyPr rIns="0" anchor="ctr" anchorCtr="0"/>
          <a:lstStyle>
            <a:lvl1pPr algn="l">
              <a:lnSpc>
                <a:spcPct val="85000"/>
              </a:lnSpc>
              <a:defRPr sz="2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7BCB2371-316B-8ABC-C85C-D5099780F9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2055" y="200064"/>
            <a:ext cx="6217920" cy="4745736"/>
          </a:xfrm>
          <a:custGeom>
            <a:avLst/>
            <a:gdLst>
              <a:gd name="connsiteX0" fmla="*/ 479700 w 6217920"/>
              <a:gd name="connsiteY0" fmla="*/ 0 h 4745736"/>
              <a:gd name="connsiteX1" fmla="*/ 6217920 w 6217920"/>
              <a:gd name="connsiteY1" fmla="*/ 0 h 4745736"/>
              <a:gd name="connsiteX2" fmla="*/ 6217920 w 6217920"/>
              <a:gd name="connsiteY2" fmla="*/ 4745736 h 4745736"/>
              <a:gd name="connsiteX3" fmla="*/ 0 w 6217920"/>
              <a:gd name="connsiteY3" fmla="*/ 4745736 h 4745736"/>
              <a:gd name="connsiteX4" fmla="*/ 0 w 6217920"/>
              <a:gd name="connsiteY4" fmla="*/ 496506 h 4745736"/>
              <a:gd name="connsiteX5" fmla="*/ 9752 w 6217920"/>
              <a:gd name="connsiteY5" fmla="*/ 399768 h 4745736"/>
              <a:gd name="connsiteX6" fmla="*/ 401652 w 6217920"/>
              <a:gd name="connsiteY6" fmla="*/ 7868 h 4745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17920" h="4745736">
                <a:moveTo>
                  <a:pt x="479700" y="0"/>
                </a:moveTo>
                <a:lnTo>
                  <a:pt x="6217920" y="0"/>
                </a:lnTo>
                <a:lnTo>
                  <a:pt x="6217920" y="4745736"/>
                </a:lnTo>
                <a:lnTo>
                  <a:pt x="0" y="4745736"/>
                </a:lnTo>
                <a:lnTo>
                  <a:pt x="0" y="496506"/>
                </a:lnTo>
                <a:lnTo>
                  <a:pt x="9752" y="399768"/>
                </a:lnTo>
                <a:cubicBezTo>
                  <a:pt x="50005" y="203057"/>
                  <a:pt x="204941" y="48121"/>
                  <a:pt x="401652" y="7868"/>
                </a:cubicBez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3" name="Image 2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D7F9C537-5C28-7372-1675-45BAC69C8B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92" y="4601848"/>
            <a:ext cx="1417320" cy="345151"/>
          </a:xfrm>
          <a:prstGeom prst="rect">
            <a:avLst/>
          </a:prstGeom>
        </p:spPr>
      </p:pic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F8427087-B6C0-29AF-908A-FAFFF652BD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72325" y="276225"/>
            <a:ext cx="1743075" cy="344488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</p:spTree>
    <p:extLst>
      <p:ext uri="{BB962C8B-B14F-4D97-AF65-F5344CB8AC3E}">
        <p14:creationId xmlns:p14="http://schemas.microsoft.com/office/powerpoint/2010/main" val="3252723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  <p15:guide id="4" pos="415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rdre_du_jou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4400" indent="-914400">
              <a:spcBef>
                <a:spcPts val="0"/>
              </a:spcBef>
              <a:buNone/>
              <a:defRPr sz="3500"/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‹N°›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D5FF26D6-76DB-BADF-B6CB-C7E217C3F24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1914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08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rdre_du_jou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4400" indent="-914400">
              <a:spcBef>
                <a:spcPts val="0"/>
              </a:spcBef>
              <a:defRPr sz="22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‹N°›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1EC89197-EBA3-4C72-BE6E-42947953E7CE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3584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424;p73">
            <a:extLst>
              <a:ext uri="{FF2B5EF4-FFF2-40B4-BE49-F238E27FC236}">
                <a16:creationId xmlns:a16="http://schemas.microsoft.com/office/drawing/2014/main" id="{3402B20D-C33A-7BFB-2FB4-31C46081EB1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0B334DD-FF35-99F6-A205-A5125F3FA4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0" indent="0" algn="ctr">
              <a:lnSpc>
                <a:spcPct val="90000"/>
              </a:lnSpc>
              <a:spcBef>
                <a:spcPts val="0"/>
              </a:spcBef>
              <a:buNone/>
              <a:defRPr sz="900"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DA1378-CCB3-7F80-3C28-3C45F7AF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E20DF1-40CE-BADA-3349-4D72B9B43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3C8C5A3-658A-C924-F29A-1444AC8AD8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27551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9A936534-D181-B708-312F-874D9ECA4B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0302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381837B-765F-179A-0231-095AD65CB3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800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F3FC8F39-6C4B-F66F-A9FD-21884AFB7F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7551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F8E66A99-26FB-F046-591D-FD3C0D6AB7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0302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00D6E5F1-57B8-9E0A-EEC0-3AC5653D5B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480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1B5B5A8-C203-28EE-347F-E5EB665F33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2755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4749C7D2-574E-CEE1-07EE-13F7C0F4B6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5030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10381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424;p73">
            <a:extLst>
              <a:ext uri="{FF2B5EF4-FFF2-40B4-BE49-F238E27FC236}">
                <a16:creationId xmlns:a16="http://schemas.microsoft.com/office/drawing/2014/main" id="{3402B20D-C33A-7BFB-2FB4-31C46081EB1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0B334DD-FF35-99F6-A205-A5125F3FA4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0" indent="0" algn="ctr">
              <a:lnSpc>
                <a:spcPct val="90000"/>
              </a:lnSpc>
              <a:spcBef>
                <a:spcPts val="0"/>
              </a:spcBef>
              <a:buNone/>
              <a:defRPr sz="900"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DA1378-CCB3-7F80-3C28-3C45F7AF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E20DF1-40CE-BADA-3349-4D72B9B43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3C8C5A3-658A-C924-F29A-1444AC8AD8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27551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9A936534-D181-B708-312F-874D9ECA4B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0302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381837B-765F-179A-0231-095AD65CB3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800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F3FC8F39-6C4B-F66F-A9FD-21884AFB7F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7551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F8E66A99-26FB-F046-591D-FD3C0D6AB7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0302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00D6E5F1-57B8-9E0A-EEC0-3AC5653D5B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480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1B5B5A8-C203-28EE-347F-E5EB665F33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2755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4749C7D2-574E-CEE1-07EE-13F7C0F4B6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5030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276227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5B808EA-9468-BCC7-8476-BEA8E4FF92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91087" y="247650"/>
            <a:ext cx="4024313" cy="4394200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F321B-49E7-0928-91C1-84FC5BB3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9243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F20F84-7A73-0F9F-39A9-5A0159CF05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8" name="Google Shape;407;p71">
            <a:extLst>
              <a:ext uri="{FF2B5EF4-FFF2-40B4-BE49-F238E27FC236}">
                <a16:creationId xmlns:a16="http://schemas.microsoft.com/office/drawing/2014/main" id="{70C75027-F482-BE9B-205E-3D8A8FF4B70C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98DE5579-F903-717C-FA0C-D3E624AFBAF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91087" y="3798251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B8EDA6C8-26A1-7C12-3591-61813A1CC4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933450"/>
            <a:ext cx="3924300" cy="3708400"/>
          </a:xfrm>
        </p:spPr>
        <p:txBody>
          <a:bodyPr rIns="182880" anchor="ctr" anchorCtr="0"/>
          <a:lstStyle>
            <a:lvl1pPr marL="0" indent="0">
              <a:lnSpc>
                <a:spcPct val="100000"/>
              </a:lnSpc>
              <a:buNone/>
              <a:defRPr sz="1900"/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37329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5B808EA-9468-BCC7-8476-BEA8E4FF92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91087" y="247650"/>
            <a:ext cx="4024313" cy="4394200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F321B-49E7-0928-91C1-84FC5BB3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9243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F20F84-7A73-0F9F-39A9-5A0159CF05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FEF808F-F89E-BC2C-83E5-A1BEC98FA8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933450"/>
            <a:ext cx="3924300" cy="3708400"/>
          </a:xfrm>
        </p:spPr>
        <p:txBody>
          <a:bodyPr rIns="182880" anchor="ctr" anchorCtr="0"/>
          <a:lstStyle>
            <a:lvl1pPr marL="0" indent="0">
              <a:lnSpc>
                <a:spcPct val="100000"/>
              </a:lnSpc>
              <a:buNone/>
              <a:defRPr sz="1900"/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98DE5579-F903-717C-FA0C-D3E624AFBAF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91087" y="3798251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3" name="Google Shape;424;p73">
            <a:extLst>
              <a:ext uri="{FF2B5EF4-FFF2-40B4-BE49-F238E27FC236}">
                <a16:creationId xmlns:a16="http://schemas.microsoft.com/office/drawing/2014/main" id="{833BB632-AB58-D5AE-5FEB-15E1B33EACC5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6738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rticipa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5B808EA-9468-BCC7-8476-BEA8E4FF92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9164" y="1192453"/>
            <a:ext cx="2688336" cy="2926080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F321B-49E7-0928-91C1-84FC5BB3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43434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98DE5579-F903-717C-FA0C-D3E624AFBAF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8600" y="3274934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5" name="Google Shape;424;p73">
            <a:extLst>
              <a:ext uri="{FF2B5EF4-FFF2-40B4-BE49-F238E27FC236}">
                <a16:creationId xmlns:a16="http://schemas.microsoft.com/office/drawing/2014/main" id="{80A1F474-A220-B52E-A1BE-E0D485AC34A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ce réservé pour une image  10">
            <a:extLst>
              <a:ext uri="{FF2B5EF4-FFF2-40B4-BE49-F238E27FC236}">
                <a16:creationId xmlns:a16="http://schemas.microsoft.com/office/drawing/2014/main" id="{DDC81960-E0FF-B55F-E879-FC5D6C66F0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28114" y="1192453"/>
            <a:ext cx="2688336" cy="2926080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4" name="Espace réservé du texte 14">
            <a:extLst>
              <a:ext uri="{FF2B5EF4-FFF2-40B4-BE49-F238E27FC236}">
                <a16:creationId xmlns:a16="http://schemas.microsoft.com/office/drawing/2014/main" id="{D1AB2EE4-F7CB-B37F-02DC-0F39020D139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27550" y="3274934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" name="Espace réservé pour une image  10">
            <a:extLst>
              <a:ext uri="{FF2B5EF4-FFF2-40B4-BE49-F238E27FC236}">
                <a16:creationId xmlns:a16="http://schemas.microsoft.com/office/drawing/2014/main" id="{08EB5DFC-E370-05BF-B622-B0B02124078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7064" y="1192453"/>
            <a:ext cx="2688336" cy="2926080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8" name="Espace réservé du texte 14">
            <a:extLst>
              <a:ext uri="{FF2B5EF4-FFF2-40B4-BE49-F238E27FC236}">
                <a16:creationId xmlns:a16="http://schemas.microsoft.com/office/drawing/2014/main" id="{A5AFBAA4-ABF3-9294-E3CE-D62130D6D7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26500" y="3274934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9363B220-3EAF-BF9E-F736-693BB63E1E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4784623"/>
            <a:ext cx="304800" cy="273844"/>
          </a:xfrm>
        </p:spPr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93921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rticipa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5B808EA-9468-BCC7-8476-BEA8E4FF92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9100" y="1581150"/>
            <a:ext cx="1947672" cy="2112264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F321B-49E7-0928-91C1-84FC5BB3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43434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98DE5579-F903-717C-FA0C-D3E624AFBAF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9100" y="3080766"/>
            <a:ext cx="1947672" cy="612648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5" name="Google Shape;424;p73">
            <a:extLst>
              <a:ext uri="{FF2B5EF4-FFF2-40B4-BE49-F238E27FC236}">
                <a16:creationId xmlns:a16="http://schemas.microsoft.com/office/drawing/2014/main" id="{80A1F474-A220-B52E-A1BE-E0D485AC34A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9363B220-3EAF-BF9E-F736-693BB63E1E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4784623"/>
            <a:ext cx="304800" cy="273844"/>
          </a:xfrm>
        </p:spPr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7" name="Espace réservé pour une image  10">
            <a:extLst>
              <a:ext uri="{FF2B5EF4-FFF2-40B4-BE49-F238E27FC236}">
                <a16:creationId xmlns:a16="http://schemas.microsoft.com/office/drawing/2014/main" id="{1C76881A-A852-3ACB-7758-A5C0E08555C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777230" y="1581150"/>
            <a:ext cx="1947672" cy="2112264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2EFBCA97-0B67-C7E9-EE45-0A796304891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77230" y="3080766"/>
            <a:ext cx="1947672" cy="612648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4" name="Espace réservé pour une image  10">
            <a:extLst>
              <a:ext uri="{FF2B5EF4-FFF2-40B4-BE49-F238E27FC236}">
                <a16:creationId xmlns:a16="http://schemas.microsoft.com/office/drawing/2014/main" id="{3439267D-0D6E-DABD-BB61-58E9F582865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57854" y="1581150"/>
            <a:ext cx="1947672" cy="2112264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8A97DE48-A2C7-22AB-42E1-FE89B80C0A7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57854" y="3080766"/>
            <a:ext cx="1947672" cy="612648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6" name="Espace réservé pour une image  10">
            <a:extLst>
              <a:ext uri="{FF2B5EF4-FFF2-40B4-BE49-F238E27FC236}">
                <a16:creationId xmlns:a16="http://schemas.microsoft.com/office/drawing/2014/main" id="{B76CBDCB-717F-45E3-A03C-2B6B63ACE89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538477" y="1581150"/>
            <a:ext cx="1947672" cy="2112264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7" name="Espace réservé du texte 14">
            <a:extLst>
              <a:ext uri="{FF2B5EF4-FFF2-40B4-BE49-F238E27FC236}">
                <a16:creationId xmlns:a16="http://schemas.microsoft.com/office/drawing/2014/main" id="{7CB7C5CE-D339-072B-E0B0-286F421218A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38477" y="3080766"/>
            <a:ext cx="1947672" cy="612648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748506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1F5EC02-F3A2-01AF-1CE9-4C55FBF3FF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solidFill>
            <a:schemeClr val="accent2">
              <a:lumMod val="40000"/>
              <a:lumOff val="60000"/>
              <a:alpha val="20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A73CCA6-7365-C721-967F-ADA0E33240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736" y="185613"/>
            <a:ext cx="2721956" cy="1706688"/>
          </a:xfrm>
        </p:spPr>
        <p:txBody>
          <a:bodyPr/>
          <a:lstStyle>
            <a:lvl1pPr marL="0" indent="0">
              <a:buNone/>
              <a:defRPr sz="15000">
                <a:solidFill>
                  <a:schemeClr val="bg1"/>
                </a:solidFill>
                <a:latin typeface="DM Sans ExtraLight" pitchFamily="2" charset="0"/>
              </a:defRPr>
            </a:lvl1pPr>
            <a:lvl5pPr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4" name="Titre 13">
            <a:extLst>
              <a:ext uri="{FF2B5EF4-FFF2-40B4-BE49-F238E27FC236}">
                <a16:creationId xmlns:a16="http://schemas.microsoft.com/office/drawing/2014/main" id="{D9D299C3-6AA9-1469-7FB1-72F6EF9A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0" y="321995"/>
            <a:ext cx="4248150" cy="4137579"/>
          </a:xfrm>
          <a:custGeom>
            <a:avLst/>
            <a:gdLst>
              <a:gd name="connsiteX0" fmla="*/ 0 w 4219800"/>
              <a:gd name="connsiteY0" fmla="*/ 0 h 4149900"/>
              <a:gd name="connsiteX1" fmla="*/ 3743059 w 4219800"/>
              <a:gd name="connsiteY1" fmla="*/ 0 h 4149900"/>
              <a:gd name="connsiteX2" fmla="*/ 4219800 w 4219800"/>
              <a:gd name="connsiteY2" fmla="*/ 476741 h 4149900"/>
              <a:gd name="connsiteX3" fmla="*/ 4219800 w 4219800"/>
              <a:gd name="connsiteY3" fmla="*/ 4149900 h 4149900"/>
              <a:gd name="connsiteX4" fmla="*/ 0 w 4219800"/>
              <a:gd name="connsiteY4" fmla="*/ 4149900 h 414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9800" h="4149900">
                <a:moveTo>
                  <a:pt x="0" y="0"/>
                </a:moveTo>
                <a:lnTo>
                  <a:pt x="3743059" y="0"/>
                </a:lnTo>
                <a:cubicBezTo>
                  <a:pt x="4006356" y="0"/>
                  <a:pt x="4219800" y="213444"/>
                  <a:pt x="4219800" y="476741"/>
                </a:cubicBezTo>
                <a:lnTo>
                  <a:pt x="4219800" y="4149900"/>
                </a:lnTo>
                <a:lnTo>
                  <a:pt x="0" y="4149900"/>
                </a:lnTo>
                <a:close/>
              </a:path>
            </a:pathLst>
          </a:custGeom>
          <a:ln w="19050">
            <a:solidFill>
              <a:schemeClr val="bg1"/>
            </a:solidFill>
          </a:ln>
        </p:spPr>
        <p:txBody>
          <a:bodyPr wrap="square" lIns="91440" tIns="91440" rIns="91440" bIns="91440" anchor="t" anchorCtr="0">
            <a:noAutofit/>
          </a:bodyPr>
          <a:lstStyle>
            <a:lvl1pPr>
              <a:lnSpc>
                <a:spcPct val="8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6839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1F5EC02-F3A2-01AF-1CE9-4C55FBF3FF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solidFill>
            <a:schemeClr val="accent2">
              <a:lumMod val="40000"/>
              <a:lumOff val="60000"/>
              <a:alpha val="20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4791" y="331970"/>
            <a:ext cx="4828032" cy="1700784"/>
          </a:xfrm>
        </p:spPr>
        <p:txBody>
          <a:bodyPr/>
          <a:lstStyle>
            <a:lvl1pPr marL="0" indent="0">
              <a:buNone/>
              <a:defRPr sz="45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01483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1F5EC02-F3A2-01AF-1CE9-4C55FBF3FF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solidFill>
            <a:schemeClr val="accent2">
              <a:lumMod val="40000"/>
              <a:lumOff val="60000"/>
              <a:alpha val="20000"/>
            </a:schemeClr>
          </a:solidFill>
        </p:spPr>
        <p:txBody>
          <a:bodyPr lIns="91440" tIns="91440" rIns="91440" bIns="91440"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EC7D359D-A86F-9FC4-EEFF-9E1AAC9358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7250" y="321995"/>
            <a:ext cx="4248150" cy="4142232"/>
          </a:xfrm>
          <a:custGeom>
            <a:avLst/>
            <a:gdLst>
              <a:gd name="connsiteX0" fmla="*/ 0 w 4219800"/>
              <a:gd name="connsiteY0" fmla="*/ 0 h 4149725"/>
              <a:gd name="connsiteX1" fmla="*/ 3744795 w 4219800"/>
              <a:gd name="connsiteY1" fmla="*/ 0 h 4149725"/>
              <a:gd name="connsiteX2" fmla="*/ 3839139 w 4219800"/>
              <a:gd name="connsiteY2" fmla="*/ 9511 h 4149725"/>
              <a:gd name="connsiteX3" fmla="*/ 4219800 w 4219800"/>
              <a:gd name="connsiteY3" fmla="*/ 476566 h 4149725"/>
              <a:gd name="connsiteX4" fmla="*/ 4219800 w 4219800"/>
              <a:gd name="connsiteY4" fmla="*/ 4149725 h 4149725"/>
              <a:gd name="connsiteX5" fmla="*/ 0 w 4219800"/>
              <a:gd name="connsiteY5" fmla="*/ 4149725 h 414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19800" h="4149725">
                <a:moveTo>
                  <a:pt x="0" y="0"/>
                </a:moveTo>
                <a:lnTo>
                  <a:pt x="3744795" y="0"/>
                </a:lnTo>
                <a:lnTo>
                  <a:pt x="3839139" y="9511"/>
                </a:lnTo>
                <a:cubicBezTo>
                  <a:pt x="4056382" y="53965"/>
                  <a:pt x="4219800" y="246181"/>
                  <a:pt x="4219800" y="476566"/>
                </a:cubicBezTo>
                <a:lnTo>
                  <a:pt x="4219800" y="4149725"/>
                </a:lnTo>
                <a:lnTo>
                  <a:pt x="0" y="4149725"/>
                </a:lnTo>
                <a:close/>
              </a:path>
            </a:pathLst>
          </a:custGeom>
          <a:ln w="19050">
            <a:solidFill>
              <a:schemeClr val="bg1"/>
            </a:solidFill>
          </a:ln>
        </p:spPr>
        <p:txBody>
          <a:bodyPr wrap="square" lIns="182880" tIns="91440" rIns="182880" bIns="91440">
            <a:noAutofit/>
          </a:bodyPr>
          <a:lstStyle>
            <a:lvl1pPr marL="400050" indent="-400050">
              <a:lnSpc>
                <a:spcPct val="100000"/>
              </a:lnSpc>
              <a:buClr>
                <a:schemeClr val="bg1"/>
              </a:buClr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032" y="329184"/>
            <a:ext cx="4210050" cy="1965960"/>
          </a:xfrm>
        </p:spPr>
        <p:txBody>
          <a:bodyPr/>
          <a:lstStyle>
            <a:lvl1pPr marL="0" indent="0">
              <a:buNone/>
              <a:defRPr sz="45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422903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A73CCA6-7365-C721-967F-ADA0E33240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736" y="185613"/>
            <a:ext cx="2919984" cy="1706688"/>
          </a:xfrm>
        </p:spPr>
        <p:txBody>
          <a:bodyPr/>
          <a:lstStyle>
            <a:lvl1pPr marL="0" indent="0">
              <a:buNone/>
              <a:defRPr sz="15000">
                <a:solidFill>
                  <a:schemeClr val="tx1"/>
                </a:solidFill>
                <a:latin typeface="DM Sans ExtraLight" pitchFamily="2" charset="0"/>
              </a:defRPr>
            </a:lvl1pPr>
            <a:lvl5pPr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4" name="Titre 13">
            <a:extLst>
              <a:ext uri="{FF2B5EF4-FFF2-40B4-BE49-F238E27FC236}">
                <a16:creationId xmlns:a16="http://schemas.microsoft.com/office/drawing/2014/main" id="{D9D299C3-6AA9-1469-7FB1-72F6EF9A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0" y="321995"/>
            <a:ext cx="4248150" cy="4137579"/>
          </a:xfrm>
          <a:custGeom>
            <a:avLst/>
            <a:gdLst>
              <a:gd name="connsiteX0" fmla="*/ 0 w 4219800"/>
              <a:gd name="connsiteY0" fmla="*/ 0 h 4149900"/>
              <a:gd name="connsiteX1" fmla="*/ 3743059 w 4219800"/>
              <a:gd name="connsiteY1" fmla="*/ 0 h 4149900"/>
              <a:gd name="connsiteX2" fmla="*/ 4219800 w 4219800"/>
              <a:gd name="connsiteY2" fmla="*/ 476741 h 4149900"/>
              <a:gd name="connsiteX3" fmla="*/ 4219800 w 4219800"/>
              <a:gd name="connsiteY3" fmla="*/ 4149900 h 4149900"/>
              <a:gd name="connsiteX4" fmla="*/ 0 w 4219800"/>
              <a:gd name="connsiteY4" fmla="*/ 4149900 h 414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9800" h="4149900">
                <a:moveTo>
                  <a:pt x="0" y="0"/>
                </a:moveTo>
                <a:lnTo>
                  <a:pt x="3743059" y="0"/>
                </a:lnTo>
                <a:cubicBezTo>
                  <a:pt x="4006356" y="0"/>
                  <a:pt x="4219800" y="213444"/>
                  <a:pt x="4219800" y="476741"/>
                </a:cubicBezTo>
                <a:lnTo>
                  <a:pt x="4219800" y="4149900"/>
                </a:lnTo>
                <a:lnTo>
                  <a:pt x="0" y="4149900"/>
                </a:lnTo>
                <a:close/>
              </a:path>
            </a:pathLst>
          </a:custGeom>
          <a:ln w="19050">
            <a:solidFill>
              <a:schemeClr val="tx1"/>
            </a:solidFill>
          </a:ln>
        </p:spPr>
        <p:txBody>
          <a:bodyPr wrap="square" lIns="91440" tIns="91440" rIns="91440" bIns="91440" anchor="t" anchorCtr="0">
            <a:noAutofit/>
          </a:bodyPr>
          <a:lstStyle>
            <a:lvl1pPr>
              <a:lnSpc>
                <a:spcPct val="85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99415DE8-12F9-0DE8-E131-EE024384CA7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15603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032" y="326803"/>
            <a:ext cx="4828032" cy="1699358"/>
          </a:xfrm>
        </p:spPr>
        <p:txBody>
          <a:bodyPr/>
          <a:lstStyle>
            <a:lvl1pPr marL="0" indent="0">
              <a:buNone/>
              <a:defRPr sz="45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5B747EB7-678F-540B-F07E-F9C1D4970B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B9E4FF5-9BB6-B92A-629B-453B767CCBA4}"/>
              </a:ext>
            </a:extLst>
          </p:cNvPr>
          <p:cNvCxnSpPr>
            <a:cxnSpLocks/>
          </p:cNvCxnSpPr>
          <p:nvPr userDrawn="1"/>
        </p:nvCxnSpPr>
        <p:spPr>
          <a:xfrm>
            <a:off x="246888" y="2194560"/>
            <a:ext cx="86502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78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EC7D359D-A86F-9FC4-EEFF-9E1AAC9358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7250" y="321995"/>
            <a:ext cx="4248150" cy="4142232"/>
          </a:xfrm>
          <a:custGeom>
            <a:avLst/>
            <a:gdLst>
              <a:gd name="connsiteX0" fmla="*/ 0 w 4219800"/>
              <a:gd name="connsiteY0" fmla="*/ 0 h 4149725"/>
              <a:gd name="connsiteX1" fmla="*/ 3744795 w 4219800"/>
              <a:gd name="connsiteY1" fmla="*/ 0 h 4149725"/>
              <a:gd name="connsiteX2" fmla="*/ 3839139 w 4219800"/>
              <a:gd name="connsiteY2" fmla="*/ 9511 h 4149725"/>
              <a:gd name="connsiteX3" fmla="*/ 4219800 w 4219800"/>
              <a:gd name="connsiteY3" fmla="*/ 476566 h 4149725"/>
              <a:gd name="connsiteX4" fmla="*/ 4219800 w 4219800"/>
              <a:gd name="connsiteY4" fmla="*/ 4149725 h 4149725"/>
              <a:gd name="connsiteX5" fmla="*/ 0 w 4219800"/>
              <a:gd name="connsiteY5" fmla="*/ 4149725 h 414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19800" h="4149725">
                <a:moveTo>
                  <a:pt x="0" y="0"/>
                </a:moveTo>
                <a:lnTo>
                  <a:pt x="3744795" y="0"/>
                </a:lnTo>
                <a:lnTo>
                  <a:pt x="3839139" y="9511"/>
                </a:lnTo>
                <a:cubicBezTo>
                  <a:pt x="4056382" y="53965"/>
                  <a:pt x="4219800" y="246181"/>
                  <a:pt x="4219800" y="476566"/>
                </a:cubicBezTo>
                <a:lnTo>
                  <a:pt x="4219800" y="4149725"/>
                </a:lnTo>
                <a:lnTo>
                  <a:pt x="0" y="4149725"/>
                </a:lnTo>
                <a:close/>
              </a:path>
            </a:pathLst>
          </a:custGeom>
          <a:ln w="19050">
            <a:solidFill>
              <a:schemeClr val="tx1"/>
            </a:solidFill>
          </a:ln>
        </p:spPr>
        <p:txBody>
          <a:bodyPr wrap="square" lIns="182880" tIns="91440" rIns="182880" bIns="91440">
            <a:noAutofit/>
          </a:bodyPr>
          <a:lstStyle>
            <a:lvl1pPr marL="400050" indent="-400050">
              <a:lnSpc>
                <a:spcPct val="100000"/>
              </a:lnSpc>
              <a:buClr>
                <a:schemeClr val="tx1"/>
              </a:buCl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032" y="329184"/>
            <a:ext cx="4210050" cy="1965960"/>
          </a:xfrm>
        </p:spPr>
        <p:txBody>
          <a:bodyPr/>
          <a:lstStyle>
            <a:lvl1pPr marL="0" indent="0">
              <a:buNone/>
              <a:defRPr sz="45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9B62A779-F7E6-63F1-D317-0D48A01C72AF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1209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1595" y="415081"/>
            <a:ext cx="7589520" cy="3328416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10000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5B747EB7-678F-540B-F07E-F9C1D4970B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9223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1168" y="411480"/>
            <a:ext cx="7589520" cy="3328416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10000" b="1" cap="all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5B747EB7-678F-540B-F07E-F9C1D4970B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7589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201168" y="411480"/>
            <a:ext cx="7589520" cy="3328416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10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4" name="Google Shape;407;p71">
            <a:extLst>
              <a:ext uri="{FF2B5EF4-FFF2-40B4-BE49-F238E27FC236}">
                <a16:creationId xmlns:a16="http://schemas.microsoft.com/office/drawing/2014/main" id="{E723EBDE-027E-A0F7-DC87-54CE631491C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4260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1168" y="411480"/>
            <a:ext cx="7589520" cy="3328416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10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4" name="Google Shape;407;p71">
            <a:extLst>
              <a:ext uri="{FF2B5EF4-FFF2-40B4-BE49-F238E27FC236}">
                <a16:creationId xmlns:a16="http://schemas.microsoft.com/office/drawing/2014/main" id="{E723EBDE-027E-A0F7-DC87-54CE631491C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0780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us-section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47650"/>
            <a:ext cx="8686800" cy="1288842"/>
          </a:xfrm>
        </p:spPr>
        <p:txBody>
          <a:bodyPr/>
          <a:lstStyle>
            <a:lvl1pPr>
              <a:lnSpc>
                <a:spcPct val="80000"/>
              </a:lnSpc>
              <a:defRPr sz="5000"/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52650"/>
            <a:ext cx="8686800" cy="2480073"/>
          </a:xfrm>
        </p:spPr>
        <p:txBody>
          <a:bodyPr/>
          <a:lstStyle>
            <a:lvl1pPr marL="630238" indent="-630238">
              <a:lnSpc>
                <a:spcPct val="80000"/>
              </a:lnSpc>
              <a:defRPr sz="5000"/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‹N°›</a:t>
            </a:fld>
            <a:endParaRPr lang="fr-CA"/>
          </a:p>
        </p:txBody>
      </p:sp>
      <p:pic>
        <p:nvPicPr>
          <p:cNvPr id="7" name="Google Shape;424;p73">
            <a:extLst>
              <a:ext uri="{FF2B5EF4-FFF2-40B4-BE49-F238E27FC236}">
                <a16:creationId xmlns:a16="http://schemas.microsoft.com/office/drawing/2014/main" id="{E70F0A67-4A87-5166-582A-DD0C74531048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2343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us-section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47650"/>
            <a:ext cx="8686800" cy="1288842"/>
          </a:xfrm>
        </p:spPr>
        <p:txBody>
          <a:bodyPr/>
          <a:lstStyle>
            <a:lvl1pPr>
              <a:lnSpc>
                <a:spcPct val="80000"/>
              </a:lnSpc>
              <a:defRPr sz="5000"/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52650"/>
            <a:ext cx="8686800" cy="2480073"/>
          </a:xfrm>
        </p:spPr>
        <p:txBody>
          <a:bodyPr/>
          <a:lstStyle>
            <a:lvl1pPr marL="630238" indent="-630238">
              <a:lnSpc>
                <a:spcPct val="80000"/>
              </a:lnSpc>
              <a:defRPr sz="5000"/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‹N°›</a:t>
            </a:fld>
            <a:endParaRPr lang="fr-CA"/>
          </a:p>
        </p:txBody>
      </p:sp>
      <p:pic>
        <p:nvPicPr>
          <p:cNvPr id="7" name="Google Shape;424;p73">
            <a:extLst>
              <a:ext uri="{FF2B5EF4-FFF2-40B4-BE49-F238E27FC236}">
                <a16:creationId xmlns:a16="http://schemas.microsoft.com/office/drawing/2014/main" id="{E70F0A67-4A87-5166-582A-DD0C74531048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3275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s-section_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47650"/>
            <a:ext cx="4238625" cy="4149900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2CFF269-2187-469B-861B-426AF96A1473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4" name="Google Shape;407;p71">
            <a:extLst>
              <a:ext uri="{FF2B5EF4-FFF2-40B4-BE49-F238E27FC236}">
                <a16:creationId xmlns:a16="http://schemas.microsoft.com/office/drawing/2014/main" id="{777FB7B5-4E3F-C8AF-0954-F078C7BC286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9C69B95-405D-9B5F-6136-F1FDBDABA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5825" y="247650"/>
            <a:ext cx="4219575" cy="4149725"/>
          </a:xfrm>
          <a:custGeom>
            <a:avLst/>
            <a:gdLst>
              <a:gd name="connsiteX0" fmla="*/ 0 w 4219575"/>
              <a:gd name="connsiteY0" fmla="*/ 0 h 4149725"/>
              <a:gd name="connsiteX1" fmla="*/ 3763708 w 4219575"/>
              <a:gd name="connsiteY1" fmla="*/ 0 h 4149725"/>
              <a:gd name="connsiteX2" fmla="*/ 4219575 w 4219575"/>
              <a:gd name="connsiteY2" fmla="*/ 455867 h 4149725"/>
              <a:gd name="connsiteX3" fmla="*/ 4219575 w 4219575"/>
              <a:gd name="connsiteY3" fmla="*/ 4149725 h 4149725"/>
              <a:gd name="connsiteX4" fmla="*/ 0 w 4219575"/>
              <a:gd name="connsiteY4" fmla="*/ 4149725 h 414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9575" h="4149725">
                <a:moveTo>
                  <a:pt x="0" y="0"/>
                </a:moveTo>
                <a:lnTo>
                  <a:pt x="3763708" y="0"/>
                </a:lnTo>
                <a:cubicBezTo>
                  <a:pt x="4015476" y="0"/>
                  <a:pt x="4219575" y="204099"/>
                  <a:pt x="4219575" y="455867"/>
                </a:cubicBezTo>
                <a:lnTo>
                  <a:pt x="4219575" y="4149725"/>
                </a:lnTo>
                <a:lnTo>
                  <a:pt x="0" y="4149725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4153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s-section_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47650"/>
            <a:ext cx="4238625" cy="4149900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CFF269-2187-469B-861B-426AF96A1473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4" name="Google Shape;407;p71">
            <a:extLst>
              <a:ext uri="{FF2B5EF4-FFF2-40B4-BE49-F238E27FC236}">
                <a16:creationId xmlns:a16="http://schemas.microsoft.com/office/drawing/2014/main" id="{777FB7B5-4E3F-C8AF-0954-F078C7BC286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9C69B95-405D-9B5F-6136-F1FDBDABA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5825" y="247650"/>
            <a:ext cx="4219575" cy="4149725"/>
          </a:xfrm>
          <a:custGeom>
            <a:avLst/>
            <a:gdLst>
              <a:gd name="connsiteX0" fmla="*/ 0 w 4219575"/>
              <a:gd name="connsiteY0" fmla="*/ 0 h 4149725"/>
              <a:gd name="connsiteX1" fmla="*/ 3763708 w 4219575"/>
              <a:gd name="connsiteY1" fmla="*/ 0 h 4149725"/>
              <a:gd name="connsiteX2" fmla="*/ 4219575 w 4219575"/>
              <a:gd name="connsiteY2" fmla="*/ 455867 h 4149725"/>
              <a:gd name="connsiteX3" fmla="*/ 4219575 w 4219575"/>
              <a:gd name="connsiteY3" fmla="*/ 4149725 h 4149725"/>
              <a:gd name="connsiteX4" fmla="*/ 0 w 4219575"/>
              <a:gd name="connsiteY4" fmla="*/ 4149725 h 414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9575" h="4149725">
                <a:moveTo>
                  <a:pt x="0" y="0"/>
                </a:moveTo>
                <a:lnTo>
                  <a:pt x="3763708" y="0"/>
                </a:lnTo>
                <a:cubicBezTo>
                  <a:pt x="4015476" y="0"/>
                  <a:pt x="4219575" y="204099"/>
                  <a:pt x="4219575" y="455867"/>
                </a:cubicBezTo>
                <a:lnTo>
                  <a:pt x="4219575" y="4149725"/>
                </a:lnTo>
                <a:lnTo>
                  <a:pt x="0" y="4149725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68187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e_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66294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8600" y="1314450"/>
            <a:ext cx="6629400" cy="3318273"/>
          </a:xfrm>
        </p:spPr>
        <p:txBody>
          <a:bodyPr/>
          <a:lstStyle>
            <a:lvl1pPr marL="576072" indent="-402336">
              <a:spcBef>
                <a:spcPts val="0"/>
              </a:spcBef>
              <a:spcAft>
                <a:spcPts val="2200"/>
              </a:spcAft>
              <a:buFont typeface="DM Sans Light" pitchFamily="2" charset="0"/>
              <a:buChar char="→"/>
              <a:defRPr sz="2200"/>
            </a:lvl1pPr>
            <a:lvl2pPr marL="1028700" indent="-342900">
              <a:spcBef>
                <a:spcPts val="0"/>
              </a:spcBef>
              <a:spcAft>
                <a:spcPts val="1600"/>
              </a:spcAft>
              <a:buFont typeface="Avenir" panose="020B0503020203020204" pitchFamily="34" charset="0"/>
              <a:buChar char="•"/>
              <a:defRPr sz="1600"/>
            </a:lvl2pPr>
            <a:lvl3pPr marL="1371600" indent="-347472">
              <a:spcBef>
                <a:spcPts val="0"/>
              </a:spcBef>
              <a:spcAft>
                <a:spcPts val="1600"/>
              </a:spcAft>
              <a:buFont typeface="Symbol" panose="05050102010706020507" pitchFamily="18" charset="2"/>
              <a:buChar char="-"/>
              <a:defRPr/>
            </a:lvl3pPr>
            <a:lvl5pPr marL="1028700" indent="0">
              <a:buNone/>
              <a:defRPr/>
            </a:lvl5pPr>
          </a:lstStyle>
          <a:p>
            <a:pPr lvl="0"/>
            <a:r>
              <a:rPr lang="fr-FR"/>
              <a:t>Niveau 1</a:t>
            </a:r>
          </a:p>
          <a:p>
            <a:pPr lvl="1"/>
            <a:r>
              <a:rPr lang="fr-FR"/>
              <a:t>Niveau 2</a:t>
            </a:r>
          </a:p>
          <a:p>
            <a:pPr lvl="2"/>
            <a:r>
              <a:rPr lang="fr-FR"/>
              <a:t>Niveau 3</a:t>
            </a:r>
          </a:p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‹N°›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2A27B054-AA4E-8ACE-902F-1AB06E72D0C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38423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exte_liste_numérot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66294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14450"/>
            <a:ext cx="6629400" cy="3318273"/>
          </a:xfrm>
        </p:spPr>
        <p:txBody>
          <a:bodyPr/>
          <a:lstStyle>
            <a:lvl1pPr marL="571500" indent="-400050">
              <a:spcBef>
                <a:spcPts val="0"/>
              </a:spcBef>
              <a:spcAft>
                <a:spcPts val="2200"/>
              </a:spcAft>
              <a:buFont typeface="+mj-lt"/>
              <a:buAutoNum type="arabicPeriod"/>
              <a:defRPr sz="2200"/>
            </a:lvl1pPr>
            <a:lvl2pPr marL="1028700" indent="-342900">
              <a:spcBef>
                <a:spcPts val="0"/>
              </a:spcBef>
              <a:spcAft>
                <a:spcPts val="1600"/>
              </a:spcAft>
              <a:buNone/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‹N°›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2A27B054-AA4E-8ACE-902F-1AB06E72D0C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99272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e_liste_alphabét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66294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14450"/>
            <a:ext cx="6629400" cy="3318273"/>
          </a:xfrm>
        </p:spPr>
        <p:txBody>
          <a:bodyPr/>
          <a:lstStyle>
            <a:lvl1pPr marL="571500" indent="-400050">
              <a:spcBef>
                <a:spcPts val="0"/>
              </a:spcBef>
              <a:spcAft>
                <a:spcPts val="2200"/>
              </a:spcAft>
              <a:buFont typeface="+mj-lt"/>
              <a:buAutoNum type="alphaUcPeriod"/>
              <a:defRPr sz="2200"/>
            </a:lvl1pPr>
            <a:lvl2pPr marL="1028700" indent="-342900">
              <a:spcBef>
                <a:spcPts val="0"/>
              </a:spcBef>
              <a:spcAft>
                <a:spcPts val="1600"/>
              </a:spcAft>
              <a:buFont typeface="+mj-lt"/>
              <a:buAutoNum type="alphaLcPeriod"/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‹N°›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2A27B054-AA4E-8ACE-902F-1AB06E72D0C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42077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79629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85850"/>
            <a:ext cx="7962900" cy="3546873"/>
          </a:xfrm>
        </p:spPr>
        <p:txBody>
          <a:bodyPr/>
          <a:lstStyle>
            <a:lvl1pPr marL="0" indent="0">
              <a:buNone/>
              <a:defRPr sz="3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‹N°›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2A27B054-AA4E-8ACE-902F-1AB06E72D0C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63500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8100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0"/>
            <a:ext cx="3810000" cy="3707700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‹N°›</a:t>
            </a:fld>
            <a:endParaRPr lang="fr-CA"/>
          </a:p>
        </p:txBody>
      </p:sp>
      <p:pic>
        <p:nvPicPr>
          <p:cNvPr id="4" name="Google Shape;424;p73">
            <a:extLst>
              <a:ext uri="{FF2B5EF4-FFF2-40B4-BE49-F238E27FC236}">
                <a16:creationId xmlns:a16="http://schemas.microsoft.com/office/drawing/2014/main" id="{206B908F-59FB-397F-3BF2-D736972C478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3B432C8-D744-ED9D-49B5-B28233E8FF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5213" y="247650"/>
            <a:ext cx="4040187" cy="4393500"/>
          </a:xfrm>
          <a:custGeom>
            <a:avLst/>
            <a:gdLst>
              <a:gd name="connsiteX0" fmla="*/ 0 w 4040187"/>
              <a:gd name="connsiteY0" fmla="*/ 0 h 4393500"/>
              <a:gd name="connsiteX1" fmla="*/ 3536834 w 4040187"/>
              <a:gd name="connsiteY1" fmla="*/ 0 h 4393500"/>
              <a:gd name="connsiteX2" fmla="*/ 4040187 w 4040187"/>
              <a:gd name="connsiteY2" fmla="*/ 503353 h 4393500"/>
              <a:gd name="connsiteX3" fmla="*/ 4040187 w 4040187"/>
              <a:gd name="connsiteY3" fmla="*/ 4393500 h 4393500"/>
              <a:gd name="connsiteX4" fmla="*/ 0 w 4040187"/>
              <a:gd name="connsiteY4" fmla="*/ 4393500 h 439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0187" h="4393500">
                <a:moveTo>
                  <a:pt x="0" y="0"/>
                </a:moveTo>
                <a:lnTo>
                  <a:pt x="3536834" y="0"/>
                </a:lnTo>
                <a:cubicBezTo>
                  <a:pt x="3814828" y="0"/>
                  <a:pt x="4040187" y="225359"/>
                  <a:pt x="4040187" y="503353"/>
                </a:cubicBezTo>
                <a:lnTo>
                  <a:pt x="4040187" y="4393500"/>
                </a:lnTo>
                <a:lnTo>
                  <a:pt x="0" y="4393500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6518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8100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‹N°›</a:t>
            </a:fld>
            <a:endParaRPr lang="fr-CA"/>
          </a:p>
        </p:txBody>
      </p:sp>
      <p:pic>
        <p:nvPicPr>
          <p:cNvPr id="4" name="Google Shape;424;p73">
            <a:extLst>
              <a:ext uri="{FF2B5EF4-FFF2-40B4-BE49-F238E27FC236}">
                <a16:creationId xmlns:a16="http://schemas.microsoft.com/office/drawing/2014/main" id="{206B908F-59FB-397F-3BF2-D736972C478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3B432C8-D744-ED9D-49B5-B28233E8FF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5213" y="247650"/>
            <a:ext cx="4040187" cy="4393500"/>
          </a:xfrm>
          <a:custGeom>
            <a:avLst/>
            <a:gdLst>
              <a:gd name="connsiteX0" fmla="*/ 0 w 4040187"/>
              <a:gd name="connsiteY0" fmla="*/ 0 h 4393500"/>
              <a:gd name="connsiteX1" fmla="*/ 3536834 w 4040187"/>
              <a:gd name="connsiteY1" fmla="*/ 0 h 4393500"/>
              <a:gd name="connsiteX2" fmla="*/ 4040187 w 4040187"/>
              <a:gd name="connsiteY2" fmla="*/ 503353 h 4393500"/>
              <a:gd name="connsiteX3" fmla="*/ 4040187 w 4040187"/>
              <a:gd name="connsiteY3" fmla="*/ 4393500 h 4393500"/>
              <a:gd name="connsiteX4" fmla="*/ 0 w 4040187"/>
              <a:gd name="connsiteY4" fmla="*/ 4393500 h 439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0187" h="4393500">
                <a:moveTo>
                  <a:pt x="0" y="0"/>
                </a:moveTo>
                <a:lnTo>
                  <a:pt x="3536834" y="0"/>
                </a:lnTo>
                <a:cubicBezTo>
                  <a:pt x="3814828" y="0"/>
                  <a:pt x="4040187" y="225359"/>
                  <a:pt x="4040187" y="503353"/>
                </a:cubicBezTo>
                <a:lnTo>
                  <a:pt x="4040187" y="4393500"/>
                </a:lnTo>
                <a:lnTo>
                  <a:pt x="0" y="4393500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4634DDF5-15E3-6CE8-4F91-34904F2D7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0"/>
            <a:ext cx="3810000" cy="3707700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20602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8100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3B432C8-D744-ED9D-49B5-B28233E8FF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5213" y="247650"/>
            <a:ext cx="4040187" cy="4393500"/>
          </a:xfrm>
          <a:custGeom>
            <a:avLst/>
            <a:gdLst>
              <a:gd name="connsiteX0" fmla="*/ 0 w 4040187"/>
              <a:gd name="connsiteY0" fmla="*/ 0 h 4393500"/>
              <a:gd name="connsiteX1" fmla="*/ 3536834 w 4040187"/>
              <a:gd name="connsiteY1" fmla="*/ 0 h 4393500"/>
              <a:gd name="connsiteX2" fmla="*/ 4040187 w 4040187"/>
              <a:gd name="connsiteY2" fmla="*/ 503353 h 4393500"/>
              <a:gd name="connsiteX3" fmla="*/ 4040187 w 4040187"/>
              <a:gd name="connsiteY3" fmla="*/ 4393500 h 4393500"/>
              <a:gd name="connsiteX4" fmla="*/ 0 w 4040187"/>
              <a:gd name="connsiteY4" fmla="*/ 4393500 h 439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0187" h="4393500">
                <a:moveTo>
                  <a:pt x="0" y="0"/>
                </a:moveTo>
                <a:lnTo>
                  <a:pt x="3536834" y="0"/>
                </a:lnTo>
                <a:cubicBezTo>
                  <a:pt x="3814828" y="0"/>
                  <a:pt x="4040187" y="225359"/>
                  <a:pt x="4040187" y="503353"/>
                </a:cubicBezTo>
                <a:lnTo>
                  <a:pt x="4040187" y="4393500"/>
                </a:lnTo>
                <a:lnTo>
                  <a:pt x="0" y="4393500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06267095-CCE8-49FC-026A-091227E042F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84156ED3-5669-9155-D8A1-981939C41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0"/>
            <a:ext cx="3810000" cy="3707700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91028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8100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3B432C8-D744-ED9D-49B5-B28233E8FF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5213" y="247650"/>
            <a:ext cx="4040187" cy="4393500"/>
          </a:xfrm>
          <a:custGeom>
            <a:avLst/>
            <a:gdLst>
              <a:gd name="connsiteX0" fmla="*/ 0 w 4040187"/>
              <a:gd name="connsiteY0" fmla="*/ 0 h 4393500"/>
              <a:gd name="connsiteX1" fmla="*/ 3536834 w 4040187"/>
              <a:gd name="connsiteY1" fmla="*/ 0 h 4393500"/>
              <a:gd name="connsiteX2" fmla="*/ 4040187 w 4040187"/>
              <a:gd name="connsiteY2" fmla="*/ 503353 h 4393500"/>
              <a:gd name="connsiteX3" fmla="*/ 4040187 w 4040187"/>
              <a:gd name="connsiteY3" fmla="*/ 4393500 h 4393500"/>
              <a:gd name="connsiteX4" fmla="*/ 0 w 4040187"/>
              <a:gd name="connsiteY4" fmla="*/ 4393500 h 439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0187" h="4393500">
                <a:moveTo>
                  <a:pt x="0" y="0"/>
                </a:moveTo>
                <a:lnTo>
                  <a:pt x="3536834" y="0"/>
                </a:lnTo>
                <a:cubicBezTo>
                  <a:pt x="3814828" y="0"/>
                  <a:pt x="4040187" y="225359"/>
                  <a:pt x="4040187" y="503353"/>
                </a:cubicBezTo>
                <a:lnTo>
                  <a:pt x="4040187" y="4393500"/>
                </a:lnTo>
                <a:lnTo>
                  <a:pt x="0" y="4393500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06267095-CCE8-49FC-026A-091227E042F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39ACF33D-F0E8-2667-9BB5-2EC15B0D7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0"/>
            <a:ext cx="3810000" cy="3707700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215257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B4EB87C2-9739-CDD3-FEB4-5D0B17BA90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48374" y="1660813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906AD539-18D5-DEAE-EA8D-2D00D1430B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6206" y="1660813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23ACB98E-76FB-8425-492C-E8EF64FCE5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04038" y="1660813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47650"/>
            <a:ext cx="4772025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41814"/>
            <a:ext cx="2011680" cy="1989859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‹N°›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06267095-CCE8-49FC-026A-091227E042F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CB18F2C-1751-A4B4-524E-88108B43B7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48055" y="2041814"/>
            <a:ext cx="2011680" cy="1989859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80BAC0D8-166D-6A5C-6B2C-3444B83B585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75887" y="2041814"/>
            <a:ext cx="2011680" cy="1989859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2B98CEDE-4C4D-3777-14C6-065DC2B9A00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903719" y="2041813"/>
            <a:ext cx="2011680" cy="1989859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337779CD-BA88-1ACC-FFFA-ED657C3CBD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8919" y="1660813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80973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44" userDrawn="1">
          <p15:clr>
            <a:srgbClr val="FBAE40"/>
          </p15:clr>
        </p15:guide>
        <p15:guide id="2" orient="horz" pos="2556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47650"/>
            <a:ext cx="4772025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38350"/>
            <a:ext cx="3810000" cy="2011680"/>
          </a:xfrm>
        </p:spPr>
        <p:txBody>
          <a:bodyPr rIns="9144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‹N°›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06267095-CCE8-49FC-026A-091227E042F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CB18F2C-1751-A4B4-524E-88108B43B7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55820" y="2038348"/>
            <a:ext cx="2011680" cy="2011680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80BAC0D8-166D-6A5C-6B2C-3444B83B585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896100" y="2038349"/>
            <a:ext cx="2011680" cy="2011680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081136-BD76-04BE-D3F8-6ED4115F0C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96100" y="1657350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4754D50-44D9-B32F-F828-59198DDC250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1657350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71403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44" userDrawn="1">
          <p15:clr>
            <a:srgbClr val="FBAE40"/>
          </p15:clr>
        </p15:guide>
        <p15:guide id="2" orient="horz" pos="2556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icô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47650"/>
            <a:ext cx="4772025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809" y="2343151"/>
            <a:ext cx="2514600" cy="179070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82296" rIns="91440"/>
          <a:lstStyle>
            <a:lvl1pPr marL="0" indent="0">
              <a:spcBef>
                <a:spcPts val="130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‹N°›</a:t>
            </a:fld>
            <a:endParaRPr lang="fr-CA"/>
          </a:p>
        </p:txBody>
      </p:sp>
      <p:pic>
        <p:nvPicPr>
          <p:cNvPr id="8" name="Google Shape;424;p73">
            <a:extLst>
              <a:ext uri="{FF2B5EF4-FFF2-40B4-BE49-F238E27FC236}">
                <a16:creationId xmlns:a16="http://schemas.microsoft.com/office/drawing/2014/main" id="{4F8E49B9-9993-3145-636F-7824DBCB35B2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6C120259-558F-3320-F4C4-59E6CC44DC9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0809" y="1558290"/>
            <a:ext cx="621792" cy="621792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4" name="Espace réservé pour une image  10">
            <a:extLst>
              <a:ext uri="{FF2B5EF4-FFF2-40B4-BE49-F238E27FC236}">
                <a16:creationId xmlns:a16="http://schemas.microsoft.com/office/drawing/2014/main" id="{BC35889C-9088-EFEC-0BBE-28B650CA99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44781" y="1558290"/>
            <a:ext cx="621792" cy="621792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5" name="Espace réservé pour une image  10">
            <a:extLst>
              <a:ext uri="{FF2B5EF4-FFF2-40B4-BE49-F238E27FC236}">
                <a16:creationId xmlns:a16="http://schemas.microsoft.com/office/drawing/2014/main" id="{937BFC00-7CC1-4B92-FFF9-66DD7B25A17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12795" y="1558290"/>
            <a:ext cx="621792" cy="621792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1137295F-4317-4CEE-0D94-E043653C982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12795" y="2343150"/>
            <a:ext cx="2514600" cy="179070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82296" rIns="91440"/>
          <a:lstStyle>
            <a:lvl1pPr marL="0" indent="0">
              <a:spcBef>
                <a:spcPts val="130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2E329F09-61D4-3217-BD97-7633BF5E0A1B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48591" y="2343149"/>
            <a:ext cx="2514600" cy="179070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82296" rIns="91440"/>
          <a:lstStyle>
            <a:lvl1pPr marL="0" indent="0">
              <a:spcBef>
                <a:spcPts val="130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560851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7B729265-60DA-0AE5-82A3-BA2A1D363A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  <a:solidFill>
            <a:schemeClr val="accent2">
              <a:lumMod val="40000"/>
              <a:lumOff val="60000"/>
              <a:alpha val="20000"/>
            </a:schemeClr>
          </a:solidFill>
        </p:spPr>
        <p:txBody>
          <a:bodyPr/>
          <a:lstStyle/>
          <a:p>
            <a:r>
              <a:rPr lang="fr-FR" noProof="0"/>
              <a:t>Cliquez sur l'icône pour ajouter une image</a:t>
            </a:r>
            <a:endParaRPr lang="fr-CA" noProof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817B20-E557-91A1-52B1-BF7A4D2B6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noProof="0" smtClean="0"/>
              <a:pPr/>
              <a:t>‹N°›</a:t>
            </a:fld>
            <a:endParaRPr lang="fr-CA" noProof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01EFB39-0857-B1B0-7681-9BF5B85D05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323850"/>
            <a:ext cx="7962900" cy="3810000"/>
          </a:xfrm>
        </p:spPr>
        <p:txBody>
          <a:bodyPr/>
          <a:lstStyle>
            <a:lvl1pPr marL="0" indent="0">
              <a:spcAft>
                <a:spcPts val="6500"/>
              </a:spcAft>
              <a:buClr>
                <a:schemeClr val="bg1"/>
              </a:buClr>
              <a:buFont typeface="Symbol" panose="05050102010706020507" pitchFamily="18" charset="2"/>
              <a:buNone/>
              <a:defRPr sz="6500">
                <a:solidFill>
                  <a:schemeClr val="bg1"/>
                </a:solidFill>
                <a:latin typeface="DM Sans ExtraLight" pitchFamily="2" charset="0"/>
              </a:defRPr>
            </a:lvl1pPr>
            <a:lvl2pPr marL="246888" indent="-246888">
              <a:spcBef>
                <a:spcPts val="0"/>
              </a:spcBef>
              <a:buClr>
                <a:schemeClr val="bg1"/>
              </a:buClr>
              <a:buFont typeface="Symbol" panose="05050102010706020507" pitchFamily="18" charset="2"/>
              <a:buChar char="-"/>
              <a:defRPr sz="2000">
                <a:solidFill>
                  <a:schemeClr val="bg1"/>
                </a:solidFill>
                <a:latin typeface="DM Sans ExtraLight" pitchFamily="2" charset="0"/>
              </a:defRPr>
            </a:lvl2pPr>
            <a:lvl3pPr marL="5715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3pPr>
            <a:lvl4pPr marL="8001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4pPr>
            <a:lvl5pPr marL="10287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0853743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817B20-E557-91A1-52B1-BF7A4D2B6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01EFB39-0857-B1B0-7681-9BF5B85D05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323850"/>
            <a:ext cx="8305800" cy="3810000"/>
          </a:xfrm>
        </p:spPr>
        <p:txBody>
          <a:bodyPr/>
          <a:lstStyle>
            <a:lvl1pPr marL="0" indent="0">
              <a:spcAft>
                <a:spcPts val="6500"/>
              </a:spcAft>
              <a:buClr>
                <a:schemeClr val="bg1"/>
              </a:buClr>
              <a:buFont typeface="Symbol" panose="05050102010706020507" pitchFamily="18" charset="2"/>
              <a:buNone/>
              <a:defRPr sz="6000">
                <a:solidFill>
                  <a:schemeClr val="tx1"/>
                </a:solidFill>
                <a:latin typeface="DM Sans ExtraLight" pitchFamily="2" charset="0"/>
              </a:defRPr>
            </a:lvl1pPr>
            <a:lvl2pPr marL="246888" indent="-246888">
              <a:spcBef>
                <a:spcPts val="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2000">
                <a:solidFill>
                  <a:schemeClr val="tx1"/>
                </a:solidFill>
                <a:latin typeface="DM Sans ExtraLight" pitchFamily="2" charset="0"/>
              </a:defRPr>
            </a:lvl2pPr>
            <a:lvl3pPr marL="5715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3pPr>
            <a:lvl4pPr marL="8001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4pPr>
            <a:lvl5pPr marL="10287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85E6C660-6F16-54EF-6EBC-816ED05A7111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7244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817B20-E557-91A1-52B1-BF7A4D2B6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01EFB39-0857-B1B0-7681-9BF5B85D05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323850"/>
            <a:ext cx="4991100" cy="3848100"/>
          </a:xfrm>
        </p:spPr>
        <p:txBody>
          <a:bodyPr/>
          <a:lstStyle>
            <a:lvl1pPr marL="0" indent="0">
              <a:spcAft>
                <a:spcPts val="4700"/>
              </a:spcAft>
              <a:buClr>
                <a:schemeClr val="bg1"/>
              </a:buClr>
              <a:buFont typeface="Symbol" panose="05050102010706020507" pitchFamily="18" charset="2"/>
              <a:buNone/>
              <a:defRPr sz="2500">
                <a:solidFill>
                  <a:schemeClr val="tx1"/>
                </a:solidFill>
                <a:latin typeface="DM Sans ExtraLight" pitchFamily="2" charset="0"/>
              </a:defRPr>
            </a:lvl1pPr>
            <a:lvl2pPr marL="246888" indent="-246888">
              <a:spcBef>
                <a:spcPts val="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2000">
                <a:solidFill>
                  <a:schemeClr val="tx1"/>
                </a:solidFill>
                <a:latin typeface="DM Sans ExtraLight" pitchFamily="2" charset="0"/>
              </a:defRPr>
            </a:lvl2pPr>
            <a:lvl3pPr marL="5715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3pPr>
            <a:lvl4pPr marL="8001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4pPr>
            <a:lvl5pPr marL="10287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2C4C239E-B83B-5F5F-A9EB-2A2CD6D355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92738" y="323850"/>
            <a:ext cx="3522662" cy="3830638"/>
          </a:xfrm>
          <a:custGeom>
            <a:avLst/>
            <a:gdLst>
              <a:gd name="connsiteX0" fmla="*/ 0 w 3522662"/>
              <a:gd name="connsiteY0" fmla="*/ 0 h 3830638"/>
              <a:gd name="connsiteX1" fmla="*/ 3109074 w 3522662"/>
              <a:gd name="connsiteY1" fmla="*/ 0 h 3830638"/>
              <a:gd name="connsiteX2" fmla="*/ 3522662 w 3522662"/>
              <a:gd name="connsiteY2" fmla="*/ 413588 h 3830638"/>
              <a:gd name="connsiteX3" fmla="*/ 3522662 w 3522662"/>
              <a:gd name="connsiteY3" fmla="*/ 3830638 h 3830638"/>
              <a:gd name="connsiteX4" fmla="*/ 0 w 3522662"/>
              <a:gd name="connsiteY4" fmla="*/ 3830638 h 383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2662" h="3830638">
                <a:moveTo>
                  <a:pt x="0" y="0"/>
                </a:moveTo>
                <a:lnTo>
                  <a:pt x="3109074" y="0"/>
                </a:lnTo>
                <a:cubicBezTo>
                  <a:pt x="3337492" y="0"/>
                  <a:pt x="3522662" y="185170"/>
                  <a:pt x="3522662" y="413588"/>
                </a:cubicBezTo>
                <a:lnTo>
                  <a:pt x="3522662" y="3830638"/>
                </a:lnTo>
                <a:lnTo>
                  <a:pt x="0" y="3830638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7" name="Google Shape;424;p73">
            <a:extLst>
              <a:ext uri="{FF2B5EF4-FFF2-40B4-BE49-F238E27FC236}">
                <a16:creationId xmlns:a16="http://schemas.microsoft.com/office/drawing/2014/main" id="{1FB3CB43-472D-1058-5001-30B9AB128EB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1098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tablea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6" name="Espace réservé du tableau 5">
            <a:extLst>
              <a:ext uri="{FF2B5EF4-FFF2-40B4-BE49-F238E27FC236}">
                <a16:creationId xmlns:a16="http://schemas.microsoft.com/office/drawing/2014/main" id="{69577412-25B9-E704-5C79-0EA581C4110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152900" y="933449"/>
            <a:ext cx="4762500" cy="3657599"/>
          </a:xfrm>
        </p:spPr>
        <p:txBody>
          <a:bodyPr/>
          <a:lstStyle/>
          <a:p>
            <a:r>
              <a:rPr lang="fr-FR"/>
              <a:t>Cliquez sur l'icône pour ajouter un tableau</a:t>
            </a:r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A6A84BEB-4AD1-AEBC-445B-362E906F7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0"/>
            <a:ext cx="3810000" cy="3657599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104624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6" name="Espace réservé du tableau 5">
            <a:extLst>
              <a:ext uri="{FF2B5EF4-FFF2-40B4-BE49-F238E27FC236}">
                <a16:creationId xmlns:a16="http://schemas.microsoft.com/office/drawing/2014/main" id="{69577412-25B9-E704-5C79-0EA581C4110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28600" y="933450"/>
            <a:ext cx="8686800" cy="3467100"/>
          </a:xfrm>
        </p:spPr>
        <p:txBody>
          <a:bodyPr/>
          <a:lstStyle/>
          <a:p>
            <a:r>
              <a:rPr lang="fr-FR"/>
              <a:t>Cliquez sur l'icône pour ajouter un tableau</a:t>
            </a:r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00098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6" name="Espace réservé du tableau 5">
            <a:extLst>
              <a:ext uri="{FF2B5EF4-FFF2-40B4-BE49-F238E27FC236}">
                <a16:creationId xmlns:a16="http://schemas.microsoft.com/office/drawing/2014/main" id="{69577412-25B9-E704-5C79-0EA581C4110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28600" y="933450"/>
            <a:ext cx="8686800" cy="3467100"/>
          </a:xfrm>
        </p:spPr>
        <p:txBody>
          <a:bodyPr/>
          <a:lstStyle/>
          <a:p>
            <a:r>
              <a:rPr lang="fr-FR"/>
              <a:t>Cliquez sur l'icône pour ajouter un tableau</a:t>
            </a:r>
            <a:endParaRPr lang="fr-CA"/>
          </a:p>
        </p:txBody>
      </p:sp>
      <p:pic>
        <p:nvPicPr>
          <p:cNvPr id="4" name="Google Shape;424;p73">
            <a:extLst>
              <a:ext uri="{FF2B5EF4-FFF2-40B4-BE49-F238E27FC236}">
                <a16:creationId xmlns:a16="http://schemas.microsoft.com/office/drawing/2014/main" id="{C040D2B1-F13B-BA76-AC47-DD8F118ECC12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1768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6" name="Espace réservé du tableau 5">
            <a:extLst>
              <a:ext uri="{FF2B5EF4-FFF2-40B4-BE49-F238E27FC236}">
                <a16:creationId xmlns:a16="http://schemas.microsoft.com/office/drawing/2014/main" id="{69577412-25B9-E704-5C79-0EA581C4110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28600" y="933450"/>
            <a:ext cx="8686800" cy="3467100"/>
          </a:xfrm>
        </p:spPr>
        <p:txBody>
          <a:bodyPr/>
          <a:lstStyle/>
          <a:p>
            <a:r>
              <a:rPr lang="fr-FR"/>
              <a:t>Cliquez sur l'icône pour ajouter un tableau</a:t>
            </a:r>
            <a:endParaRPr lang="fr-CA"/>
          </a:p>
        </p:txBody>
      </p:sp>
      <p:pic>
        <p:nvPicPr>
          <p:cNvPr id="4" name="Google Shape;424;p73">
            <a:extLst>
              <a:ext uri="{FF2B5EF4-FFF2-40B4-BE49-F238E27FC236}">
                <a16:creationId xmlns:a16="http://schemas.microsoft.com/office/drawing/2014/main" id="{C040D2B1-F13B-BA76-AC47-DD8F118ECC12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785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space réservé du texte 23">
            <a:extLst>
              <a:ext uri="{FF2B5EF4-FFF2-40B4-BE49-F238E27FC236}">
                <a16:creationId xmlns:a16="http://schemas.microsoft.com/office/drawing/2014/main" id="{1ED8EFE9-4EB3-AB28-AD16-A031D2FE15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4477" y="1012289"/>
            <a:ext cx="2026537" cy="921622"/>
          </a:xfrm>
        </p:spPr>
        <p:txBody>
          <a:bodyPr anchor="b" anchorCtr="0"/>
          <a:lstStyle>
            <a:lvl1pPr marL="0" indent="0">
              <a:buNone/>
              <a:defRPr sz="6500">
                <a:solidFill>
                  <a:schemeClr val="tx1"/>
                </a:solidFill>
                <a:latin typeface="DM Sans ExtraLight" pitchFamily="2" charset="0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32" name="Espace réservé du texte 25">
            <a:extLst>
              <a:ext uri="{FF2B5EF4-FFF2-40B4-BE49-F238E27FC236}">
                <a16:creationId xmlns:a16="http://schemas.microsoft.com/office/drawing/2014/main" id="{1EDC6B38-65CA-2E9E-7CBE-C31F2B2B0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4291" y="1012289"/>
            <a:ext cx="1983176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3" name="Espace réservé du texte 23">
            <a:extLst>
              <a:ext uri="{FF2B5EF4-FFF2-40B4-BE49-F238E27FC236}">
                <a16:creationId xmlns:a16="http://schemas.microsoft.com/office/drawing/2014/main" id="{BD6043D9-1C83-5996-C239-0933C402BB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4477" y="2119116"/>
            <a:ext cx="2026537" cy="923544"/>
          </a:xfrm>
        </p:spPr>
        <p:txBody>
          <a:bodyPr anchor="b" anchorCtr="0"/>
          <a:lstStyle>
            <a:lvl1pPr marL="0" indent="0">
              <a:buNone/>
              <a:defRPr lang="fr-FR" sz="6500" kern="1200" dirty="0" smtClean="0">
                <a:solidFill>
                  <a:schemeClr val="tx1"/>
                </a:solidFill>
                <a:latin typeface="DM Sans ExtraLight" pitchFamily="2" charset="0"/>
                <a:ea typeface="+mn-ea"/>
                <a:cs typeface="+mn-cs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marL="0" lvl="0" indent="0" algn="l" defTabSz="685800" rtl="0" eaLnBrk="1" latinLnBrk="0" hangingPunct="1">
              <a:lnSpc>
                <a:spcPct val="85000"/>
              </a:lnSpc>
              <a:spcBef>
                <a:spcPts val="0"/>
              </a:spcBef>
              <a:buClr>
                <a:schemeClr val="tx1"/>
              </a:buClr>
              <a:buFont typeface="DM Sans Light" pitchFamily="2" charset="0"/>
              <a:buNone/>
            </a:pPr>
            <a:r>
              <a:rPr lang="fr-FR"/>
              <a:t>%</a:t>
            </a:r>
          </a:p>
        </p:txBody>
      </p:sp>
      <p:sp>
        <p:nvSpPr>
          <p:cNvPr id="34" name="Espace réservé du texte 25">
            <a:extLst>
              <a:ext uri="{FF2B5EF4-FFF2-40B4-BE49-F238E27FC236}">
                <a16:creationId xmlns:a16="http://schemas.microsoft.com/office/drawing/2014/main" id="{AF2CA711-4FA6-222F-32C9-7E2FCA843F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54291" y="2119116"/>
            <a:ext cx="1983176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5" name="Espace réservé du texte 23">
            <a:extLst>
              <a:ext uri="{FF2B5EF4-FFF2-40B4-BE49-F238E27FC236}">
                <a16:creationId xmlns:a16="http://schemas.microsoft.com/office/drawing/2014/main" id="{45394C1D-CD33-3E6C-F266-A4ED6ADC71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4477" y="3257285"/>
            <a:ext cx="2026537" cy="921622"/>
          </a:xfrm>
        </p:spPr>
        <p:txBody>
          <a:bodyPr anchor="b" anchorCtr="0"/>
          <a:lstStyle>
            <a:lvl1pPr marL="0" indent="0">
              <a:buNone/>
              <a:defRPr sz="6500">
                <a:solidFill>
                  <a:schemeClr val="tx1"/>
                </a:solidFill>
                <a:latin typeface="DM Sans ExtraLight" pitchFamily="2" charset="0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36" name="Espace réservé du texte 25">
            <a:extLst>
              <a:ext uri="{FF2B5EF4-FFF2-40B4-BE49-F238E27FC236}">
                <a16:creationId xmlns:a16="http://schemas.microsoft.com/office/drawing/2014/main" id="{4529F2A7-FFCE-71F2-F80B-29FDBD56FA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54291" y="3257285"/>
            <a:ext cx="1983176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D766A062-7A98-FD74-0B2B-28BFF64A27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3860" y="1012289"/>
            <a:ext cx="2026538" cy="921622"/>
          </a:xfrm>
        </p:spPr>
        <p:txBody>
          <a:bodyPr anchor="b" anchorCtr="0"/>
          <a:lstStyle>
            <a:lvl1pPr marL="0" indent="0">
              <a:buNone/>
              <a:defRPr sz="6500">
                <a:solidFill>
                  <a:schemeClr val="tx1"/>
                </a:solidFill>
                <a:latin typeface="DM Sans ExtraLight" pitchFamily="2" charset="0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33EA91C5-2BF7-3EC2-59A8-1839255A23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8367" y="1012289"/>
            <a:ext cx="1984248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7" name="Espace réservé du texte 23">
            <a:extLst>
              <a:ext uri="{FF2B5EF4-FFF2-40B4-BE49-F238E27FC236}">
                <a16:creationId xmlns:a16="http://schemas.microsoft.com/office/drawing/2014/main" id="{0A196A3D-C89B-2E2A-C90F-67881991C5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" y="2119116"/>
            <a:ext cx="2026538" cy="923544"/>
          </a:xfrm>
        </p:spPr>
        <p:txBody>
          <a:bodyPr anchor="b" anchorCtr="0"/>
          <a:lstStyle>
            <a:lvl1pPr marL="0" indent="0">
              <a:buNone/>
              <a:defRPr sz="6500">
                <a:solidFill>
                  <a:schemeClr val="tx1"/>
                </a:solidFill>
                <a:latin typeface="DM Sans ExtraLight" pitchFamily="2" charset="0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28" name="Espace réservé du texte 25">
            <a:extLst>
              <a:ext uri="{FF2B5EF4-FFF2-40B4-BE49-F238E27FC236}">
                <a16:creationId xmlns:a16="http://schemas.microsoft.com/office/drawing/2014/main" id="{BD67307E-2BED-AD4E-C143-56A941FCF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88367" y="2119116"/>
            <a:ext cx="1984248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Espace réservé du texte 23">
            <a:extLst>
              <a:ext uri="{FF2B5EF4-FFF2-40B4-BE49-F238E27FC236}">
                <a16:creationId xmlns:a16="http://schemas.microsoft.com/office/drawing/2014/main" id="{D236A0CC-144A-31AB-69F4-944EAD29C9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860" y="3257285"/>
            <a:ext cx="2026538" cy="921622"/>
          </a:xfrm>
        </p:spPr>
        <p:txBody>
          <a:bodyPr anchor="b" anchorCtr="0"/>
          <a:lstStyle>
            <a:lvl1pPr marL="0" indent="0">
              <a:buNone/>
              <a:defRPr sz="6500">
                <a:solidFill>
                  <a:schemeClr val="tx1"/>
                </a:solidFill>
                <a:latin typeface="DM Sans ExtraLight" pitchFamily="2" charset="0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30" name="Espace réservé du texte 25">
            <a:extLst>
              <a:ext uri="{FF2B5EF4-FFF2-40B4-BE49-F238E27FC236}">
                <a16:creationId xmlns:a16="http://schemas.microsoft.com/office/drawing/2014/main" id="{4DDFB22D-68B8-A7D6-63ED-5BCD7C9E5E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88367" y="3257285"/>
            <a:ext cx="1984248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00858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graphique 7">
            <a:extLst>
              <a:ext uri="{FF2B5EF4-FFF2-40B4-BE49-F238E27FC236}">
                <a16:creationId xmlns:a16="http://schemas.microsoft.com/office/drawing/2014/main" id="{09BEFAB6-570E-B275-4BD8-64E2B76A4C8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152900" y="933450"/>
            <a:ext cx="4762500" cy="3657600"/>
          </a:xfrm>
        </p:spPr>
        <p:txBody>
          <a:bodyPr/>
          <a:lstStyle/>
          <a:p>
            <a:r>
              <a:rPr lang="fr-FR"/>
              <a:t>Cliquez sur l'icône pour ajouter un graphique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A6A84BEB-4AD1-AEBC-445B-362E906F7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1"/>
            <a:ext cx="3810000" cy="3657600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634510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graphique 4">
            <a:extLst>
              <a:ext uri="{FF2B5EF4-FFF2-40B4-BE49-F238E27FC236}">
                <a16:creationId xmlns:a16="http://schemas.microsoft.com/office/drawing/2014/main" id="{51D56242-6476-BF5C-B850-530FFBDD834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28600" y="933450"/>
            <a:ext cx="8686800" cy="3467100"/>
          </a:xfrm>
        </p:spPr>
        <p:txBody>
          <a:bodyPr/>
          <a:lstStyle/>
          <a:p>
            <a:r>
              <a:rPr lang="fr-FR"/>
              <a:t>Cliquez sur l'icône pour ajouter un graphique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65339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ne_de_temp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Espace réservé du texte 38">
            <a:extLst>
              <a:ext uri="{FF2B5EF4-FFF2-40B4-BE49-F238E27FC236}">
                <a16:creationId xmlns:a16="http://schemas.microsoft.com/office/drawing/2014/main" id="{8D16DB47-0A90-CB37-1545-4D6A9A23E31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18267" y="1324224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23B6E036-9DC9-43E0-1277-C8411B2E36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3353" y="955675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2" name="Espace réservé du texte 30">
            <a:extLst>
              <a:ext uri="{FF2B5EF4-FFF2-40B4-BE49-F238E27FC236}">
                <a16:creationId xmlns:a16="http://schemas.microsoft.com/office/drawing/2014/main" id="{27F2A86D-77EB-9490-EEF1-6F66A71271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24978" y="955675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3" name="Espace réservé du texte 30">
            <a:extLst>
              <a:ext uri="{FF2B5EF4-FFF2-40B4-BE49-F238E27FC236}">
                <a16:creationId xmlns:a16="http://schemas.microsoft.com/office/drawing/2014/main" id="{F3C8C3A0-0D33-2F71-877E-065BE602E3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3291" y="962301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4" name="Espace réservé du texte 30">
            <a:extLst>
              <a:ext uri="{FF2B5EF4-FFF2-40B4-BE49-F238E27FC236}">
                <a16:creationId xmlns:a16="http://schemas.microsoft.com/office/drawing/2014/main" id="{3E702DB5-AB4C-2FCA-3E70-F9E9DE2E5E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3878" y="958987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5" name="Espace réservé du texte 30">
            <a:extLst>
              <a:ext uri="{FF2B5EF4-FFF2-40B4-BE49-F238E27FC236}">
                <a16:creationId xmlns:a16="http://schemas.microsoft.com/office/drawing/2014/main" id="{E38E6780-4BBE-3DE3-A41D-66DFA058B4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4178" y="4179487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6" name="Espace réservé du texte 30">
            <a:extLst>
              <a:ext uri="{FF2B5EF4-FFF2-40B4-BE49-F238E27FC236}">
                <a16:creationId xmlns:a16="http://schemas.microsoft.com/office/drawing/2014/main" id="{8C011CE7-FE13-30E0-4E16-9522E7B42F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2890" y="4184274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7" name="Espace réservé du texte 30">
            <a:extLst>
              <a:ext uri="{FF2B5EF4-FFF2-40B4-BE49-F238E27FC236}">
                <a16:creationId xmlns:a16="http://schemas.microsoft.com/office/drawing/2014/main" id="{C6E37844-1036-ECD1-F541-77D3A708E6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6403" y="4183988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Espace réservé du texte 38">
            <a:extLst>
              <a:ext uri="{FF2B5EF4-FFF2-40B4-BE49-F238E27FC236}">
                <a16:creationId xmlns:a16="http://schemas.microsoft.com/office/drawing/2014/main" id="{A44FC4DB-3A8D-E32B-69C0-C9DCAA09AE4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9845" y="1324224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38">
            <a:extLst>
              <a:ext uri="{FF2B5EF4-FFF2-40B4-BE49-F238E27FC236}">
                <a16:creationId xmlns:a16="http://schemas.microsoft.com/office/drawing/2014/main" id="{19D0FF0D-2A78-9730-AE81-8A60C5B1F2D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81423" y="1324224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2" name="Espace réservé du texte 38">
            <a:extLst>
              <a:ext uri="{FF2B5EF4-FFF2-40B4-BE49-F238E27FC236}">
                <a16:creationId xmlns:a16="http://schemas.microsoft.com/office/drawing/2014/main" id="{C6129540-EF28-6FAB-739C-FC8F2FBB35A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3000" y="1324224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3" name="Espace réservé du texte 38">
            <a:extLst>
              <a:ext uri="{FF2B5EF4-FFF2-40B4-BE49-F238E27FC236}">
                <a16:creationId xmlns:a16="http://schemas.microsoft.com/office/drawing/2014/main" id="{31B1CC76-697C-8FAE-63A0-F89BDAF6977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585573" y="3052552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4" name="Espace réservé du texte 38">
            <a:extLst>
              <a:ext uri="{FF2B5EF4-FFF2-40B4-BE49-F238E27FC236}">
                <a16:creationId xmlns:a16="http://schemas.microsoft.com/office/drawing/2014/main" id="{84008F56-D0CB-5FBB-B62B-34266DECC4B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127409" y="3052551"/>
            <a:ext cx="1289099" cy="1008900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6" name="Espace réservé du texte 38">
            <a:extLst>
              <a:ext uri="{FF2B5EF4-FFF2-40B4-BE49-F238E27FC236}">
                <a16:creationId xmlns:a16="http://schemas.microsoft.com/office/drawing/2014/main" id="{A8497CC3-760A-46F2-4D35-C9867DA56E4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978718" y="3052552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10756157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ne_de_temp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52A1989D-6F12-E670-130E-531B8F017A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6750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EAB85BAB-209D-96BB-29CC-11015F5C7E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08875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67066F6D-80DB-C11E-E1F6-3767B566AB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43300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E7201FFA-B75A-C9DF-9528-237688D5E8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46950" y="2752015"/>
            <a:ext cx="1374000" cy="1804793"/>
          </a:xfrm>
          <a:custGeom>
            <a:avLst/>
            <a:gdLst>
              <a:gd name="connsiteX0" fmla="*/ 0 w 1374000"/>
              <a:gd name="connsiteY0" fmla="*/ 0 h 1804793"/>
              <a:gd name="connsiteX1" fmla="*/ 1374000 w 1374000"/>
              <a:gd name="connsiteY1" fmla="*/ 0 h 1804793"/>
              <a:gd name="connsiteX2" fmla="*/ 1374000 w 1374000"/>
              <a:gd name="connsiteY2" fmla="*/ 1804793 h 1804793"/>
              <a:gd name="connsiteX3" fmla="*/ 161689 w 1374000"/>
              <a:gd name="connsiteY3" fmla="*/ 1804793 h 1804793"/>
              <a:gd name="connsiteX4" fmla="*/ 103311 w 1374000"/>
              <a:gd name="connsiteY4" fmla="*/ 1793007 h 1804793"/>
              <a:gd name="connsiteX5" fmla="*/ 0 w 1374000"/>
              <a:gd name="connsiteY5" fmla="*/ 1637147 h 180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4000" h="1804793">
                <a:moveTo>
                  <a:pt x="0" y="0"/>
                </a:moveTo>
                <a:lnTo>
                  <a:pt x="1374000" y="0"/>
                </a:lnTo>
                <a:lnTo>
                  <a:pt x="1374000" y="1804793"/>
                </a:lnTo>
                <a:lnTo>
                  <a:pt x="161689" y="1804793"/>
                </a:lnTo>
                <a:lnTo>
                  <a:pt x="103311" y="1793007"/>
                </a:lnTo>
                <a:cubicBezTo>
                  <a:pt x="42599" y="1767329"/>
                  <a:pt x="0" y="1707213"/>
                  <a:pt x="0" y="1637147"/>
                </a:cubicBez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D0DE7E73-F010-30E9-EF69-46F67591C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1400" y="2752015"/>
            <a:ext cx="1374000" cy="1804793"/>
          </a:xfrm>
          <a:custGeom>
            <a:avLst/>
            <a:gdLst>
              <a:gd name="connsiteX0" fmla="*/ 0 w 1374000"/>
              <a:gd name="connsiteY0" fmla="*/ 0 h 1804793"/>
              <a:gd name="connsiteX1" fmla="*/ 1374000 w 1374000"/>
              <a:gd name="connsiteY1" fmla="*/ 0 h 1804793"/>
              <a:gd name="connsiteX2" fmla="*/ 1374000 w 1374000"/>
              <a:gd name="connsiteY2" fmla="*/ 1804793 h 1804793"/>
              <a:gd name="connsiteX3" fmla="*/ 161689 w 1374000"/>
              <a:gd name="connsiteY3" fmla="*/ 1804793 h 1804793"/>
              <a:gd name="connsiteX4" fmla="*/ 103311 w 1374000"/>
              <a:gd name="connsiteY4" fmla="*/ 1793007 h 1804793"/>
              <a:gd name="connsiteX5" fmla="*/ 0 w 1374000"/>
              <a:gd name="connsiteY5" fmla="*/ 1637147 h 180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4000" h="1804793">
                <a:moveTo>
                  <a:pt x="0" y="0"/>
                </a:moveTo>
                <a:lnTo>
                  <a:pt x="1374000" y="0"/>
                </a:lnTo>
                <a:lnTo>
                  <a:pt x="1374000" y="1804793"/>
                </a:lnTo>
                <a:lnTo>
                  <a:pt x="161689" y="1804793"/>
                </a:lnTo>
                <a:lnTo>
                  <a:pt x="103311" y="1793007"/>
                </a:lnTo>
                <a:cubicBezTo>
                  <a:pt x="42599" y="1767329"/>
                  <a:pt x="0" y="1707213"/>
                  <a:pt x="0" y="1637147"/>
                </a:cubicBez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3856955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ne_de_temps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52A1989D-6F12-E670-130E-531B8F017A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6750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tx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EAB85BAB-209D-96BB-29CC-11015F5C7E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08875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tx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67066F6D-80DB-C11E-E1F6-3767B566AB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43300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tx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E7201FFA-B75A-C9DF-9528-237688D5E8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46950" y="2752015"/>
            <a:ext cx="1374000" cy="1804793"/>
          </a:xfrm>
          <a:custGeom>
            <a:avLst/>
            <a:gdLst>
              <a:gd name="connsiteX0" fmla="*/ 0 w 1374000"/>
              <a:gd name="connsiteY0" fmla="*/ 0 h 1804793"/>
              <a:gd name="connsiteX1" fmla="*/ 1374000 w 1374000"/>
              <a:gd name="connsiteY1" fmla="*/ 0 h 1804793"/>
              <a:gd name="connsiteX2" fmla="*/ 1374000 w 1374000"/>
              <a:gd name="connsiteY2" fmla="*/ 1804793 h 1804793"/>
              <a:gd name="connsiteX3" fmla="*/ 161689 w 1374000"/>
              <a:gd name="connsiteY3" fmla="*/ 1804793 h 1804793"/>
              <a:gd name="connsiteX4" fmla="*/ 103311 w 1374000"/>
              <a:gd name="connsiteY4" fmla="*/ 1793007 h 1804793"/>
              <a:gd name="connsiteX5" fmla="*/ 0 w 1374000"/>
              <a:gd name="connsiteY5" fmla="*/ 1637147 h 180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4000" h="1804793">
                <a:moveTo>
                  <a:pt x="0" y="0"/>
                </a:moveTo>
                <a:lnTo>
                  <a:pt x="1374000" y="0"/>
                </a:lnTo>
                <a:lnTo>
                  <a:pt x="1374000" y="1804793"/>
                </a:lnTo>
                <a:lnTo>
                  <a:pt x="161689" y="1804793"/>
                </a:lnTo>
                <a:lnTo>
                  <a:pt x="103311" y="1793007"/>
                </a:lnTo>
                <a:cubicBezTo>
                  <a:pt x="42599" y="1767329"/>
                  <a:pt x="0" y="1707213"/>
                  <a:pt x="0" y="1637147"/>
                </a:cubicBez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D0DE7E73-F010-30E9-EF69-46F67591C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1400" y="2752015"/>
            <a:ext cx="1374000" cy="1804793"/>
          </a:xfrm>
          <a:custGeom>
            <a:avLst/>
            <a:gdLst>
              <a:gd name="connsiteX0" fmla="*/ 0 w 1374000"/>
              <a:gd name="connsiteY0" fmla="*/ 0 h 1804793"/>
              <a:gd name="connsiteX1" fmla="*/ 1374000 w 1374000"/>
              <a:gd name="connsiteY1" fmla="*/ 0 h 1804793"/>
              <a:gd name="connsiteX2" fmla="*/ 1374000 w 1374000"/>
              <a:gd name="connsiteY2" fmla="*/ 1804793 h 1804793"/>
              <a:gd name="connsiteX3" fmla="*/ 161689 w 1374000"/>
              <a:gd name="connsiteY3" fmla="*/ 1804793 h 1804793"/>
              <a:gd name="connsiteX4" fmla="*/ 103311 w 1374000"/>
              <a:gd name="connsiteY4" fmla="*/ 1793007 h 1804793"/>
              <a:gd name="connsiteX5" fmla="*/ 0 w 1374000"/>
              <a:gd name="connsiteY5" fmla="*/ 1637147 h 180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4000" h="1804793">
                <a:moveTo>
                  <a:pt x="0" y="0"/>
                </a:moveTo>
                <a:lnTo>
                  <a:pt x="1374000" y="0"/>
                </a:lnTo>
                <a:lnTo>
                  <a:pt x="1374000" y="1804793"/>
                </a:lnTo>
                <a:lnTo>
                  <a:pt x="161689" y="1804793"/>
                </a:lnTo>
                <a:lnTo>
                  <a:pt x="103311" y="1793007"/>
                </a:lnTo>
                <a:cubicBezTo>
                  <a:pt x="42599" y="1767329"/>
                  <a:pt x="0" y="1707213"/>
                  <a:pt x="0" y="1637147"/>
                </a:cubicBez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5" name="Google Shape;424;p73">
            <a:extLst>
              <a:ext uri="{FF2B5EF4-FFF2-40B4-BE49-F238E27FC236}">
                <a16:creationId xmlns:a16="http://schemas.microsoft.com/office/drawing/2014/main" id="{24FA82CD-1C7F-2498-3B56-E9A407957D7E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2982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55;p115" title="Capture d’écran, le 2025-06-09 à 10.07.08.png">
            <a:extLst>
              <a:ext uri="{FF2B5EF4-FFF2-40B4-BE49-F238E27FC236}">
                <a16:creationId xmlns:a16="http://schemas.microsoft.com/office/drawing/2014/main" id="{F0226ED6-AB90-D637-AFD2-6E6A59D3BB39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l="35199" t="12345" r="35389" b="13334"/>
          <a:stretch>
            <a:fillRect/>
          </a:stretch>
        </p:blipFill>
        <p:spPr>
          <a:xfrm>
            <a:off x="3562350" y="660400"/>
            <a:ext cx="2019300" cy="382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2DFFBD09-8C93-0836-B682-AF1915E759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85394" y="1065212"/>
            <a:ext cx="1573213" cy="3013075"/>
          </a:xfrm>
          <a:solidFill>
            <a:srgbClr val="F1F1F1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4E76280-2CF3-5EE0-5127-141E6E763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66431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te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63;p116" title="ipad.png">
            <a:extLst>
              <a:ext uri="{FF2B5EF4-FFF2-40B4-BE49-F238E27FC236}">
                <a16:creationId xmlns:a16="http://schemas.microsoft.com/office/drawing/2014/main" id="{2590197C-3703-0480-E18F-B3424C049B04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746929" y="152399"/>
            <a:ext cx="3669192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C193A654-0C0D-9494-1EC0-4C98C90BE6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01991" y="1111692"/>
            <a:ext cx="4129088" cy="2905125"/>
          </a:xfrm>
          <a:custGeom>
            <a:avLst/>
            <a:gdLst>
              <a:gd name="connsiteX0" fmla="*/ 79688 w 4129088"/>
              <a:gd name="connsiteY0" fmla="*/ 0 h 2905125"/>
              <a:gd name="connsiteX1" fmla="*/ 4049400 w 4129088"/>
              <a:gd name="connsiteY1" fmla="*/ 0 h 2905125"/>
              <a:gd name="connsiteX2" fmla="*/ 4129088 w 4129088"/>
              <a:gd name="connsiteY2" fmla="*/ 79688 h 2905125"/>
              <a:gd name="connsiteX3" fmla="*/ 4129088 w 4129088"/>
              <a:gd name="connsiteY3" fmla="*/ 2825437 h 2905125"/>
              <a:gd name="connsiteX4" fmla="*/ 4049400 w 4129088"/>
              <a:gd name="connsiteY4" fmla="*/ 2905125 h 2905125"/>
              <a:gd name="connsiteX5" fmla="*/ 79688 w 4129088"/>
              <a:gd name="connsiteY5" fmla="*/ 2905125 h 2905125"/>
              <a:gd name="connsiteX6" fmla="*/ 0 w 4129088"/>
              <a:gd name="connsiteY6" fmla="*/ 2825437 h 2905125"/>
              <a:gd name="connsiteX7" fmla="*/ 0 w 4129088"/>
              <a:gd name="connsiteY7" fmla="*/ 79688 h 2905125"/>
              <a:gd name="connsiteX8" fmla="*/ 79688 w 4129088"/>
              <a:gd name="connsiteY8" fmla="*/ 0 h 290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9088" h="2905125">
                <a:moveTo>
                  <a:pt x="79688" y="0"/>
                </a:moveTo>
                <a:lnTo>
                  <a:pt x="4049400" y="0"/>
                </a:lnTo>
                <a:cubicBezTo>
                  <a:pt x="4093410" y="0"/>
                  <a:pt x="4129088" y="35678"/>
                  <a:pt x="4129088" y="79688"/>
                </a:cubicBezTo>
                <a:lnTo>
                  <a:pt x="4129088" y="2825437"/>
                </a:lnTo>
                <a:cubicBezTo>
                  <a:pt x="4129088" y="2869447"/>
                  <a:pt x="4093410" y="2905125"/>
                  <a:pt x="4049400" y="2905125"/>
                </a:cubicBezTo>
                <a:lnTo>
                  <a:pt x="79688" y="2905125"/>
                </a:lnTo>
                <a:cubicBezTo>
                  <a:pt x="35678" y="2905125"/>
                  <a:pt x="0" y="2869447"/>
                  <a:pt x="0" y="2825437"/>
                </a:cubicBezTo>
                <a:lnTo>
                  <a:pt x="0" y="79688"/>
                </a:lnTo>
                <a:cubicBezTo>
                  <a:pt x="0" y="35678"/>
                  <a:pt x="35678" y="0"/>
                  <a:pt x="796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6631EC4-2146-4ADD-583F-FD3781FF1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7302809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ble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72;p117" title="portable.png">
            <a:extLst>
              <a:ext uri="{FF2B5EF4-FFF2-40B4-BE49-F238E27FC236}">
                <a16:creationId xmlns:a16="http://schemas.microsoft.com/office/drawing/2014/main" id="{80CD8FDE-309D-37E3-963C-EACFD4975F84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l="14454" t="18148" r="13795" b="12592"/>
          <a:stretch>
            <a:fillRect/>
          </a:stretch>
        </p:blipFill>
        <p:spPr>
          <a:xfrm>
            <a:off x="1803400" y="933450"/>
            <a:ext cx="55372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5FE076E5-B520-E9D2-6923-E4A13EA784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45245" y="1168400"/>
            <a:ext cx="4480560" cy="2782825"/>
          </a:xfrm>
          <a:custGeom>
            <a:avLst/>
            <a:gdLst>
              <a:gd name="connsiteX0" fmla="*/ 15533 w 4487715"/>
              <a:gd name="connsiteY0" fmla="*/ 0 h 2782825"/>
              <a:gd name="connsiteX1" fmla="*/ 4468670 w 4487715"/>
              <a:gd name="connsiteY1" fmla="*/ 0 h 2782825"/>
              <a:gd name="connsiteX2" fmla="*/ 4487715 w 4487715"/>
              <a:gd name="connsiteY2" fmla="*/ 2779650 h 2782825"/>
              <a:gd name="connsiteX3" fmla="*/ 0 w 4487715"/>
              <a:gd name="connsiteY3" fmla="*/ 2782825 h 2782825"/>
              <a:gd name="connsiteX4" fmla="*/ 0 w 4487715"/>
              <a:gd name="connsiteY4" fmla="*/ 2723559 h 278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87715" h="2782825">
                <a:moveTo>
                  <a:pt x="15533" y="0"/>
                </a:moveTo>
                <a:lnTo>
                  <a:pt x="4468670" y="0"/>
                </a:lnTo>
                <a:lnTo>
                  <a:pt x="4487715" y="2779650"/>
                </a:lnTo>
                <a:lnTo>
                  <a:pt x="0" y="2782825"/>
                </a:lnTo>
                <a:lnTo>
                  <a:pt x="0" y="272355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099E934-79E3-AA9D-05FA-82198928B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16204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niteur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880;p118" title="imac.png">
            <a:extLst>
              <a:ext uri="{FF2B5EF4-FFF2-40B4-BE49-F238E27FC236}">
                <a16:creationId xmlns:a16="http://schemas.microsoft.com/office/drawing/2014/main" id="{D4531E30-6779-5CCB-130E-F1FC51D5286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67700" y="533820"/>
            <a:ext cx="5008599" cy="443387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D01F9F9D-218C-6D5B-448D-B49D1EC632F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01875" y="765208"/>
            <a:ext cx="4551363" cy="2405062"/>
          </a:xfrm>
          <a:solidFill>
            <a:srgbClr val="F1F1F1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ED83DAA-A724-D2DA-3522-6756F93C7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27384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637094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que 12">
            <a:extLst>
              <a:ext uri="{FF2B5EF4-FFF2-40B4-BE49-F238E27FC236}">
                <a16:creationId xmlns:a16="http://schemas.microsoft.com/office/drawing/2014/main" id="{F92C94FC-E3D9-E5CB-F79C-20CF382AE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976"/>
          <a:stretch>
            <a:fillRect/>
          </a:stretch>
        </p:blipFill>
        <p:spPr>
          <a:xfrm>
            <a:off x="-1" y="895974"/>
            <a:ext cx="3192905" cy="3682761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1ED46CF-2661-345F-7CE0-ABF8DC6589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18350" y="4022113"/>
            <a:ext cx="1797050" cy="882650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1pPr>
            <a:lvl2pPr marL="288925" indent="0" algn="r">
              <a:lnSpc>
                <a:spcPct val="100000"/>
              </a:lnSpc>
              <a:spcBef>
                <a:spcPts val="1000"/>
              </a:spcBef>
              <a:buNone/>
              <a:defRPr sz="1000" b="1">
                <a:latin typeface="+mj-lt"/>
              </a:defRPr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3364218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superpo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5B10F9-EAC5-8A91-95E2-E9F2BFBF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5371572D-A6E6-226A-F761-9A8E965204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11600" y="1157288"/>
            <a:ext cx="4720800" cy="2828925"/>
          </a:xfrm>
          <a:custGeom>
            <a:avLst/>
            <a:gdLst>
              <a:gd name="connsiteX0" fmla="*/ 0 w 4720800"/>
              <a:gd name="connsiteY0" fmla="*/ 0 h 2828925"/>
              <a:gd name="connsiteX1" fmla="*/ 4344175 w 4720800"/>
              <a:gd name="connsiteY1" fmla="*/ 0 h 2828925"/>
              <a:gd name="connsiteX2" fmla="*/ 4415025 w 4720800"/>
              <a:gd name="connsiteY2" fmla="*/ 7142 h 2828925"/>
              <a:gd name="connsiteX3" fmla="*/ 4720800 w 4720800"/>
              <a:gd name="connsiteY3" fmla="*/ 382316 h 2828925"/>
              <a:gd name="connsiteX4" fmla="*/ 4720800 w 4720800"/>
              <a:gd name="connsiteY4" fmla="*/ 2828925 h 2828925"/>
              <a:gd name="connsiteX5" fmla="*/ 0 w 4720800"/>
              <a:gd name="connsiteY5" fmla="*/ 2828925 h 2828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0800" h="2828925">
                <a:moveTo>
                  <a:pt x="0" y="0"/>
                </a:moveTo>
                <a:lnTo>
                  <a:pt x="4344175" y="0"/>
                </a:lnTo>
                <a:lnTo>
                  <a:pt x="4415025" y="7142"/>
                </a:lnTo>
                <a:cubicBezTo>
                  <a:pt x="4589531" y="42851"/>
                  <a:pt x="4720800" y="197254"/>
                  <a:pt x="4720800" y="382316"/>
                </a:cubicBezTo>
                <a:lnTo>
                  <a:pt x="4720800" y="2828925"/>
                </a:lnTo>
                <a:lnTo>
                  <a:pt x="0" y="28289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8" name="Google Shape;424;p73">
            <a:extLst>
              <a:ext uri="{FF2B5EF4-FFF2-40B4-BE49-F238E27FC236}">
                <a16:creationId xmlns:a16="http://schemas.microsoft.com/office/drawing/2014/main" id="{623F5552-199E-87C4-C6BF-CABFDB65B3CA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234964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e_superposé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8A8852-85C0-BB6F-A0CC-8115AE4B81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088" y="447675"/>
            <a:ext cx="8683825" cy="1657350"/>
          </a:xfrm>
        </p:spPr>
        <p:txBody>
          <a:bodyPr/>
          <a:lstStyle>
            <a:lvl1pPr marL="0" indent="0" algn="ctr">
              <a:buNone/>
              <a:defRPr sz="8000" b="1" cap="all" baseline="0">
                <a:solidFill>
                  <a:schemeClr val="bg1"/>
                </a:solidFill>
                <a:latin typeface="+mj-lt"/>
              </a:defRPr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Niveau 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5B10F9-EAC5-8A91-95E2-E9F2BFBF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8" name="Google Shape;424;p73">
            <a:extLst>
              <a:ext uri="{FF2B5EF4-FFF2-40B4-BE49-F238E27FC236}">
                <a16:creationId xmlns:a16="http://schemas.microsoft.com/office/drawing/2014/main" id="{623F5552-199E-87C4-C6BF-CABFDB65B3CA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5371572D-A6E6-226A-F761-9A8E965204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11600" y="1157288"/>
            <a:ext cx="4720800" cy="2828925"/>
          </a:xfrm>
          <a:custGeom>
            <a:avLst/>
            <a:gdLst>
              <a:gd name="connsiteX0" fmla="*/ 0 w 4720800"/>
              <a:gd name="connsiteY0" fmla="*/ 0 h 2828925"/>
              <a:gd name="connsiteX1" fmla="*/ 4344175 w 4720800"/>
              <a:gd name="connsiteY1" fmla="*/ 0 h 2828925"/>
              <a:gd name="connsiteX2" fmla="*/ 4415025 w 4720800"/>
              <a:gd name="connsiteY2" fmla="*/ 7142 h 2828925"/>
              <a:gd name="connsiteX3" fmla="*/ 4720800 w 4720800"/>
              <a:gd name="connsiteY3" fmla="*/ 382316 h 2828925"/>
              <a:gd name="connsiteX4" fmla="*/ 4720800 w 4720800"/>
              <a:gd name="connsiteY4" fmla="*/ 2828925 h 2828925"/>
              <a:gd name="connsiteX5" fmla="*/ 0 w 4720800"/>
              <a:gd name="connsiteY5" fmla="*/ 2828925 h 2828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0800" h="2828925">
                <a:moveTo>
                  <a:pt x="0" y="0"/>
                </a:moveTo>
                <a:lnTo>
                  <a:pt x="4344175" y="0"/>
                </a:lnTo>
                <a:lnTo>
                  <a:pt x="4415025" y="7142"/>
                </a:lnTo>
                <a:cubicBezTo>
                  <a:pt x="4589531" y="42851"/>
                  <a:pt x="4720800" y="197254"/>
                  <a:pt x="4720800" y="382316"/>
                </a:cubicBezTo>
                <a:lnTo>
                  <a:pt x="4720800" y="2828925"/>
                </a:lnTo>
                <a:lnTo>
                  <a:pt x="0" y="28289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D8033E25-131B-B3A9-FCD1-EB997ABDDC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57300" y="3617119"/>
            <a:ext cx="6629400" cy="1657350"/>
          </a:xfrm>
        </p:spPr>
        <p:txBody>
          <a:bodyPr/>
          <a:lstStyle>
            <a:lvl1pPr marL="0" indent="0" algn="ctr">
              <a:buNone/>
              <a:defRPr sz="8000" b="1" cap="all" baseline="0">
                <a:solidFill>
                  <a:schemeClr val="bg1"/>
                </a:solidFill>
                <a:latin typeface="+mj-lt"/>
              </a:defRPr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Niveau 1</a:t>
            </a:r>
          </a:p>
        </p:txBody>
      </p:sp>
    </p:spTree>
    <p:extLst>
      <p:ext uri="{BB962C8B-B14F-4D97-AF65-F5344CB8AC3E}">
        <p14:creationId xmlns:p14="http://schemas.microsoft.com/office/powerpoint/2010/main" val="44056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l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332A9986-49C2-1763-5D18-F8CA37CCBD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15707B0C-614F-ACBC-3EA0-CCA8BE5781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8400" y="1516814"/>
            <a:ext cx="3044825" cy="3308350"/>
          </a:xfrm>
        </p:spPr>
        <p:txBody>
          <a:bodyPr/>
          <a:lstStyle>
            <a:lvl1pPr marL="0" indent="0">
              <a:buNone/>
              <a:defRPr sz="17800">
                <a:latin typeface="DM Sans Black" pitchFamily="2" charset="0"/>
              </a:defRPr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Chiffre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A95BB24F-F370-CB57-369D-7E236A536B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91175" y="1513588"/>
            <a:ext cx="3044825" cy="3308350"/>
          </a:xfrm>
        </p:spPr>
        <p:txBody>
          <a:bodyPr/>
          <a:lstStyle>
            <a:lvl1pPr marL="0" indent="0">
              <a:buNone/>
              <a:defRPr sz="17800">
                <a:latin typeface="DM Sans Black" pitchFamily="2" charset="0"/>
              </a:defRPr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8146782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lta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B77169D1-917B-0815-883B-9B4EFBD87E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1575" y="211138"/>
            <a:ext cx="8683825" cy="4450803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3" name="Google Shape;424;p73">
            <a:extLst>
              <a:ext uri="{FF2B5EF4-FFF2-40B4-BE49-F238E27FC236}">
                <a16:creationId xmlns:a16="http://schemas.microsoft.com/office/drawing/2014/main" id="{F2B3F2C6-8023-8977-0E98-917FC46F08E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41C67C05-4D28-A409-503C-626651F5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619665F7-7079-9A98-15B8-DDD4EB6BC9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0550" y="3246575"/>
            <a:ext cx="2674888" cy="1453896"/>
          </a:xfrm>
          <a:custGeom>
            <a:avLst/>
            <a:gdLst>
              <a:gd name="connsiteX0" fmla="*/ 0 w 2674888"/>
              <a:gd name="connsiteY0" fmla="*/ 0 h 1468300"/>
              <a:gd name="connsiteX1" fmla="*/ 2501767 w 2674888"/>
              <a:gd name="connsiteY1" fmla="*/ 0 h 1468300"/>
              <a:gd name="connsiteX2" fmla="*/ 2661479 w 2674888"/>
              <a:gd name="connsiteY2" fmla="*/ 105864 h 1468300"/>
              <a:gd name="connsiteX3" fmla="*/ 2674888 w 2674888"/>
              <a:gd name="connsiteY3" fmla="*/ 172283 h 1468300"/>
              <a:gd name="connsiteX4" fmla="*/ 2674888 w 2674888"/>
              <a:gd name="connsiteY4" fmla="*/ 1468300 h 1468300"/>
              <a:gd name="connsiteX5" fmla="*/ 0 w 2674888"/>
              <a:gd name="connsiteY5" fmla="*/ 1468300 h 146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4888" h="1468300">
                <a:moveTo>
                  <a:pt x="0" y="0"/>
                </a:moveTo>
                <a:lnTo>
                  <a:pt x="2501767" y="0"/>
                </a:lnTo>
                <a:cubicBezTo>
                  <a:pt x="2573564" y="0"/>
                  <a:pt x="2635165" y="43652"/>
                  <a:pt x="2661479" y="105864"/>
                </a:cubicBezTo>
                <a:lnTo>
                  <a:pt x="2674888" y="172283"/>
                </a:lnTo>
                <a:lnTo>
                  <a:pt x="2674888" y="1468300"/>
                </a:lnTo>
                <a:lnTo>
                  <a:pt x="0" y="14683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91440" tIns="91440" rIns="91440" bIns="91440" anchor="ctr" anchorCtr="0">
            <a:noAutofit/>
          </a:bodyPr>
          <a:lstStyle>
            <a:lvl1pPr marL="0" indent="0">
              <a:lnSpc>
                <a:spcPct val="114000"/>
              </a:lnSpc>
              <a:buNone/>
              <a:tabLst>
                <a:tab pos="630936" algn="l"/>
              </a:tabLst>
              <a:defRPr sz="1850">
                <a:solidFill>
                  <a:schemeClr val="tx1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77661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_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CF38E7-1F53-1993-EB1B-35E75665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5B10F9-EAC5-8A91-95E2-E9F2BFBF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99050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1696FC-7B5C-8381-C080-D8482131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7672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4582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578" y="1428750"/>
            <a:ext cx="8458199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891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36CC044-E943-225F-91E1-8E9ACB461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514350"/>
          </a:xfrm>
          <a:prstGeom prst="rect">
            <a:avLst/>
          </a:prstGeom>
        </p:spPr>
        <p:txBody>
          <a:bodyPr vert="horz" lIns="0" tIns="0" rIns="91440" bIns="0" rtlCol="0" anchor="t" anchorCtr="0">
            <a:no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1C293A-FB31-C728-C5A6-76D6C52D3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933450"/>
            <a:ext cx="8686800" cy="3699273"/>
          </a:xfrm>
          <a:prstGeom prst="rect">
            <a:avLst/>
          </a:prstGeom>
        </p:spPr>
        <p:txBody>
          <a:bodyPr vert="horz" lIns="0" tIns="0" rIns="91440" bIns="0" rtlCol="0" anchor="t" anchorCtr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B88A91-A582-5526-826A-071FE2737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4784623"/>
            <a:ext cx="304800" cy="27384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lnSpc>
                <a:spcPct val="85000"/>
              </a:lnSpc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1A5FFEF5-E129-4B58-BC20-992FAFAB5E8C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0645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83" r:id="rId4"/>
    <p:sldLayoutId id="2147483662" r:id="rId5"/>
    <p:sldLayoutId id="2147483684" r:id="rId6"/>
    <p:sldLayoutId id="2147483664" r:id="rId7"/>
    <p:sldLayoutId id="2147483665" r:id="rId8"/>
    <p:sldLayoutId id="2147483667" r:id="rId9"/>
    <p:sldLayoutId id="2147483668" r:id="rId10"/>
    <p:sldLayoutId id="2147483669" r:id="rId11"/>
    <p:sldLayoutId id="2147483715" r:id="rId12"/>
    <p:sldLayoutId id="2147483671" r:id="rId13"/>
    <p:sldLayoutId id="2147483672" r:id="rId14"/>
    <p:sldLayoutId id="2147483651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5" r:id="rId25"/>
    <p:sldLayoutId id="2147483686" r:id="rId26"/>
    <p:sldLayoutId id="2147483687" r:id="rId27"/>
    <p:sldLayoutId id="2147483688" r:id="rId28"/>
    <p:sldLayoutId id="2147483723" r:id="rId29"/>
    <p:sldLayoutId id="2147483729" r:id="rId30"/>
    <p:sldLayoutId id="2147483697" r:id="rId31"/>
    <p:sldLayoutId id="2147483666" r:id="rId32"/>
    <p:sldLayoutId id="2147483690" r:id="rId33"/>
    <p:sldLayoutId id="2147483691" r:id="rId34"/>
    <p:sldLayoutId id="2147483692" r:id="rId35"/>
    <p:sldLayoutId id="2147483693" r:id="rId36"/>
    <p:sldLayoutId id="2147483694" r:id="rId37"/>
    <p:sldLayoutId id="2147483695" r:id="rId38"/>
    <p:sldLayoutId id="2147483698" r:id="rId39"/>
    <p:sldLayoutId id="2147483699" r:id="rId40"/>
    <p:sldLayoutId id="2147483700" r:id="rId41"/>
    <p:sldLayoutId id="2147483701" r:id="rId42"/>
    <p:sldLayoutId id="2147483725" r:id="rId43"/>
    <p:sldLayoutId id="2147483702" r:id="rId44"/>
    <p:sldLayoutId id="2147483703" r:id="rId45"/>
    <p:sldLayoutId id="2147483704" r:id="rId46"/>
    <p:sldLayoutId id="2147483713" r:id="rId47"/>
    <p:sldLayoutId id="2147483726" r:id="rId48"/>
    <p:sldLayoutId id="2147483714" r:id="rId49"/>
    <p:sldLayoutId id="2147483705" r:id="rId50"/>
    <p:sldLayoutId id="2147483706" r:id="rId51"/>
    <p:sldLayoutId id="2147483707" r:id="rId52"/>
    <p:sldLayoutId id="2147483709" r:id="rId53"/>
    <p:sldLayoutId id="2147483710" r:id="rId54"/>
    <p:sldLayoutId id="2147483711" r:id="rId55"/>
    <p:sldLayoutId id="2147483712" r:id="rId56"/>
    <p:sldLayoutId id="2147483717" r:id="rId57"/>
    <p:sldLayoutId id="2147483718" r:id="rId58"/>
    <p:sldLayoutId id="2147483719" r:id="rId59"/>
    <p:sldLayoutId id="2147483721" r:id="rId60"/>
    <p:sldLayoutId id="2147483722" r:id="rId61"/>
    <p:sldLayoutId id="2147483654" r:id="rId62"/>
    <p:sldLayoutId id="2147483655" r:id="rId63"/>
    <p:sldLayoutId id="2147483745" r:id="rId64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1600" i="0" kern="1200">
          <a:solidFill>
            <a:schemeClr val="tx1"/>
          </a:solidFill>
          <a:latin typeface="DM Sans Light" pitchFamily="2" charset="0"/>
          <a:ea typeface="+mj-ea"/>
          <a:cs typeface="+mj-cs"/>
        </a:defRPr>
      </a:lvl1pPr>
    </p:titleStyle>
    <p:bodyStyle>
      <a:lvl1pPr marL="288925" indent="-288925" algn="l" defTabSz="685800" rtl="0" eaLnBrk="1" latinLnBrk="0" hangingPunct="1">
        <a:lnSpc>
          <a:spcPct val="85000"/>
        </a:lnSpc>
        <a:spcBef>
          <a:spcPts val="0"/>
        </a:spcBef>
        <a:buClr>
          <a:schemeClr val="tx1"/>
        </a:buClr>
        <a:buFont typeface="DM Sans Light" pitchFamily="2" charset="0"/>
        <a:buChar char="→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82575" algn="l" defTabSz="685800" rtl="0" eaLnBrk="1" latinLnBrk="0" hangingPunct="1">
        <a:lnSpc>
          <a:spcPct val="85000"/>
        </a:lnSpc>
        <a:spcBef>
          <a:spcPts val="375"/>
        </a:spcBef>
        <a:buClr>
          <a:schemeClr val="tx1"/>
        </a:buClr>
        <a:buFont typeface="DM Sans Light" pitchFamily="2" charset="0"/>
        <a:buChar char="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228600" algn="l" defTabSz="685800" rtl="0" eaLnBrk="1" latinLnBrk="0" hangingPunct="1">
        <a:lnSpc>
          <a:spcPct val="85000"/>
        </a:lnSpc>
        <a:spcBef>
          <a:spcPts val="375"/>
        </a:spcBef>
        <a:buClr>
          <a:schemeClr val="tx1"/>
        </a:buClr>
        <a:buFont typeface="DM Sans Light" pitchFamily="2" charset="0"/>
        <a:buChar char="→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228600" algn="l" defTabSz="685800" rtl="0" eaLnBrk="1" latinLnBrk="0" hangingPunct="1">
        <a:lnSpc>
          <a:spcPct val="85000"/>
        </a:lnSpc>
        <a:spcBef>
          <a:spcPts val="375"/>
        </a:spcBef>
        <a:buClr>
          <a:schemeClr val="tx1"/>
        </a:buClr>
        <a:buFont typeface="DM Sans Light" pitchFamily="2" charset="0"/>
        <a:buChar char="→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257300" indent="-228600" algn="l" defTabSz="685800" rtl="0" eaLnBrk="1" latinLnBrk="0" hangingPunct="1">
        <a:lnSpc>
          <a:spcPct val="85000"/>
        </a:lnSpc>
        <a:spcBef>
          <a:spcPts val="375"/>
        </a:spcBef>
        <a:buClr>
          <a:schemeClr val="tx1"/>
        </a:buClr>
        <a:buFont typeface="DM Sans Light" pitchFamily="2" charset="0"/>
        <a:buChar char="→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6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4" pos="144" userDrawn="1">
          <p15:clr>
            <a:srgbClr val="F26B43"/>
          </p15:clr>
        </p15:guide>
        <p15:guide id="5" pos="5616" userDrawn="1">
          <p15:clr>
            <a:srgbClr val="F26B43"/>
          </p15:clr>
        </p15:guide>
        <p15:guide id="6" orient="horz" pos="588" userDrawn="1">
          <p15:clr>
            <a:srgbClr val="F26B43"/>
          </p15:clr>
        </p15:guide>
        <p15:guide id="7" orient="horz" pos="1620" userDrawn="1">
          <p15:clr>
            <a:srgbClr val="F26B43"/>
          </p15:clr>
        </p15:guide>
        <p15:guide id="8" orient="horz" pos="31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3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tags" Target="../tags/tag7.xml"/><Relationship Id="rId7" Type="http://schemas.openxmlformats.org/officeDocument/2006/relationships/diagramLayout" Target="../diagrams/layout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diagramData" Target="../diagrams/data1.xml"/><Relationship Id="rId5" Type="http://schemas.openxmlformats.org/officeDocument/2006/relationships/notesSlide" Target="../notesSlides/notesSlide2.xml"/><Relationship Id="rId10" Type="http://schemas.microsoft.com/office/2007/relationships/diagramDrawing" Target="../diagrams/drawing1.xml"/><Relationship Id="rId4" Type="http://schemas.openxmlformats.org/officeDocument/2006/relationships/slideLayout" Target="../slideLayouts/slideLayout7.xml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notesSlide" Target="../notesSlides/notesSlide5.xml"/><Relationship Id="rId7" Type="http://schemas.openxmlformats.org/officeDocument/2006/relationships/diagramColors" Target="../diagrams/colors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188F16-231A-F369-DE5D-402825BCF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pour une image  8" descr="Une image contenant plein air, ciel, Véhicule terrestre, personne&#10;&#10;Le contenu généré par l’IA peut être incorrect.">
            <a:extLst>
              <a:ext uri="{FF2B5EF4-FFF2-40B4-BE49-F238E27FC236}">
                <a16:creationId xmlns:a16="http://schemas.microsoft.com/office/drawing/2014/main" id="{B70F02FA-9AE4-59A2-EBD7-CEFA7F6EBB81}"/>
              </a:ext>
            </a:extLst>
          </p:cNvPr>
          <p:cNvPicPr>
            <a:picLocks noGrp="1" noChangeAspect="1"/>
          </p:cNvPicPr>
          <p:nvPr>
            <p:ph type="pic" sz="quarter" idx="11"/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8" r="23088"/>
          <a:stretch/>
        </p:blipFill>
        <p:spPr>
          <a:xfrm flipH="1">
            <a:off x="5083175" y="198438"/>
            <a:ext cx="3832225" cy="4746625"/>
          </a:xfr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A04559A7-DE13-3D0C-1F0C-DA151BAD386C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28600" y="247650"/>
            <a:ext cx="4343400" cy="2384822"/>
          </a:xfrm>
        </p:spPr>
        <p:txBody>
          <a:bodyPr/>
          <a:lstStyle/>
          <a:p>
            <a:r>
              <a:rPr lang="fr-CA" noProof="0" dirty="0"/>
              <a:t>Stratégie d’essai</a:t>
            </a:r>
            <a:br>
              <a:rPr lang="fr-CA" noProof="0" dirty="0"/>
            </a:br>
            <a:r>
              <a:rPr lang="fr-CA" sz="3200" noProof="0" dirty="0" err="1"/>
              <a:t>Workstream</a:t>
            </a:r>
            <a:r>
              <a:rPr lang="fr-CA" sz="3200" noProof="0"/>
              <a:t> 4</a:t>
            </a:r>
            <a:br>
              <a:rPr lang="fr-CA" sz="3200" noProof="0"/>
            </a:br>
            <a:r>
              <a:rPr lang="fr-CA" sz="3200" noProof="0"/>
              <a:t>Livraison R2</a:t>
            </a:r>
            <a:endParaRPr lang="fr-CA" noProof="0" dirty="0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D4F53174-0DE2-1690-CDCB-8D7BA0A338E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28600" y="3333750"/>
            <a:ext cx="4343400" cy="948690"/>
          </a:xfrm>
        </p:spPr>
        <p:txBody>
          <a:bodyPr/>
          <a:lstStyle/>
          <a:p>
            <a:r>
              <a:rPr lang="fr-CA" noProof="0"/>
              <a:t>Design des essais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514E718A-6610-B24C-B2C7-91EF9BAD529D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4"/>
            </p:custDataLst>
          </p:nvPr>
        </p:nvSpPr>
        <p:spPr>
          <a:xfrm>
            <a:off x="2828925" y="4850130"/>
            <a:ext cx="1743075" cy="293370"/>
          </a:xfrm>
        </p:spPr>
        <p:txBody>
          <a:bodyPr/>
          <a:lstStyle/>
          <a:p>
            <a:r>
              <a:rPr lang="fr-CA" noProof="0"/>
              <a:t>13 novembre 2025</a:t>
            </a:r>
          </a:p>
        </p:txBody>
      </p:sp>
    </p:spTree>
    <p:extLst>
      <p:ext uri="{BB962C8B-B14F-4D97-AF65-F5344CB8AC3E}">
        <p14:creationId xmlns:p14="http://schemas.microsoft.com/office/powerpoint/2010/main" val="1892668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C869-354C-22AF-3942-77FA9061F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F50B72-9465-ABF2-E280-314CBA61F7B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47650"/>
            <a:ext cx="8686800" cy="514350"/>
          </a:xfrm>
        </p:spPr>
        <p:txBody>
          <a:bodyPr anchor="t">
            <a:normAutofit/>
          </a:bodyPr>
          <a:lstStyle/>
          <a:p>
            <a:r>
              <a:rPr lang="fr-CA" sz="2400" b="1" noProof="0" dirty="0"/>
              <a:t>Les attentes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AF619F-5A1F-7898-A006-A81EE19083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610600" y="4784623"/>
            <a:ext cx="304800" cy="273844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92CFF269-2187-469B-861B-426AF96A1473}" type="slidenum">
              <a:rPr lang="fr-CA" noProof="0" smtClean="0"/>
              <a:pPr>
                <a:spcAft>
                  <a:spcPts val="600"/>
                </a:spcAft>
              </a:pPr>
              <a:t>2</a:t>
            </a:fld>
            <a:endParaRPr lang="fr-CA" noProof="0"/>
          </a:p>
        </p:txBody>
      </p:sp>
      <p:graphicFrame>
        <p:nvGraphicFramePr>
          <p:cNvPr id="14" name="Espace réservé du contenu 2">
            <a:extLst>
              <a:ext uri="{FF2B5EF4-FFF2-40B4-BE49-F238E27FC236}">
                <a16:creationId xmlns:a16="http://schemas.microsoft.com/office/drawing/2014/main" id="{02E1757C-E6BF-C8DA-8F3F-7259F62ABE39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635839006"/>
              </p:ext>
            </p:extLst>
          </p:nvPr>
        </p:nvGraphicFramePr>
        <p:xfrm>
          <a:off x="228600" y="933450"/>
          <a:ext cx="8686800" cy="3699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032949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D95CF73-BB66-55EA-251E-E286E4EC5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C’est quoi les niveaux (phase) de test</a:t>
            </a:r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EAEF6713-43E4-5010-9F11-BCCE34B042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1509436"/>
              </p:ext>
            </p:extLst>
          </p:nvPr>
        </p:nvGraphicFramePr>
        <p:xfrm>
          <a:off x="228600" y="1085851"/>
          <a:ext cx="8380828" cy="3528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5084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DAC1C6-1D89-FD4C-D36D-89C0D9CEB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Pour SIT R2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9953BF0D-8A21-16EE-10DE-67CA30EB56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926054"/>
              </p:ext>
            </p:extLst>
          </p:nvPr>
        </p:nvGraphicFramePr>
        <p:xfrm>
          <a:off x="228600" y="933450"/>
          <a:ext cx="8686800" cy="369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5B4550-4C05-127B-4537-8CD3D1FF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4</a:t>
            </a:fld>
            <a:endParaRPr lang="fr-CA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03C194F-9B41-EC50-883D-CB27850A3C76}"/>
              </a:ext>
            </a:extLst>
          </p:cNvPr>
          <p:cNvSpPr/>
          <p:nvPr/>
        </p:nvSpPr>
        <p:spPr>
          <a:xfrm>
            <a:off x="424543" y="3925421"/>
            <a:ext cx="1657351" cy="6742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/>
              <a:t>Faten</a:t>
            </a:r>
            <a:r>
              <a:rPr lang="fr-CA" dirty="0"/>
              <a:t> (Bancaire)</a:t>
            </a:r>
            <a:br>
              <a:rPr lang="fr-CA" dirty="0"/>
            </a:br>
            <a:r>
              <a:rPr lang="fr-CA" dirty="0"/>
              <a:t>Olivier (Tréso)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2A5EE79-1B42-C0EF-9E5F-B2BF73C2911F}"/>
              </a:ext>
            </a:extLst>
          </p:cNvPr>
          <p:cNvSpPr/>
          <p:nvPr/>
        </p:nvSpPr>
        <p:spPr>
          <a:xfrm>
            <a:off x="2661558" y="3925421"/>
            <a:ext cx="1744436" cy="6742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Alexandre (TI)</a:t>
            </a:r>
          </a:p>
          <a:p>
            <a:pPr algn="ctr"/>
            <a:r>
              <a:rPr lang="fr-CA" dirty="0"/>
              <a:t>Bun, Amina (BI)</a:t>
            </a:r>
          </a:p>
          <a:p>
            <a:pPr algn="ctr"/>
            <a:r>
              <a:rPr lang="fr-CA" dirty="0"/>
              <a:t>Meriem (Système)</a:t>
            </a:r>
          </a:p>
        </p:txBody>
      </p:sp>
    </p:spTree>
    <p:extLst>
      <p:ext uri="{BB962C8B-B14F-4D97-AF65-F5344CB8AC3E}">
        <p14:creationId xmlns:p14="http://schemas.microsoft.com/office/powerpoint/2010/main" val="3809740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8EB2BB9F-BBAD-C5D4-4FFC-68F424D7B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Scope à haut niveau</a:t>
            </a:r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0EAA9333-D821-F376-925B-9989CAFDEF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3044154"/>
              </p:ext>
            </p:extLst>
          </p:nvPr>
        </p:nvGraphicFramePr>
        <p:xfrm>
          <a:off x="228600" y="933450"/>
          <a:ext cx="8686800" cy="369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662380-86CF-5FD7-955A-AC1B9AF1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4791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754DCD-9298-4679-F730-0A5D334CC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Workflow du projet pour WS4 - R2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43B08D-3906-0AB2-D94E-CF9B4B23E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6</a:t>
            </a:fld>
            <a:endParaRPr lang="fr-CA"/>
          </a:p>
        </p:txBody>
      </p:sp>
      <p:graphicFrame>
        <p:nvGraphicFramePr>
          <p:cNvPr id="11" name="Espace réservé du contenu 2">
            <a:extLst>
              <a:ext uri="{FF2B5EF4-FFF2-40B4-BE49-F238E27FC236}">
                <a16:creationId xmlns:a16="http://schemas.microsoft.com/office/drawing/2014/main" id="{FA4263A9-6416-2C8C-653C-BDE039577961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0533420"/>
              </p:ext>
            </p:extLst>
          </p:nvPr>
        </p:nvGraphicFramePr>
        <p:xfrm>
          <a:off x="228600" y="933450"/>
          <a:ext cx="8686800" cy="369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72518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126BC-E8CE-537B-80D0-79B9B60F3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D9AB1-4350-FED0-1457-A3867D4BD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Livrables pour R2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EACBFB0-7B57-0953-06E9-57C6771E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7</a:t>
            </a:fld>
            <a:endParaRPr lang="fr-CA"/>
          </a:p>
        </p:txBody>
      </p:sp>
      <p:graphicFrame>
        <p:nvGraphicFramePr>
          <p:cNvPr id="11" name="Espace réservé du contenu 2">
            <a:extLst>
              <a:ext uri="{FF2B5EF4-FFF2-40B4-BE49-F238E27FC236}">
                <a16:creationId xmlns:a16="http://schemas.microsoft.com/office/drawing/2014/main" id="{0E942157-8505-E88A-CC1B-AFBF2C64A215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631315"/>
              </p:ext>
            </p:extLst>
          </p:nvPr>
        </p:nvGraphicFramePr>
        <p:xfrm>
          <a:off x="228600" y="933450"/>
          <a:ext cx="8686800" cy="369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693474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INDUSTRIELLE ALLIANCE">
  <a:themeElements>
    <a:clrScheme name="IA">
      <a:dk1>
        <a:srgbClr val="064DD9"/>
      </a:dk1>
      <a:lt1>
        <a:sysClr val="window" lastClr="FFFFFF"/>
      </a:lt1>
      <a:dk2>
        <a:srgbClr val="01233F"/>
      </a:dk2>
      <a:lt2>
        <a:srgbClr val="73C4EF"/>
      </a:lt2>
      <a:accent1>
        <a:srgbClr val="064DD9"/>
      </a:accent1>
      <a:accent2>
        <a:srgbClr val="DBF0FF"/>
      </a:accent2>
      <a:accent3>
        <a:srgbClr val="01233F"/>
      </a:accent3>
      <a:accent4>
        <a:srgbClr val="73C4EF"/>
      </a:accent4>
      <a:accent5>
        <a:srgbClr val="756B5F"/>
      </a:accent5>
      <a:accent6>
        <a:srgbClr val="E2DCD0"/>
      </a:accent6>
      <a:hlink>
        <a:srgbClr val="FFFFFF"/>
      </a:hlink>
      <a:folHlink>
        <a:srgbClr val="FFFFFF"/>
      </a:folHlink>
    </a:clrScheme>
    <a:fontScheme name="IA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OJ-25-22_GabaritPPT-iAGF-FR" id="{DEE5ACAA-4EA7-8144-99F5-8FACF04AC352}" vid="{08F0A3C4-773F-7D41-B4D1-390E3371BCA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3C1A93673AE84388E326B5D4CC551E" ma:contentTypeVersion="15" ma:contentTypeDescription="Crée un document." ma:contentTypeScope="" ma:versionID="d4fcf7f89143bbf038eca41f9d5c3be2">
  <xsd:schema xmlns:xsd="http://www.w3.org/2001/XMLSchema" xmlns:xs="http://www.w3.org/2001/XMLSchema" xmlns:p="http://schemas.microsoft.com/office/2006/metadata/properties" xmlns:ns2="ed106c1e-c1d6-4ff2-91fd-e5ba1764ee54" xmlns:ns3="011f6add-43de-46b1-b9e4-48bf74bb8fa8" targetNamespace="http://schemas.microsoft.com/office/2006/metadata/properties" ma:root="true" ma:fieldsID="74a766da3e51b8ac96ed7ceec2542d12" ns2:_="" ns3:_="">
    <xsd:import namespace="ed106c1e-c1d6-4ff2-91fd-e5ba1764ee54"/>
    <xsd:import namespace="011f6add-43de-46b1-b9e4-48bf74bb8f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Objecti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106c1e-c1d6-4ff2-91fd-e5ba1764ee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49c3984d-6c88-459e-875d-1e42fc5375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jectif" ma:index="22" nillable="true" ma:displayName="Objectif" ma:format="Dropdown" ma:internalName="Objectif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1f6add-43de-46b1-b9e4-48bf74bb8f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2549b3d-bf4a-4efc-88a1-fd73d023a290}" ma:internalName="TaxCatchAll" ma:showField="CatchAllData" ma:web="011f6add-43de-46b1-b9e4-48bf74bb8f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106c1e-c1d6-4ff2-91fd-e5ba1764ee54">
      <Terms xmlns="http://schemas.microsoft.com/office/infopath/2007/PartnerControls"/>
    </lcf76f155ced4ddcb4097134ff3c332f>
    <TaxCatchAll xmlns="011f6add-43de-46b1-b9e4-48bf74bb8fa8" xsi:nil="true"/>
    <Objectif xmlns="ed106c1e-c1d6-4ff2-91fd-e5ba1764ee54" xsi:nil="true"/>
  </documentManagement>
</p:properties>
</file>

<file path=customXml/itemProps1.xml><?xml version="1.0" encoding="utf-8"?>
<ds:datastoreItem xmlns:ds="http://schemas.openxmlformats.org/officeDocument/2006/customXml" ds:itemID="{9DFDD79E-0540-4E7D-9062-8C77108388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106c1e-c1d6-4ff2-91fd-e5ba1764ee54"/>
    <ds:schemaRef ds:uri="011f6add-43de-46b1-b9e4-48bf74bb8f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EDF9E9A-FBB4-499A-B7BE-8E23D9F61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1430FC-9458-44A7-9740-6EEEF62E7580}">
  <ds:schemaRefs>
    <ds:schemaRef ds:uri="http://purl.org/dc/terms/"/>
    <ds:schemaRef ds:uri="011f6add-43de-46b1-b9e4-48bf74bb8fa8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ed106c1e-c1d6-4ff2-91fd-e5ba1764ee54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PROJ-25-22_GabaritPPT-iAGF-FR (1)</Template>
  <TotalTime>270</TotalTime>
  <Words>614</Words>
  <Application>Microsoft Office PowerPoint</Application>
  <PresentationFormat>Affichage à l'écran (16:9)</PresentationFormat>
  <Paragraphs>112</Paragraphs>
  <Slides>7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6" baseType="lpstr">
      <vt:lpstr>Aptos</vt:lpstr>
      <vt:lpstr>Arial</vt:lpstr>
      <vt:lpstr>Avenir</vt:lpstr>
      <vt:lpstr>DM Sans</vt:lpstr>
      <vt:lpstr>DM Sans Black</vt:lpstr>
      <vt:lpstr>DM Sans ExtraLight</vt:lpstr>
      <vt:lpstr>DM Sans Light</vt:lpstr>
      <vt:lpstr>Symbol</vt:lpstr>
      <vt:lpstr>INDUSTRIELLE ALLIANCE</vt:lpstr>
      <vt:lpstr>Stratégie d’essai Workstream 4 Livraison R2</vt:lpstr>
      <vt:lpstr>Les attentes</vt:lpstr>
      <vt:lpstr>C’est quoi les niveaux (phase) de test</vt:lpstr>
      <vt:lpstr>Pour SIT R2</vt:lpstr>
      <vt:lpstr>Scope à haut niveau</vt:lpstr>
      <vt:lpstr>Workflow du projet pour WS4 - R2</vt:lpstr>
      <vt:lpstr>Livrables pour R2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Cosials, Benoit</dc:creator>
  <cp:lastModifiedBy>Cosials, Benoit</cp:lastModifiedBy>
  <cp:revision>2</cp:revision>
  <dcterms:created xsi:type="dcterms:W3CDTF">2025-11-03T20:34:47Z</dcterms:created>
  <dcterms:modified xsi:type="dcterms:W3CDTF">2026-01-16T16:53:41Z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0x0101009E3C1A93673AE84388E326B5D4CC551E</vt:lpwstr>
  </property>
  <property fmtid="{D5CDD505-2E9C-101B-9397-08002B2CF9AE}" pid="3" name="MediaServiceImageTags">
    <vt:lpwstr/>
  </property>
</Properties>
</file>