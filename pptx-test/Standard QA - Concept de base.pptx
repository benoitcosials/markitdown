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4.xml" ContentType="application/vnd.openxmlformats-officedocument.themeOverr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5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8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31" r:id="rId5"/>
  </p:sldMasterIdLst>
  <p:notesMasterIdLst>
    <p:notesMasterId r:id="rId28"/>
  </p:notesMasterIdLst>
  <p:handoutMasterIdLst>
    <p:handoutMasterId r:id="rId29"/>
  </p:handoutMasterIdLst>
  <p:sldIdLst>
    <p:sldId id="260" r:id="rId6"/>
    <p:sldId id="386" r:id="rId7"/>
    <p:sldId id="388" r:id="rId8"/>
    <p:sldId id="274" r:id="rId9"/>
    <p:sldId id="356" r:id="rId10"/>
    <p:sldId id="361" r:id="rId11"/>
    <p:sldId id="400" r:id="rId12"/>
    <p:sldId id="390" r:id="rId13"/>
    <p:sldId id="384" r:id="rId14"/>
    <p:sldId id="407" r:id="rId15"/>
    <p:sldId id="401" r:id="rId16"/>
    <p:sldId id="389" r:id="rId17"/>
    <p:sldId id="369" r:id="rId18"/>
    <p:sldId id="370" r:id="rId19"/>
    <p:sldId id="371" r:id="rId20"/>
    <p:sldId id="409" r:id="rId21"/>
    <p:sldId id="403" r:id="rId22"/>
    <p:sldId id="374" r:id="rId23"/>
    <p:sldId id="397" r:id="rId24"/>
    <p:sldId id="376" r:id="rId25"/>
    <p:sldId id="405" r:id="rId26"/>
    <p:sldId id="377" r:id="rId27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E00F304-0376-4078-B9D2-74560156F860}">
          <p14:sldIdLst>
            <p14:sldId id="260"/>
            <p14:sldId id="386"/>
            <p14:sldId id="388"/>
            <p14:sldId id="274"/>
            <p14:sldId id="356"/>
            <p14:sldId id="361"/>
            <p14:sldId id="400"/>
            <p14:sldId id="390"/>
            <p14:sldId id="384"/>
            <p14:sldId id="407"/>
            <p14:sldId id="401"/>
            <p14:sldId id="389"/>
            <p14:sldId id="369"/>
            <p14:sldId id="370"/>
            <p14:sldId id="371"/>
            <p14:sldId id="409"/>
            <p14:sldId id="403"/>
            <p14:sldId id="374"/>
            <p14:sldId id="397"/>
            <p14:sldId id="376"/>
            <p14:sldId id="405"/>
            <p14:sldId id="377"/>
          </p14:sldIdLst>
        </p14:section>
        <p14:section name="Modèle" id="{726349A6-5D57-4263-A468-F721EFD27A7F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162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71A41E-D707-8B6A-1D81-EA26D0B9F990}" name="Cosials, Benoit" initials="BC" userId="S::benoit.cosials@ia.ca::55eb508c-1f17-412e-9f09-1d82eedc926e" providerId="AD"/>
  <p188:author id="{F4A25222-7D29-7B53-FDAF-DD9383DDDF4D}" name="Garnier, Stéphane" initials="SG" userId="S::stephane.garnier@ia.ca::378c0880-ddc3-447e-82c3-7c56ecf4d8fb" providerId="AD"/>
  <p188:author id="{76A74763-6702-B22C-3605-B0FE69A44843}" name="Roberge, Jonathan" initials="JR" userId="S::Jonathan.Roberge@ia.ca::fecd99ab-6c03-4b64-9c2e-f392e3fdb29f" providerId="AD"/>
  <p188:author id="{47A19BC1-0271-F16A-D0C4-48EF16702455}" name="CFB" initials="CF" userId="CFB" providerId="None"/>
  <p188:author id="{2EAA03FB-D9E4-CE95-FEC5-D3F018770C79}" name="Jedidi, Meriem" initials="MJ" userId="S::Meriem.Jedidi@ia.ca::131ae71b-d444-4fcc-b5a8-c85daee79e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4DD9"/>
    <a:srgbClr val="FBFDFF"/>
    <a:srgbClr val="F7FCFF"/>
    <a:srgbClr val="F3FAFF"/>
    <a:srgbClr val="FFFFFF"/>
    <a:srgbClr val="F1F9FF"/>
    <a:srgbClr val="EFF0FB"/>
    <a:srgbClr val="FEFECA"/>
    <a:srgbClr val="E98E09"/>
    <a:srgbClr val="1356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C7DA04-E0DD-4B88-BD86-5E1563904970}" v="3" dt="2026-01-20T22:06:21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ge, Jonathan" userId="fecd99ab-6c03-4b64-9c2e-f392e3fdb29f" providerId="ADAL" clId="{2BFD883B-5783-4E15-86B7-28D46B3773A7}"/>
    <pc:docChg chg="modSld">
      <pc:chgData name="Roberge, Jonathan" userId="fecd99ab-6c03-4b64-9c2e-f392e3fdb29f" providerId="ADAL" clId="{2BFD883B-5783-4E15-86B7-28D46B3773A7}" dt="2026-01-14T12:48:52.715" v="1" actId="167"/>
      <pc:docMkLst>
        <pc:docMk/>
      </pc:docMkLst>
      <pc:sldChg chg="modSp mod">
        <pc:chgData name="Roberge, Jonathan" userId="fecd99ab-6c03-4b64-9c2e-f392e3fdb29f" providerId="ADAL" clId="{2BFD883B-5783-4E15-86B7-28D46B3773A7}" dt="2026-01-14T12:48:52.715" v="1" actId="167"/>
        <pc:sldMkLst>
          <pc:docMk/>
          <pc:sldMk cId="550626632" sldId="361"/>
        </pc:sldMkLst>
        <pc:graphicFrameChg chg="mod ord">
          <ac:chgData name="Roberge, Jonathan" userId="fecd99ab-6c03-4b64-9c2e-f392e3fdb29f" providerId="ADAL" clId="{2BFD883B-5783-4E15-86B7-28D46B3773A7}" dt="2026-01-14T12:48:52.715" v="1" actId="167"/>
          <ac:graphicFrameMkLst>
            <pc:docMk/>
            <pc:sldMk cId="550626632" sldId="361"/>
            <ac:graphicFrameMk id="38" creationId="{58E0E6E3-C4A9-5562-3E53-030C976655D2}"/>
          </ac:graphicFrameMkLst>
        </pc:graphicFrameChg>
      </pc:sldChg>
    </pc:docChg>
  </pc:docChgLst>
  <pc:docChgLst>
    <pc:chgData name="Cosials, Benoit" userId="55eb508c-1f17-412e-9f09-1d82eedc926e" providerId="ADAL" clId="{F4B5339F-8433-4524-BE7C-91EA99F58C5B}"/>
    <pc:docChg chg="undo custSel modSld">
      <pc:chgData name="Cosials, Benoit" userId="55eb508c-1f17-412e-9f09-1d82eedc926e" providerId="ADAL" clId="{F4B5339F-8433-4524-BE7C-91EA99F58C5B}" dt="2026-01-20T22:06:21.604" v="2" actId="478"/>
      <pc:docMkLst>
        <pc:docMk/>
      </pc:docMkLst>
      <pc:sldChg chg="addSp delSp mod">
        <pc:chgData name="Cosials, Benoit" userId="55eb508c-1f17-412e-9f09-1d82eedc926e" providerId="ADAL" clId="{F4B5339F-8433-4524-BE7C-91EA99F58C5B}" dt="2026-01-20T22:06:21.604" v="2" actId="478"/>
        <pc:sldMkLst>
          <pc:docMk/>
          <pc:sldMk cId="541900994" sldId="274"/>
        </pc:sldMkLst>
        <pc:spChg chg="add del">
          <ac:chgData name="Cosials, Benoit" userId="55eb508c-1f17-412e-9f09-1d82eedc926e" providerId="ADAL" clId="{F4B5339F-8433-4524-BE7C-91EA99F58C5B}" dt="2026-01-20T22:06:21.604" v="2" actId="478"/>
          <ac:spMkLst>
            <pc:docMk/>
            <pc:sldMk cId="541900994" sldId="274"/>
            <ac:spMk id="4" creationId="{F964F8C3-FDA3-76C1-2FC1-32F61282A805}"/>
          </ac:spMkLst>
        </pc:spChg>
      </pc:sldChg>
      <pc:sldChg chg="modSp mod">
        <pc:chgData name="Cosials, Benoit" userId="55eb508c-1f17-412e-9f09-1d82eedc926e" providerId="ADAL" clId="{F4B5339F-8433-4524-BE7C-91EA99F58C5B}" dt="2026-01-20T17:56:47.970" v="0" actId="1076"/>
        <pc:sldMkLst>
          <pc:docMk/>
          <pc:sldMk cId="550626632" sldId="361"/>
        </pc:sldMkLst>
        <pc:graphicFrameChg chg="mod">
          <ac:chgData name="Cosials, Benoit" userId="55eb508c-1f17-412e-9f09-1d82eedc926e" providerId="ADAL" clId="{F4B5339F-8433-4524-BE7C-91EA99F58C5B}" dt="2026-01-20T17:56:47.970" v="0" actId="1076"/>
          <ac:graphicFrameMkLst>
            <pc:docMk/>
            <pc:sldMk cId="550626632" sldId="361"/>
            <ac:graphicFrameMk id="31" creationId="{C02C694F-4D77-CBED-53EC-B2AA2AE99D56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1FA451-0992-426F-AAB5-2D200EA8F5A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6B41A-5CFC-42E0-A7CB-C3994DFC5E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noProof="0"/>
            <a:t>Mise en place de processus pour gérer les changements</a:t>
          </a:r>
        </a:p>
      </dgm:t>
    </dgm:pt>
    <dgm:pt modelId="{34C404FF-D73F-4856-8043-8767B92FCDFD}" type="parTrans" cxnId="{1BDBE788-1B32-49C1-A080-E187CD8C073A}">
      <dgm:prSet/>
      <dgm:spPr/>
      <dgm:t>
        <a:bodyPr/>
        <a:lstStyle/>
        <a:p>
          <a:endParaRPr lang="en-US"/>
        </a:p>
      </dgm:t>
    </dgm:pt>
    <dgm:pt modelId="{FF6B96FC-CB29-4EEA-A65B-D53FA30DE1BC}" type="sibTrans" cxnId="{1BDBE788-1B32-49C1-A080-E187CD8C073A}">
      <dgm:prSet/>
      <dgm:spPr/>
      <dgm:t>
        <a:bodyPr/>
        <a:lstStyle/>
        <a:p>
          <a:endParaRPr lang="en-US"/>
        </a:p>
      </dgm:t>
    </dgm:pt>
    <dgm:pt modelId="{06DF0C13-411B-47CE-9C51-B9C96D7B0BB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b="1" noProof="0"/>
            <a:t>Assurer le suivi des environnements de niveaux inférieurs</a:t>
          </a:r>
          <a:endParaRPr lang="fr-CA" sz="1050" noProof="0"/>
        </a:p>
      </dgm:t>
    </dgm:pt>
    <dgm:pt modelId="{E7D3CE6F-338E-457B-B781-0AA874FB688A}" type="parTrans" cxnId="{B9C94A53-6CBF-4769-A84B-3D1E46ADD9FC}">
      <dgm:prSet/>
      <dgm:spPr/>
      <dgm:t>
        <a:bodyPr/>
        <a:lstStyle/>
        <a:p>
          <a:endParaRPr lang="en-US"/>
        </a:p>
      </dgm:t>
    </dgm:pt>
    <dgm:pt modelId="{A0E76E2A-B867-44BD-9DCF-FFB1780EDDCA}" type="sibTrans" cxnId="{B9C94A53-6CBF-4769-A84B-3D1E46ADD9FC}">
      <dgm:prSet/>
      <dgm:spPr/>
      <dgm:t>
        <a:bodyPr/>
        <a:lstStyle/>
        <a:p>
          <a:endParaRPr lang="en-US"/>
        </a:p>
      </dgm:t>
    </dgm:pt>
    <dgm:pt modelId="{414CF1D3-D7EB-4971-9B5C-1424777AD2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b="1" noProof="0"/>
            <a:t>Établissement d’un processus d'essai pour chaque niveau</a:t>
          </a:r>
          <a:endParaRPr lang="fr-CA" sz="1050" noProof="0"/>
        </a:p>
      </dgm:t>
    </dgm:pt>
    <dgm:pt modelId="{44CB5BD9-1143-434A-800D-BF87ABF666C6}" type="parTrans" cxnId="{2F13B97E-6DFE-4CF1-A56F-5804362EE3F3}">
      <dgm:prSet/>
      <dgm:spPr/>
      <dgm:t>
        <a:bodyPr/>
        <a:lstStyle/>
        <a:p>
          <a:endParaRPr lang="en-US"/>
        </a:p>
      </dgm:t>
    </dgm:pt>
    <dgm:pt modelId="{4EABF413-1E01-4C89-81DC-E3950362B7FF}" type="sibTrans" cxnId="{2F13B97E-6DFE-4CF1-A56F-5804362EE3F3}">
      <dgm:prSet/>
      <dgm:spPr/>
      <dgm:t>
        <a:bodyPr/>
        <a:lstStyle/>
        <a:p>
          <a:endParaRPr lang="en-US"/>
        </a:p>
      </dgm:t>
    </dgm:pt>
    <dgm:pt modelId="{5AF2F0ED-ACF3-47A1-AC17-0397CA5284F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CA" sz="1050" noProof="0"/>
            <a:t>Coordination et planification des divers projets</a:t>
          </a:r>
        </a:p>
      </dgm:t>
    </dgm:pt>
    <dgm:pt modelId="{CDDAB807-828C-4BD4-B186-629EC3B23D6B}" type="parTrans" cxnId="{617DBFD4-98DC-4BAE-B815-9A5D18104383}">
      <dgm:prSet/>
      <dgm:spPr/>
      <dgm:t>
        <a:bodyPr/>
        <a:lstStyle/>
        <a:p>
          <a:endParaRPr lang="en-US"/>
        </a:p>
      </dgm:t>
    </dgm:pt>
    <dgm:pt modelId="{84DFBF99-360B-4B60-87B9-65E7602E7D7F}" type="sibTrans" cxnId="{617DBFD4-98DC-4BAE-B815-9A5D18104383}">
      <dgm:prSet/>
      <dgm:spPr/>
      <dgm:t>
        <a:bodyPr/>
        <a:lstStyle/>
        <a:p>
          <a:endParaRPr lang="en-US"/>
        </a:p>
      </dgm:t>
    </dgm:pt>
    <dgm:pt modelId="{59042CA9-3F8C-4BB9-A29D-B1ED980712A7}" type="pres">
      <dgm:prSet presAssocID="{5E1FA451-0992-426F-AAB5-2D200EA8F5AF}" presName="root" presStyleCnt="0">
        <dgm:presLayoutVars>
          <dgm:dir/>
          <dgm:resizeHandles val="exact"/>
        </dgm:presLayoutVars>
      </dgm:prSet>
      <dgm:spPr/>
    </dgm:pt>
    <dgm:pt modelId="{DE24EADA-C6F0-4115-8F22-600AAE0E99B7}" type="pres">
      <dgm:prSet presAssocID="{ECD6B41A-5CFC-42E0-A7CB-C3994DFC5E89}" presName="compNode" presStyleCnt="0"/>
      <dgm:spPr/>
    </dgm:pt>
    <dgm:pt modelId="{CAA53CF5-B456-4418-BEE2-82048BC91BA3}" type="pres">
      <dgm:prSet presAssocID="{ECD6B41A-5CFC-42E0-A7CB-C3994DFC5E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817A0BE5-D656-4E17-B1D4-FCF1E88E37ED}" type="pres">
      <dgm:prSet presAssocID="{ECD6B41A-5CFC-42E0-A7CB-C3994DFC5E89}" presName="spaceRect" presStyleCnt="0"/>
      <dgm:spPr/>
    </dgm:pt>
    <dgm:pt modelId="{638933B5-E79C-438B-ACA3-DBF10E3EAFD8}" type="pres">
      <dgm:prSet presAssocID="{ECD6B41A-5CFC-42E0-A7CB-C3994DFC5E89}" presName="textRect" presStyleLbl="revTx" presStyleIdx="0" presStyleCnt="4">
        <dgm:presLayoutVars>
          <dgm:chMax val="1"/>
          <dgm:chPref val="1"/>
        </dgm:presLayoutVars>
      </dgm:prSet>
      <dgm:spPr/>
    </dgm:pt>
    <dgm:pt modelId="{41456E98-3A02-4C9A-92F7-E9F5D9FF3070}" type="pres">
      <dgm:prSet presAssocID="{FF6B96FC-CB29-4EEA-A65B-D53FA30DE1BC}" presName="sibTrans" presStyleCnt="0"/>
      <dgm:spPr/>
    </dgm:pt>
    <dgm:pt modelId="{8E4CEFC1-2B10-4CFE-BF03-175AF1EAB53C}" type="pres">
      <dgm:prSet presAssocID="{06DF0C13-411B-47CE-9C51-B9C96D7B0BB4}" presName="compNode" presStyleCnt="0"/>
      <dgm:spPr/>
    </dgm:pt>
    <dgm:pt modelId="{C2CD0383-3726-4724-9AFD-90F9BA0311A9}" type="pres">
      <dgm:prSet presAssocID="{06DF0C13-411B-47CE-9C51-B9C96D7B0B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A8331EB7-A618-4DF1-A5DA-373050257477}" type="pres">
      <dgm:prSet presAssocID="{06DF0C13-411B-47CE-9C51-B9C96D7B0BB4}" presName="spaceRect" presStyleCnt="0"/>
      <dgm:spPr/>
    </dgm:pt>
    <dgm:pt modelId="{23B15B69-9A0E-4F1D-98BA-D46FD3AA28CF}" type="pres">
      <dgm:prSet presAssocID="{06DF0C13-411B-47CE-9C51-B9C96D7B0BB4}" presName="textRect" presStyleLbl="revTx" presStyleIdx="1" presStyleCnt="4">
        <dgm:presLayoutVars>
          <dgm:chMax val="1"/>
          <dgm:chPref val="1"/>
        </dgm:presLayoutVars>
      </dgm:prSet>
      <dgm:spPr/>
    </dgm:pt>
    <dgm:pt modelId="{BE1DCE86-C7D7-4AE8-A371-92AA522A2A50}" type="pres">
      <dgm:prSet presAssocID="{A0E76E2A-B867-44BD-9DCF-FFB1780EDDCA}" presName="sibTrans" presStyleCnt="0"/>
      <dgm:spPr/>
    </dgm:pt>
    <dgm:pt modelId="{8AE36D6A-CAA5-4564-BADA-22E2F38F27CD}" type="pres">
      <dgm:prSet presAssocID="{414CF1D3-D7EB-4971-9B5C-1424777AD2F7}" presName="compNode" presStyleCnt="0"/>
      <dgm:spPr/>
    </dgm:pt>
    <dgm:pt modelId="{0D18A4BC-D6B7-44B1-9D86-AE76022BAD6D}" type="pres">
      <dgm:prSet presAssocID="{414CF1D3-D7EB-4971-9B5C-1424777AD2F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e de contrôle"/>
        </a:ext>
      </dgm:extLst>
    </dgm:pt>
    <dgm:pt modelId="{732D5113-EC3B-408D-AD82-8CD0D34E3CD1}" type="pres">
      <dgm:prSet presAssocID="{414CF1D3-D7EB-4971-9B5C-1424777AD2F7}" presName="spaceRect" presStyleCnt="0"/>
      <dgm:spPr/>
    </dgm:pt>
    <dgm:pt modelId="{A36CD16A-BB4C-4925-8A34-CD93AF607F54}" type="pres">
      <dgm:prSet presAssocID="{414CF1D3-D7EB-4971-9B5C-1424777AD2F7}" presName="textRect" presStyleLbl="revTx" presStyleIdx="2" presStyleCnt="4">
        <dgm:presLayoutVars>
          <dgm:chMax val="1"/>
          <dgm:chPref val="1"/>
        </dgm:presLayoutVars>
      </dgm:prSet>
      <dgm:spPr/>
    </dgm:pt>
    <dgm:pt modelId="{255FE70B-782D-4B82-8D6B-CA0BEE1F9D2A}" type="pres">
      <dgm:prSet presAssocID="{4EABF413-1E01-4C89-81DC-E3950362B7FF}" presName="sibTrans" presStyleCnt="0"/>
      <dgm:spPr/>
    </dgm:pt>
    <dgm:pt modelId="{726F1FED-1689-4B10-A057-DF839D05CDD0}" type="pres">
      <dgm:prSet presAssocID="{5AF2F0ED-ACF3-47A1-AC17-0397CA5284F1}" presName="compNode" presStyleCnt="0"/>
      <dgm:spPr/>
    </dgm:pt>
    <dgm:pt modelId="{35DB13DA-F6D8-46E3-8BF0-65ADF64C4AF3}" type="pres">
      <dgm:prSet presAssocID="{5AF2F0ED-ACF3-47A1-AC17-0397CA5284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éunion"/>
        </a:ext>
      </dgm:extLst>
    </dgm:pt>
    <dgm:pt modelId="{73EC11A6-D223-49E3-9C47-2FC9867C806C}" type="pres">
      <dgm:prSet presAssocID="{5AF2F0ED-ACF3-47A1-AC17-0397CA5284F1}" presName="spaceRect" presStyleCnt="0"/>
      <dgm:spPr/>
    </dgm:pt>
    <dgm:pt modelId="{EB3877BC-C0C0-496E-AD6F-B41AE64C04CC}" type="pres">
      <dgm:prSet presAssocID="{5AF2F0ED-ACF3-47A1-AC17-0397CA5284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D94036B-20A9-4D5F-A1A1-0E47B54BF037}" type="presOf" srcId="{06DF0C13-411B-47CE-9C51-B9C96D7B0BB4}" destId="{23B15B69-9A0E-4F1D-98BA-D46FD3AA28CF}" srcOrd="0" destOrd="0" presId="urn:microsoft.com/office/officeart/2018/2/layout/IconLabelList"/>
    <dgm:cxn modelId="{B9C94A53-6CBF-4769-A84B-3D1E46ADD9FC}" srcId="{5E1FA451-0992-426F-AAB5-2D200EA8F5AF}" destId="{06DF0C13-411B-47CE-9C51-B9C96D7B0BB4}" srcOrd="1" destOrd="0" parTransId="{E7D3CE6F-338E-457B-B781-0AA874FB688A}" sibTransId="{A0E76E2A-B867-44BD-9DCF-FFB1780EDDCA}"/>
    <dgm:cxn modelId="{2F13B97E-6DFE-4CF1-A56F-5804362EE3F3}" srcId="{5E1FA451-0992-426F-AAB5-2D200EA8F5AF}" destId="{414CF1D3-D7EB-4971-9B5C-1424777AD2F7}" srcOrd="2" destOrd="0" parTransId="{44CB5BD9-1143-434A-800D-BF87ABF666C6}" sibTransId="{4EABF413-1E01-4C89-81DC-E3950362B7FF}"/>
    <dgm:cxn modelId="{1BDBE788-1B32-49C1-A080-E187CD8C073A}" srcId="{5E1FA451-0992-426F-AAB5-2D200EA8F5AF}" destId="{ECD6B41A-5CFC-42E0-A7CB-C3994DFC5E89}" srcOrd="0" destOrd="0" parTransId="{34C404FF-D73F-4856-8043-8767B92FCDFD}" sibTransId="{FF6B96FC-CB29-4EEA-A65B-D53FA30DE1BC}"/>
    <dgm:cxn modelId="{190AC292-3807-4016-B525-A39E5C44D6B6}" type="presOf" srcId="{5AF2F0ED-ACF3-47A1-AC17-0397CA5284F1}" destId="{EB3877BC-C0C0-496E-AD6F-B41AE64C04CC}" srcOrd="0" destOrd="0" presId="urn:microsoft.com/office/officeart/2018/2/layout/IconLabelList"/>
    <dgm:cxn modelId="{8FEF34B2-F95A-4965-B149-B12FC7DF0276}" type="presOf" srcId="{5E1FA451-0992-426F-AAB5-2D200EA8F5AF}" destId="{59042CA9-3F8C-4BB9-A29D-B1ED980712A7}" srcOrd="0" destOrd="0" presId="urn:microsoft.com/office/officeart/2018/2/layout/IconLabelList"/>
    <dgm:cxn modelId="{617DBFD4-98DC-4BAE-B815-9A5D18104383}" srcId="{5E1FA451-0992-426F-AAB5-2D200EA8F5AF}" destId="{5AF2F0ED-ACF3-47A1-AC17-0397CA5284F1}" srcOrd="3" destOrd="0" parTransId="{CDDAB807-828C-4BD4-B186-629EC3B23D6B}" sibTransId="{84DFBF99-360B-4B60-87B9-65E7602E7D7F}"/>
    <dgm:cxn modelId="{0690D0EF-7295-4546-BAFE-AA3D399F9933}" type="presOf" srcId="{414CF1D3-D7EB-4971-9B5C-1424777AD2F7}" destId="{A36CD16A-BB4C-4925-8A34-CD93AF607F54}" srcOrd="0" destOrd="0" presId="urn:microsoft.com/office/officeart/2018/2/layout/IconLabelList"/>
    <dgm:cxn modelId="{C851ADFA-3D12-44F8-BA9A-86D655B3D518}" type="presOf" srcId="{ECD6B41A-5CFC-42E0-A7CB-C3994DFC5E89}" destId="{638933B5-E79C-438B-ACA3-DBF10E3EAFD8}" srcOrd="0" destOrd="0" presId="urn:microsoft.com/office/officeart/2018/2/layout/IconLabelList"/>
    <dgm:cxn modelId="{5DB12B58-F814-4CAF-95FA-0CD11E3B2433}" type="presParOf" srcId="{59042CA9-3F8C-4BB9-A29D-B1ED980712A7}" destId="{DE24EADA-C6F0-4115-8F22-600AAE0E99B7}" srcOrd="0" destOrd="0" presId="urn:microsoft.com/office/officeart/2018/2/layout/IconLabelList"/>
    <dgm:cxn modelId="{AFA0043E-D9D2-443F-8446-B838B5C52933}" type="presParOf" srcId="{DE24EADA-C6F0-4115-8F22-600AAE0E99B7}" destId="{CAA53CF5-B456-4418-BEE2-82048BC91BA3}" srcOrd="0" destOrd="0" presId="urn:microsoft.com/office/officeart/2018/2/layout/IconLabelList"/>
    <dgm:cxn modelId="{84BE14D8-862D-44BC-89D6-1E8BA6E81B48}" type="presParOf" srcId="{DE24EADA-C6F0-4115-8F22-600AAE0E99B7}" destId="{817A0BE5-D656-4E17-B1D4-FCF1E88E37ED}" srcOrd="1" destOrd="0" presId="urn:microsoft.com/office/officeart/2018/2/layout/IconLabelList"/>
    <dgm:cxn modelId="{794F0B82-28B7-4B11-9DCA-F61348D1D402}" type="presParOf" srcId="{DE24EADA-C6F0-4115-8F22-600AAE0E99B7}" destId="{638933B5-E79C-438B-ACA3-DBF10E3EAFD8}" srcOrd="2" destOrd="0" presId="urn:microsoft.com/office/officeart/2018/2/layout/IconLabelList"/>
    <dgm:cxn modelId="{BFD8BD0C-B407-48DD-884A-C9E8743116CD}" type="presParOf" srcId="{59042CA9-3F8C-4BB9-A29D-B1ED980712A7}" destId="{41456E98-3A02-4C9A-92F7-E9F5D9FF3070}" srcOrd="1" destOrd="0" presId="urn:microsoft.com/office/officeart/2018/2/layout/IconLabelList"/>
    <dgm:cxn modelId="{D96D31DB-7D1B-407F-9793-7130FDA6ED10}" type="presParOf" srcId="{59042CA9-3F8C-4BB9-A29D-B1ED980712A7}" destId="{8E4CEFC1-2B10-4CFE-BF03-175AF1EAB53C}" srcOrd="2" destOrd="0" presId="urn:microsoft.com/office/officeart/2018/2/layout/IconLabelList"/>
    <dgm:cxn modelId="{39E9E0B6-E320-4D85-84B9-DEFE8C7D2FA3}" type="presParOf" srcId="{8E4CEFC1-2B10-4CFE-BF03-175AF1EAB53C}" destId="{C2CD0383-3726-4724-9AFD-90F9BA0311A9}" srcOrd="0" destOrd="0" presId="urn:microsoft.com/office/officeart/2018/2/layout/IconLabelList"/>
    <dgm:cxn modelId="{96B3E38E-C3BD-40BB-A37A-488C81E235E7}" type="presParOf" srcId="{8E4CEFC1-2B10-4CFE-BF03-175AF1EAB53C}" destId="{A8331EB7-A618-4DF1-A5DA-373050257477}" srcOrd="1" destOrd="0" presId="urn:microsoft.com/office/officeart/2018/2/layout/IconLabelList"/>
    <dgm:cxn modelId="{ED8175F4-9778-486C-A2D4-BC9FC945E269}" type="presParOf" srcId="{8E4CEFC1-2B10-4CFE-BF03-175AF1EAB53C}" destId="{23B15B69-9A0E-4F1D-98BA-D46FD3AA28CF}" srcOrd="2" destOrd="0" presId="urn:microsoft.com/office/officeart/2018/2/layout/IconLabelList"/>
    <dgm:cxn modelId="{F874B303-F488-4271-BA57-1F2C63D445CA}" type="presParOf" srcId="{59042CA9-3F8C-4BB9-A29D-B1ED980712A7}" destId="{BE1DCE86-C7D7-4AE8-A371-92AA522A2A50}" srcOrd="3" destOrd="0" presId="urn:microsoft.com/office/officeart/2018/2/layout/IconLabelList"/>
    <dgm:cxn modelId="{C8140075-3E21-4D96-930E-E1588DA0807E}" type="presParOf" srcId="{59042CA9-3F8C-4BB9-A29D-B1ED980712A7}" destId="{8AE36D6A-CAA5-4564-BADA-22E2F38F27CD}" srcOrd="4" destOrd="0" presId="urn:microsoft.com/office/officeart/2018/2/layout/IconLabelList"/>
    <dgm:cxn modelId="{73B786B2-E6C2-4D9E-9F3C-598A1E0FAA24}" type="presParOf" srcId="{8AE36D6A-CAA5-4564-BADA-22E2F38F27CD}" destId="{0D18A4BC-D6B7-44B1-9D86-AE76022BAD6D}" srcOrd="0" destOrd="0" presId="urn:microsoft.com/office/officeart/2018/2/layout/IconLabelList"/>
    <dgm:cxn modelId="{CFBA8DDA-BC41-45AD-8CFD-96DDB32CB2C5}" type="presParOf" srcId="{8AE36D6A-CAA5-4564-BADA-22E2F38F27CD}" destId="{732D5113-EC3B-408D-AD82-8CD0D34E3CD1}" srcOrd="1" destOrd="0" presId="urn:microsoft.com/office/officeart/2018/2/layout/IconLabelList"/>
    <dgm:cxn modelId="{61813706-348D-47E2-B899-79CAA09E61C9}" type="presParOf" srcId="{8AE36D6A-CAA5-4564-BADA-22E2F38F27CD}" destId="{A36CD16A-BB4C-4925-8A34-CD93AF607F54}" srcOrd="2" destOrd="0" presId="urn:microsoft.com/office/officeart/2018/2/layout/IconLabelList"/>
    <dgm:cxn modelId="{5DE7AA29-7BC8-4A22-AF17-A85B7EEA0434}" type="presParOf" srcId="{59042CA9-3F8C-4BB9-A29D-B1ED980712A7}" destId="{255FE70B-782D-4B82-8D6B-CA0BEE1F9D2A}" srcOrd="5" destOrd="0" presId="urn:microsoft.com/office/officeart/2018/2/layout/IconLabelList"/>
    <dgm:cxn modelId="{FE644D99-AB5F-497E-AF0B-D8AC0E66FD5B}" type="presParOf" srcId="{59042CA9-3F8C-4BB9-A29D-B1ED980712A7}" destId="{726F1FED-1689-4B10-A057-DF839D05CDD0}" srcOrd="6" destOrd="0" presId="urn:microsoft.com/office/officeart/2018/2/layout/IconLabelList"/>
    <dgm:cxn modelId="{4A884AAE-8BB9-481C-A033-6D3C14AE731C}" type="presParOf" srcId="{726F1FED-1689-4B10-A057-DF839D05CDD0}" destId="{35DB13DA-F6D8-46E3-8BF0-65ADF64C4AF3}" srcOrd="0" destOrd="0" presId="urn:microsoft.com/office/officeart/2018/2/layout/IconLabelList"/>
    <dgm:cxn modelId="{801B8A22-6709-4A0C-8E41-E88DAD44D9EF}" type="presParOf" srcId="{726F1FED-1689-4B10-A057-DF839D05CDD0}" destId="{73EC11A6-D223-49E3-9C47-2FC9867C806C}" srcOrd="1" destOrd="0" presId="urn:microsoft.com/office/officeart/2018/2/layout/IconLabelList"/>
    <dgm:cxn modelId="{FD7F6657-3F9D-4547-B97F-A6C304D4A419}" type="presParOf" srcId="{726F1FED-1689-4B10-A057-DF839D05CDD0}" destId="{EB3877BC-C0C0-496E-AD6F-B41AE64C04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F315F3-9630-48CE-B4C9-24C1DD9A67B8}" type="doc">
      <dgm:prSet loTypeId="urn:microsoft.com/office/officeart/2005/8/layout/pyramid1" loCatId="pyramid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fr-CA"/>
        </a:p>
      </dgm:t>
    </dgm:pt>
    <dgm:pt modelId="{E7EF897B-C230-4D5D-9F2C-867D10652EAB}">
      <dgm:prSet phldrT="[Texte]" phldr="0"/>
      <dgm:spPr/>
      <dgm:t>
        <a:bodyPr/>
        <a:lstStyle/>
        <a:p>
          <a:r>
            <a:rPr lang="fr-CA" noProof="0"/>
            <a:t>Acceptation</a:t>
          </a:r>
        </a:p>
      </dgm:t>
    </dgm:pt>
    <dgm:pt modelId="{D4B43E5E-4AAD-4E82-94CF-10DE568A491D}" type="parTrans" cxnId="{3AF0623E-04BF-4A33-86A8-9388C17A1AE1}">
      <dgm:prSet/>
      <dgm:spPr/>
      <dgm:t>
        <a:bodyPr/>
        <a:lstStyle/>
        <a:p>
          <a:endParaRPr lang="fr-CA"/>
        </a:p>
      </dgm:t>
    </dgm:pt>
    <dgm:pt modelId="{8FDA8072-1B44-4C93-9BDF-98CB8632DF24}" type="sibTrans" cxnId="{3AF0623E-04BF-4A33-86A8-9388C17A1AE1}">
      <dgm:prSet/>
      <dgm:spPr/>
      <dgm:t>
        <a:bodyPr/>
        <a:lstStyle/>
        <a:p>
          <a:endParaRPr lang="fr-CA"/>
        </a:p>
      </dgm:t>
    </dgm:pt>
    <dgm:pt modelId="{CF8B4498-A7EF-4666-A111-FF7DAA559E26}">
      <dgm:prSet phldrT="[Texte]" phldr="0"/>
      <dgm:spPr/>
      <dgm:t>
        <a:bodyPr/>
        <a:lstStyle/>
        <a:p>
          <a:r>
            <a:rPr lang="fr-CA" noProof="0"/>
            <a:t>Systèmes</a:t>
          </a:r>
        </a:p>
      </dgm:t>
    </dgm:pt>
    <dgm:pt modelId="{4F25F8B5-45DA-4991-AA95-5DB17C64A8DF}" type="parTrans" cxnId="{A2D71814-0A8C-4FC5-9BE4-DD0EF3E832C9}">
      <dgm:prSet/>
      <dgm:spPr/>
      <dgm:t>
        <a:bodyPr/>
        <a:lstStyle/>
        <a:p>
          <a:endParaRPr lang="fr-CA"/>
        </a:p>
      </dgm:t>
    </dgm:pt>
    <dgm:pt modelId="{CFB6BE72-07F0-48B4-A99A-82EB2B56D7A1}" type="sibTrans" cxnId="{A2D71814-0A8C-4FC5-9BE4-DD0EF3E832C9}">
      <dgm:prSet/>
      <dgm:spPr/>
      <dgm:t>
        <a:bodyPr/>
        <a:lstStyle/>
        <a:p>
          <a:endParaRPr lang="fr-CA"/>
        </a:p>
      </dgm:t>
    </dgm:pt>
    <dgm:pt modelId="{643D226D-D9AD-43B4-AE68-ED563DF344FE}">
      <dgm:prSet phldrT="[Texte]" phldr="0"/>
      <dgm:spPr/>
      <dgm:t>
        <a:bodyPr/>
        <a:lstStyle/>
        <a:p>
          <a:r>
            <a:rPr lang="fr-CA" noProof="0"/>
            <a:t>Composants</a:t>
          </a:r>
        </a:p>
      </dgm:t>
    </dgm:pt>
    <dgm:pt modelId="{FFE7BADD-35A9-4D0C-AF48-1E85F6B8C12E}" type="parTrans" cxnId="{841E4898-DBA8-4174-AC95-D869A5AAE3F6}">
      <dgm:prSet/>
      <dgm:spPr/>
      <dgm:t>
        <a:bodyPr/>
        <a:lstStyle/>
        <a:p>
          <a:endParaRPr lang="fr-CA"/>
        </a:p>
      </dgm:t>
    </dgm:pt>
    <dgm:pt modelId="{698C43AF-5F66-4B23-84E3-8CE16E434244}" type="sibTrans" cxnId="{841E4898-DBA8-4174-AC95-D869A5AAE3F6}">
      <dgm:prSet/>
      <dgm:spPr/>
      <dgm:t>
        <a:bodyPr/>
        <a:lstStyle/>
        <a:p>
          <a:endParaRPr lang="fr-CA"/>
        </a:p>
      </dgm:t>
    </dgm:pt>
    <dgm:pt modelId="{7CD24B7A-1E96-4EC5-9C94-0D98B2195C36}" type="pres">
      <dgm:prSet presAssocID="{35F315F3-9630-48CE-B4C9-24C1DD9A67B8}" presName="Name0" presStyleCnt="0">
        <dgm:presLayoutVars>
          <dgm:dir/>
          <dgm:animLvl val="lvl"/>
          <dgm:resizeHandles val="exact"/>
        </dgm:presLayoutVars>
      </dgm:prSet>
      <dgm:spPr/>
    </dgm:pt>
    <dgm:pt modelId="{540136CC-9239-4C53-B7F8-2B6DF5504122}" type="pres">
      <dgm:prSet presAssocID="{E7EF897B-C230-4D5D-9F2C-867D10652EAB}" presName="Name8" presStyleCnt="0"/>
      <dgm:spPr/>
    </dgm:pt>
    <dgm:pt modelId="{758E0C60-3A04-4E15-8596-2E10C86AB784}" type="pres">
      <dgm:prSet presAssocID="{E7EF897B-C230-4D5D-9F2C-867D10652EAB}" presName="level" presStyleLbl="node1" presStyleIdx="0" presStyleCnt="3">
        <dgm:presLayoutVars>
          <dgm:chMax val="1"/>
          <dgm:bulletEnabled val="1"/>
        </dgm:presLayoutVars>
      </dgm:prSet>
      <dgm:spPr/>
    </dgm:pt>
    <dgm:pt modelId="{D2B3B3B5-6C3E-4917-8A5B-8E77EBAA123A}" type="pres">
      <dgm:prSet presAssocID="{E7EF897B-C230-4D5D-9F2C-867D10652EA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1B4202-95E5-47AB-8998-97D3BBF02BC8}" type="pres">
      <dgm:prSet presAssocID="{CF8B4498-A7EF-4666-A111-FF7DAA559E26}" presName="Name8" presStyleCnt="0"/>
      <dgm:spPr/>
    </dgm:pt>
    <dgm:pt modelId="{41128018-902D-47A1-8D60-5F2A08381528}" type="pres">
      <dgm:prSet presAssocID="{CF8B4498-A7EF-4666-A111-FF7DAA559E26}" presName="level" presStyleLbl="node1" presStyleIdx="1" presStyleCnt="3">
        <dgm:presLayoutVars>
          <dgm:chMax val="1"/>
          <dgm:bulletEnabled val="1"/>
        </dgm:presLayoutVars>
      </dgm:prSet>
      <dgm:spPr/>
    </dgm:pt>
    <dgm:pt modelId="{E8881395-8DA5-4C59-A35E-4D96FDEF8F08}" type="pres">
      <dgm:prSet presAssocID="{CF8B4498-A7EF-4666-A111-FF7DAA559E2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A147D82-F89D-40D7-8D23-B6355A2E3614}" type="pres">
      <dgm:prSet presAssocID="{643D226D-D9AD-43B4-AE68-ED563DF344FE}" presName="Name8" presStyleCnt="0"/>
      <dgm:spPr/>
    </dgm:pt>
    <dgm:pt modelId="{966775C4-702D-4A78-98DC-1FB3F9719B82}" type="pres">
      <dgm:prSet presAssocID="{643D226D-D9AD-43B4-AE68-ED563DF344FE}" presName="level" presStyleLbl="node1" presStyleIdx="2" presStyleCnt="3" custLinFactNeighborX="-5888" custLinFactNeighborY="482">
        <dgm:presLayoutVars>
          <dgm:chMax val="1"/>
          <dgm:bulletEnabled val="1"/>
        </dgm:presLayoutVars>
      </dgm:prSet>
      <dgm:spPr/>
    </dgm:pt>
    <dgm:pt modelId="{EDEE6A6E-A434-4008-889E-FE9FA990F0CE}" type="pres">
      <dgm:prSet presAssocID="{643D226D-D9AD-43B4-AE68-ED563DF344F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A2D71814-0A8C-4FC5-9BE4-DD0EF3E832C9}" srcId="{35F315F3-9630-48CE-B4C9-24C1DD9A67B8}" destId="{CF8B4498-A7EF-4666-A111-FF7DAA559E26}" srcOrd="1" destOrd="0" parTransId="{4F25F8B5-45DA-4991-AA95-5DB17C64A8DF}" sibTransId="{CFB6BE72-07F0-48B4-A99A-82EB2B56D7A1}"/>
    <dgm:cxn modelId="{28CD6C16-387A-4F8A-B2CD-2B2E5192A6EA}" type="presOf" srcId="{35F315F3-9630-48CE-B4C9-24C1DD9A67B8}" destId="{7CD24B7A-1E96-4EC5-9C94-0D98B2195C36}" srcOrd="0" destOrd="0" presId="urn:microsoft.com/office/officeart/2005/8/layout/pyramid1"/>
    <dgm:cxn modelId="{BEF77423-47A8-43BD-AE45-9CC862EE0239}" type="presOf" srcId="{643D226D-D9AD-43B4-AE68-ED563DF344FE}" destId="{EDEE6A6E-A434-4008-889E-FE9FA990F0CE}" srcOrd="1" destOrd="0" presId="urn:microsoft.com/office/officeart/2005/8/layout/pyramid1"/>
    <dgm:cxn modelId="{3AF0623E-04BF-4A33-86A8-9388C17A1AE1}" srcId="{35F315F3-9630-48CE-B4C9-24C1DD9A67B8}" destId="{E7EF897B-C230-4D5D-9F2C-867D10652EAB}" srcOrd="0" destOrd="0" parTransId="{D4B43E5E-4AAD-4E82-94CF-10DE568A491D}" sibTransId="{8FDA8072-1B44-4C93-9BDF-98CB8632DF24}"/>
    <dgm:cxn modelId="{336F624E-0667-4F6C-ADDF-2FE548AA8A74}" type="presOf" srcId="{E7EF897B-C230-4D5D-9F2C-867D10652EAB}" destId="{D2B3B3B5-6C3E-4917-8A5B-8E77EBAA123A}" srcOrd="1" destOrd="0" presId="urn:microsoft.com/office/officeart/2005/8/layout/pyramid1"/>
    <dgm:cxn modelId="{2EF9B07F-4B11-4F08-96BB-BCC3AD77AC39}" type="presOf" srcId="{E7EF897B-C230-4D5D-9F2C-867D10652EAB}" destId="{758E0C60-3A04-4E15-8596-2E10C86AB784}" srcOrd="0" destOrd="0" presId="urn:microsoft.com/office/officeart/2005/8/layout/pyramid1"/>
    <dgm:cxn modelId="{FADD2888-C314-4D58-8EB1-A381534DD089}" type="presOf" srcId="{CF8B4498-A7EF-4666-A111-FF7DAA559E26}" destId="{E8881395-8DA5-4C59-A35E-4D96FDEF8F08}" srcOrd="1" destOrd="0" presId="urn:microsoft.com/office/officeart/2005/8/layout/pyramid1"/>
    <dgm:cxn modelId="{841E4898-DBA8-4174-AC95-D869A5AAE3F6}" srcId="{35F315F3-9630-48CE-B4C9-24C1DD9A67B8}" destId="{643D226D-D9AD-43B4-AE68-ED563DF344FE}" srcOrd="2" destOrd="0" parTransId="{FFE7BADD-35A9-4D0C-AF48-1E85F6B8C12E}" sibTransId="{698C43AF-5F66-4B23-84E3-8CE16E434244}"/>
    <dgm:cxn modelId="{ADD4FB9F-C315-4E76-B124-163AC3534916}" type="presOf" srcId="{CF8B4498-A7EF-4666-A111-FF7DAA559E26}" destId="{41128018-902D-47A1-8D60-5F2A08381528}" srcOrd="0" destOrd="0" presId="urn:microsoft.com/office/officeart/2005/8/layout/pyramid1"/>
    <dgm:cxn modelId="{8C1E46D0-7F8A-4BDA-878B-3B7626861463}" type="presOf" srcId="{643D226D-D9AD-43B4-AE68-ED563DF344FE}" destId="{966775C4-702D-4A78-98DC-1FB3F9719B82}" srcOrd="0" destOrd="0" presId="urn:microsoft.com/office/officeart/2005/8/layout/pyramid1"/>
    <dgm:cxn modelId="{A9786E9A-3080-4CCA-9BE1-1CBFA1207E93}" type="presParOf" srcId="{7CD24B7A-1E96-4EC5-9C94-0D98B2195C36}" destId="{540136CC-9239-4C53-B7F8-2B6DF5504122}" srcOrd="0" destOrd="0" presId="urn:microsoft.com/office/officeart/2005/8/layout/pyramid1"/>
    <dgm:cxn modelId="{CD61032A-CC57-4EE0-9FA9-DF9EF095ECC2}" type="presParOf" srcId="{540136CC-9239-4C53-B7F8-2B6DF5504122}" destId="{758E0C60-3A04-4E15-8596-2E10C86AB784}" srcOrd="0" destOrd="0" presId="urn:microsoft.com/office/officeart/2005/8/layout/pyramid1"/>
    <dgm:cxn modelId="{06AB7289-5CA2-4B41-A5EF-9CFC038BD555}" type="presParOf" srcId="{540136CC-9239-4C53-B7F8-2B6DF5504122}" destId="{D2B3B3B5-6C3E-4917-8A5B-8E77EBAA123A}" srcOrd="1" destOrd="0" presId="urn:microsoft.com/office/officeart/2005/8/layout/pyramid1"/>
    <dgm:cxn modelId="{3879DCD5-9962-498E-A8C8-5ABE7723031A}" type="presParOf" srcId="{7CD24B7A-1E96-4EC5-9C94-0D98B2195C36}" destId="{A81B4202-95E5-47AB-8998-97D3BBF02BC8}" srcOrd="1" destOrd="0" presId="urn:microsoft.com/office/officeart/2005/8/layout/pyramid1"/>
    <dgm:cxn modelId="{EAE98967-B7D7-49C1-AABF-68CB2ECF31BB}" type="presParOf" srcId="{A81B4202-95E5-47AB-8998-97D3BBF02BC8}" destId="{41128018-902D-47A1-8D60-5F2A08381528}" srcOrd="0" destOrd="0" presId="urn:microsoft.com/office/officeart/2005/8/layout/pyramid1"/>
    <dgm:cxn modelId="{DED90CF4-A295-4B80-9D23-A093D0684E6A}" type="presParOf" srcId="{A81B4202-95E5-47AB-8998-97D3BBF02BC8}" destId="{E8881395-8DA5-4C59-A35E-4D96FDEF8F08}" srcOrd="1" destOrd="0" presId="urn:microsoft.com/office/officeart/2005/8/layout/pyramid1"/>
    <dgm:cxn modelId="{B4B52A7A-C845-483C-9B94-FAB968DC043E}" type="presParOf" srcId="{7CD24B7A-1E96-4EC5-9C94-0D98B2195C36}" destId="{9A147D82-F89D-40D7-8D23-B6355A2E3614}" srcOrd="2" destOrd="0" presId="urn:microsoft.com/office/officeart/2005/8/layout/pyramid1"/>
    <dgm:cxn modelId="{D2B9DF0D-7FAF-4FD9-8678-E4CB0D5639C3}" type="presParOf" srcId="{9A147D82-F89D-40D7-8D23-B6355A2E3614}" destId="{966775C4-702D-4A78-98DC-1FB3F9719B82}" srcOrd="0" destOrd="0" presId="urn:microsoft.com/office/officeart/2005/8/layout/pyramid1"/>
    <dgm:cxn modelId="{E2FA69DD-C714-47AA-B6F0-ED1B70446959}" type="presParOf" srcId="{9A147D82-F89D-40D7-8D23-B6355A2E3614}" destId="{EDEE6A6E-A434-4008-889E-FE9FA990F0CE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C2D92C-BB85-4596-8DA4-1E557716E7A0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6809EF6-E0A9-4A5D-A4AD-5B8609C2DECF}">
      <dgm:prSet custT="1"/>
      <dgm:spPr/>
      <dgm:t>
        <a:bodyPr/>
        <a:lstStyle/>
        <a:p>
          <a:r>
            <a:rPr lang="fr-CA" sz="1500" kern="1200" noProof="0">
              <a:latin typeface="DM Sans"/>
              <a:ea typeface="+mn-ea"/>
              <a:cs typeface="+mn-cs"/>
            </a:rPr>
            <a:t>Structurer les scénarios </a:t>
          </a:r>
          <a:r>
            <a:rPr lang="fr-CA" sz="1500" kern="1200" noProof="0"/>
            <a:t>et les cas de test</a:t>
          </a:r>
        </a:p>
      </dgm:t>
    </dgm:pt>
    <dgm:pt modelId="{4E7D3F0C-9988-4D75-80E0-2E447BF7DBE0}" type="parTrans" cxnId="{24374CBB-5378-4D75-9A7A-4230298D547E}">
      <dgm:prSet/>
      <dgm:spPr/>
      <dgm:t>
        <a:bodyPr/>
        <a:lstStyle/>
        <a:p>
          <a:endParaRPr lang="en-US"/>
        </a:p>
      </dgm:t>
    </dgm:pt>
    <dgm:pt modelId="{0DC95D52-885F-46B5-87EC-02AA5E748353}" type="sibTrans" cxnId="{24374CBB-5378-4D75-9A7A-4230298D547E}">
      <dgm:prSet/>
      <dgm:spPr/>
      <dgm:t>
        <a:bodyPr/>
        <a:lstStyle/>
        <a:p>
          <a:endParaRPr lang="en-US"/>
        </a:p>
      </dgm:t>
    </dgm:pt>
    <dgm:pt modelId="{DB8949BA-FB14-430D-954D-55E19B2F30D9}">
      <dgm:prSet custT="1"/>
      <dgm:spPr/>
      <dgm:t>
        <a:bodyPr/>
        <a:lstStyle/>
        <a:p>
          <a:r>
            <a:rPr lang="fr-CA" sz="1500" noProof="0"/>
            <a:t>Garantir l’harmonisation entre les équipes</a:t>
          </a:r>
        </a:p>
      </dgm:t>
    </dgm:pt>
    <dgm:pt modelId="{406EB8A1-9AD9-48E1-9D84-9FCFEB2E16B1}" type="parTrans" cxnId="{E7E6FF30-403A-4D5E-B554-D446E1478FF0}">
      <dgm:prSet/>
      <dgm:spPr/>
      <dgm:t>
        <a:bodyPr/>
        <a:lstStyle/>
        <a:p>
          <a:endParaRPr lang="en-US"/>
        </a:p>
      </dgm:t>
    </dgm:pt>
    <dgm:pt modelId="{0BF3708D-A9BE-4247-A211-5D5BB8959E5F}" type="sibTrans" cxnId="{E7E6FF30-403A-4D5E-B554-D446E1478FF0}">
      <dgm:prSet/>
      <dgm:spPr/>
      <dgm:t>
        <a:bodyPr/>
        <a:lstStyle/>
        <a:p>
          <a:endParaRPr lang="en-US"/>
        </a:p>
      </dgm:t>
    </dgm:pt>
    <dgm:pt modelId="{17F7F8EB-E302-401C-A7BD-B3204E9870D9}">
      <dgm:prSet custT="1"/>
      <dgm:spPr/>
      <dgm:t>
        <a:bodyPr/>
        <a:lstStyle/>
        <a:p>
          <a:r>
            <a:rPr lang="fr-CA" sz="1500" noProof="0"/>
            <a:t>Simplifier le suivi et la gestion</a:t>
          </a:r>
        </a:p>
      </dgm:t>
    </dgm:pt>
    <dgm:pt modelId="{976192B4-14BD-4F19-9360-0F5DEC198990}" type="parTrans" cxnId="{D4B4D0E2-715F-4C50-BD06-D4396E9B65C2}">
      <dgm:prSet/>
      <dgm:spPr/>
      <dgm:t>
        <a:bodyPr/>
        <a:lstStyle/>
        <a:p>
          <a:endParaRPr lang="en-US"/>
        </a:p>
      </dgm:t>
    </dgm:pt>
    <dgm:pt modelId="{5879BF9C-6619-4BAE-9C9F-15DE278373C3}" type="sibTrans" cxnId="{D4B4D0E2-715F-4C50-BD06-D4396E9B65C2}">
      <dgm:prSet/>
      <dgm:spPr/>
      <dgm:t>
        <a:bodyPr/>
        <a:lstStyle/>
        <a:p>
          <a:endParaRPr lang="en-US"/>
        </a:p>
      </dgm:t>
    </dgm:pt>
    <dgm:pt modelId="{7EFC19C4-3A00-4A34-83FC-015EC0312D86}">
      <dgm:prSet custT="1"/>
      <dgm:spPr/>
      <dgm:t>
        <a:bodyPr/>
        <a:lstStyle/>
        <a:p>
          <a:r>
            <a:rPr lang="fr-CA" sz="1500" noProof="0"/>
            <a:t>Améliorer l’efficacité de la mise en production</a:t>
          </a:r>
        </a:p>
      </dgm:t>
    </dgm:pt>
    <dgm:pt modelId="{8BCD070D-6660-4737-B290-ADA1620D33AB}" type="parTrans" cxnId="{887672D1-6002-4DF8-B32D-2CE7E039894A}">
      <dgm:prSet/>
      <dgm:spPr/>
      <dgm:t>
        <a:bodyPr/>
        <a:lstStyle/>
        <a:p>
          <a:endParaRPr lang="en-US"/>
        </a:p>
      </dgm:t>
    </dgm:pt>
    <dgm:pt modelId="{F535F419-0B94-4E16-A4F2-028D44CA7DF3}" type="sibTrans" cxnId="{887672D1-6002-4DF8-B32D-2CE7E039894A}">
      <dgm:prSet/>
      <dgm:spPr/>
      <dgm:t>
        <a:bodyPr/>
        <a:lstStyle/>
        <a:p>
          <a:endParaRPr lang="en-US"/>
        </a:p>
      </dgm:t>
    </dgm:pt>
    <dgm:pt modelId="{831F4538-EBC5-4CD8-8E18-98D6A7860B71}" type="pres">
      <dgm:prSet presAssocID="{11C2D92C-BB85-4596-8DA4-1E557716E7A0}" presName="linear" presStyleCnt="0">
        <dgm:presLayoutVars>
          <dgm:dir/>
          <dgm:animLvl val="lvl"/>
          <dgm:resizeHandles val="exact"/>
        </dgm:presLayoutVars>
      </dgm:prSet>
      <dgm:spPr/>
    </dgm:pt>
    <dgm:pt modelId="{7A611274-49EB-457C-8D71-D859094DBDB7}" type="pres">
      <dgm:prSet presAssocID="{06809EF6-E0A9-4A5D-A4AD-5B8609C2DECF}" presName="parentLin" presStyleCnt="0"/>
      <dgm:spPr/>
    </dgm:pt>
    <dgm:pt modelId="{0341E6F1-9EC0-488F-BD96-55D15FAA89CF}" type="pres">
      <dgm:prSet presAssocID="{06809EF6-E0A9-4A5D-A4AD-5B8609C2DECF}" presName="parentLeftMargin" presStyleLbl="node1" presStyleIdx="0" presStyleCnt="4"/>
      <dgm:spPr/>
    </dgm:pt>
    <dgm:pt modelId="{CAD8B35B-560A-4219-9B1F-E9E580A3FCF4}" type="pres">
      <dgm:prSet presAssocID="{06809EF6-E0A9-4A5D-A4AD-5B8609C2DEC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81A7BD-0161-4E6C-917C-C5694F11D45D}" type="pres">
      <dgm:prSet presAssocID="{06809EF6-E0A9-4A5D-A4AD-5B8609C2DECF}" presName="negativeSpace" presStyleCnt="0"/>
      <dgm:spPr/>
    </dgm:pt>
    <dgm:pt modelId="{89B0D1D9-FFC9-4C6A-8DAC-34750158BA27}" type="pres">
      <dgm:prSet presAssocID="{06809EF6-E0A9-4A5D-A4AD-5B8609C2DECF}" presName="childText" presStyleLbl="conFgAcc1" presStyleIdx="0" presStyleCnt="4">
        <dgm:presLayoutVars>
          <dgm:bulletEnabled val="1"/>
        </dgm:presLayoutVars>
      </dgm:prSet>
      <dgm:spPr>
        <a:solidFill>
          <a:srgbClr val="FBFDFF">
            <a:alpha val="89804"/>
          </a:srgbClr>
        </a:solidFill>
      </dgm:spPr>
    </dgm:pt>
    <dgm:pt modelId="{6403CF63-6AED-4605-8665-7F9065FA9C11}" type="pres">
      <dgm:prSet presAssocID="{0DC95D52-885F-46B5-87EC-02AA5E748353}" presName="spaceBetweenRectangles" presStyleCnt="0"/>
      <dgm:spPr/>
    </dgm:pt>
    <dgm:pt modelId="{55B8D118-53A1-4C8A-86A8-142F1237C983}" type="pres">
      <dgm:prSet presAssocID="{DB8949BA-FB14-430D-954D-55E19B2F30D9}" presName="parentLin" presStyleCnt="0"/>
      <dgm:spPr/>
    </dgm:pt>
    <dgm:pt modelId="{B20AADA7-392E-4571-8145-653417E4A065}" type="pres">
      <dgm:prSet presAssocID="{DB8949BA-FB14-430D-954D-55E19B2F30D9}" presName="parentLeftMargin" presStyleLbl="node1" presStyleIdx="0" presStyleCnt="4"/>
      <dgm:spPr/>
    </dgm:pt>
    <dgm:pt modelId="{06226241-CF56-4C81-A7C9-9B2EA1720F88}" type="pres">
      <dgm:prSet presAssocID="{DB8949BA-FB14-430D-954D-55E19B2F30D9}" presName="parentText" presStyleLbl="node1" presStyleIdx="1" presStyleCnt="4" custLinFactNeighborX="4190">
        <dgm:presLayoutVars>
          <dgm:chMax val="0"/>
          <dgm:bulletEnabled val="1"/>
        </dgm:presLayoutVars>
      </dgm:prSet>
      <dgm:spPr/>
    </dgm:pt>
    <dgm:pt modelId="{84CF93BA-39A2-4654-8F06-D7C5F07FF033}" type="pres">
      <dgm:prSet presAssocID="{DB8949BA-FB14-430D-954D-55E19B2F30D9}" presName="negativeSpace" presStyleCnt="0"/>
      <dgm:spPr/>
    </dgm:pt>
    <dgm:pt modelId="{5B810E5C-F239-4E77-8B7F-5452861E6EB5}" type="pres">
      <dgm:prSet presAssocID="{DB8949BA-FB14-430D-954D-55E19B2F30D9}" presName="childText" presStyleLbl="conFgAcc1" presStyleIdx="1" presStyleCnt="4">
        <dgm:presLayoutVars>
          <dgm:bulletEnabled val="1"/>
        </dgm:presLayoutVars>
      </dgm:prSet>
      <dgm:spPr>
        <a:solidFill>
          <a:srgbClr val="FBFDFF">
            <a:alpha val="89804"/>
          </a:srgbClr>
        </a:solidFill>
      </dgm:spPr>
    </dgm:pt>
    <dgm:pt modelId="{7D39A5DF-8F6F-4680-B992-E8C8D2CFF50A}" type="pres">
      <dgm:prSet presAssocID="{0BF3708D-A9BE-4247-A211-5D5BB8959E5F}" presName="spaceBetweenRectangles" presStyleCnt="0"/>
      <dgm:spPr/>
    </dgm:pt>
    <dgm:pt modelId="{B620535A-ABF5-494D-A3CC-CE377AA13686}" type="pres">
      <dgm:prSet presAssocID="{17F7F8EB-E302-401C-A7BD-B3204E9870D9}" presName="parentLin" presStyleCnt="0"/>
      <dgm:spPr/>
    </dgm:pt>
    <dgm:pt modelId="{C4A4D444-FA04-4138-9C33-8FEED0B20992}" type="pres">
      <dgm:prSet presAssocID="{17F7F8EB-E302-401C-A7BD-B3204E9870D9}" presName="parentLeftMargin" presStyleLbl="node1" presStyleIdx="1" presStyleCnt="4"/>
      <dgm:spPr/>
    </dgm:pt>
    <dgm:pt modelId="{F0FA41F7-3F4F-4372-AC31-176BE65F97F6}" type="pres">
      <dgm:prSet presAssocID="{17F7F8EB-E302-401C-A7BD-B3204E9870D9}" presName="parentText" presStyleLbl="node1" presStyleIdx="2" presStyleCnt="4" custLinFactNeighborX="4190">
        <dgm:presLayoutVars>
          <dgm:chMax val="0"/>
          <dgm:bulletEnabled val="1"/>
        </dgm:presLayoutVars>
      </dgm:prSet>
      <dgm:spPr/>
    </dgm:pt>
    <dgm:pt modelId="{6C8B63AE-7E97-46EF-A153-A01C9861FA7E}" type="pres">
      <dgm:prSet presAssocID="{17F7F8EB-E302-401C-A7BD-B3204E9870D9}" presName="negativeSpace" presStyleCnt="0"/>
      <dgm:spPr/>
    </dgm:pt>
    <dgm:pt modelId="{27405608-CF0A-43EB-8A16-5A20217495F6}" type="pres">
      <dgm:prSet presAssocID="{17F7F8EB-E302-401C-A7BD-B3204E9870D9}" presName="childText" presStyleLbl="conFgAcc1" presStyleIdx="2" presStyleCnt="4">
        <dgm:presLayoutVars>
          <dgm:bulletEnabled val="1"/>
        </dgm:presLayoutVars>
      </dgm:prSet>
      <dgm:spPr>
        <a:solidFill>
          <a:srgbClr val="FBFDFF">
            <a:alpha val="89804"/>
          </a:srgbClr>
        </a:solidFill>
      </dgm:spPr>
    </dgm:pt>
    <dgm:pt modelId="{10D8E495-131A-4ECA-AD91-36B2CC18E73A}" type="pres">
      <dgm:prSet presAssocID="{5879BF9C-6619-4BAE-9C9F-15DE278373C3}" presName="spaceBetweenRectangles" presStyleCnt="0"/>
      <dgm:spPr/>
    </dgm:pt>
    <dgm:pt modelId="{24364621-12B5-4D61-AEC3-A8018170AEB2}" type="pres">
      <dgm:prSet presAssocID="{7EFC19C4-3A00-4A34-83FC-015EC0312D86}" presName="parentLin" presStyleCnt="0"/>
      <dgm:spPr/>
    </dgm:pt>
    <dgm:pt modelId="{D62DB5D9-91C2-4FE6-914F-D05B46BA6172}" type="pres">
      <dgm:prSet presAssocID="{7EFC19C4-3A00-4A34-83FC-015EC0312D86}" presName="parentLeftMargin" presStyleLbl="node1" presStyleIdx="2" presStyleCnt="4"/>
      <dgm:spPr/>
    </dgm:pt>
    <dgm:pt modelId="{D26D1F6E-D64F-4945-8BD5-B8223B2518A5}" type="pres">
      <dgm:prSet presAssocID="{7EFC19C4-3A00-4A34-83FC-015EC0312D8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56DAA10-8443-4AE2-AB9D-DF241FB37577}" type="pres">
      <dgm:prSet presAssocID="{7EFC19C4-3A00-4A34-83FC-015EC0312D86}" presName="negativeSpace" presStyleCnt="0"/>
      <dgm:spPr/>
    </dgm:pt>
    <dgm:pt modelId="{1E8008C4-1BA5-4FFD-A7D5-F7D94BC11612}" type="pres">
      <dgm:prSet presAssocID="{7EFC19C4-3A00-4A34-83FC-015EC0312D86}" presName="childText" presStyleLbl="conFgAcc1" presStyleIdx="3" presStyleCnt="4">
        <dgm:presLayoutVars>
          <dgm:bulletEnabled val="1"/>
        </dgm:presLayoutVars>
      </dgm:prSet>
      <dgm:spPr>
        <a:solidFill>
          <a:srgbClr val="FBFDFF">
            <a:alpha val="89804"/>
          </a:srgbClr>
        </a:solidFill>
      </dgm:spPr>
    </dgm:pt>
  </dgm:ptLst>
  <dgm:cxnLst>
    <dgm:cxn modelId="{8717AC06-166D-4A05-BC34-3DDB8E2E2350}" type="presOf" srcId="{7EFC19C4-3A00-4A34-83FC-015EC0312D86}" destId="{D62DB5D9-91C2-4FE6-914F-D05B46BA6172}" srcOrd="0" destOrd="0" presId="urn:microsoft.com/office/officeart/2005/8/layout/list1"/>
    <dgm:cxn modelId="{E7E6FF30-403A-4D5E-B554-D446E1478FF0}" srcId="{11C2D92C-BB85-4596-8DA4-1E557716E7A0}" destId="{DB8949BA-FB14-430D-954D-55E19B2F30D9}" srcOrd="1" destOrd="0" parTransId="{406EB8A1-9AD9-48E1-9D84-9FCFEB2E16B1}" sibTransId="{0BF3708D-A9BE-4247-A211-5D5BB8959E5F}"/>
    <dgm:cxn modelId="{E23E213A-B14A-466F-A391-D297D2034232}" type="presOf" srcId="{DB8949BA-FB14-430D-954D-55E19B2F30D9}" destId="{B20AADA7-392E-4571-8145-653417E4A065}" srcOrd="0" destOrd="0" presId="urn:microsoft.com/office/officeart/2005/8/layout/list1"/>
    <dgm:cxn modelId="{72E66D63-7295-4BC9-B7FD-7AB62F573177}" type="presOf" srcId="{11C2D92C-BB85-4596-8DA4-1E557716E7A0}" destId="{831F4538-EBC5-4CD8-8E18-98D6A7860B71}" srcOrd="0" destOrd="0" presId="urn:microsoft.com/office/officeart/2005/8/layout/list1"/>
    <dgm:cxn modelId="{ED61514F-5735-4D48-A6A3-4E4BB48F9618}" type="presOf" srcId="{17F7F8EB-E302-401C-A7BD-B3204E9870D9}" destId="{C4A4D444-FA04-4138-9C33-8FEED0B20992}" srcOrd="0" destOrd="0" presId="urn:microsoft.com/office/officeart/2005/8/layout/list1"/>
    <dgm:cxn modelId="{78EB2A55-CEFC-471B-86B2-AC708D91B321}" type="presOf" srcId="{7EFC19C4-3A00-4A34-83FC-015EC0312D86}" destId="{D26D1F6E-D64F-4945-8BD5-B8223B2518A5}" srcOrd="1" destOrd="0" presId="urn:microsoft.com/office/officeart/2005/8/layout/list1"/>
    <dgm:cxn modelId="{51FCE892-D080-45B4-82BD-896110400661}" type="presOf" srcId="{17F7F8EB-E302-401C-A7BD-B3204E9870D9}" destId="{F0FA41F7-3F4F-4372-AC31-176BE65F97F6}" srcOrd="1" destOrd="0" presId="urn:microsoft.com/office/officeart/2005/8/layout/list1"/>
    <dgm:cxn modelId="{C952DBB6-792D-43A8-A9ED-68C785174063}" type="presOf" srcId="{06809EF6-E0A9-4A5D-A4AD-5B8609C2DECF}" destId="{0341E6F1-9EC0-488F-BD96-55D15FAA89CF}" srcOrd="0" destOrd="0" presId="urn:microsoft.com/office/officeart/2005/8/layout/list1"/>
    <dgm:cxn modelId="{24374CBB-5378-4D75-9A7A-4230298D547E}" srcId="{11C2D92C-BB85-4596-8DA4-1E557716E7A0}" destId="{06809EF6-E0A9-4A5D-A4AD-5B8609C2DECF}" srcOrd="0" destOrd="0" parTransId="{4E7D3F0C-9988-4D75-80E0-2E447BF7DBE0}" sibTransId="{0DC95D52-885F-46B5-87EC-02AA5E748353}"/>
    <dgm:cxn modelId="{907C96C4-5D8A-46A5-9182-A3954346E1D5}" type="presOf" srcId="{DB8949BA-FB14-430D-954D-55E19B2F30D9}" destId="{06226241-CF56-4C81-A7C9-9B2EA1720F88}" srcOrd="1" destOrd="0" presId="urn:microsoft.com/office/officeart/2005/8/layout/list1"/>
    <dgm:cxn modelId="{887672D1-6002-4DF8-B32D-2CE7E039894A}" srcId="{11C2D92C-BB85-4596-8DA4-1E557716E7A0}" destId="{7EFC19C4-3A00-4A34-83FC-015EC0312D86}" srcOrd="3" destOrd="0" parTransId="{8BCD070D-6660-4737-B290-ADA1620D33AB}" sibTransId="{F535F419-0B94-4E16-A4F2-028D44CA7DF3}"/>
    <dgm:cxn modelId="{D4B4D0E2-715F-4C50-BD06-D4396E9B65C2}" srcId="{11C2D92C-BB85-4596-8DA4-1E557716E7A0}" destId="{17F7F8EB-E302-401C-A7BD-B3204E9870D9}" srcOrd="2" destOrd="0" parTransId="{976192B4-14BD-4F19-9360-0F5DEC198990}" sibTransId="{5879BF9C-6619-4BAE-9C9F-15DE278373C3}"/>
    <dgm:cxn modelId="{364E01EB-1C25-4F91-9AB6-74396B09040A}" type="presOf" srcId="{06809EF6-E0A9-4A5D-A4AD-5B8609C2DECF}" destId="{CAD8B35B-560A-4219-9B1F-E9E580A3FCF4}" srcOrd="1" destOrd="0" presId="urn:microsoft.com/office/officeart/2005/8/layout/list1"/>
    <dgm:cxn modelId="{0E8428C8-3D3C-4AFB-B82E-8F5336A22755}" type="presParOf" srcId="{831F4538-EBC5-4CD8-8E18-98D6A7860B71}" destId="{7A611274-49EB-457C-8D71-D859094DBDB7}" srcOrd="0" destOrd="0" presId="urn:microsoft.com/office/officeart/2005/8/layout/list1"/>
    <dgm:cxn modelId="{7F7E451B-616C-46ED-B846-73B46DEF994B}" type="presParOf" srcId="{7A611274-49EB-457C-8D71-D859094DBDB7}" destId="{0341E6F1-9EC0-488F-BD96-55D15FAA89CF}" srcOrd="0" destOrd="0" presId="urn:microsoft.com/office/officeart/2005/8/layout/list1"/>
    <dgm:cxn modelId="{09FEB580-59AB-4A0E-882B-89C7F2E3B7D3}" type="presParOf" srcId="{7A611274-49EB-457C-8D71-D859094DBDB7}" destId="{CAD8B35B-560A-4219-9B1F-E9E580A3FCF4}" srcOrd="1" destOrd="0" presId="urn:microsoft.com/office/officeart/2005/8/layout/list1"/>
    <dgm:cxn modelId="{713D43D5-C2C9-431A-BB9F-367DA600F71F}" type="presParOf" srcId="{831F4538-EBC5-4CD8-8E18-98D6A7860B71}" destId="{2F81A7BD-0161-4E6C-917C-C5694F11D45D}" srcOrd="1" destOrd="0" presId="urn:microsoft.com/office/officeart/2005/8/layout/list1"/>
    <dgm:cxn modelId="{1FAD854D-D539-4A7C-B5F5-D5E9A5E12210}" type="presParOf" srcId="{831F4538-EBC5-4CD8-8E18-98D6A7860B71}" destId="{89B0D1D9-FFC9-4C6A-8DAC-34750158BA27}" srcOrd="2" destOrd="0" presId="urn:microsoft.com/office/officeart/2005/8/layout/list1"/>
    <dgm:cxn modelId="{296B7532-546A-4EC7-A535-9A656BFB6E7E}" type="presParOf" srcId="{831F4538-EBC5-4CD8-8E18-98D6A7860B71}" destId="{6403CF63-6AED-4605-8665-7F9065FA9C11}" srcOrd="3" destOrd="0" presId="urn:microsoft.com/office/officeart/2005/8/layout/list1"/>
    <dgm:cxn modelId="{116DBA69-9304-44F6-9BB0-735B3E1DDDC5}" type="presParOf" srcId="{831F4538-EBC5-4CD8-8E18-98D6A7860B71}" destId="{55B8D118-53A1-4C8A-86A8-142F1237C983}" srcOrd="4" destOrd="0" presId="urn:microsoft.com/office/officeart/2005/8/layout/list1"/>
    <dgm:cxn modelId="{27390C1B-635F-465A-AE29-D12588D83230}" type="presParOf" srcId="{55B8D118-53A1-4C8A-86A8-142F1237C983}" destId="{B20AADA7-392E-4571-8145-653417E4A065}" srcOrd="0" destOrd="0" presId="urn:microsoft.com/office/officeart/2005/8/layout/list1"/>
    <dgm:cxn modelId="{88D101EF-342E-4E4C-A8E3-FB2D97537C35}" type="presParOf" srcId="{55B8D118-53A1-4C8A-86A8-142F1237C983}" destId="{06226241-CF56-4C81-A7C9-9B2EA1720F88}" srcOrd="1" destOrd="0" presId="urn:microsoft.com/office/officeart/2005/8/layout/list1"/>
    <dgm:cxn modelId="{FDD3AFD3-D935-4363-B218-EE3D538D312C}" type="presParOf" srcId="{831F4538-EBC5-4CD8-8E18-98D6A7860B71}" destId="{84CF93BA-39A2-4654-8F06-D7C5F07FF033}" srcOrd="5" destOrd="0" presId="urn:microsoft.com/office/officeart/2005/8/layout/list1"/>
    <dgm:cxn modelId="{B4ABFD0C-5DB7-44B7-A072-125F3D363368}" type="presParOf" srcId="{831F4538-EBC5-4CD8-8E18-98D6A7860B71}" destId="{5B810E5C-F239-4E77-8B7F-5452861E6EB5}" srcOrd="6" destOrd="0" presId="urn:microsoft.com/office/officeart/2005/8/layout/list1"/>
    <dgm:cxn modelId="{2ADCB220-FAAB-4780-89D4-28AE9A071701}" type="presParOf" srcId="{831F4538-EBC5-4CD8-8E18-98D6A7860B71}" destId="{7D39A5DF-8F6F-4680-B992-E8C8D2CFF50A}" srcOrd="7" destOrd="0" presId="urn:microsoft.com/office/officeart/2005/8/layout/list1"/>
    <dgm:cxn modelId="{A6AA5CCA-1708-498D-ABF4-7572996004A2}" type="presParOf" srcId="{831F4538-EBC5-4CD8-8E18-98D6A7860B71}" destId="{B620535A-ABF5-494D-A3CC-CE377AA13686}" srcOrd="8" destOrd="0" presId="urn:microsoft.com/office/officeart/2005/8/layout/list1"/>
    <dgm:cxn modelId="{90605ABA-159D-4598-9226-19180A35986B}" type="presParOf" srcId="{B620535A-ABF5-494D-A3CC-CE377AA13686}" destId="{C4A4D444-FA04-4138-9C33-8FEED0B20992}" srcOrd="0" destOrd="0" presId="urn:microsoft.com/office/officeart/2005/8/layout/list1"/>
    <dgm:cxn modelId="{CBDF220C-3F8B-4635-9E42-A683FFC516A0}" type="presParOf" srcId="{B620535A-ABF5-494D-A3CC-CE377AA13686}" destId="{F0FA41F7-3F4F-4372-AC31-176BE65F97F6}" srcOrd="1" destOrd="0" presId="urn:microsoft.com/office/officeart/2005/8/layout/list1"/>
    <dgm:cxn modelId="{77CA7AFA-E249-4D0B-8ABF-CC0B9B1A531E}" type="presParOf" srcId="{831F4538-EBC5-4CD8-8E18-98D6A7860B71}" destId="{6C8B63AE-7E97-46EF-A153-A01C9861FA7E}" srcOrd="9" destOrd="0" presId="urn:microsoft.com/office/officeart/2005/8/layout/list1"/>
    <dgm:cxn modelId="{4ED7AC81-675B-4B34-8B78-9CBA6C5E83D9}" type="presParOf" srcId="{831F4538-EBC5-4CD8-8E18-98D6A7860B71}" destId="{27405608-CF0A-43EB-8A16-5A20217495F6}" srcOrd="10" destOrd="0" presId="urn:microsoft.com/office/officeart/2005/8/layout/list1"/>
    <dgm:cxn modelId="{6637736F-D23C-4248-8DE0-41F6F1CFDA70}" type="presParOf" srcId="{831F4538-EBC5-4CD8-8E18-98D6A7860B71}" destId="{10D8E495-131A-4ECA-AD91-36B2CC18E73A}" srcOrd="11" destOrd="0" presId="urn:microsoft.com/office/officeart/2005/8/layout/list1"/>
    <dgm:cxn modelId="{01BEAEC9-4F1A-45CC-AE76-2CB24706988B}" type="presParOf" srcId="{831F4538-EBC5-4CD8-8E18-98D6A7860B71}" destId="{24364621-12B5-4D61-AEC3-A8018170AEB2}" srcOrd="12" destOrd="0" presId="urn:microsoft.com/office/officeart/2005/8/layout/list1"/>
    <dgm:cxn modelId="{0CD91446-4702-499A-8A8D-6819EA65A90E}" type="presParOf" srcId="{24364621-12B5-4D61-AEC3-A8018170AEB2}" destId="{D62DB5D9-91C2-4FE6-914F-D05B46BA6172}" srcOrd="0" destOrd="0" presId="urn:microsoft.com/office/officeart/2005/8/layout/list1"/>
    <dgm:cxn modelId="{E022D379-A270-4615-969F-A0141770EACE}" type="presParOf" srcId="{24364621-12B5-4D61-AEC3-A8018170AEB2}" destId="{D26D1F6E-D64F-4945-8BD5-B8223B2518A5}" srcOrd="1" destOrd="0" presId="urn:microsoft.com/office/officeart/2005/8/layout/list1"/>
    <dgm:cxn modelId="{C82B4ED9-3365-45E8-9607-435F7714A3ED}" type="presParOf" srcId="{831F4538-EBC5-4CD8-8E18-98D6A7860B71}" destId="{356DAA10-8443-4AE2-AB9D-DF241FB37577}" srcOrd="13" destOrd="0" presId="urn:microsoft.com/office/officeart/2005/8/layout/list1"/>
    <dgm:cxn modelId="{C470228B-439C-4178-A34F-7353EAF6F611}" type="presParOf" srcId="{831F4538-EBC5-4CD8-8E18-98D6A7860B71}" destId="{1E8008C4-1BA5-4FFD-A7D5-F7D94BC116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3E1FD4-290C-40A6-A6FB-F26BBC32B2B7}" type="doc">
      <dgm:prSet loTypeId="urn:microsoft.com/office/officeart/2005/8/layout/orgChart1" loCatId="hierarchy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fr-CA"/>
        </a:p>
      </dgm:t>
    </dgm:pt>
    <dgm:pt modelId="{55A05E50-D341-4DE7-B938-402D2F5BC968}">
      <dgm:prSet phldrT="[Texte]" phldr="0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&lt;</a:t>
          </a:r>
          <a:r>
            <a:rPr lang="fr-CA" sz="10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Équipe de livraison</a:t>
          </a:r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&gt;- PI-CFO-</a:t>
          </a:r>
          <a:r>
            <a:rPr lang="fr-CA" sz="10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Qx</a:t>
          </a:r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-YYYY</a:t>
          </a:r>
          <a:endParaRPr lang="fr-CA" sz="10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164D65E-BC8F-4173-AE3C-3299F1D796B6}" type="parTrans" cxnId="{C048308A-1EB1-4473-865F-F295EE506546}">
      <dgm:prSet/>
      <dgm:spPr/>
      <dgm:t>
        <a:bodyPr/>
        <a:lstStyle/>
        <a:p>
          <a:endParaRPr lang="fr-CA"/>
        </a:p>
      </dgm:t>
    </dgm:pt>
    <dgm:pt modelId="{36ED7A1D-0AEB-4526-ADE2-F2D310298B8E}" type="sibTrans" cxnId="{C048308A-1EB1-4473-865F-F295EE506546}">
      <dgm:prSet/>
      <dgm:spPr/>
      <dgm:t>
        <a:bodyPr/>
        <a:lstStyle/>
        <a:p>
          <a:endParaRPr lang="fr-CA"/>
        </a:p>
      </dgm:t>
    </dgm:pt>
    <dgm:pt modelId="{754A6D8B-CFE6-47CB-B2D8-E661BFC2E745}">
      <dgm:prSet phldrT="[Texte]" phldr="0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Sprint XX - </a:t>
          </a:r>
          <a:r>
            <a:rPr lang="fr-CA" sz="1000" b="1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&lt;Domaine&gt;</a:t>
          </a:r>
          <a:endParaRPr lang="fr-CA" sz="10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9205D0F-90DB-426C-B5A3-0632D2885F0F}" type="sibTrans" cxnId="{810037CA-795E-4B5E-981B-C81D9A5638EB}">
      <dgm:prSet/>
      <dgm:spPr/>
      <dgm:t>
        <a:bodyPr/>
        <a:lstStyle/>
        <a:p>
          <a:endParaRPr lang="fr-CA"/>
        </a:p>
      </dgm:t>
    </dgm:pt>
    <dgm:pt modelId="{17DEE88A-B0AC-4822-BDCA-4F1151FFB86B}" type="parTrans" cxnId="{810037CA-795E-4B5E-981B-C81D9A5638EB}">
      <dgm:prSet/>
      <dgm:spPr/>
      <dgm:t>
        <a:bodyPr/>
        <a:lstStyle/>
        <a:p>
          <a:endParaRPr lang="fr-CA"/>
        </a:p>
      </dgm:t>
    </dgm:pt>
    <dgm:pt modelId="{705EA9EA-EB9A-4CB6-9E8E-5446432D0DA7}">
      <dgm:prSet phldrT="[Texte]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xxxx</a:t>
          </a:r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User Story</a:t>
          </a:r>
          <a:endParaRPr lang="fr-CA" sz="10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F7DD18F-2FDD-4F6E-BF15-6DECBE6D6C3E}" type="parTrans" cxnId="{9A9BB85E-9B5C-42D4-9E49-52472CB94134}">
      <dgm:prSet/>
      <dgm:spPr/>
      <dgm:t>
        <a:bodyPr/>
        <a:lstStyle/>
        <a:p>
          <a:endParaRPr lang="fr-CA"/>
        </a:p>
      </dgm:t>
    </dgm:pt>
    <dgm:pt modelId="{D9396D3F-6C3C-4060-91D4-35F87E6DC53D}" type="sibTrans" cxnId="{9A9BB85E-9B5C-42D4-9E49-52472CB94134}">
      <dgm:prSet/>
      <dgm:spPr/>
      <dgm:t>
        <a:bodyPr/>
        <a:lstStyle/>
        <a:p>
          <a:endParaRPr lang="fr-CA"/>
        </a:p>
      </dgm:t>
    </dgm:pt>
    <dgm:pt modelId="{EE66D80F-E4FB-44DF-BCA9-3E14666D0E00}">
      <dgm:prSet phldrT="[Texte]" phldr="0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Essais Composants</a:t>
          </a:r>
        </a:p>
      </dgm:t>
    </dgm:pt>
    <dgm:pt modelId="{576C70FD-5EC0-4269-8D83-F1237B850A98}" type="parTrans" cxnId="{826CF072-9F56-4DCE-9844-8F444A081DFC}">
      <dgm:prSet/>
      <dgm:spPr/>
      <dgm:t>
        <a:bodyPr/>
        <a:lstStyle/>
        <a:p>
          <a:endParaRPr lang="fr-CA"/>
        </a:p>
      </dgm:t>
    </dgm:pt>
    <dgm:pt modelId="{084C4A23-EECC-4BC2-A777-049640D6DF2B}" type="sibTrans" cxnId="{826CF072-9F56-4DCE-9844-8F444A081DFC}">
      <dgm:prSet/>
      <dgm:spPr/>
      <dgm:t>
        <a:bodyPr/>
        <a:lstStyle/>
        <a:p>
          <a:endParaRPr lang="fr-CA"/>
        </a:p>
      </dgm:t>
    </dgm:pt>
    <dgm:pt modelId="{3323983B-B15B-44A9-B505-305C0DFED693}">
      <dgm:prSet phldrT="[Texte]" phldr="0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Essais Systèmes</a:t>
          </a:r>
        </a:p>
      </dgm:t>
    </dgm:pt>
    <dgm:pt modelId="{9677A5D2-9FE5-40D2-9D4B-2F50E229103A}" type="parTrans" cxnId="{63094FFE-02D7-4080-827A-5430E140519B}">
      <dgm:prSet/>
      <dgm:spPr/>
      <dgm:t>
        <a:bodyPr/>
        <a:lstStyle/>
        <a:p>
          <a:endParaRPr lang="fr-CA"/>
        </a:p>
      </dgm:t>
    </dgm:pt>
    <dgm:pt modelId="{B1E70EEB-0677-48EF-8616-E1A84238FFBE}" type="sibTrans" cxnId="{63094FFE-02D7-4080-827A-5430E140519B}">
      <dgm:prSet/>
      <dgm:spPr/>
      <dgm:t>
        <a:bodyPr/>
        <a:lstStyle/>
        <a:p>
          <a:endParaRPr lang="fr-CA"/>
        </a:p>
      </dgm:t>
    </dgm:pt>
    <dgm:pt modelId="{170E9E52-BE96-4624-8CB4-00E1672B151F}">
      <dgm:prSet phldrT="[Texte]" phldr="0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pPr>
            <a:buNone/>
          </a:pPr>
          <a:r>
            <a:rPr lang="fr-CA" sz="1000" b="1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CHGxxxxx</a:t>
          </a:r>
          <a:r>
            <a:rPr lang="fr-CA" sz="1000" b="1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-&lt;Domaine&gt; - Livraison de </a:t>
          </a:r>
          <a:r>
            <a:rPr lang="fr-CA" sz="1000" b="1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Feature</a:t>
          </a:r>
          <a:endParaRPr lang="fr-CA" sz="10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F4857F5-A801-4E88-AF3C-B9BD57C67FA3}" type="parTrans" cxnId="{3F34B03A-7F6A-4DAC-BA71-282811FFAB64}">
      <dgm:prSet/>
      <dgm:spPr/>
      <dgm:t>
        <a:bodyPr/>
        <a:lstStyle/>
        <a:p>
          <a:endParaRPr lang="fr-CA"/>
        </a:p>
      </dgm:t>
    </dgm:pt>
    <dgm:pt modelId="{335D63A4-5152-4A13-850F-16B60163187E}" type="sibTrans" cxnId="{3F34B03A-7F6A-4DAC-BA71-282811FFAB64}">
      <dgm:prSet/>
      <dgm:spPr/>
      <dgm:t>
        <a:bodyPr/>
        <a:lstStyle/>
        <a:p>
          <a:endParaRPr lang="fr-CA"/>
        </a:p>
      </dgm:t>
    </dgm:pt>
    <dgm:pt modelId="{EAC52C60-E94C-407A-9458-F010D9520A75}">
      <dgm:prSet phldrT="[Texte]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xxxx</a:t>
          </a:r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User Story</a:t>
          </a:r>
          <a:endParaRPr lang="fr-CA" sz="10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37CFDDC-2E8E-44EC-AFC2-4194A5AFFFF8}" type="parTrans" cxnId="{5AECD8DD-E0DE-4BCC-9DE3-84CA219A28E2}">
      <dgm:prSet/>
      <dgm:spPr/>
      <dgm:t>
        <a:bodyPr/>
        <a:lstStyle/>
        <a:p>
          <a:endParaRPr lang="fr-CA"/>
        </a:p>
      </dgm:t>
    </dgm:pt>
    <dgm:pt modelId="{4C245E12-2F69-4019-B965-AB0A2B21CE76}" type="sibTrans" cxnId="{5AECD8DD-E0DE-4BCC-9DE3-84CA219A28E2}">
      <dgm:prSet/>
      <dgm:spPr/>
      <dgm:t>
        <a:bodyPr/>
        <a:lstStyle/>
        <a:p>
          <a:endParaRPr lang="fr-CA"/>
        </a:p>
      </dgm:t>
    </dgm:pt>
    <dgm:pt modelId="{5F9DB279-C0F2-48D6-8519-D3B571AB1599}">
      <dgm:prSet phldrT="[Texte]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Smoke Test</a:t>
          </a:r>
        </a:p>
      </dgm:t>
    </dgm:pt>
    <dgm:pt modelId="{AF9C64FA-5FA7-49BE-BB48-86B11A157670}" type="parTrans" cxnId="{3C6E875D-3668-4EFC-A6EF-D144CA2ED5AA}">
      <dgm:prSet/>
      <dgm:spPr/>
      <dgm:t>
        <a:bodyPr/>
        <a:lstStyle/>
        <a:p>
          <a:endParaRPr lang="fr-CA"/>
        </a:p>
      </dgm:t>
    </dgm:pt>
    <dgm:pt modelId="{F9FF701F-C220-4334-86BC-7FFF85C1E445}" type="sibTrans" cxnId="{3C6E875D-3668-4EFC-A6EF-D144CA2ED5AA}">
      <dgm:prSet/>
      <dgm:spPr/>
      <dgm:t>
        <a:bodyPr/>
        <a:lstStyle/>
        <a:p>
          <a:endParaRPr lang="fr-CA"/>
        </a:p>
      </dgm:t>
    </dgm:pt>
    <dgm:pt modelId="{9B831C58-96B2-4FD0-A1C8-17B811105AA6}">
      <dgm:prSet phldrT="[Texte]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Essais Acceptation</a:t>
          </a:r>
        </a:p>
      </dgm:t>
    </dgm:pt>
    <dgm:pt modelId="{097E360C-D8C4-48E5-96DC-A3011F92DBCE}" type="parTrans" cxnId="{CD7C8275-8ACC-4B16-B26A-65806D258A9A}">
      <dgm:prSet/>
      <dgm:spPr/>
      <dgm:t>
        <a:bodyPr/>
        <a:lstStyle/>
        <a:p>
          <a:endParaRPr lang="fr-CA"/>
        </a:p>
      </dgm:t>
    </dgm:pt>
    <dgm:pt modelId="{4ECF96F1-8CC5-4484-AEC5-99B2E349F070}" type="sibTrans" cxnId="{CD7C8275-8ACC-4B16-B26A-65806D258A9A}">
      <dgm:prSet/>
      <dgm:spPr/>
      <dgm:t>
        <a:bodyPr/>
        <a:lstStyle/>
        <a:p>
          <a:endParaRPr lang="fr-CA"/>
        </a:p>
      </dgm:t>
    </dgm:pt>
    <dgm:pt modelId="{1622AF35-BDE5-4656-B28F-11518CED1139}">
      <dgm:prSet phldrT="[Texte]" phldr="0" custT="1"/>
      <dgm:spPr>
        <a:ln w="6350"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&lt;</a:t>
          </a:r>
          <a:r>
            <a:rPr lang="fr-CA" sz="10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 du projet</a:t>
          </a:r>
          <a:r>
            <a:rPr lang="fr-CA" sz="10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&gt;- Phase x</a:t>
          </a:r>
          <a:endParaRPr lang="fr-CA" sz="10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6B728E8-D86F-4F62-AF5E-83E552AAE98D}" type="sibTrans" cxnId="{9A449315-BE75-4477-B6A6-A9B78035E028}">
      <dgm:prSet/>
      <dgm:spPr/>
      <dgm:t>
        <a:bodyPr/>
        <a:lstStyle/>
        <a:p>
          <a:endParaRPr lang="fr-CA"/>
        </a:p>
      </dgm:t>
    </dgm:pt>
    <dgm:pt modelId="{84B1C3D2-16A4-444A-8C32-3FF01B343F1E}" type="parTrans" cxnId="{9A449315-BE75-4477-B6A6-A9B78035E028}">
      <dgm:prSet/>
      <dgm:spPr/>
      <dgm:t>
        <a:bodyPr/>
        <a:lstStyle/>
        <a:p>
          <a:endParaRPr lang="fr-CA"/>
        </a:p>
      </dgm:t>
    </dgm:pt>
    <dgm:pt modelId="{9A568426-CCF8-402D-A9B9-4292406CC200}" type="pres">
      <dgm:prSet presAssocID="{FE3E1FD4-290C-40A6-A6FB-F26BBC32B2B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A19E69F-B52F-40E0-AB45-C6F92370267D}" type="pres">
      <dgm:prSet presAssocID="{55A05E50-D341-4DE7-B938-402D2F5BC968}" presName="hierRoot1" presStyleCnt="0">
        <dgm:presLayoutVars>
          <dgm:hierBranch val="r"/>
        </dgm:presLayoutVars>
      </dgm:prSet>
      <dgm:spPr/>
    </dgm:pt>
    <dgm:pt modelId="{A46B35A4-0B9D-4413-B0B7-33CD0B5D301D}" type="pres">
      <dgm:prSet presAssocID="{55A05E50-D341-4DE7-B938-402D2F5BC968}" presName="rootComposite1" presStyleCnt="0"/>
      <dgm:spPr/>
    </dgm:pt>
    <dgm:pt modelId="{4A4A24E2-DB2C-4BB6-A15A-8C5F11A5CFC2}" type="pres">
      <dgm:prSet presAssocID="{55A05E50-D341-4DE7-B938-402D2F5BC968}" presName="rootText1" presStyleLbl="node0" presStyleIdx="0" presStyleCnt="2" custScaleX="191431" custScaleY="43568" custLinFactX="-100000" custLinFactNeighborX="-107576" custLinFactNeighborY="32274">
        <dgm:presLayoutVars>
          <dgm:chPref val="3"/>
        </dgm:presLayoutVars>
      </dgm:prSet>
      <dgm:spPr/>
    </dgm:pt>
    <dgm:pt modelId="{CD109C71-685E-462C-9841-BA74E4421E47}" type="pres">
      <dgm:prSet presAssocID="{55A05E50-D341-4DE7-B938-402D2F5BC968}" presName="rootConnector1" presStyleLbl="node1" presStyleIdx="0" presStyleCnt="0"/>
      <dgm:spPr/>
    </dgm:pt>
    <dgm:pt modelId="{B46B67F1-0CE7-4E3B-BA66-881D521EEEDC}" type="pres">
      <dgm:prSet presAssocID="{55A05E50-D341-4DE7-B938-402D2F5BC968}" presName="hierChild2" presStyleCnt="0"/>
      <dgm:spPr/>
    </dgm:pt>
    <dgm:pt modelId="{ECF3C819-A08F-48B3-8003-25F28E28EB27}" type="pres">
      <dgm:prSet presAssocID="{55A05E50-D341-4DE7-B938-402D2F5BC968}" presName="hierChild3" presStyleCnt="0"/>
      <dgm:spPr/>
    </dgm:pt>
    <dgm:pt modelId="{B7294A5C-D298-4462-AE0D-16C1835E8A33}" type="pres">
      <dgm:prSet presAssocID="{1622AF35-BDE5-4656-B28F-11518CED1139}" presName="hierRoot1" presStyleCnt="0">
        <dgm:presLayoutVars>
          <dgm:hierBranch val="r"/>
        </dgm:presLayoutVars>
      </dgm:prSet>
      <dgm:spPr/>
    </dgm:pt>
    <dgm:pt modelId="{157A6095-58A8-4378-8812-B32D3F5CE1BE}" type="pres">
      <dgm:prSet presAssocID="{1622AF35-BDE5-4656-B28F-11518CED1139}" presName="rootComposite1" presStyleCnt="0"/>
      <dgm:spPr/>
    </dgm:pt>
    <dgm:pt modelId="{8E14110A-D6CD-456B-98F9-73FE9C1E79EA}" type="pres">
      <dgm:prSet presAssocID="{1622AF35-BDE5-4656-B28F-11518CED1139}" presName="rootText1" presStyleLbl="node0" presStyleIdx="1" presStyleCnt="2" custScaleX="169601" custScaleY="47832" custLinFactX="-100000" custLinFactNeighborX="-125333" custLinFactNeighborY="82960">
        <dgm:presLayoutVars>
          <dgm:chPref val="3"/>
        </dgm:presLayoutVars>
      </dgm:prSet>
      <dgm:spPr/>
    </dgm:pt>
    <dgm:pt modelId="{BD7CFE5C-3FB2-45CC-AF00-49CA8643C644}" type="pres">
      <dgm:prSet presAssocID="{1622AF35-BDE5-4656-B28F-11518CED1139}" presName="rootConnector1" presStyleLbl="node1" presStyleIdx="0" presStyleCnt="0"/>
      <dgm:spPr/>
    </dgm:pt>
    <dgm:pt modelId="{13D59424-9316-4825-916B-824CC33DAFD3}" type="pres">
      <dgm:prSet presAssocID="{1622AF35-BDE5-4656-B28F-11518CED1139}" presName="hierChild2" presStyleCnt="0"/>
      <dgm:spPr/>
    </dgm:pt>
    <dgm:pt modelId="{BDEAA1FA-C3EC-400F-9861-0BC9059651E1}" type="pres">
      <dgm:prSet presAssocID="{17DEE88A-B0AC-4822-BDCA-4F1151FFB86B}" presName="Name50" presStyleLbl="parChTrans1D2" presStyleIdx="0" presStyleCnt="2"/>
      <dgm:spPr/>
    </dgm:pt>
    <dgm:pt modelId="{B81D75EE-F2BD-4A10-9070-6B947EB0F844}" type="pres">
      <dgm:prSet presAssocID="{754A6D8B-CFE6-47CB-B2D8-E661BFC2E745}" presName="hierRoot2" presStyleCnt="0">
        <dgm:presLayoutVars>
          <dgm:hierBranch val="r"/>
        </dgm:presLayoutVars>
      </dgm:prSet>
      <dgm:spPr/>
    </dgm:pt>
    <dgm:pt modelId="{20586E51-BE82-4B55-A02F-32990B6075A8}" type="pres">
      <dgm:prSet presAssocID="{754A6D8B-CFE6-47CB-B2D8-E661BFC2E745}" presName="rootComposite" presStyleCnt="0"/>
      <dgm:spPr/>
    </dgm:pt>
    <dgm:pt modelId="{E97CE789-7C5F-4497-9E02-466C492F092C}" type="pres">
      <dgm:prSet presAssocID="{754A6D8B-CFE6-47CB-B2D8-E661BFC2E745}" presName="rootText" presStyleLbl="node2" presStyleIdx="0" presStyleCnt="2" custScaleX="126021" custScaleY="46144" custLinFactX="-92080" custLinFactNeighborX="-100000" custLinFactNeighborY="70523">
        <dgm:presLayoutVars>
          <dgm:chPref val="3"/>
        </dgm:presLayoutVars>
      </dgm:prSet>
      <dgm:spPr/>
    </dgm:pt>
    <dgm:pt modelId="{A4BFE1D1-4898-4B7D-91B6-2FF8CBEB0F71}" type="pres">
      <dgm:prSet presAssocID="{754A6D8B-CFE6-47CB-B2D8-E661BFC2E745}" presName="rootConnector" presStyleLbl="node2" presStyleIdx="0" presStyleCnt="2"/>
      <dgm:spPr/>
    </dgm:pt>
    <dgm:pt modelId="{43D1C137-668F-4391-9C68-41DA74FE40FE}" type="pres">
      <dgm:prSet presAssocID="{754A6D8B-CFE6-47CB-B2D8-E661BFC2E745}" presName="hierChild4" presStyleCnt="0"/>
      <dgm:spPr/>
    </dgm:pt>
    <dgm:pt modelId="{0373B902-7F62-4C57-84E1-195DE0CE4532}" type="pres">
      <dgm:prSet presAssocID="{DF7DD18F-2FDD-4F6E-BF15-6DECBE6D6C3E}" presName="Name50" presStyleLbl="parChTrans1D3" presStyleIdx="0" presStyleCnt="4"/>
      <dgm:spPr/>
    </dgm:pt>
    <dgm:pt modelId="{E7A938FF-359D-4BFB-9AD5-BA27F9DCB1C6}" type="pres">
      <dgm:prSet presAssocID="{705EA9EA-EB9A-4CB6-9E8E-5446432D0DA7}" presName="hierRoot2" presStyleCnt="0">
        <dgm:presLayoutVars>
          <dgm:hierBranch val="r"/>
        </dgm:presLayoutVars>
      </dgm:prSet>
      <dgm:spPr/>
    </dgm:pt>
    <dgm:pt modelId="{33B2621B-378B-405A-9807-120F7D1929E9}" type="pres">
      <dgm:prSet presAssocID="{705EA9EA-EB9A-4CB6-9E8E-5446432D0DA7}" presName="rootComposite" presStyleCnt="0"/>
      <dgm:spPr/>
    </dgm:pt>
    <dgm:pt modelId="{B14976D8-D4C4-40C0-B5B6-193C36FE24A1}" type="pres">
      <dgm:prSet presAssocID="{705EA9EA-EB9A-4CB6-9E8E-5446432D0DA7}" presName="rootText" presStyleLbl="node3" presStyleIdx="0" presStyleCnt="4" custScaleX="95372" custScaleY="38837" custLinFactX="-83577" custLinFactNeighborX="-100000" custLinFactNeighborY="54900">
        <dgm:presLayoutVars>
          <dgm:chPref val="3"/>
        </dgm:presLayoutVars>
      </dgm:prSet>
      <dgm:spPr/>
    </dgm:pt>
    <dgm:pt modelId="{23FE58CA-7297-40CD-B6A9-D5B543BEBE5A}" type="pres">
      <dgm:prSet presAssocID="{705EA9EA-EB9A-4CB6-9E8E-5446432D0DA7}" presName="rootConnector" presStyleLbl="node3" presStyleIdx="0" presStyleCnt="4"/>
      <dgm:spPr/>
    </dgm:pt>
    <dgm:pt modelId="{CE060566-2FF3-4DBE-89A8-1B23101A28DE}" type="pres">
      <dgm:prSet presAssocID="{705EA9EA-EB9A-4CB6-9E8E-5446432D0DA7}" presName="hierChild4" presStyleCnt="0"/>
      <dgm:spPr/>
    </dgm:pt>
    <dgm:pt modelId="{7514837A-7883-4657-B39C-CFB0E906AADD}" type="pres">
      <dgm:prSet presAssocID="{576C70FD-5EC0-4269-8D83-F1237B850A98}" presName="Name50" presStyleLbl="parChTrans1D4" presStyleIdx="0" presStyleCnt="2"/>
      <dgm:spPr/>
    </dgm:pt>
    <dgm:pt modelId="{79BDACBE-09BF-4F4F-9F5C-A05B7C730655}" type="pres">
      <dgm:prSet presAssocID="{EE66D80F-E4FB-44DF-BCA9-3E14666D0E00}" presName="hierRoot2" presStyleCnt="0">
        <dgm:presLayoutVars>
          <dgm:hierBranch val="init"/>
        </dgm:presLayoutVars>
      </dgm:prSet>
      <dgm:spPr/>
    </dgm:pt>
    <dgm:pt modelId="{51A71180-52C3-4004-A5C5-11F12FC7A1B6}" type="pres">
      <dgm:prSet presAssocID="{EE66D80F-E4FB-44DF-BCA9-3E14666D0E00}" presName="rootComposite" presStyleCnt="0"/>
      <dgm:spPr/>
    </dgm:pt>
    <dgm:pt modelId="{1FEC8124-47AD-418E-8812-C47457BE92AD}" type="pres">
      <dgm:prSet presAssocID="{EE66D80F-E4FB-44DF-BCA9-3E14666D0E00}" presName="rootText" presStyleLbl="node4" presStyleIdx="0" presStyleCnt="2" custScaleX="120287" custScaleY="38938" custLinFactX="-61942" custLinFactNeighborX="-100000" custLinFactNeighborY="31596">
        <dgm:presLayoutVars>
          <dgm:chPref val="3"/>
        </dgm:presLayoutVars>
      </dgm:prSet>
      <dgm:spPr/>
    </dgm:pt>
    <dgm:pt modelId="{06E4294A-892B-424A-9FC6-7316AC9383C4}" type="pres">
      <dgm:prSet presAssocID="{EE66D80F-E4FB-44DF-BCA9-3E14666D0E00}" presName="rootConnector" presStyleLbl="node4" presStyleIdx="0" presStyleCnt="2"/>
      <dgm:spPr/>
    </dgm:pt>
    <dgm:pt modelId="{73DD4251-599B-4481-AE98-FBC413596CC3}" type="pres">
      <dgm:prSet presAssocID="{EE66D80F-E4FB-44DF-BCA9-3E14666D0E00}" presName="hierChild4" presStyleCnt="0"/>
      <dgm:spPr/>
    </dgm:pt>
    <dgm:pt modelId="{DADCE9D4-9768-4109-B515-F578223C69AF}" type="pres">
      <dgm:prSet presAssocID="{EE66D80F-E4FB-44DF-BCA9-3E14666D0E00}" presName="hierChild5" presStyleCnt="0"/>
      <dgm:spPr/>
    </dgm:pt>
    <dgm:pt modelId="{BD3F7714-1BE7-4E5D-B75D-06333A989D6F}" type="pres">
      <dgm:prSet presAssocID="{9677A5D2-9FE5-40D2-9D4B-2F50E229103A}" presName="Name50" presStyleLbl="parChTrans1D4" presStyleIdx="1" presStyleCnt="2"/>
      <dgm:spPr/>
    </dgm:pt>
    <dgm:pt modelId="{FE2D6EF4-36CC-4BE7-9A8B-587257FECF24}" type="pres">
      <dgm:prSet presAssocID="{3323983B-B15B-44A9-B505-305C0DFED693}" presName="hierRoot2" presStyleCnt="0">
        <dgm:presLayoutVars>
          <dgm:hierBranch val="init"/>
        </dgm:presLayoutVars>
      </dgm:prSet>
      <dgm:spPr/>
    </dgm:pt>
    <dgm:pt modelId="{FA2389A3-F667-4094-BA94-52C8FDB9D96D}" type="pres">
      <dgm:prSet presAssocID="{3323983B-B15B-44A9-B505-305C0DFED693}" presName="rootComposite" presStyleCnt="0"/>
      <dgm:spPr/>
    </dgm:pt>
    <dgm:pt modelId="{84116C75-2CBE-403F-8718-EDBA166E30E0}" type="pres">
      <dgm:prSet presAssocID="{3323983B-B15B-44A9-B505-305C0DFED693}" presName="rootText" presStyleLbl="node4" presStyleIdx="1" presStyleCnt="2" custScaleX="119605" custScaleY="38543" custLinFactX="-62153" custLinFactNeighborX="-100000" custLinFactNeighborY="3218">
        <dgm:presLayoutVars>
          <dgm:chPref val="3"/>
        </dgm:presLayoutVars>
      </dgm:prSet>
      <dgm:spPr/>
    </dgm:pt>
    <dgm:pt modelId="{5667EFF5-528A-4CB3-A136-4C3BC57A74F8}" type="pres">
      <dgm:prSet presAssocID="{3323983B-B15B-44A9-B505-305C0DFED693}" presName="rootConnector" presStyleLbl="node4" presStyleIdx="1" presStyleCnt="2"/>
      <dgm:spPr/>
    </dgm:pt>
    <dgm:pt modelId="{A2B0A9C3-F8F6-4CFC-A7E3-3FC205EC6E8A}" type="pres">
      <dgm:prSet presAssocID="{3323983B-B15B-44A9-B505-305C0DFED693}" presName="hierChild4" presStyleCnt="0"/>
      <dgm:spPr/>
    </dgm:pt>
    <dgm:pt modelId="{D34E1CDD-2A62-4A1F-B6F6-9558326943A6}" type="pres">
      <dgm:prSet presAssocID="{3323983B-B15B-44A9-B505-305C0DFED693}" presName="hierChild5" presStyleCnt="0"/>
      <dgm:spPr/>
    </dgm:pt>
    <dgm:pt modelId="{841AE688-1D1E-472C-98B1-F71E9EE5B495}" type="pres">
      <dgm:prSet presAssocID="{705EA9EA-EB9A-4CB6-9E8E-5446432D0DA7}" presName="hierChild5" presStyleCnt="0"/>
      <dgm:spPr/>
    </dgm:pt>
    <dgm:pt modelId="{BEA3564D-B7D5-49C9-B65B-53C7659AF46C}" type="pres">
      <dgm:prSet presAssocID="{754A6D8B-CFE6-47CB-B2D8-E661BFC2E745}" presName="hierChild5" presStyleCnt="0"/>
      <dgm:spPr/>
    </dgm:pt>
    <dgm:pt modelId="{5805831A-BF07-4FEB-A98D-F7A208C36CAB}" type="pres">
      <dgm:prSet presAssocID="{AF4857F5-A801-4E88-AF3C-B9BD57C67FA3}" presName="Name50" presStyleLbl="parChTrans1D2" presStyleIdx="1" presStyleCnt="2"/>
      <dgm:spPr/>
    </dgm:pt>
    <dgm:pt modelId="{6A3E4767-D804-4008-95B5-51AC0883DA5D}" type="pres">
      <dgm:prSet presAssocID="{170E9E52-BE96-4624-8CB4-00E1672B151F}" presName="hierRoot2" presStyleCnt="0">
        <dgm:presLayoutVars>
          <dgm:hierBranch val="init"/>
        </dgm:presLayoutVars>
      </dgm:prSet>
      <dgm:spPr/>
    </dgm:pt>
    <dgm:pt modelId="{8EC28F49-6AC4-48DA-873E-AA857018465B}" type="pres">
      <dgm:prSet presAssocID="{170E9E52-BE96-4624-8CB4-00E1672B151F}" presName="rootComposite" presStyleCnt="0"/>
      <dgm:spPr/>
    </dgm:pt>
    <dgm:pt modelId="{3552A128-B3C1-44AE-B02A-04C4E4F34F45}" type="pres">
      <dgm:prSet presAssocID="{170E9E52-BE96-4624-8CB4-00E1672B151F}" presName="rootText" presStyleLbl="node2" presStyleIdx="1" presStyleCnt="2" custScaleX="254187" custScaleY="52221" custLinFactX="-97279" custLinFactNeighborX="-100000" custLinFactNeighborY="27671">
        <dgm:presLayoutVars>
          <dgm:chPref val="3"/>
        </dgm:presLayoutVars>
      </dgm:prSet>
      <dgm:spPr/>
    </dgm:pt>
    <dgm:pt modelId="{26DECFCD-8C7F-436B-AB0F-8E37EA96F3A5}" type="pres">
      <dgm:prSet presAssocID="{170E9E52-BE96-4624-8CB4-00E1672B151F}" presName="rootConnector" presStyleLbl="node2" presStyleIdx="1" presStyleCnt="2"/>
      <dgm:spPr/>
    </dgm:pt>
    <dgm:pt modelId="{A2D2135C-64C9-4266-B769-14C752C32461}" type="pres">
      <dgm:prSet presAssocID="{170E9E52-BE96-4624-8CB4-00E1672B151F}" presName="hierChild4" presStyleCnt="0"/>
      <dgm:spPr/>
    </dgm:pt>
    <dgm:pt modelId="{35015E62-1D44-4539-A6A9-6D7A4BC1F9C3}" type="pres">
      <dgm:prSet presAssocID="{D37CFDDC-2E8E-44EC-AFC2-4194A5AFFFF8}" presName="Name37" presStyleLbl="parChTrans1D3" presStyleIdx="1" presStyleCnt="4"/>
      <dgm:spPr/>
    </dgm:pt>
    <dgm:pt modelId="{887D7173-9FBB-4F00-A65A-8F3E4F802EDD}" type="pres">
      <dgm:prSet presAssocID="{EAC52C60-E94C-407A-9458-F010D9520A75}" presName="hierRoot2" presStyleCnt="0">
        <dgm:presLayoutVars>
          <dgm:hierBranch val="init"/>
        </dgm:presLayoutVars>
      </dgm:prSet>
      <dgm:spPr/>
    </dgm:pt>
    <dgm:pt modelId="{B973CC08-93A1-4ACB-A41F-886CEBE0463D}" type="pres">
      <dgm:prSet presAssocID="{EAC52C60-E94C-407A-9458-F010D9520A75}" presName="rootComposite" presStyleCnt="0"/>
      <dgm:spPr/>
    </dgm:pt>
    <dgm:pt modelId="{9E9C00E1-1B4A-49FE-992A-150D26E9FFC3}" type="pres">
      <dgm:prSet presAssocID="{EAC52C60-E94C-407A-9458-F010D9520A75}" presName="rootText" presStyleLbl="node3" presStyleIdx="1" presStyleCnt="4" custScaleX="123562" custScaleY="50661" custLinFactX="-100000" custLinFactNeighborX="-114824" custLinFactNeighborY="8515">
        <dgm:presLayoutVars>
          <dgm:chPref val="3"/>
        </dgm:presLayoutVars>
      </dgm:prSet>
      <dgm:spPr/>
    </dgm:pt>
    <dgm:pt modelId="{E632A4C5-61BB-4A17-B44D-25A569DDEAB8}" type="pres">
      <dgm:prSet presAssocID="{EAC52C60-E94C-407A-9458-F010D9520A75}" presName="rootConnector" presStyleLbl="node3" presStyleIdx="1" presStyleCnt="4"/>
      <dgm:spPr/>
    </dgm:pt>
    <dgm:pt modelId="{623AAE2A-2E77-498F-B620-7933ED888E76}" type="pres">
      <dgm:prSet presAssocID="{EAC52C60-E94C-407A-9458-F010D9520A75}" presName="hierChild4" presStyleCnt="0"/>
      <dgm:spPr/>
    </dgm:pt>
    <dgm:pt modelId="{B744FFDD-3F5A-47B6-BCE2-9B546486935E}" type="pres">
      <dgm:prSet presAssocID="{EAC52C60-E94C-407A-9458-F010D9520A75}" presName="hierChild5" presStyleCnt="0"/>
      <dgm:spPr/>
    </dgm:pt>
    <dgm:pt modelId="{A38099B4-9F36-4E9C-8A4D-A0A2595CAFC9}" type="pres">
      <dgm:prSet presAssocID="{AF9C64FA-5FA7-49BE-BB48-86B11A157670}" presName="Name37" presStyleLbl="parChTrans1D3" presStyleIdx="2" presStyleCnt="4"/>
      <dgm:spPr/>
    </dgm:pt>
    <dgm:pt modelId="{B52C1493-A767-4547-8CA3-E6A4808CD6F7}" type="pres">
      <dgm:prSet presAssocID="{5F9DB279-C0F2-48D6-8519-D3B571AB1599}" presName="hierRoot2" presStyleCnt="0">
        <dgm:presLayoutVars>
          <dgm:hierBranch val="init"/>
        </dgm:presLayoutVars>
      </dgm:prSet>
      <dgm:spPr/>
    </dgm:pt>
    <dgm:pt modelId="{963A359C-D593-46B7-98B2-DBF446885B03}" type="pres">
      <dgm:prSet presAssocID="{5F9DB279-C0F2-48D6-8519-D3B571AB1599}" presName="rootComposite" presStyleCnt="0"/>
      <dgm:spPr/>
    </dgm:pt>
    <dgm:pt modelId="{6D8A23B8-52E4-46C6-BB77-4EBC1519EECF}" type="pres">
      <dgm:prSet presAssocID="{5F9DB279-C0F2-48D6-8519-D3B571AB1599}" presName="rootText" presStyleLbl="node3" presStyleIdx="2" presStyleCnt="4" custScaleX="118598" custScaleY="53703" custLinFactX="-100000" custLinFactNeighborX="-110595" custLinFactNeighborY="-13067">
        <dgm:presLayoutVars>
          <dgm:chPref val="3"/>
        </dgm:presLayoutVars>
      </dgm:prSet>
      <dgm:spPr/>
    </dgm:pt>
    <dgm:pt modelId="{3FBE0382-B46F-43F5-8F8B-F5702E519C16}" type="pres">
      <dgm:prSet presAssocID="{5F9DB279-C0F2-48D6-8519-D3B571AB1599}" presName="rootConnector" presStyleLbl="node3" presStyleIdx="2" presStyleCnt="4"/>
      <dgm:spPr/>
    </dgm:pt>
    <dgm:pt modelId="{135EA324-0A4B-4D03-B512-1BF67FC2FE50}" type="pres">
      <dgm:prSet presAssocID="{5F9DB279-C0F2-48D6-8519-D3B571AB1599}" presName="hierChild4" presStyleCnt="0"/>
      <dgm:spPr/>
    </dgm:pt>
    <dgm:pt modelId="{E0877361-4D0A-4F93-A31E-41E30F8F43C6}" type="pres">
      <dgm:prSet presAssocID="{5F9DB279-C0F2-48D6-8519-D3B571AB1599}" presName="hierChild5" presStyleCnt="0"/>
      <dgm:spPr/>
    </dgm:pt>
    <dgm:pt modelId="{4AC0B9E9-1A52-421D-85BD-3A1BFA975033}" type="pres">
      <dgm:prSet presAssocID="{097E360C-D8C4-48E5-96DC-A3011F92DBCE}" presName="Name37" presStyleLbl="parChTrans1D3" presStyleIdx="3" presStyleCnt="4"/>
      <dgm:spPr/>
    </dgm:pt>
    <dgm:pt modelId="{33AACEB5-AE03-4FAE-9133-671EC5F4F59F}" type="pres">
      <dgm:prSet presAssocID="{9B831C58-96B2-4FD0-A1C8-17B811105AA6}" presName="hierRoot2" presStyleCnt="0">
        <dgm:presLayoutVars>
          <dgm:hierBranch val="init"/>
        </dgm:presLayoutVars>
      </dgm:prSet>
      <dgm:spPr/>
    </dgm:pt>
    <dgm:pt modelId="{EF524224-55E5-47C8-8EE0-A7F942EBF97C}" type="pres">
      <dgm:prSet presAssocID="{9B831C58-96B2-4FD0-A1C8-17B811105AA6}" presName="rootComposite" presStyleCnt="0"/>
      <dgm:spPr/>
    </dgm:pt>
    <dgm:pt modelId="{565B76CC-064D-4C50-B735-E0EEB16DB3DC}" type="pres">
      <dgm:prSet presAssocID="{9B831C58-96B2-4FD0-A1C8-17B811105AA6}" presName="rootText" presStyleLbl="node3" presStyleIdx="3" presStyleCnt="4" custScaleX="121543" custScaleY="48517" custLinFactX="-100000" custLinFactNeighborX="-111940" custLinFactNeighborY="-39199">
        <dgm:presLayoutVars>
          <dgm:chPref val="3"/>
        </dgm:presLayoutVars>
      </dgm:prSet>
      <dgm:spPr/>
    </dgm:pt>
    <dgm:pt modelId="{291B115F-235B-4893-BCB0-1F5402107B7F}" type="pres">
      <dgm:prSet presAssocID="{9B831C58-96B2-4FD0-A1C8-17B811105AA6}" presName="rootConnector" presStyleLbl="node3" presStyleIdx="3" presStyleCnt="4"/>
      <dgm:spPr/>
    </dgm:pt>
    <dgm:pt modelId="{77E716E2-2289-4BF8-84D6-ABEF439D2BBA}" type="pres">
      <dgm:prSet presAssocID="{9B831C58-96B2-4FD0-A1C8-17B811105AA6}" presName="hierChild4" presStyleCnt="0"/>
      <dgm:spPr/>
    </dgm:pt>
    <dgm:pt modelId="{B71B5058-6A49-4662-9242-05C52AEC7FBF}" type="pres">
      <dgm:prSet presAssocID="{9B831C58-96B2-4FD0-A1C8-17B811105AA6}" presName="hierChild5" presStyleCnt="0"/>
      <dgm:spPr/>
    </dgm:pt>
    <dgm:pt modelId="{95D5F269-E8FA-4BC0-8DAE-675EE2E131DB}" type="pres">
      <dgm:prSet presAssocID="{170E9E52-BE96-4624-8CB4-00E1672B151F}" presName="hierChild5" presStyleCnt="0"/>
      <dgm:spPr/>
    </dgm:pt>
    <dgm:pt modelId="{1E52108D-9CB1-4E20-8A60-629D2898ED3A}" type="pres">
      <dgm:prSet presAssocID="{1622AF35-BDE5-4656-B28F-11518CED1139}" presName="hierChild3" presStyleCnt="0"/>
      <dgm:spPr/>
    </dgm:pt>
  </dgm:ptLst>
  <dgm:cxnLst>
    <dgm:cxn modelId="{01636302-0CC7-447C-81E3-2388E1776292}" type="presOf" srcId="{EAC52C60-E94C-407A-9458-F010D9520A75}" destId="{E632A4C5-61BB-4A17-B44D-25A569DDEAB8}" srcOrd="1" destOrd="0" presId="urn:microsoft.com/office/officeart/2005/8/layout/orgChart1"/>
    <dgm:cxn modelId="{014EEF07-A77E-4641-A632-42F51AC3622F}" type="presOf" srcId="{754A6D8B-CFE6-47CB-B2D8-E661BFC2E745}" destId="{A4BFE1D1-4898-4B7D-91B6-2FF8CBEB0F71}" srcOrd="1" destOrd="0" presId="urn:microsoft.com/office/officeart/2005/8/layout/orgChart1"/>
    <dgm:cxn modelId="{F396EC0D-5A25-4F86-9E0F-733B0810BEEB}" type="presOf" srcId="{55A05E50-D341-4DE7-B938-402D2F5BC968}" destId="{4A4A24E2-DB2C-4BB6-A15A-8C5F11A5CFC2}" srcOrd="0" destOrd="0" presId="urn:microsoft.com/office/officeart/2005/8/layout/orgChart1"/>
    <dgm:cxn modelId="{9A449315-BE75-4477-B6A6-A9B78035E028}" srcId="{FE3E1FD4-290C-40A6-A6FB-F26BBC32B2B7}" destId="{1622AF35-BDE5-4656-B28F-11518CED1139}" srcOrd="1" destOrd="0" parTransId="{84B1C3D2-16A4-444A-8C32-3FF01B343F1E}" sibTransId="{56B728E8-D86F-4F62-AF5E-83E552AAE98D}"/>
    <dgm:cxn modelId="{19BCBE1F-657F-434E-AD1D-DAD89FF7D163}" type="presOf" srcId="{AF9C64FA-5FA7-49BE-BB48-86B11A157670}" destId="{A38099B4-9F36-4E9C-8A4D-A0A2595CAFC9}" srcOrd="0" destOrd="0" presId="urn:microsoft.com/office/officeart/2005/8/layout/orgChart1"/>
    <dgm:cxn modelId="{D1386931-BFE2-4136-97DC-5DAB6427D19E}" type="presOf" srcId="{576C70FD-5EC0-4269-8D83-F1237B850A98}" destId="{7514837A-7883-4657-B39C-CFB0E906AADD}" srcOrd="0" destOrd="0" presId="urn:microsoft.com/office/officeart/2005/8/layout/orgChart1"/>
    <dgm:cxn modelId="{3F34B03A-7F6A-4DAC-BA71-282811FFAB64}" srcId="{1622AF35-BDE5-4656-B28F-11518CED1139}" destId="{170E9E52-BE96-4624-8CB4-00E1672B151F}" srcOrd="1" destOrd="0" parTransId="{AF4857F5-A801-4E88-AF3C-B9BD57C67FA3}" sibTransId="{335D63A4-5152-4A13-850F-16B60163187E}"/>
    <dgm:cxn modelId="{BFA7043D-106D-4A11-8190-C7253DB57D69}" type="presOf" srcId="{170E9E52-BE96-4624-8CB4-00E1672B151F}" destId="{26DECFCD-8C7F-436B-AB0F-8E37EA96F3A5}" srcOrd="1" destOrd="0" presId="urn:microsoft.com/office/officeart/2005/8/layout/orgChart1"/>
    <dgm:cxn modelId="{0AEA735B-15DC-4343-9329-C428AC4CDFF6}" type="presOf" srcId="{55A05E50-D341-4DE7-B938-402D2F5BC968}" destId="{CD109C71-685E-462C-9841-BA74E4421E47}" srcOrd="1" destOrd="0" presId="urn:microsoft.com/office/officeart/2005/8/layout/orgChart1"/>
    <dgm:cxn modelId="{3C6E875D-3668-4EFC-A6EF-D144CA2ED5AA}" srcId="{170E9E52-BE96-4624-8CB4-00E1672B151F}" destId="{5F9DB279-C0F2-48D6-8519-D3B571AB1599}" srcOrd="1" destOrd="0" parTransId="{AF9C64FA-5FA7-49BE-BB48-86B11A157670}" sibTransId="{F9FF701F-C220-4334-86BC-7FFF85C1E445}"/>
    <dgm:cxn modelId="{9A9BB85E-9B5C-42D4-9E49-52472CB94134}" srcId="{754A6D8B-CFE6-47CB-B2D8-E661BFC2E745}" destId="{705EA9EA-EB9A-4CB6-9E8E-5446432D0DA7}" srcOrd="0" destOrd="0" parTransId="{DF7DD18F-2FDD-4F6E-BF15-6DECBE6D6C3E}" sibTransId="{D9396D3F-6C3C-4060-91D4-35F87E6DC53D}"/>
    <dgm:cxn modelId="{B8C12A69-7C24-4075-A19F-40BDAA4F25E2}" type="presOf" srcId="{DF7DD18F-2FDD-4F6E-BF15-6DECBE6D6C3E}" destId="{0373B902-7F62-4C57-84E1-195DE0CE4532}" srcOrd="0" destOrd="0" presId="urn:microsoft.com/office/officeart/2005/8/layout/orgChart1"/>
    <dgm:cxn modelId="{01134A51-DE05-440D-BCDD-2B68D2F80583}" type="presOf" srcId="{9B831C58-96B2-4FD0-A1C8-17B811105AA6}" destId="{291B115F-235B-4893-BCB0-1F5402107B7F}" srcOrd="1" destOrd="0" presId="urn:microsoft.com/office/officeart/2005/8/layout/orgChart1"/>
    <dgm:cxn modelId="{826CF072-9F56-4DCE-9844-8F444A081DFC}" srcId="{705EA9EA-EB9A-4CB6-9E8E-5446432D0DA7}" destId="{EE66D80F-E4FB-44DF-BCA9-3E14666D0E00}" srcOrd="0" destOrd="0" parTransId="{576C70FD-5EC0-4269-8D83-F1237B850A98}" sibTransId="{084C4A23-EECC-4BC2-A777-049640D6DF2B}"/>
    <dgm:cxn modelId="{878E1C74-DBA7-4028-814E-B1A63A9998F5}" type="presOf" srcId="{9677A5D2-9FE5-40D2-9D4B-2F50E229103A}" destId="{BD3F7714-1BE7-4E5D-B75D-06333A989D6F}" srcOrd="0" destOrd="0" presId="urn:microsoft.com/office/officeart/2005/8/layout/orgChart1"/>
    <dgm:cxn modelId="{CD7C8275-8ACC-4B16-B26A-65806D258A9A}" srcId="{170E9E52-BE96-4624-8CB4-00E1672B151F}" destId="{9B831C58-96B2-4FD0-A1C8-17B811105AA6}" srcOrd="2" destOrd="0" parTransId="{097E360C-D8C4-48E5-96DC-A3011F92DBCE}" sibTransId="{4ECF96F1-8CC5-4484-AEC5-99B2E349F070}"/>
    <dgm:cxn modelId="{AC6C7F7E-D26E-4FF9-AE95-576E5A600416}" type="presOf" srcId="{3323983B-B15B-44A9-B505-305C0DFED693}" destId="{5667EFF5-528A-4CB3-A136-4C3BC57A74F8}" srcOrd="1" destOrd="0" presId="urn:microsoft.com/office/officeart/2005/8/layout/orgChart1"/>
    <dgm:cxn modelId="{421D0D80-A3DC-424E-B865-4BA55F2B39B8}" type="presOf" srcId="{170E9E52-BE96-4624-8CB4-00E1672B151F}" destId="{3552A128-B3C1-44AE-B02A-04C4E4F34F45}" srcOrd="0" destOrd="0" presId="urn:microsoft.com/office/officeart/2005/8/layout/orgChart1"/>
    <dgm:cxn modelId="{E73A6581-14D0-4B5E-93B1-C3EDAF3F98F2}" type="presOf" srcId="{FE3E1FD4-290C-40A6-A6FB-F26BBC32B2B7}" destId="{9A568426-CCF8-402D-A9B9-4292406CC200}" srcOrd="0" destOrd="0" presId="urn:microsoft.com/office/officeart/2005/8/layout/orgChart1"/>
    <dgm:cxn modelId="{A6529086-A2F2-4B99-9688-D4FBA1667BC2}" type="presOf" srcId="{5F9DB279-C0F2-48D6-8519-D3B571AB1599}" destId="{6D8A23B8-52E4-46C6-BB77-4EBC1519EECF}" srcOrd="0" destOrd="0" presId="urn:microsoft.com/office/officeart/2005/8/layout/orgChart1"/>
    <dgm:cxn modelId="{C048308A-1EB1-4473-865F-F295EE506546}" srcId="{FE3E1FD4-290C-40A6-A6FB-F26BBC32B2B7}" destId="{55A05E50-D341-4DE7-B938-402D2F5BC968}" srcOrd="0" destOrd="0" parTransId="{8164D65E-BC8F-4173-AE3C-3299F1D796B6}" sibTransId="{36ED7A1D-0AEB-4526-ADE2-F2D310298B8E}"/>
    <dgm:cxn modelId="{F4CC8096-2A3D-4EAA-A2A0-08924E96D7B5}" type="presOf" srcId="{EE66D80F-E4FB-44DF-BCA9-3E14666D0E00}" destId="{1FEC8124-47AD-418E-8812-C47457BE92AD}" srcOrd="0" destOrd="0" presId="urn:microsoft.com/office/officeart/2005/8/layout/orgChart1"/>
    <dgm:cxn modelId="{AF81C096-021B-46EC-A32C-667B4756DE57}" type="presOf" srcId="{9B831C58-96B2-4FD0-A1C8-17B811105AA6}" destId="{565B76CC-064D-4C50-B735-E0EEB16DB3DC}" srcOrd="0" destOrd="0" presId="urn:microsoft.com/office/officeart/2005/8/layout/orgChart1"/>
    <dgm:cxn modelId="{56A86598-9DFE-4489-8514-7B9C5E7B60BC}" type="presOf" srcId="{1622AF35-BDE5-4656-B28F-11518CED1139}" destId="{8E14110A-D6CD-456B-98F9-73FE9C1E79EA}" srcOrd="0" destOrd="0" presId="urn:microsoft.com/office/officeart/2005/8/layout/orgChart1"/>
    <dgm:cxn modelId="{3CAACC98-36B0-424D-9E3A-62505B80CB52}" type="presOf" srcId="{EAC52C60-E94C-407A-9458-F010D9520A75}" destId="{9E9C00E1-1B4A-49FE-992A-150D26E9FFC3}" srcOrd="0" destOrd="0" presId="urn:microsoft.com/office/officeart/2005/8/layout/orgChart1"/>
    <dgm:cxn modelId="{AEA8069B-EABC-483B-A700-9FB88E20B491}" type="presOf" srcId="{17DEE88A-B0AC-4822-BDCA-4F1151FFB86B}" destId="{BDEAA1FA-C3EC-400F-9861-0BC9059651E1}" srcOrd="0" destOrd="0" presId="urn:microsoft.com/office/officeart/2005/8/layout/orgChart1"/>
    <dgm:cxn modelId="{61F9AF9E-F969-4AEE-A103-3560020EBFBB}" type="presOf" srcId="{5F9DB279-C0F2-48D6-8519-D3B571AB1599}" destId="{3FBE0382-B46F-43F5-8F8B-F5702E519C16}" srcOrd="1" destOrd="0" presId="urn:microsoft.com/office/officeart/2005/8/layout/orgChart1"/>
    <dgm:cxn modelId="{6B3DFF9E-B04B-43AA-8939-22E537B61366}" type="presOf" srcId="{1622AF35-BDE5-4656-B28F-11518CED1139}" destId="{BD7CFE5C-3FB2-45CC-AF00-49CA8643C644}" srcOrd="1" destOrd="0" presId="urn:microsoft.com/office/officeart/2005/8/layout/orgChart1"/>
    <dgm:cxn modelId="{D2AF83B2-4154-48A2-9A37-28ADDCD612F9}" type="presOf" srcId="{097E360C-D8C4-48E5-96DC-A3011F92DBCE}" destId="{4AC0B9E9-1A52-421D-85BD-3A1BFA975033}" srcOrd="0" destOrd="0" presId="urn:microsoft.com/office/officeart/2005/8/layout/orgChart1"/>
    <dgm:cxn modelId="{FA5144B4-641C-42C7-A81D-92CFD93010CB}" type="presOf" srcId="{AF4857F5-A801-4E88-AF3C-B9BD57C67FA3}" destId="{5805831A-BF07-4FEB-A98D-F7A208C36CAB}" srcOrd="0" destOrd="0" presId="urn:microsoft.com/office/officeart/2005/8/layout/orgChart1"/>
    <dgm:cxn modelId="{A797E6C6-91A7-4571-B3EF-52F602CFB5A6}" type="presOf" srcId="{EE66D80F-E4FB-44DF-BCA9-3E14666D0E00}" destId="{06E4294A-892B-424A-9FC6-7316AC9383C4}" srcOrd="1" destOrd="0" presId="urn:microsoft.com/office/officeart/2005/8/layout/orgChart1"/>
    <dgm:cxn modelId="{11158AC8-0031-43C1-80DC-FA50A6D4C27F}" type="presOf" srcId="{754A6D8B-CFE6-47CB-B2D8-E661BFC2E745}" destId="{E97CE789-7C5F-4497-9E02-466C492F092C}" srcOrd="0" destOrd="0" presId="urn:microsoft.com/office/officeart/2005/8/layout/orgChart1"/>
    <dgm:cxn modelId="{810037CA-795E-4B5E-981B-C81D9A5638EB}" srcId="{1622AF35-BDE5-4656-B28F-11518CED1139}" destId="{754A6D8B-CFE6-47CB-B2D8-E661BFC2E745}" srcOrd="0" destOrd="0" parTransId="{17DEE88A-B0AC-4822-BDCA-4F1151FFB86B}" sibTransId="{19205D0F-90DB-426C-B5A3-0632D2885F0F}"/>
    <dgm:cxn modelId="{DE6403CC-7B5D-4209-863C-7A3655372977}" type="presOf" srcId="{D37CFDDC-2E8E-44EC-AFC2-4194A5AFFFF8}" destId="{35015E62-1D44-4539-A6A9-6D7A4BC1F9C3}" srcOrd="0" destOrd="0" presId="urn:microsoft.com/office/officeart/2005/8/layout/orgChart1"/>
    <dgm:cxn modelId="{5AECD8DD-E0DE-4BCC-9DE3-84CA219A28E2}" srcId="{170E9E52-BE96-4624-8CB4-00E1672B151F}" destId="{EAC52C60-E94C-407A-9458-F010D9520A75}" srcOrd="0" destOrd="0" parTransId="{D37CFDDC-2E8E-44EC-AFC2-4194A5AFFFF8}" sibTransId="{4C245E12-2F69-4019-B965-AB0A2B21CE76}"/>
    <dgm:cxn modelId="{21EC28E1-2AE8-45AF-B47E-3C14E94F5427}" type="presOf" srcId="{705EA9EA-EB9A-4CB6-9E8E-5446432D0DA7}" destId="{23FE58CA-7297-40CD-B6A9-D5B543BEBE5A}" srcOrd="1" destOrd="0" presId="urn:microsoft.com/office/officeart/2005/8/layout/orgChart1"/>
    <dgm:cxn modelId="{A7E862F4-5FD4-4FE7-8342-6AD0B9039558}" type="presOf" srcId="{3323983B-B15B-44A9-B505-305C0DFED693}" destId="{84116C75-2CBE-403F-8718-EDBA166E30E0}" srcOrd="0" destOrd="0" presId="urn:microsoft.com/office/officeart/2005/8/layout/orgChart1"/>
    <dgm:cxn modelId="{E980E3F7-4279-4020-A83C-5F9D625E4DFF}" type="presOf" srcId="{705EA9EA-EB9A-4CB6-9E8E-5446432D0DA7}" destId="{B14976D8-D4C4-40C0-B5B6-193C36FE24A1}" srcOrd="0" destOrd="0" presId="urn:microsoft.com/office/officeart/2005/8/layout/orgChart1"/>
    <dgm:cxn modelId="{63094FFE-02D7-4080-827A-5430E140519B}" srcId="{705EA9EA-EB9A-4CB6-9E8E-5446432D0DA7}" destId="{3323983B-B15B-44A9-B505-305C0DFED693}" srcOrd="1" destOrd="0" parTransId="{9677A5D2-9FE5-40D2-9D4B-2F50E229103A}" sibTransId="{B1E70EEB-0677-48EF-8616-E1A84238FFBE}"/>
    <dgm:cxn modelId="{F9EC6195-6A4E-4A24-9E3B-163475D7A104}" type="presParOf" srcId="{9A568426-CCF8-402D-A9B9-4292406CC200}" destId="{9A19E69F-B52F-40E0-AB45-C6F92370267D}" srcOrd="0" destOrd="0" presId="urn:microsoft.com/office/officeart/2005/8/layout/orgChart1"/>
    <dgm:cxn modelId="{DABCB85D-F3B8-4A0A-8196-299983E4522F}" type="presParOf" srcId="{9A19E69F-B52F-40E0-AB45-C6F92370267D}" destId="{A46B35A4-0B9D-4413-B0B7-33CD0B5D301D}" srcOrd="0" destOrd="0" presId="urn:microsoft.com/office/officeart/2005/8/layout/orgChart1"/>
    <dgm:cxn modelId="{CD58BFE5-57D1-4BF8-AB2A-243E9F291A69}" type="presParOf" srcId="{A46B35A4-0B9D-4413-B0B7-33CD0B5D301D}" destId="{4A4A24E2-DB2C-4BB6-A15A-8C5F11A5CFC2}" srcOrd="0" destOrd="0" presId="urn:microsoft.com/office/officeart/2005/8/layout/orgChart1"/>
    <dgm:cxn modelId="{8645ACFF-E5C3-456B-9066-42E2040DF2E2}" type="presParOf" srcId="{A46B35A4-0B9D-4413-B0B7-33CD0B5D301D}" destId="{CD109C71-685E-462C-9841-BA74E4421E47}" srcOrd="1" destOrd="0" presId="urn:microsoft.com/office/officeart/2005/8/layout/orgChart1"/>
    <dgm:cxn modelId="{2C1A3B72-2E08-4D0C-A2B0-C22C81655686}" type="presParOf" srcId="{9A19E69F-B52F-40E0-AB45-C6F92370267D}" destId="{B46B67F1-0CE7-4E3B-BA66-881D521EEEDC}" srcOrd="1" destOrd="0" presId="urn:microsoft.com/office/officeart/2005/8/layout/orgChart1"/>
    <dgm:cxn modelId="{57ED2D72-E10F-4DDE-8F31-E2C4E329BDBC}" type="presParOf" srcId="{9A19E69F-B52F-40E0-AB45-C6F92370267D}" destId="{ECF3C819-A08F-48B3-8003-25F28E28EB27}" srcOrd="2" destOrd="0" presId="urn:microsoft.com/office/officeart/2005/8/layout/orgChart1"/>
    <dgm:cxn modelId="{25FC0D99-1E71-4D49-806E-2D91E0A0E2AF}" type="presParOf" srcId="{9A568426-CCF8-402D-A9B9-4292406CC200}" destId="{B7294A5C-D298-4462-AE0D-16C1835E8A33}" srcOrd="1" destOrd="0" presId="urn:microsoft.com/office/officeart/2005/8/layout/orgChart1"/>
    <dgm:cxn modelId="{57C9FCE8-3575-4B71-A997-40A4EB6649AF}" type="presParOf" srcId="{B7294A5C-D298-4462-AE0D-16C1835E8A33}" destId="{157A6095-58A8-4378-8812-B32D3F5CE1BE}" srcOrd="0" destOrd="0" presId="urn:microsoft.com/office/officeart/2005/8/layout/orgChart1"/>
    <dgm:cxn modelId="{B930B01A-2FB0-4DE9-847B-FB3219F0BC16}" type="presParOf" srcId="{157A6095-58A8-4378-8812-B32D3F5CE1BE}" destId="{8E14110A-D6CD-456B-98F9-73FE9C1E79EA}" srcOrd="0" destOrd="0" presId="urn:microsoft.com/office/officeart/2005/8/layout/orgChart1"/>
    <dgm:cxn modelId="{301F87C8-1CA0-4583-A6C1-2A29C4EA5D86}" type="presParOf" srcId="{157A6095-58A8-4378-8812-B32D3F5CE1BE}" destId="{BD7CFE5C-3FB2-45CC-AF00-49CA8643C644}" srcOrd="1" destOrd="0" presId="urn:microsoft.com/office/officeart/2005/8/layout/orgChart1"/>
    <dgm:cxn modelId="{3807D696-5322-4011-965F-B80D0A2CD71E}" type="presParOf" srcId="{B7294A5C-D298-4462-AE0D-16C1835E8A33}" destId="{13D59424-9316-4825-916B-824CC33DAFD3}" srcOrd="1" destOrd="0" presId="urn:microsoft.com/office/officeart/2005/8/layout/orgChart1"/>
    <dgm:cxn modelId="{ADEA1283-9E2E-48F2-8DE8-7F3C53CF1F67}" type="presParOf" srcId="{13D59424-9316-4825-916B-824CC33DAFD3}" destId="{BDEAA1FA-C3EC-400F-9861-0BC9059651E1}" srcOrd="0" destOrd="0" presId="urn:microsoft.com/office/officeart/2005/8/layout/orgChart1"/>
    <dgm:cxn modelId="{E301AD9E-88AF-4ED1-A1ED-4EF15887A077}" type="presParOf" srcId="{13D59424-9316-4825-916B-824CC33DAFD3}" destId="{B81D75EE-F2BD-4A10-9070-6B947EB0F844}" srcOrd="1" destOrd="0" presId="urn:microsoft.com/office/officeart/2005/8/layout/orgChart1"/>
    <dgm:cxn modelId="{35B05C07-1F47-49C5-8445-6457FBC0828B}" type="presParOf" srcId="{B81D75EE-F2BD-4A10-9070-6B947EB0F844}" destId="{20586E51-BE82-4B55-A02F-32990B6075A8}" srcOrd="0" destOrd="0" presId="urn:microsoft.com/office/officeart/2005/8/layout/orgChart1"/>
    <dgm:cxn modelId="{8C7398A8-FBFD-41E6-BF17-3890B44689AD}" type="presParOf" srcId="{20586E51-BE82-4B55-A02F-32990B6075A8}" destId="{E97CE789-7C5F-4497-9E02-466C492F092C}" srcOrd="0" destOrd="0" presId="urn:microsoft.com/office/officeart/2005/8/layout/orgChart1"/>
    <dgm:cxn modelId="{2D181C64-1DDC-4C84-B13F-EAAD295E3126}" type="presParOf" srcId="{20586E51-BE82-4B55-A02F-32990B6075A8}" destId="{A4BFE1D1-4898-4B7D-91B6-2FF8CBEB0F71}" srcOrd="1" destOrd="0" presId="urn:microsoft.com/office/officeart/2005/8/layout/orgChart1"/>
    <dgm:cxn modelId="{25B2D112-0D6F-4267-BD3B-55C933BC4AB6}" type="presParOf" srcId="{B81D75EE-F2BD-4A10-9070-6B947EB0F844}" destId="{43D1C137-668F-4391-9C68-41DA74FE40FE}" srcOrd="1" destOrd="0" presId="urn:microsoft.com/office/officeart/2005/8/layout/orgChart1"/>
    <dgm:cxn modelId="{BADEB4FC-92D2-43D1-BFDB-3D170F5AB254}" type="presParOf" srcId="{43D1C137-668F-4391-9C68-41DA74FE40FE}" destId="{0373B902-7F62-4C57-84E1-195DE0CE4532}" srcOrd="0" destOrd="0" presId="urn:microsoft.com/office/officeart/2005/8/layout/orgChart1"/>
    <dgm:cxn modelId="{5C17C60E-3F80-46B8-B8B4-B80D9512694F}" type="presParOf" srcId="{43D1C137-668F-4391-9C68-41DA74FE40FE}" destId="{E7A938FF-359D-4BFB-9AD5-BA27F9DCB1C6}" srcOrd="1" destOrd="0" presId="urn:microsoft.com/office/officeart/2005/8/layout/orgChart1"/>
    <dgm:cxn modelId="{7023603A-49EF-48A9-85D4-6D8B042A45CE}" type="presParOf" srcId="{E7A938FF-359D-4BFB-9AD5-BA27F9DCB1C6}" destId="{33B2621B-378B-405A-9807-120F7D1929E9}" srcOrd="0" destOrd="0" presId="urn:microsoft.com/office/officeart/2005/8/layout/orgChart1"/>
    <dgm:cxn modelId="{F6486ED3-BA7C-4168-BE79-F2EAD63EA3A7}" type="presParOf" srcId="{33B2621B-378B-405A-9807-120F7D1929E9}" destId="{B14976D8-D4C4-40C0-B5B6-193C36FE24A1}" srcOrd="0" destOrd="0" presId="urn:microsoft.com/office/officeart/2005/8/layout/orgChart1"/>
    <dgm:cxn modelId="{9CCD4AEE-B636-47C3-AC0E-216D12CBD6C0}" type="presParOf" srcId="{33B2621B-378B-405A-9807-120F7D1929E9}" destId="{23FE58CA-7297-40CD-B6A9-D5B543BEBE5A}" srcOrd="1" destOrd="0" presId="urn:microsoft.com/office/officeart/2005/8/layout/orgChart1"/>
    <dgm:cxn modelId="{43FCCD59-7DED-4A25-931B-8DE1F6191A0B}" type="presParOf" srcId="{E7A938FF-359D-4BFB-9AD5-BA27F9DCB1C6}" destId="{CE060566-2FF3-4DBE-89A8-1B23101A28DE}" srcOrd="1" destOrd="0" presId="urn:microsoft.com/office/officeart/2005/8/layout/orgChart1"/>
    <dgm:cxn modelId="{C6B34B3F-0607-4E75-B4B7-DC60AB09FA5C}" type="presParOf" srcId="{CE060566-2FF3-4DBE-89A8-1B23101A28DE}" destId="{7514837A-7883-4657-B39C-CFB0E906AADD}" srcOrd="0" destOrd="0" presId="urn:microsoft.com/office/officeart/2005/8/layout/orgChart1"/>
    <dgm:cxn modelId="{9FD135B1-3D4C-4DEC-8399-E2CF6CE5E39A}" type="presParOf" srcId="{CE060566-2FF3-4DBE-89A8-1B23101A28DE}" destId="{79BDACBE-09BF-4F4F-9F5C-A05B7C730655}" srcOrd="1" destOrd="0" presId="urn:microsoft.com/office/officeart/2005/8/layout/orgChart1"/>
    <dgm:cxn modelId="{816438EC-B27D-4972-A9D4-E1620B01EB2A}" type="presParOf" srcId="{79BDACBE-09BF-4F4F-9F5C-A05B7C730655}" destId="{51A71180-52C3-4004-A5C5-11F12FC7A1B6}" srcOrd="0" destOrd="0" presId="urn:microsoft.com/office/officeart/2005/8/layout/orgChart1"/>
    <dgm:cxn modelId="{23742891-4213-4AFC-A2F7-82CEDAFCF5D3}" type="presParOf" srcId="{51A71180-52C3-4004-A5C5-11F12FC7A1B6}" destId="{1FEC8124-47AD-418E-8812-C47457BE92AD}" srcOrd="0" destOrd="0" presId="urn:microsoft.com/office/officeart/2005/8/layout/orgChart1"/>
    <dgm:cxn modelId="{A5172F4D-12AB-46EB-B1F1-90857222FC57}" type="presParOf" srcId="{51A71180-52C3-4004-A5C5-11F12FC7A1B6}" destId="{06E4294A-892B-424A-9FC6-7316AC9383C4}" srcOrd="1" destOrd="0" presId="urn:microsoft.com/office/officeart/2005/8/layout/orgChart1"/>
    <dgm:cxn modelId="{C23F281F-9F00-4AF9-9B7B-F35AA2FEEB94}" type="presParOf" srcId="{79BDACBE-09BF-4F4F-9F5C-A05B7C730655}" destId="{73DD4251-599B-4481-AE98-FBC413596CC3}" srcOrd="1" destOrd="0" presId="urn:microsoft.com/office/officeart/2005/8/layout/orgChart1"/>
    <dgm:cxn modelId="{60991316-E8FE-4D3D-92C1-C78322D474D9}" type="presParOf" srcId="{79BDACBE-09BF-4F4F-9F5C-A05B7C730655}" destId="{DADCE9D4-9768-4109-B515-F578223C69AF}" srcOrd="2" destOrd="0" presId="urn:microsoft.com/office/officeart/2005/8/layout/orgChart1"/>
    <dgm:cxn modelId="{E6B83DCD-35AE-4868-A526-403F804A93BD}" type="presParOf" srcId="{CE060566-2FF3-4DBE-89A8-1B23101A28DE}" destId="{BD3F7714-1BE7-4E5D-B75D-06333A989D6F}" srcOrd="2" destOrd="0" presId="urn:microsoft.com/office/officeart/2005/8/layout/orgChart1"/>
    <dgm:cxn modelId="{1669DB84-5774-44F1-9DAE-8B5226501548}" type="presParOf" srcId="{CE060566-2FF3-4DBE-89A8-1B23101A28DE}" destId="{FE2D6EF4-36CC-4BE7-9A8B-587257FECF24}" srcOrd="3" destOrd="0" presId="urn:microsoft.com/office/officeart/2005/8/layout/orgChart1"/>
    <dgm:cxn modelId="{BC46ACF9-CA5D-41A7-93C4-16061DD440E5}" type="presParOf" srcId="{FE2D6EF4-36CC-4BE7-9A8B-587257FECF24}" destId="{FA2389A3-F667-4094-BA94-52C8FDB9D96D}" srcOrd="0" destOrd="0" presId="urn:microsoft.com/office/officeart/2005/8/layout/orgChart1"/>
    <dgm:cxn modelId="{263EF7A6-87CF-4854-8175-B1D3E367C458}" type="presParOf" srcId="{FA2389A3-F667-4094-BA94-52C8FDB9D96D}" destId="{84116C75-2CBE-403F-8718-EDBA166E30E0}" srcOrd="0" destOrd="0" presId="urn:microsoft.com/office/officeart/2005/8/layout/orgChart1"/>
    <dgm:cxn modelId="{2861098B-3F2A-4AEB-A35F-18C127B82733}" type="presParOf" srcId="{FA2389A3-F667-4094-BA94-52C8FDB9D96D}" destId="{5667EFF5-528A-4CB3-A136-4C3BC57A74F8}" srcOrd="1" destOrd="0" presId="urn:microsoft.com/office/officeart/2005/8/layout/orgChart1"/>
    <dgm:cxn modelId="{666D0CB1-690B-48ED-A8D2-6A4CE27FE1F6}" type="presParOf" srcId="{FE2D6EF4-36CC-4BE7-9A8B-587257FECF24}" destId="{A2B0A9C3-F8F6-4CFC-A7E3-3FC205EC6E8A}" srcOrd="1" destOrd="0" presId="urn:microsoft.com/office/officeart/2005/8/layout/orgChart1"/>
    <dgm:cxn modelId="{3B3D3074-BBC7-4F27-ACB5-9B3CB712B04B}" type="presParOf" srcId="{FE2D6EF4-36CC-4BE7-9A8B-587257FECF24}" destId="{D34E1CDD-2A62-4A1F-B6F6-9558326943A6}" srcOrd="2" destOrd="0" presId="urn:microsoft.com/office/officeart/2005/8/layout/orgChart1"/>
    <dgm:cxn modelId="{A1B3F9C2-C47A-49AA-9DB0-A34C747827C2}" type="presParOf" srcId="{E7A938FF-359D-4BFB-9AD5-BA27F9DCB1C6}" destId="{841AE688-1D1E-472C-98B1-F71E9EE5B495}" srcOrd="2" destOrd="0" presId="urn:microsoft.com/office/officeart/2005/8/layout/orgChart1"/>
    <dgm:cxn modelId="{9E7608ED-0413-4F97-AA73-615B55B24D5A}" type="presParOf" srcId="{B81D75EE-F2BD-4A10-9070-6B947EB0F844}" destId="{BEA3564D-B7D5-49C9-B65B-53C7659AF46C}" srcOrd="2" destOrd="0" presId="urn:microsoft.com/office/officeart/2005/8/layout/orgChart1"/>
    <dgm:cxn modelId="{E0B210A2-313F-4FC9-8C88-8FBD7B3A6FEF}" type="presParOf" srcId="{13D59424-9316-4825-916B-824CC33DAFD3}" destId="{5805831A-BF07-4FEB-A98D-F7A208C36CAB}" srcOrd="2" destOrd="0" presId="urn:microsoft.com/office/officeart/2005/8/layout/orgChart1"/>
    <dgm:cxn modelId="{37BFC3C3-0982-49E9-9873-6EA747DCFAF1}" type="presParOf" srcId="{13D59424-9316-4825-916B-824CC33DAFD3}" destId="{6A3E4767-D804-4008-95B5-51AC0883DA5D}" srcOrd="3" destOrd="0" presId="urn:microsoft.com/office/officeart/2005/8/layout/orgChart1"/>
    <dgm:cxn modelId="{3BB05FD0-9857-4137-B3C6-EAEEFB30BCFD}" type="presParOf" srcId="{6A3E4767-D804-4008-95B5-51AC0883DA5D}" destId="{8EC28F49-6AC4-48DA-873E-AA857018465B}" srcOrd="0" destOrd="0" presId="urn:microsoft.com/office/officeart/2005/8/layout/orgChart1"/>
    <dgm:cxn modelId="{7FB30CA4-A693-4459-861F-AA3CD2155A7F}" type="presParOf" srcId="{8EC28F49-6AC4-48DA-873E-AA857018465B}" destId="{3552A128-B3C1-44AE-B02A-04C4E4F34F45}" srcOrd="0" destOrd="0" presId="urn:microsoft.com/office/officeart/2005/8/layout/orgChart1"/>
    <dgm:cxn modelId="{0AD9865C-6804-407C-84DF-4129EAEE52AD}" type="presParOf" srcId="{8EC28F49-6AC4-48DA-873E-AA857018465B}" destId="{26DECFCD-8C7F-436B-AB0F-8E37EA96F3A5}" srcOrd="1" destOrd="0" presId="urn:microsoft.com/office/officeart/2005/8/layout/orgChart1"/>
    <dgm:cxn modelId="{D83CDCC0-7101-4709-859D-FCF5DA7ED110}" type="presParOf" srcId="{6A3E4767-D804-4008-95B5-51AC0883DA5D}" destId="{A2D2135C-64C9-4266-B769-14C752C32461}" srcOrd="1" destOrd="0" presId="urn:microsoft.com/office/officeart/2005/8/layout/orgChart1"/>
    <dgm:cxn modelId="{7154E3E4-7AB0-4300-84EC-9BDF46BE46BE}" type="presParOf" srcId="{A2D2135C-64C9-4266-B769-14C752C32461}" destId="{35015E62-1D44-4539-A6A9-6D7A4BC1F9C3}" srcOrd="0" destOrd="0" presId="urn:microsoft.com/office/officeart/2005/8/layout/orgChart1"/>
    <dgm:cxn modelId="{94001AC2-E0DE-41DE-ACDF-FFFC6851BC54}" type="presParOf" srcId="{A2D2135C-64C9-4266-B769-14C752C32461}" destId="{887D7173-9FBB-4F00-A65A-8F3E4F802EDD}" srcOrd="1" destOrd="0" presId="urn:microsoft.com/office/officeart/2005/8/layout/orgChart1"/>
    <dgm:cxn modelId="{1125CB54-0B4D-4347-ACF5-DEDCDA20155A}" type="presParOf" srcId="{887D7173-9FBB-4F00-A65A-8F3E4F802EDD}" destId="{B973CC08-93A1-4ACB-A41F-886CEBE0463D}" srcOrd="0" destOrd="0" presId="urn:microsoft.com/office/officeart/2005/8/layout/orgChart1"/>
    <dgm:cxn modelId="{B7D18309-8753-4648-9E4F-E1210F1BB922}" type="presParOf" srcId="{B973CC08-93A1-4ACB-A41F-886CEBE0463D}" destId="{9E9C00E1-1B4A-49FE-992A-150D26E9FFC3}" srcOrd="0" destOrd="0" presId="urn:microsoft.com/office/officeart/2005/8/layout/orgChart1"/>
    <dgm:cxn modelId="{93F57953-B564-4230-AC89-1FCED9641A2E}" type="presParOf" srcId="{B973CC08-93A1-4ACB-A41F-886CEBE0463D}" destId="{E632A4C5-61BB-4A17-B44D-25A569DDEAB8}" srcOrd="1" destOrd="0" presId="urn:microsoft.com/office/officeart/2005/8/layout/orgChart1"/>
    <dgm:cxn modelId="{743DE6E0-D000-42C3-9B77-C59FACB69DBE}" type="presParOf" srcId="{887D7173-9FBB-4F00-A65A-8F3E4F802EDD}" destId="{623AAE2A-2E77-498F-B620-7933ED888E76}" srcOrd="1" destOrd="0" presId="urn:microsoft.com/office/officeart/2005/8/layout/orgChart1"/>
    <dgm:cxn modelId="{31142505-87CC-4E44-AFD6-BD2275A95230}" type="presParOf" srcId="{887D7173-9FBB-4F00-A65A-8F3E4F802EDD}" destId="{B744FFDD-3F5A-47B6-BCE2-9B546486935E}" srcOrd="2" destOrd="0" presId="urn:microsoft.com/office/officeart/2005/8/layout/orgChart1"/>
    <dgm:cxn modelId="{176E2C29-9F91-458D-B28F-8A6A9D952D89}" type="presParOf" srcId="{A2D2135C-64C9-4266-B769-14C752C32461}" destId="{A38099B4-9F36-4E9C-8A4D-A0A2595CAFC9}" srcOrd="2" destOrd="0" presId="urn:microsoft.com/office/officeart/2005/8/layout/orgChart1"/>
    <dgm:cxn modelId="{25DF3B54-6DE2-4B64-9062-C6CC2E298ABA}" type="presParOf" srcId="{A2D2135C-64C9-4266-B769-14C752C32461}" destId="{B52C1493-A767-4547-8CA3-E6A4808CD6F7}" srcOrd="3" destOrd="0" presId="urn:microsoft.com/office/officeart/2005/8/layout/orgChart1"/>
    <dgm:cxn modelId="{2A8EDC11-F096-44CE-8E9A-27DF8D13DDD2}" type="presParOf" srcId="{B52C1493-A767-4547-8CA3-E6A4808CD6F7}" destId="{963A359C-D593-46B7-98B2-DBF446885B03}" srcOrd="0" destOrd="0" presId="urn:microsoft.com/office/officeart/2005/8/layout/orgChart1"/>
    <dgm:cxn modelId="{99FD5EC7-9D0A-496F-B692-C1A7D488DB8D}" type="presParOf" srcId="{963A359C-D593-46B7-98B2-DBF446885B03}" destId="{6D8A23B8-52E4-46C6-BB77-4EBC1519EECF}" srcOrd="0" destOrd="0" presId="urn:microsoft.com/office/officeart/2005/8/layout/orgChart1"/>
    <dgm:cxn modelId="{624B4A64-9667-471E-AD87-140996711F31}" type="presParOf" srcId="{963A359C-D593-46B7-98B2-DBF446885B03}" destId="{3FBE0382-B46F-43F5-8F8B-F5702E519C16}" srcOrd="1" destOrd="0" presId="urn:microsoft.com/office/officeart/2005/8/layout/orgChart1"/>
    <dgm:cxn modelId="{D67E137D-6F32-459C-AA93-51B98EDE8F00}" type="presParOf" srcId="{B52C1493-A767-4547-8CA3-E6A4808CD6F7}" destId="{135EA324-0A4B-4D03-B512-1BF67FC2FE50}" srcOrd="1" destOrd="0" presId="urn:microsoft.com/office/officeart/2005/8/layout/orgChart1"/>
    <dgm:cxn modelId="{FAF99A42-57D1-46ED-A1BA-A10FBF7FF191}" type="presParOf" srcId="{B52C1493-A767-4547-8CA3-E6A4808CD6F7}" destId="{E0877361-4D0A-4F93-A31E-41E30F8F43C6}" srcOrd="2" destOrd="0" presId="urn:microsoft.com/office/officeart/2005/8/layout/orgChart1"/>
    <dgm:cxn modelId="{96E62967-DDFB-4972-8754-1385328ED24E}" type="presParOf" srcId="{A2D2135C-64C9-4266-B769-14C752C32461}" destId="{4AC0B9E9-1A52-421D-85BD-3A1BFA975033}" srcOrd="4" destOrd="0" presId="urn:microsoft.com/office/officeart/2005/8/layout/orgChart1"/>
    <dgm:cxn modelId="{DF3029E9-89D4-4F87-A105-4D0549256DB8}" type="presParOf" srcId="{A2D2135C-64C9-4266-B769-14C752C32461}" destId="{33AACEB5-AE03-4FAE-9133-671EC5F4F59F}" srcOrd="5" destOrd="0" presId="urn:microsoft.com/office/officeart/2005/8/layout/orgChart1"/>
    <dgm:cxn modelId="{6618E2AD-7419-4FC2-9C30-BE5DBE4BE0E3}" type="presParOf" srcId="{33AACEB5-AE03-4FAE-9133-671EC5F4F59F}" destId="{EF524224-55E5-47C8-8EE0-A7F942EBF97C}" srcOrd="0" destOrd="0" presId="urn:microsoft.com/office/officeart/2005/8/layout/orgChart1"/>
    <dgm:cxn modelId="{A873BA4E-7CE1-4658-A543-4CA197D3FAED}" type="presParOf" srcId="{EF524224-55E5-47C8-8EE0-A7F942EBF97C}" destId="{565B76CC-064D-4C50-B735-E0EEB16DB3DC}" srcOrd="0" destOrd="0" presId="urn:microsoft.com/office/officeart/2005/8/layout/orgChart1"/>
    <dgm:cxn modelId="{ADF1D90A-12CB-4390-A1D6-803E89454E79}" type="presParOf" srcId="{EF524224-55E5-47C8-8EE0-A7F942EBF97C}" destId="{291B115F-235B-4893-BCB0-1F5402107B7F}" srcOrd="1" destOrd="0" presId="urn:microsoft.com/office/officeart/2005/8/layout/orgChart1"/>
    <dgm:cxn modelId="{A4202A1F-8AD3-4F17-BB28-3AE6E8D3B6F9}" type="presParOf" srcId="{33AACEB5-AE03-4FAE-9133-671EC5F4F59F}" destId="{77E716E2-2289-4BF8-84D6-ABEF439D2BBA}" srcOrd="1" destOrd="0" presId="urn:microsoft.com/office/officeart/2005/8/layout/orgChart1"/>
    <dgm:cxn modelId="{DC68A3C8-F02D-401E-9404-D0958A174E69}" type="presParOf" srcId="{33AACEB5-AE03-4FAE-9133-671EC5F4F59F}" destId="{B71B5058-6A49-4662-9242-05C52AEC7FBF}" srcOrd="2" destOrd="0" presId="urn:microsoft.com/office/officeart/2005/8/layout/orgChart1"/>
    <dgm:cxn modelId="{654D5A7F-BB24-4FF1-ADA0-90F524DB69F5}" type="presParOf" srcId="{6A3E4767-D804-4008-95B5-51AC0883DA5D}" destId="{95D5F269-E8FA-4BC0-8DAE-675EE2E131DB}" srcOrd="2" destOrd="0" presId="urn:microsoft.com/office/officeart/2005/8/layout/orgChart1"/>
    <dgm:cxn modelId="{7D468004-EA38-47B6-937E-894BD9A81CAD}" type="presParOf" srcId="{B7294A5C-D298-4462-AE0D-16C1835E8A33}" destId="{1E52108D-9CB1-4E20-8A60-629D2898ED3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016DD3-FD06-45E4-B97C-99702840BA4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C0A9387-04E3-4476-86AC-C9F13A34350D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/>
            <a:t>Les chargés de projet s’assurent de la réalisation des tests, sont responsables de la gestion des demandes de changement, et veillent à l’intégration des équipes contributrices</a:t>
          </a:r>
        </a:p>
      </dgm:t>
    </dgm:pt>
    <dgm:pt modelId="{5B9B7541-1EF8-4C6E-B108-6FE3FC9445FF}" type="parTrans" cxnId="{ED0EF243-E3B8-423C-A183-8719A9C7BDAD}">
      <dgm:prSet/>
      <dgm:spPr/>
      <dgm:t>
        <a:bodyPr/>
        <a:lstStyle/>
        <a:p>
          <a:endParaRPr lang="en-US"/>
        </a:p>
      </dgm:t>
    </dgm:pt>
    <dgm:pt modelId="{18C41E6A-0F0E-440E-8B1B-4FC404D47536}" type="sibTrans" cxnId="{ED0EF243-E3B8-423C-A183-8719A9C7BDA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C0C551-0FB0-444A-9749-ACE94B930C96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/>
            <a:t>Les analystes appliquent le standard QA défini par notre secteur</a:t>
          </a:r>
        </a:p>
      </dgm:t>
    </dgm:pt>
    <dgm:pt modelId="{3AF8DF63-3038-44F3-91C5-0FD74AD9B9EC}" type="parTrans" cxnId="{DCD0D361-17AE-4561-A247-DD048635FBBB}">
      <dgm:prSet/>
      <dgm:spPr/>
      <dgm:t>
        <a:bodyPr/>
        <a:lstStyle/>
        <a:p>
          <a:endParaRPr lang="en-US"/>
        </a:p>
      </dgm:t>
    </dgm:pt>
    <dgm:pt modelId="{4BA69521-EC7D-48B2-816A-C172174F0C5B}" type="sibTrans" cxnId="{DCD0D361-17AE-4561-A247-DD048635FBB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C31E47-99AC-4B64-A489-10D71CC6AD7D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/>
            <a:t>Les architectes valident la conception avant le début des tests systèmes</a:t>
          </a:r>
        </a:p>
      </dgm:t>
    </dgm:pt>
    <dgm:pt modelId="{35466123-CB1C-46C6-AAB9-A923B9966E2B}" type="parTrans" cxnId="{C2A1BBEB-7E96-4274-8FEA-5F6BEFE00C7F}">
      <dgm:prSet/>
      <dgm:spPr/>
      <dgm:t>
        <a:bodyPr/>
        <a:lstStyle/>
        <a:p>
          <a:endParaRPr lang="en-US"/>
        </a:p>
      </dgm:t>
    </dgm:pt>
    <dgm:pt modelId="{626AB433-8F11-4780-AFC4-3ED87F8D7662}" type="sibTrans" cxnId="{C2A1BBEB-7E96-4274-8FEA-5F6BEFE00C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DCA6460-B601-4AC6-BC6D-7B86F215D493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/>
            <a:t>Les équipes affaires, système et TI utilisent un plan de test commun</a:t>
          </a:r>
        </a:p>
      </dgm:t>
    </dgm:pt>
    <dgm:pt modelId="{AD888BC6-78E8-42CA-A7CE-ECFD298AA387}" type="parTrans" cxnId="{C4D3DDFD-9527-446B-89FE-FE1EDFF4E722}">
      <dgm:prSet/>
      <dgm:spPr/>
      <dgm:t>
        <a:bodyPr/>
        <a:lstStyle/>
        <a:p>
          <a:endParaRPr lang="en-US"/>
        </a:p>
      </dgm:t>
    </dgm:pt>
    <dgm:pt modelId="{ECD1EA8A-8757-4456-84AF-6A76E673B4E1}" type="sibTrans" cxnId="{C4D3DDFD-9527-446B-89FE-FE1EDFF4E722}">
      <dgm:prSet/>
      <dgm:spPr/>
      <dgm:t>
        <a:bodyPr/>
        <a:lstStyle/>
        <a:p>
          <a:endParaRPr lang="en-US"/>
        </a:p>
      </dgm:t>
    </dgm:pt>
    <dgm:pt modelId="{3F7A5EF9-3937-4FEE-A367-1B880AADEC73}" type="pres">
      <dgm:prSet presAssocID="{62016DD3-FD06-45E4-B97C-99702840BA4A}" presName="root" presStyleCnt="0">
        <dgm:presLayoutVars>
          <dgm:dir/>
          <dgm:resizeHandles val="exact"/>
        </dgm:presLayoutVars>
      </dgm:prSet>
      <dgm:spPr/>
    </dgm:pt>
    <dgm:pt modelId="{AAD38964-9AD4-487D-8F18-4594D71748D0}" type="pres">
      <dgm:prSet presAssocID="{EC0A9387-04E3-4476-86AC-C9F13A34350D}" presName="compNode" presStyleCnt="0"/>
      <dgm:spPr/>
    </dgm:pt>
    <dgm:pt modelId="{8B79DA83-92CD-4E54-8DDA-3B10CCED9A75}" type="pres">
      <dgm:prSet presAssocID="{EC0A9387-04E3-4476-86AC-C9F13A34350D}" presName="bgRect" presStyleLbl="bgShp" presStyleIdx="0" presStyleCnt="4"/>
      <dgm:spPr/>
    </dgm:pt>
    <dgm:pt modelId="{10DECDB2-7DA1-4D55-A06D-85555F70C953}" type="pres">
      <dgm:prSet presAssocID="{EC0A9387-04E3-4476-86AC-C9F13A3435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41574D06-1CD9-4DE2-892C-A189ED1640E4}" type="pres">
      <dgm:prSet presAssocID="{EC0A9387-04E3-4476-86AC-C9F13A34350D}" presName="spaceRect" presStyleCnt="0"/>
      <dgm:spPr/>
    </dgm:pt>
    <dgm:pt modelId="{2CC76AC9-969D-4B9E-8AF9-983E5A9EADE3}" type="pres">
      <dgm:prSet presAssocID="{EC0A9387-04E3-4476-86AC-C9F13A34350D}" presName="parTx" presStyleLbl="revTx" presStyleIdx="0" presStyleCnt="4">
        <dgm:presLayoutVars>
          <dgm:chMax val="0"/>
          <dgm:chPref val="0"/>
        </dgm:presLayoutVars>
      </dgm:prSet>
      <dgm:spPr/>
    </dgm:pt>
    <dgm:pt modelId="{7CA9BECB-26F8-4D2E-AAD5-5E6F79517BC7}" type="pres">
      <dgm:prSet presAssocID="{18C41E6A-0F0E-440E-8B1B-4FC404D47536}" presName="sibTrans" presStyleCnt="0"/>
      <dgm:spPr/>
    </dgm:pt>
    <dgm:pt modelId="{BC389A27-6CA2-4D77-B115-894E0ACB1444}" type="pres">
      <dgm:prSet presAssocID="{98C0C551-0FB0-444A-9749-ACE94B930C96}" presName="compNode" presStyleCnt="0"/>
      <dgm:spPr/>
    </dgm:pt>
    <dgm:pt modelId="{A1DEDDF1-29DF-48B0-9408-7D5B20746B87}" type="pres">
      <dgm:prSet presAssocID="{98C0C551-0FB0-444A-9749-ACE94B930C96}" presName="bgRect" presStyleLbl="bgShp" presStyleIdx="1" presStyleCnt="4"/>
      <dgm:spPr>
        <a:solidFill>
          <a:srgbClr val="F1F9FF"/>
        </a:solidFill>
      </dgm:spPr>
    </dgm:pt>
    <dgm:pt modelId="{1FBE295A-1414-4ACC-A83D-F7D964447BC6}" type="pres">
      <dgm:prSet presAssocID="{98C0C551-0FB0-444A-9749-ACE94B930C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sateurs"/>
        </a:ext>
      </dgm:extLst>
    </dgm:pt>
    <dgm:pt modelId="{F22CE279-511A-42A8-BC9F-1F18E073C1F7}" type="pres">
      <dgm:prSet presAssocID="{98C0C551-0FB0-444A-9749-ACE94B930C96}" presName="spaceRect" presStyleCnt="0"/>
      <dgm:spPr/>
    </dgm:pt>
    <dgm:pt modelId="{A6DE076F-0893-44BB-8F08-D771B5937BCE}" type="pres">
      <dgm:prSet presAssocID="{98C0C551-0FB0-444A-9749-ACE94B930C96}" presName="parTx" presStyleLbl="revTx" presStyleIdx="1" presStyleCnt="4">
        <dgm:presLayoutVars>
          <dgm:chMax val="0"/>
          <dgm:chPref val="0"/>
        </dgm:presLayoutVars>
      </dgm:prSet>
      <dgm:spPr/>
    </dgm:pt>
    <dgm:pt modelId="{C9CC155C-912C-493F-B746-8750E11721AF}" type="pres">
      <dgm:prSet presAssocID="{4BA69521-EC7D-48B2-816A-C172174F0C5B}" presName="sibTrans" presStyleCnt="0"/>
      <dgm:spPr/>
    </dgm:pt>
    <dgm:pt modelId="{74374C7C-D88A-4DB0-8890-7497E72C83A3}" type="pres">
      <dgm:prSet presAssocID="{E1C31E47-99AC-4B64-A489-10D71CC6AD7D}" presName="compNode" presStyleCnt="0"/>
      <dgm:spPr/>
    </dgm:pt>
    <dgm:pt modelId="{7566573A-C725-4FCE-8A1C-C6CE29960825}" type="pres">
      <dgm:prSet presAssocID="{E1C31E47-99AC-4B64-A489-10D71CC6AD7D}" presName="bgRect" presStyleLbl="bgShp" presStyleIdx="2" presStyleCnt="4"/>
      <dgm:spPr/>
    </dgm:pt>
    <dgm:pt modelId="{066CD4B1-8007-4F57-B4DB-AE6728906D8E}" type="pres">
      <dgm:prSet presAssocID="{E1C31E47-99AC-4B64-A489-10D71CC6AD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6FC886A-7705-4CF6-92C4-09C8AD3329B9}" type="pres">
      <dgm:prSet presAssocID="{E1C31E47-99AC-4B64-A489-10D71CC6AD7D}" presName="spaceRect" presStyleCnt="0"/>
      <dgm:spPr/>
    </dgm:pt>
    <dgm:pt modelId="{FE9A47EF-0D8B-4EC9-8547-522463E564F8}" type="pres">
      <dgm:prSet presAssocID="{E1C31E47-99AC-4B64-A489-10D71CC6AD7D}" presName="parTx" presStyleLbl="revTx" presStyleIdx="2" presStyleCnt="4">
        <dgm:presLayoutVars>
          <dgm:chMax val="0"/>
          <dgm:chPref val="0"/>
        </dgm:presLayoutVars>
      </dgm:prSet>
      <dgm:spPr/>
    </dgm:pt>
    <dgm:pt modelId="{E8BB548C-D123-4FA2-8FF4-91B019A1BDBE}" type="pres">
      <dgm:prSet presAssocID="{626AB433-8F11-4780-AFC4-3ED87F8D7662}" presName="sibTrans" presStyleCnt="0"/>
      <dgm:spPr/>
    </dgm:pt>
    <dgm:pt modelId="{985B6776-8B9E-492A-ACB8-A076DDAD5A7C}" type="pres">
      <dgm:prSet presAssocID="{DDCA6460-B601-4AC6-BC6D-7B86F215D493}" presName="compNode" presStyleCnt="0"/>
      <dgm:spPr/>
    </dgm:pt>
    <dgm:pt modelId="{11766EFF-95A6-4F27-81AC-D628AE711CED}" type="pres">
      <dgm:prSet presAssocID="{DDCA6460-B601-4AC6-BC6D-7B86F215D493}" presName="bgRect" presStyleLbl="bgShp" presStyleIdx="3" presStyleCnt="4"/>
      <dgm:spPr/>
    </dgm:pt>
    <dgm:pt modelId="{A7B5A1C6-B513-49C8-8A11-FDAF75572028}" type="pres">
      <dgm:prSet presAssocID="{DDCA6460-B601-4AC6-BC6D-7B86F215D4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FD76C3D2-B705-4469-BA09-5C14E751A8CB}" type="pres">
      <dgm:prSet presAssocID="{DDCA6460-B601-4AC6-BC6D-7B86F215D493}" presName="spaceRect" presStyleCnt="0"/>
      <dgm:spPr/>
    </dgm:pt>
    <dgm:pt modelId="{B4E9111E-1DC5-43F6-8D9E-12A14180E1CF}" type="pres">
      <dgm:prSet presAssocID="{DDCA6460-B601-4AC6-BC6D-7B86F215D4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41F890E-42ED-4E7B-8AD0-CABCCD0F28E0}" type="presOf" srcId="{DDCA6460-B601-4AC6-BC6D-7B86F215D493}" destId="{B4E9111E-1DC5-43F6-8D9E-12A14180E1CF}" srcOrd="0" destOrd="0" presId="urn:microsoft.com/office/officeart/2018/2/layout/IconVerticalSolidList"/>
    <dgm:cxn modelId="{37E31C33-E6CE-40A4-BB35-1AB440369977}" type="presOf" srcId="{EC0A9387-04E3-4476-86AC-C9F13A34350D}" destId="{2CC76AC9-969D-4B9E-8AF9-983E5A9EADE3}" srcOrd="0" destOrd="0" presId="urn:microsoft.com/office/officeart/2018/2/layout/IconVerticalSolidList"/>
    <dgm:cxn modelId="{DCD0D361-17AE-4561-A247-DD048635FBBB}" srcId="{62016DD3-FD06-45E4-B97C-99702840BA4A}" destId="{98C0C551-0FB0-444A-9749-ACE94B930C96}" srcOrd="1" destOrd="0" parTransId="{3AF8DF63-3038-44F3-91C5-0FD74AD9B9EC}" sibTransId="{4BA69521-EC7D-48B2-816A-C172174F0C5B}"/>
    <dgm:cxn modelId="{ED0EF243-E3B8-423C-A183-8719A9C7BDAD}" srcId="{62016DD3-FD06-45E4-B97C-99702840BA4A}" destId="{EC0A9387-04E3-4476-86AC-C9F13A34350D}" srcOrd="0" destOrd="0" parTransId="{5B9B7541-1EF8-4C6E-B108-6FE3FC9445FF}" sibTransId="{18C41E6A-0F0E-440E-8B1B-4FC404D47536}"/>
    <dgm:cxn modelId="{A2C4367D-D2AD-4DC5-932C-9B7DC29DC750}" type="presOf" srcId="{62016DD3-FD06-45E4-B97C-99702840BA4A}" destId="{3F7A5EF9-3937-4FEE-A367-1B880AADEC73}" srcOrd="0" destOrd="0" presId="urn:microsoft.com/office/officeart/2018/2/layout/IconVerticalSolidList"/>
    <dgm:cxn modelId="{B47A368A-B30A-4612-8678-A603ABEAA824}" type="presOf" srcId="{E1C31E47-99AC-4B64-A489-10D71CC6AD7D}" destId="{FE9A47EF-0D8B-4EC9-8547-522463E564F8}" srcOrd="0" destOrd="0" presId="urn:microsoft.com/office/officeart/2018/2/layout/IconVerticalSolidList"/>
    <dgm:cxn modelId="{A7618AD1-B4B3-4317-B671-BFDEBE4A4926}" type="presOf" srcId="{98C0C551-0FB0-444A-9749-ACE94B930C96}" destId="{A6DE076F-0893-44BB-8F08-D771B5937BCE}" srcOrd="0" destOrd="0" presId="urn:microsoft.com/office/officeart/2018/2/layout/IconVerticalSolidList"/>
    <dgm:cxn modelId="{C2A1BBEB-7E96-4274-8FEA-5F6BEFE00C7F}" srcId="{62016DD3-FD06-45E4-B97C-99702840BA4A}" destId="{E1C31E47-99AC-4B64-A489-10D71CC6AD7D}" srcOrd="2" destOrd="0" parTransId="{35466123-CB1C-46C6-AAB9-A923B9966E2B}" sibTransId="{626AB433-8F11-4780-AFC4-3ED87F8D7662}"/>
    <dgm:cxn modelId="{C4D3DDFD-9527-446B-89FE-FE1EDFF4E722}" srcId="{62016DD3-FD06-45E4-B97C-99702840BA4A}" destId="{DDCA6460-B601-4AC6-BC6D-7B86F215D493}" srcOrd="3" destOrd="0" parTransId="{AD888BC6-78E8-42CA-A7CE-ECFD298AA387}" sibTransId="{ECD1EA8A-8757-4456-84AF-6A76E673B4E1}"/>
    <dgm:cxn modelId="{FB170C0A-4BC4-4ABF-9F6B-7CB50A214D48}" type="presParOf" srcId="{3F7A5EF9-3937-4FEE-A367-1B880AADEC73}" destId="{AAD38964-9AD4-487D-8F18-4594D71748D0}" srcOrd="0" destOrd="0" presId="urn:microsoft.com/office/officeart/2018/2/layout/IconVerticalSolidList"/>
    <dgm:cxn modelId="{4D4E17CF-1197-4617-A621-08F59EE1A686}" type="presParOf" srcId="{AAD38964-9AD4-487D-8F18-4594D71748D0}" destId="{8B79DA83-92CD-4E54-8DDA-3B10CCED9A75}" srcOrd="0" destOrd="0" presId="urn:microsoft.com/office/officeart/2018/2/layout/IconVerticalSolidList"/>
    <dgm:cxn modelId="{21196551-6BF7-47C4-B3F4-FFA6D58A887F}" type="presParOf" srcId="{AAD38964-9AD4-487D-8F18-4594D71748D0}" destId="{10DECDB2-7DA1-4D55-A06D-85555F70C953}" srcOrd="1" destOrd="0" presId="urn:microsoft.com/office/officeart/2018/2/layout/IconVerticalSolidList"/>
    <dgm:cxn modelId="{2A9B27B9-417F-4193-88A2-59F45BE82CC5}" type="presParOf" srcId="{AAD38964-9AD4-487D-8F18-4594D71748D0}" destId="{41574D06-1CD9-4DE2-892C-A189ED1640E4}" srcOrd="2" destOrd="0" presId="urn:microsoft.com/office/officeart/2018/2/layout/IconVerticalSolidList"/>
    <dgm:cxn modelId="{AC605606-8336-4F71-BF2D-B329807FBE33}" type="presParOf" srcId="{AAD38964-9AD4-487D-8F18-4594D71748D0}" destId="{2CC76AC9-969D-4B9E-8AF9-983E5A9EADE3}" srcOrd="3" destOrd="0" presId="urn:microsoft.com/office/officeart/2018/2/layout/IconVerticalSolidList"/>
    <dgm:cxn modelId="{4BD8AE68-D30C-497B-8914-BA271332FABA}" type="presParOf" srcId="{3F7A5EF9-3937-4FEE-A367-1B880AADEC73}" destId="{7CA9BECB-26F8-4D2E-AAD5-5E6F79517BC7}" srcOrd="1" destOrd="0" presId="urn:microsoft.com/office/officeart/2018/2/layout/IconVerticalSolidList"/>
    <dgm:cxn modelId="{5993AFE8-D593-430F-84CD-75C7A1495554}" type="presParOf" srcId="{3F7A5EF9-3937-4FEE-A367-1B880AADEC73}" destId="{BC389A27-6CA2-4D77-B115-894E0ACB1444}" srcOrd="2" destOrd="0" presId="urn:microsoft.com/office/officeart/2018/2/layout/IconVerticalSolidList"/>
    <dgm:cxn modelId="{468AA205-518C-4B4C-BCE6-1F04A6395105}" type="presParOf" srcId="{BC389A27-6CA2-4D77-B115-894E0ACB1444}" destId="{A1DEDDF1-29DF-48B0-9408-7D5B20746B87}" srcOrd="0" destOrd="0" presId="urn:microsoft.com/office/officeart/2018/2/layout/IconVerticalSolidList"/>
    <dgm:cxn modelId="{73FFF1D3-4B72-4943-BA69-1CE2DE3AC463}" type="presParOf" srcId="{BC389A27-6CA2-4D77-B115-894E0ACB1444}" destId="{1FBE295A-1414-4ACC-A83D-F7D964447BC6}" srcOrd="1" destOrd="0" presId="urn:microsoft.com/office/officeart/2018/2/layout/IconVerticalSolidList"/>
    <dgm:cxn modelId="{307EC58A-6F39-43B0-9389-E5D7347DF204}" type="presParOf" srcId="{BC389A27-6CA2-4D77-B115-894E0ACB1444}" destId="{F22CE279-511A-42A8-BC9F-1F18E073C1F7}" srcOrd="2" destOrd="0" presId="urn:microsoft.com/office/officeart/2018/2/layout/IconVerticalSolidList"/>
    <dgm:cxn modelId="{D518DA9A-A9D2-4C76-B7FA-7B758226F399}" type="presParOf" srcId="{BC389A27-6CA2-4D77-B115-894E0ACB1444}" destId="{A6DE076F-0893-44BB-8F08-D771B5937BCE}" srcOrd="3" destOrd="0" presId="urn:microsoft.com/office/officeart/2018/2/layout/IconVerticalSolidList"/>
    <dgm:cxn modelId="{96D9CEB0-B55D-4EAF-8DF5-9A68E8E63DBA}" type="presParOf" srcId="{3F7A5EF9-3937-4FEE-A367-1B880AADEC73}" destId="{C9CC155C-912C-493F-B746-8750E11721AF}" srcOrd="3" destOrd="0" presId="urn:microsoft.com/office/officeart/2018/2/layout/IconVerticalSolidList"/>
    <dgm:cxn modelId="{ADB32085-B8EF-4C0D-B8B6-AD1C5FFAC589}" type="presParOf" srcId="{3F7A5EF9-3937-4FEE-A367-1B880AADEC73}" destId="{74374C7C-D88A-4DB0-8890-7497E72C83A3}" srcOrd="4" destOrd="0" presId="urn:microsoft.com/office/officeart/2018/2/layout/IconVerticalSolidList"/>
    <dgm:cxn modelId="{21B609A3-22EE-46B6-88C4-334E0210583E}" type="presParOf" srcId="{74374C7C-D88A-4DB0-8890-7497E72C83A3}" destId="{7566573A-C725-4FCE-8A1C-C6CE29960825}" srcOrd="0" destOrd="0" presId="urn:microsoft.com/office/officeart/2018/2/layout/IconVerticalSolidList"/>
    <dgm:cxn modelId="{DD2499CF-E08C-445D-8463-D635D495D365}" type="presParOf" srcId="{74374C7C-D88A-4DB0-8890-7497E72C83A3}" destId="{066CD4B1-8007-4F57-B4DB-AE6728906D8E}" srcOrd="1" destOrd="0" presId="urn:microsoft.com/office/officeart/2018/2/layout/IconVerticalSolidList"/>
    <dgm:cxn modelId="{059741CD-79B6-47CA-8E32-57D04903D3F5}" type="presParOf" srcId="{74374C7C-D88A-4DB0-8890-7497E72C83A3}" destId="{56FC886A-7705-4CF6-92C4-09C8AD3329B9}" srcOrd="2" destOrd="0" presId="urn:microsoft.com/office/officeart/2018/2/layout/IconVerticalSolidList"/>
    <dgm:cxn modelId="{5A8261AB-199D-49D0-A527-E060BD21123B}" type="presParOf" srcId="{74374C7C-D88A-4DB0-8890-7497E72C83A3}" destId="{FE9A47EF-0D8B-4EC9-8547-522463E564F8}" srcOrd="3" destOrd="0" presId="urn:microsoft.com/office/officeart/2018/2/layout/IconVerticalSolidList"/>
    <dgm:cxn modelId="{6BE5512F-B800-423E-A976-F73BA5785047}" type="presParOf" srcId="{3F7A5EF9-3937-4FEE-A367-1B880AADEC73}" destId="{E8BB548C-D123-4FA2-8FF4-91B019A1BDBE}" srcOrd="5" destOrd="0" presId="urn:microsoft.com/office/officeart/2018/2/layout/IconVerticalSolidList"/>
    <dgm:cxn modelId="{BE3EE035-9052-4B20-97EB-F31AFF8B18DA}" type="presParOf" srcId="{3F7A5EF9-3937-4FEE-A367-1B880AADEC73}" destId="{985B6776-8B9E-492A-ACB8-A076DDAD5A7C}" srcOrd="6" destOrd="0" presId="urn:microsoft.com/office/officeart/2018/2/layout/IconVerticalSolidList"/>
    <dgm:cxn modelId="{13C48038-1AB9-466B-8CA3-530623CD1ED9}" type="presParOf" srcId="{985B6776-8B9E-492A-ACB8-A076DDAD5A7C}" destId="{11766EFF-95A6-4F27-81AC-D628AE711CED}" srcOrd="0" destOrd="0" presId="urn:microsoft.com/office/officeart/2018/2/layout/IconVerticalSolidList"/>
    <dgm:cxn modelId="{60CC9611-5540-4CA2-983F-95E238E1B2AC}" type="presParOf" srcId="{985B6776-8B9E-492A-ACB8-A076DDAD5A7C}" destId="{A7B5A1C6-B513-49C8-8A11-FDAF75572028}" srcOrd="1" destOrd="0" presId="urn:microsoft.com/office/officeart/2018/2/layout/IconVerticalSolidList"/>
    <dgm:cxn modelId="{4A6B5173-ACD3-4340-B62C-193764C69E22}" type="presParOf" srcId="{985B6776-8B9E-492A-ACB8-A076DDAD5A7C}" destId="{FD76C3D2-B705-4469-BA09-5C14E751A8CB}" srcOrd="2" destOrd="0" presId="urn:microsoft.com/office/officeart/2018/2/layout/IconVerticalSolidList"/>
    <dgm:cxn modelId="{8304377D-CBDA-4C61-B851-979440B321AD}" type="presParOf" srcId="{985B6776-8B9E-492A-ACB8-A076DDAD5A7C}" destId="{B4E9111E-1DC5-43F6-8D9E-12A14180E1C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53CF5-B456-4418-BEE2-82048BC91BA3}">
      <dsp:nvSpPr>
        <dsp:cNvPr id="0" name=""/>
        <dsp:cNvSpPr/>
      </dsp:nvSpPr>
      <dsp:spPr>
        <a:xfrm>
          <a:off x="277352" y="623216"/>
          <a:ext cx="447714" cy="4477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933B5-E79C-438B-ACA3-DBF10E3EAFD8}">
      <dsp:nvSpPr>
        <dsp:cNvPr id="0" name=""/>
        <dsp:cNvSpPr/>
      </dsp:nvSpPr>
      <dsp:spPr>
        <a:xfrm>
          <a:off x="3748" y="12202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kern="1200" noProof="0"/>
            <a:t>Mise en place de processus pour gérer les changements</a:t>
          </a:r>
        </a:p>
      </dsp:txBody>
      <dsp:txXfrm>
        <a:off x="3748" y="1220258"/>
        <a:ext cx="994921" cy="397968"/>
      </dsp:txXfrm>
    </dsp:sp>
    <dsp:sp modelId="{C2CD0383-3726-4724-9AFD-90F9BA0311A9}">
      <dsp:nvSpPr>
        <dsp:cNvPr id="0" name=""/>
        <dsp:cNvSpPr/>
      </dsp:nvSpPr>
      <dsp:spPr>
        <a:xfrm>
          <a:off x="1446385" y="623216"/>
          <a:ext cx="447714" cy="4477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15B69-9A0E-4F1D-98BA-D46FD3AA28CF}">
      <dsp:nvSpPr>
        <dsp:cNvPr id="0" name=""/>
        <dsp:cNvSpPr/>
      </dsp:nvSpPr>
      <dsp:spPr>
        <a:xfrm>
          <a:off x="1172781" y="12202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b="1" kern="1200" noProof="0"/>
            <a:t>Assurer le suivi des environnements de niveaux inférieurs</a:t>
          </a:r>
          <a:endParaRPr lang="fr-CA" sz="1050" kern="1200" noProof="0"/>
        </a:p>
      </dsp:txBody>
      <dsp:txXfrm>
        <a:off x="1172781" y="1220258"/>
        <a:ext cx="994921" cy="397968"/>
      </dsp:txXfrm>
    </dsp:sp>
    <dsp:sp modelId="{0D18A4BC-D6B7-44B1-9D86-AE76022BAD6D}">
      <dsp:nvSpPr>
        <dsp:cNvPr id="0" name=""/>
        <dsp:cNvSpPr/>
      </dsp:nvSpPr>
      <dsp:spPr>
        <a:xfrm>
          <a:off x="2615418" y="623216"/>
          <a:ext cx="447714" cy="4477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CD16A-BB4C-4925-8A34-CD93AF607F54}">
      <dsp:nvSpPr>
        <dsp:cNvPr id="0" name=""/>
        <dsp:cNvSpPr/>
      </dsp:nvSpPr>
      <dsp:spPr>
        <a:xfrm>
          <a:off x="2341815" y="12202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b="1" kern="1200" noProof="0"/>
            <a:t>Établissement d’un processus d'essai pour chaque niveau</a:t>
          </a:r>
          <a:endParaRPr lang="fr-CA" sz="1050" kern="1200" noProof="0"/>
        </a:p>
      </dsp:txBody>
      <dsp:txXfrm>
        <a:off x="2341815" y="1220258"/>
        <a:ext cx="994921" cy="397968"/>
      </dsp:txXfrm>
    </dsp:sp>
    <dsp:sp modelId="{35DB13DA-F6D8-46E3-8BF0-65ADF64C4AF3}">
      <dsp:nvSpPr>
        <dsp:cNvPr id="0" name=""/>
        <dsp:cNvSpPr/>
      </dsp:nvSpPr>
      <dsp:spPr>
        <a:xfrm>
          <a:off x="3784451" y="623216"/>
          <a:ext cx="447714" cy="4477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877BC-C0C0-496E-AD6F-B41AE64C04CC}">
      <dsp:nvSpPr>
        <dsp:cNvPr id="0" name=""/>
        <dsp:cNvSpPr/>
      </dsp:nvSpPr>
      <dsp:spPr>
        <a:xfrm>
          <a:off x="3510848" y="1220258"/>
          <a:ext cx="994921" cy="39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66725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50" kern="1200" noProof="0"/>
            <a:t>Coordination et planification des divers projets</a:t>
          </a:r>
        </a:p>
      </dsp:txBody>
      <dsp:txXfrm>
        <a:off x="3510848" y="1220258"/>
        <a:ext cx="994921" cy="397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8E0C60-3A04-4E15-8596-2E10C86AB784}">
      <dsp:nvSpPr>
        <dsp:cNvPr id="0" name=""/>
        <dsp:cNvSpPr/>
      </dsp:nvSpPr>
      <dsp:spPr>
        <a:xfrm>
          <a:off x="1230579" y="0"/>
          <a:ext cx="1230579" cy="1085885"/>
        </a:xfrm>
        <a:prstGeom prst="trapezoid">
          <a:avLst>
            <a:gd name="adj" fmla="val 56662"/>
          </a:avLst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/>
            <a:t>Acceptation</a:t>
          </a:r>
        </a:p>
      </dsp:txBody>
      <dsp:txXfrm>
        <a:off x="1230579" y="0"/>
        <a:ext cx="1230579" cy="1085885"/>
      </dsp:txXfrm>
    </dsp:sp>
    <dsp:sp modelId="{41128018-902D-47A1-8D60-5F2A08381528}">
      <dsp:nvSpPr>
        <dsp:cNvPr id="0" name=""/>
        <dsp:cNvSpPr/>
      </dsp:nvSpPr>
      <dsp:spPr>
        <a:xfrm>
          <a:off x="615289" y="1085885"/>
          <a:ext cx="2461158" cy="1085885"/>
        </a:xfrm>
        <a:prstGeom prst="trapezoid">
          <a:avLst>
            <a:gd name="adj" fmla="val 56662"/>
          </a:avLst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/>
            <a:t>Systèmes</a:t>
          </a:r>
        </a:p>
      </dsp:txBody>
      <dsp:txXfrm>
        <a:off x="1045992" y="1085885"/>
        <a:ext cx="1599752" cy="1085885"/>
      </dsp:txXfrm>
    </dsp:sp>
    <dsp:sp modelId="{966775C4-702D-4A78-98DC-1FB3F9719B82}">
      <dsp:nvSpPr>
        <dsp:cNvPr id="0" name=""/>
        <dsp:cNvSpPr/>
      </dsp:nvSpPr>
      <dsp:spPr>
        <a:xfrm>
          <a:off x="0" y="2171771"/>
          <a:ext cx="3691737" cy="1085885"/>
        </a:xfrm>
        <a:prstGeom prst="trapezoid">
          <a:avLst>
            <a:gd name="adj" fmla="val 56662"/>
          </a:avLst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600" kern="1200" noProof="0"/>
            <a:t>Composants</a:t>
          </a:r>
        </a:p>
      </dsp:txBody>
      <dsp:txXfrm>
        <a:off x="646053" y="2171771"/>
        <a:ext cx="2399629" cy="10858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0D1D9-FFC9-4C6A-8DAC-34750158BA27}">
      <dsp:nvSpPr>
        <dsp:cNvPr id="0" name=""/>
        <dsp:cNvSpPr/>
      </dsp:nvSpPr>
      <dsp:spPr>
        <a:xfrm>
          <a:off x="0" y="292351"/>
          <a:ext cx="8314509" cy="478800"/>
        </a:xfrm>
        <a:prstGeom prst="rect">
          <a:avLst/>
        </a:prstGeom>
        <a:solidFill>
          <a:srgbClr val="FBFDFF">
            <a:alpha val="89804"/>
          </a:srgb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8B35B-560A-4219-9B1F-E9E580A3FCF4}">
      <dsp:nvSpPr>
        <dsp:cNvPr id="0" name=""/>
        <dsp:cNvSpPr/>
      </dsp:nvSpPr>
      <dsp:spPr>
        <a:xfrm>
          <a:off x="415725" y="11911"/>
          <a:ext cx="5820156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988" tIns="0" rIns="2199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noProof="0">
              <a:latin typeface="DM Sans"/>
              <a:ea typeface="+mn-ea"/>
              <a:cs typeface="+mn-cs"/>
            </a:rPr>
            <a:t>Structurer les scénarios </a:t>
          </a:r>
          <a:r>
            <a:rPr lang="fr-CA" sz="1500" kern="1200" noProof="0"/>
            <a:t>et les cas de test</a:t>
          </a:r>
        </a:p>
      </dsp:txBody>
      <dsp:txXfrm>
        <a:off x="443105" y="39291"/>
        <a:ext cx="5765396" cy="506120"/>
      </dsp:txXfrm>
    </dsp:sp>
    <dsp:sp modelId="{5B810E5C-F239-4E77-8B7F-5452861E6EB5}">
      <dsp:nvSpPr>
        <dsp:cNvPr id="0" name=""/>
        <dsp:cNvSpPr/>
      </dsp:nvSpPr>
      <dsp:spPr>
        <a:xfrm>
          <a:off x="0" y="1154192"/>
          <a:ext cx="8314509" cy="478800"/>
        </a:xfrm>
        <a:prstGeom prst="rect">
          <a:avLst/>
        </a:prstGeom>
        <a:solidFill>
          <a:srgbClr val="FBFDFF">
            <a:alpha val="89804"/>
          </a:srgb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26241-CF56-4C81-A7C9-9B2EA1720F88}">
      <dsp:nvSpPr>
        <dsp:cNvPr id="0" name=""/>
        <dsp:cNvSpPr/>
      </dsp:nvSpPr>
      <dsp:spPr>
        <a:xfrm>
          <a:off x="433144" y="873752"/>
          <a:ext cx="5820156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988" tIns="0" rIns="2199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noProof="0"/>
            <a:t>Garantir l’harmonisation entre les équipes</a:t>
          </a:r>
        </a:p>
      </dsp:txBody>
      <dsp:txXfrm>
        <a:off x="460524" y="901132"/>
        <a:ext cx="5765396" cy="506120"/>
      </dsp:txXfrm>
    </dsp:sp>
    <dsp:sp modelId="{27405608-CF0A-43EB-8A16-5A20217495F6}">
      <dsp:nvSpPr>
        <dsp:cNvPr id="0" name=""/>
        <dsp:cNvSpPr/>
      </dsp:nvSpPr>
      <dsp:spPr>
        <a:xfrm>
          <a:off x="0" y="2016032"/>
          <a:ext cx="8314509" cy="478800"/>
        </a:xfrm>
        <a:prstGeom prst="rect">
          <a:avLst/>
        </a:prstGeom>
        <a:solidFill>
          <a:srgbClr val="FBFDFF">
            <a:alpha val="89804"/>
          </a:srgb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A41F7-3F4F-4372-AC31-176BE65F97F6}">
      <dsp:nvSpPr>
        <dsp:cNvPr id="0" name=""/>
        <dsp:cNvSpPr/>
      </dsp:nvSpPr>
      <dsp:spPr>
        <a:xfrm>
          <a:off x="433144" y="1735592"/>
          <a:ext cx="5820156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988" tIns="0" rIns="2199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noProof="0"/>
            <a:t>Simplifier le suivi et la gestion</a:t>
          </a:r>
        </a:p>
      </dsp:txBody>
      <dsp:txXfrm>
        <a:off x="460524" y="1762972"/>
        <a:ext cx="5765396" cy="506120"/>
      </dsp:txXfrm>
    </dsp:sp>
    <dsp:sp modelId="{1E8008C4-1BA5-4FFD-A7D5-F7D94BC11612}">
      <dsp:nvSpPr>
        <dsp:cNvPr id="0" name=""/>
        <dsp:cNvSpPr/>
      </dsp:nvSpPr>
      <dsp:spPr>
        <a:xfrm>
          <a:off x="0" y="2877872"/>
          <a:ext cx="8314509" cy="478800"/>
        </a:xfrm>
        <a:prstGeom prst="rect">
          <a:avLst/>
        </a:prstGeom>
        <a:solidFill>
          <a:srgbClr val="FBFDFF">
            <a:alpha val="89804"/>
          </a:srgb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D1F6E-D64F-4945-8BD5-B8223B2518A5}">
      <dsp:nvSpPr>
        <dsp:cNvPr id="0" name=""/>
        <dsp:cNvSpPr/>
      </dsp:nvSpPr>
      <dsp:spPr>
        <a:xfrm>
          <a:off x="415725" y="2597432"/>
          <a:ext cx="5820156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988" tIns="0" rIns="219988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noProof="0"/>
            <a:t>Améliorer l’efficacité de la mise en production</a:t>
          </a:r>
        </a:p>
      </dsp:txBody>
      <dsp:txXfrm>
        <a:off x="443105" y="2624812"/>
        <a:ext cx="5765396" cy="5061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0B9E9-1A52-421D-85BD-3A1BFA975033}">
      <dsp:nvSpPr>
        <dsp:cNvPr id="0" name=""/>
        <dsp:cNvSpPr/>
      </dsp:nvSpPr>
      <dsp:spPr>
        <a:xfrm>
          <a:off x="1224223" y="3213317"/>
          <a:ext cx="301450" cy="12059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5906"/>
              </a:lnTo>
              <a:lnTo>
                <a:pt x="301450" y="1205906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099B4-9F36-4E9C-8A4D-A0A2595CAFC9}">
      <dsp:nvSpPr>
        <dsp:cNvPr id="0" name=""/>
        <dsp:cNvSpPr/>
      </dsp:nvSpPr>
      <dsp:spPr>
        <a:xfrm>
          <a:off x="1224223" y="3213317"/>
          <a:ext cx="318728" cy="7757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5716"/>
              </a:lnTo>
              <a:lnTo>
                <a:pt x="318728" y="775716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015E62-1D44-4539-A6A9-6D7A4BC1F9C3}">
      <dsp:nvSpPr>
        <dsp:cNvPr id="0" name=""/>
        <dsp:cNvSpPr/>
      </dsp:nvSpPr>
      <dsp:spPr>
        <a:xfrm>
          <a:off x="1224223" y="3213317"/>
          <a:ext cx="264403" cy="3094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417"/>
              </a:lnTo>
              <a:lnTo>
                <a:pt x="264403" y="309417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05831A-BF07-4FEB-A98D-F7A208C36CAB}">
      <dsp:nvSpPr>
        <dsp:cNvPr id="0" name=""/>
        <dsp:cNvSpPr/>
      </dsp:nvSpPr>
      <dsp:spPr>
        <a:xfrm>
          <a:off x="217864" y="840755"/>
          <a:ext cx="679838" cy="22048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4858"/>
              </a:lnTo>
              <a:lnTo>
                <a:pt x="679838" y="2204858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3F7714-1BE7-4E5D-B75D-06333A989D6F}">
      <dsp:nvSpPr>
        <dsp:cNvPr id="0" name=""/>
        <dsp:cNvSpPr/>
      </dsp:nvSpPr>
      <dsp:spPr>
        <a:xfrm>
          <a:off x="1600933" y="1745869"/>
          <a:ext cx="458974" cy="5814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1444"/>
              </a:lnTo>
              <a:lnTo>
                <a:pt x="458974" y="581444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14837A-7883-4657-B39C-CFB0E906AADD}">
      <dsp:nvSpPr>
        <dsp:cNvPr id="0" name=""/>
        <dsp:cNvSpPr/>
      </dsp:nvSpPr>
      <dsp:spPr>
        <a:xfrm>
          <a:off x="1600933" y="1745869"/>
          <a:ext cx="461684" cy="2451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128"/>
              </a:lnTo>
              <a:lnTo>
                <a:pt x="461684" y="245128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73B902-7F62-4C57-84E1-195DE0CE4532}">
      <dsp:nvSpPr>
        <dsp:cNvPr id="0" name=""/>
        <dsp:cNvSpPr/>
      </dsp:nvSpPr>
      <dsp:spPr>
        <a:xfrm>
          <a:off x="1126370" y="1327010"/>
          <a:ext cx="352051" cy="2941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137"/>
              </a:lnTo>
              <a:lnTo>
                <a:pt x="352051" y="294137"/>
              </a:lnTo>
            </a:path>
          </a:pathLst>
        </a:custGeom>
        <a:noFill/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EAA1FA-C3EC-400F-9861-0BC9059651E1}">
      <dsp:nvSpPr>
        <dsp:cNvPr id="0" name=""/>
        <dsp:cNvSpPr/>
      </dsp:nvSpPr>
      <dsp:spPr>
        <a:xfrm>
          <a:off x="217864" y="840755"/>
          <a:ext cx="746623" cy="3380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8066"/>
              </a:lnTo>
              <a:lnTo>
                <a:pt x="746623" y="338066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4A24E2-DB2C-4BB6-A15A-8C5F11A5CFC2}">
      <dsp:nvSpPr>
        <dsp:cNvPr id="0" name=""/>
        <dsp:cNvSpPr/>
      </dsp:nvSpPr>
      <dsp:spPr>
        <a:xfrm>
          <a:off x="0" y="207989"/>
          <a:ext cx="2459065" cy="27983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&lt;</a:t>
          </a:r>
          <a:r>
            <a:rPr lang="fr-CA" sz="1000" kern="12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Équipe de livraison</a:t>
          </a: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&gt;- PI-CFO-</a:t>
          </a:r>
          <a:r>
            <a:rPr lang="fr-CA" sz="1000" kern="12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Qx</a:t>
          </a: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-YYYY</a:t>
          </a:r>
          <a:endParaRPr lang="fr-CA" sz="1000" kern="12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07989"/>
        <a:ext cx="2459065" cy="279830"/>
      </dsp:txXfrm>
    </dsp:sp>
    <dsp:sp modelId="{8E14110A-D6CD-456B-98F9-73FE9C1E79EA}">
      <dsp:nvSpPr>
        <dsp:cNvPr id="0" name=""/>
        <dsp:cNvSpPr/>
      </dsp:nvSpPr>
      <dsp:spPr>
        <a:xfrm>
          <a:off x="0" y="533537"/>
          <a:ext cx="2178643" cy="3072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&lt;</a:t>
          </a:r>
          <a:r>
            <a:rPr lang="fr-CA" sz="1000" kern="12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Nom du projet</a:t>
          </a: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&gt;- Phase x</a:t>
          </a:r>
          <a:endParaRPr lang="fr-CA" sz="1000" kern="12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533537"/>
        <a:ext cx="2178643" cy="307217"/>
      </dsp:txXfrm>
    </dsp:sp>
    <dsp:sp modelId="{E97CE789-7C5F-4497-9E02-466C492F092C}">
      <dsp:nvSpPr>
        <dsp:cNvPr id="0" name=""/>
        <dsp:cNvSpPr/>
      </dsp:nvSpPr>
      <dsp:spPr>
        <a:xfrm>
          <a:off x="964487" y="1030634"/>
          <a:ext cx="1618827" cy="2963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Sprint XX - </a:t>
          </a:r>
          <a:r>
            <a:rPr lang="fr-CA" sz="1000" b="1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&lt;Domaine&gt;</a:t>
          </a:r>
          <a:endParaRPr lang="fr-CA" sz="1000" kern="12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964487" y="1030634"/>
        <a:ext cx="1618827" cy="296375"/>
      </dsp:txXfrm>
    </dsp:sp>
    <dsp:sp modelId="{B14976D8-D4C4-40C0-B5B6-193C36FE24A1}">
      <dsp:nvSpPr>
        <dsp:cNvPr id="0" name=""/>
        <dsp:cNvSpPr/>
      </dsp:nvSpPr>
      <dsp:spPr>
        <a:xfrm>
          <a:off x="1478421" y="1496425"/>
          <a:ext cx="1225120" cy="2494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xxxx</a:t>
          </a: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User Story</a:t>
          </a:r>
          <a:endParaRPr lang="fr-CA" sz="1000" kern="12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478421" y="1496425"/>
        <a:ext cx="1225120" cy="249444"/>
      </dsp:txXfrm>
    </dsp:sp>
    <dsp:sp modelId="{1FEC8124-47AD-418E-8812-C47457BE92AD}">
      <dsp:nvSpPr>
        <dsp:cNvPr id="0" name=""/>
        <dsp:cNvSpPr/>
      </dsp:nvSpPr>
      <dsp:spPr>
        <a:xfrm>
          <a:off x="2062618" y="1865951"/>
          <a:ext cx="1545170" cy="2500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Essais Composants</a:t>
          </a:r>
        </a:p>
      </dsp:txBody>
      <dsp:txXfrm>
        <a:off x="2062618" y="1865951"/>
        <a:ext cx="1545170" cy="250092"/>
      </dsp:txXfrm>
    </dsp:sp>
    <dsp:sp modelId="{84116C75-2CBE-403F-8718-EDBA166E30E0}">
      <dsp:nvSpPr>
        <dsp:cNvPr id="0" name=""/>
        <dsp:cNvSpPr/>
      </dsp:nvSpPr>
      <dsp:spPr>
        <a:xfrm>
          <a:off x="2059907" y="2203536"/>
          <a:ext cx="1536409" cy="2475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Essais Systèmes</a:t>
          </a:r>
        </a:p>
      </dsp:txBody>
      <dsp:txXfrm>
        <a:off x="2059907" y="2203536"/>
        <a:ext cx="1536409" cy="247555"/>
      </dsp:txXfrm>
    </dsp:sp>
    <dsp:sp modelId="{3552A128-B3C1-44AE-B02A-04C4E4F34F45}">
      <dsp:nvSpPr>
        <dsp:cNvPr id="0" name=""/>
        <dsp:cNvSpPr/>
      </dsp:nvSpPr>
      <dsp:spPr>
        <a:xfrm>
          <a:off x="897702" y="2877910"/>
          <a:ext cx="3265209" cy="33540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b="1" kern="12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CHGxxxxx</a:t>
          </a:r>
          <a:r>
            <a:rPr lang="fr-CA" sz="1000" b="1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-&lt;Domaine&gt; - Livraison de </a:t>
          </a:r>
          <a:r>
            <a:rPr lang="fr-CA" sz="1000" b="1" kern="12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Feature</a:t>
          </a:r>
          <a:endParaRPr lang="fr-CA" sz="1000" kern="12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97702" y="2877910"/>
        <a:ext cx="3265209" cy="335407"/>
      </dsp:txXfrm>
    </dsp:sp>
    <dsp:sp modelId="{9E9C00E1-1B4A-49FE-992A-150D26E9FFC3}">
      <dsp:nvSpPr>
        <dsp:cNvPr id="0" name=""/>
        <dsp:cNvSpPr/>
      </dsp:nvSpPr>
      <dsp:spPr>
        <a:xfrm>
          <a:off x="1488627" y="3360041"/>
          <a:ext cx="1587240" cy="3253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baseline="0" noProof="0" err="1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xxxx</a:t>
          </a:r>
          <a:r>
            <a:rPr lang="fr-CA" sz="1000" kern="1200" baseline="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- User Story</a:t>
          </a:r>
          <a:endParaRPr lang="fr-CA" sz="1000" kern="1200" noProof="0">
            <a:solidFill>
              <a:schemeClr val="tx2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488627" y="3360041"/>
        <a:ext cx="1587240" cy="325387"/>
      </dsp:txXfrm>
    </dsp:sp>
    <dsp:sp modelId="{6D8A23B8-52E4-46C6-BB77-4EBC1519EECF}">
      <dsp:nvSpPr>
        <dsp:cNvPr id="0" name=""/>
        <dsp:cNvSpPr/>
      </dsp:nvSpPr>
      <dsp:spPr>
        <a:xfrm>
          <a:off x="1542951" y="3816571"/>
          <a:ext cx="1523474" cy="3449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Smoke Test</a:t>
          </a:r>
        </a:p>
      </dsp:txBody>
      <dsp:txXfrm>
        <a:off x="1542951" y="3816571"/>
        <a:ext cx="1523474" cy="344926"/>
      </dsp:txXfrm>
    </dsp:sp>
    <dsp:sp modelId="{565B76CC-064D-4C50-B735-E0EEB16DB3DC}">
      <dsp:nvSpPr>
        <dsp:cNvPr id="0" name=""/>
        <dsp:cNvSpPr/>
      </dsp:nvSpPr>
      <dsp:spPr>
        <a:xfrm>
          <a:off x="1525674" y="4263415"/>
          <a:ext cx="1561304" cy="3116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000" kern="1200" noProof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Essais Acceptation</a:t>
          </a:r>
        </a:p>
      </dsp:txBody>
      <dsp:txXfrm>
        <a:off x="1525674" y="4263415"/>
        <a:ext cx="1561304" cy="3116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9DA83-92CD-4E54-8DDA-3B10CCED9A75}">
      <dsp:nvSpPr>
        <dsp:cNvPr id="0" name=""/>
        <dsp:cNvSpPr/>
      </dsp:nvSpPr>
      <dsp:spPr>
        <a:xfrm>
          <a:off x="0" y="1535"/>
          <a:ext cx="8686800" cy="7781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ECDB2-7DA1-4D55-A06D-85555F70C953}">
      <dsp:nvSpPr>
        <dsp:cNvPr id="0" name=""/>
        <dsp:cNvSpPr/>
      </dsp:nvSpPr>
      <dsp:spPr>
        <a:xfrm>
          <a:off x="235389" y="176618"/>
          <a:ext cx="427981" cy="4279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76AC9-969D-4B9E-8AF9-983E5A9EADE3}">
      <dsp:nvSpPr>
        <dsp:cNvPr id="0" name=""/>
        <dsp:cNvSpPr/>
      </dsp:nvSpPr>
      <dsp:spPr>
        <a:xfrm>
          <a:off x="898760" y="1535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noProof="0"/>
            <a:t>Les chargés de projet s’assurent de la réalisation des tests, sont responsables de la gestion des demandes de changement, et veillent à l’intégration des équipes contributrices</a:t>
          </a:r>
        </a:p>
      </dsp:txBody>
      <dsp:txXfrm>
        <a:off x="898760" y="1535"/>
        <a:ext cx="7788039" cy="778147"/>
      </dsp:txXfrm>
    </dsp:sp>
    <dsp:sp modelId="{A1DEDDF1-29DF-48B0-9408-7D5B20746B87}">
      <dsp:nvSpPr>
        <dsp:cNvPr id="0" name=""/>
        <dsp:cNvSpPr/>
      </dsp:nvSpPr>
      <dsp:spPr>
        <a:xfrm>
          <a:off x="0" y="974220"/>
          <a:ext cx="8686800" cy="778147"/>
        </a:xfrm>
        <a:prstGeom prst="roundRect">
          <a:avLst>
            <a:gd name="adj" fmla="val 10000"/>
          </a:avLst>
        </a:prstGeom>
        <a:solidFill>
          <a:srgbClr val="F1F9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E295A-1414-4ACC-A83D-F7D964447BC6}">
      <dsp:nvSpPr>
        <dsp:cNvPr id="0" name=""/>
        <dsp:cNvSpPr/>
      </dsp:nvSpPr>
      <dsp:spPr>
        <a:xfrm>
          <a:off x="235389" y="1149303"/>
          <a:ext cx="427981" cy="4279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E076F-0893-44BB-8F08-D771B5937BCE}">
      <dsp:nvSpPr>
        <dsp:cNvPr id="0" name=""/>
        <dsp:cNvSpPr/>
      </dsp:nvSpPr>
      <dsp:spPr>
        <a:xfrm>
          <a:off x="898760" y="974220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noProof="0"/>
            <a:t>Les analystes appliquent le standard QA défini par notre secteur</a:t>
          </a:r>
        </a:p>
      </dsp:txBody>
      <dsp:txXfrm>
        <a:off x="898760" y="974220"/>
        <a:ext cx="7788039" cy="778147"/>
      </dsp:txXfrm>
    </dsp:sp>
    <dsp:sp modelId="{7566573A-C725-4FCE-8A1C-C6CE29960825}">
      <dsp:nvSpPr>
        <dsp:cNvPr id="0" name=""/>
        <dsp:cNvSpPr/>
      </dsp:nvSpPr>
      <dsp:spPr>
        <a:xfrm>
          <a:off x="0" y="1946904"/>
          <a:ext cx="8686800" cy="7781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CD4B1-8007-4F57-B4DB-AE6728906D8E}">
      <dsp:nvSpPr>
        <dsp:cNvPr id="0" name=""/>
        <dsp:cNvSpPr/>
      </dsp:nvSpPr>
      <dsp:spPr>
        <a:xfrm>
          <a:off x="235389" y="2121988"/>
          <a:ext cx="427981" cy="4279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A47EF-0D8B-4EC9-8547-522463E564F8}">
      <dsp:nvSpPr>
        <dsp:cNvPr id="0" name=""/>
        <dsp:cNvSpPr/>
      </dsp:nvSpPr>
      <dsp:spPr>
        <a:xfrm>
          <a:off x="898760" y="1946904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noProof="0"/>
            <a:t>Les architectes valident la conception avant le début des tests systèmes</a:t>
          </a:r>
        </a:p>
      </dsp:txBody>
      <dsp:txXfrm>
        <a:off x="898760" y="1946904"/>
        <a:ext cx="7788039" cy="778147"/>
      </dsp:txXfrm>
    </dsp:sp>
    <dsp:sp modelId="{11766EFF-95A6-4F27-81AC-D628AE711CED}">
      <dsp:nvSpPr>
        <dsp:cNvPr id="0" name=""/>
        <dsp:cNvSpPr/>
      </dsp:nvSpPr>
      <dsp:spPr>
        <a:xfrm>
          <a:off x="0" y="2919589"/>
          <a:ext cx="8686800" cy="77814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5A1C6-B513-49C8-8A11-FDAF75572028}">
      <dsp:nvSpPr>
        <dsp:cNvPr id="0" name=""/>
        <dsp:cNvSpPr/>
      </dsp:nvSpPr>
      <dsp:spPr>
        <a:xfrm>
          <a:off x="235389" y="3094673"/>
          <a:ext cx="427981" cy="4279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9111E-1DC5-43F6-8D9E-12A14180E1CF}">
      <dsp:nvSpPr>
        <dsp:cNvPr id="0" name=""/>
        <dsp:cNvSpPr/>
      </dsp:nvSpPr>
      <dsp:spPr>
        <a:xfrm>
          <a:off x="898760" y="2919589"/>
          <a:ext cx="7788039" cy="77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354" tIns="82354" rIns="82354" bIns="8235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kern="1200" noProof="0"/>
            <a:t>Les équipes affaires, système et TI utilisent un plan de test commun</a:t>
          </a:r>
        </a:p>
      </dsp:txBody>
      <dsp:txXfrm>
        <a:off x="898760" y="2919589"/>
        <a:ext cx="7788039" cy="778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15F851B-2834-3575-274B-CE8D4C7368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5EEAA6-E7B9-7E85-B8CB-0C5EA21703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9317E-6AC6-4830-9CF7-5FA011449EE4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C9C2B5-8E5C-B994-A3DA-4002C79D02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607B79-C987-4F47-AC2F-AACA7FF6A1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A9614-EBE9-4DCC-B867-0BEECB80A41C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7566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06FEB-FEE0-4F35-A7B7-D43775927FB9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D9807-5037-47FE-86B5-F6C64038904F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150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Le Release manager coordonnent et collabore avec les CP pour assurer l’ensemble des livraisons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3245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7EA71-4D97-477F-736D-D4F38E4B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4A1AFAC-B242-C59A-C391-9AE8FF30D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0795A1C-C822-89CC-4338-5057966C3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Si </a:t>
            </a:r>
            <a:r>
              <a:rPr lang="fr-CA" b="1"/>
              <a:t>votre équipe est responsable de la livraison</a:t>
            </a:r>
            <a:r>
              <a:rPr lang="fr-CA"/>
              <a:t> de la </a:t>
            </a:r>
            <a:r>
              <a:rPr lang="fr-CA" err="1"/>
              <a:t>Feature</a:t>
            </a:r>
            <a:r>
              <a:rPr lang="fr-CA"/>
              <a:t>, vous serez responsable de piloter les essais</a:t>
            </a:r>
          </a:p>
          <a:p>
            <a:r>
              <a:rPr lang="fr-CA"/>
              <a:t>Vous devez organiser l'écriture, l'exécution des tests avec leur preuve d'exécution.</a:t>
            </a:r>
          </a:p>
          <a:p>
            <a:r>
              <a:rPr lang="fr-CA"/>
              <a:t> </a:t>
            </a:r>
          </a:p>
          <a:p>
            <a:r>
              <a:rPr lang="fr-CA"/>
              <a:t>Si </a:t>
            </a:r>
            <a:r>
              <a:rPr lang="fr-CA" b="1"/>
              <a:t>c'est une autre équipe qui est responsable de la livraison </a:t>
            </a:r>
            <a:r>
              <a:rPr lang="fr-CA"/>
              <a:t>de la </a:t>
            </a:r>
            <a:r>
              <a:rPr lang="fr-CA" err="1"/>
              <a:t>Feature</a:t>
            </a:r>
            <a:r>
              <a:rPr lang="fr-CA"/>
              <a:t>, vous serez responsable de contribuer à leur plan de test. </a:t>
            </a:r>
          </a:p>
          <a:p>
            <a:r>
              <a:rPr lang="fr-CA"/>
              <a:t>Vous recevrez une suite de test représentant les travaux de votre </a:t>
            </a:r>
            <a:r>
              <a:rPr lang="fr-CA" err="1"/>
              <a:t>Feature</a:t>
            </a:r>
            <a:r>
              <a:rPr lang="fr-CA"/>
              <a:t> dans leur plan de test.</a:t>
            </a:r>
          </a:p>
          <a:p>
            <a:r>
              <a:rPr lang="fr-CA"/>
              <a:t>Ils devront vous indiquer avec qui et quand écrire, exécuter et collecter les preuves de test</a:t>
            </a:r>
          </a:p>
          <a:p>
            <a:endParaRPr lang="fr-CA"/>
          </a:p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F60090-E779-5EE7-E59D-79D79BDCD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0545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Ces éléments doivent être connue et documenté dans le release note qui devient un document central de la livraison</a:t>
            </a:r>
          </a:p>
          <a:p>
            <a:endParaRPr lang="fr-CA"/>
          </a:p>
          <a:p>
            <a:r>
              <a:rPr lang="fr-CA"/>
              <a:t>CP/SM Arrimage avec Release </a:t>
            </a:r>
            <a:r>
              <a:rPr lang="fr-CA" err="1"/>
              <a:t>managment</a:t>
            </a:r>
            <a:endParaRPr lang="fr-CA"/>
          </a:p>
          <a:p>
            <a:endParaRPr lang="fr-CA"/>
          </a:p>
          <a:p>
            <a:r>
              <a:rPr lang="fr-CA"/>
              <a:t>Architecte : Preuve de conformité Archi - livraison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4681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8E325-7996-35E6-81A4-006E00D0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98FA4F-565A-7967-93B5-C821DBABC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69D046-28B3-4518-A826-D8BF8876C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Ces éléments doivent être connue et documenté dans le release note qui devient un document central de la livraison</a:t>
            </a:r>
          </a:p>
          <a:p>
            <a:endParaRPr lang="fr-CA"/>
          </a:p>
          <a:p>
            <a:r>
              <a:rPr lang="fr-CA"/>
              <a:t>CP/SM Arrimage avec Release </a:t>
            </a:r>
            <a:r>
              <a:rPr lang="fr-CA" err="1"/>
              <a:t>managment</a:t>
            </a:r>
            <a:endParaRPr lang="fr-CA"/>
          </a:p>
          <a:p>
            <a:endParaRPr lang="fr-CA"/>
          </a:p>
          <a:p>
            <a:r>
              <a:rPr lang="fr-CA"/>
              <a:t>Architecte : Preuve de conformité Archi - livraison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898C4A-66FC-1681-DD32-BDAE273C7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93480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714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1697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Smoke Test : vérifie si les fonctionnalités essentielles d'une application fonctionnent correctement après la fusion et la publication d'une nouvelle version.</a:t>
            </a: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931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5838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D9807-5037-47FE-86B5-F6C64038904F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411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0FC0B5-D605-8C67-FDC1-976021B5F9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  <p:pic>
        <p:nvPicPr>
          <p:cNvPr id="9" name="Image 8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FFBF7DA5-0E45-1842-A5B5-32C9FD5BC7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6858000" cy="2384822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60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38699"/>
            <a:ext cx="2743200" cy="304799"/>
          </a:xfrm>
        </p:spPr>
        <p:txBody>
          <a:bodyPr/>
          <a:lstStyle>
            <a:lvl1pPr marL="0" indent="0" algn="l">
              <a:buNone/>
              <a:defRPr sz="900"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7476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6858000" cy="2384822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60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4838699"/>
            <a:ext cx="2743200" cy="304799"/>
          </a:xfrm>
        </p:spPr>
        <p:txBody>
          <a:bodyPr/>
          <a:lstStyle>
            <a:lvl1pPr marL="0" indent="0" algn="l">
              <a:buNone/>
              <a:defRPr sz="9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pic>
        <p:nvPicPr>
          <p:cNvPr id="5" name="Image 4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A8D36F4-8117-4DBC-2273-6A8988ABC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3B6C1E81-F95D-316D-8B49-4E0B1B852A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3239198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0002FEDB-3081-63C2-FF60-37743DDC8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8925" y="4850130"/>
            <a:ext cx="1743075" cy="293370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  <p:pic>
        <p:nvPicPr>
          <p:cNvPr id="5" name="Image 4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572BCC04-3F2E-02AA-CB93-F934BC4FBD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1" y="4602291"/>
            <a:ext cx="1417320" cy="345151"/>
          </a:xfrm>
          <a:prstGeom prst="rect">
            <a:avLst/>
          </a:prstGeom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18996129-9FF5-9DDA-836D-C696633AE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2876" y="198438"/>
            <a:ext cx="3832525" cy="4746625"/>
          </a:xfrm>
          <a:custGeom>
            <a:avLst/>
            <a:gdLst>
              <a:gd name="connsiteX0" fmla="*/ 400911 w 3832525"/>
              <a:gd name="connsiteY0" fmla="*/ 0 h 4746625"/>
              <a:gd name="connsiteX1" fmla="*/ 3832525 w 3832525"/>
              <a:gd name="connsiteY1" fmla="*/ 0 h 4746625"/>
              <a:gd name="connsiteX2" fmla="*/ 3832525 w 3832525"/>
              <a:gd name="connsiteY2" fmla="*/ 4746625 h 4746625"/>
              <a:gd name="connsiteX3" fmla="*/ 0 w 3832525"/>
              <a:gd name="connsiteY3" fmla="*/ 4746625 h 4746625"/>
              <a:gd name="connsiteX4" fmla="*/ 0 w 3832525"/>
              <a:gd name="connsiteY4" fmla="*/ 407494 h 4746625"/>
              <a:gd name="connsiteX5" fmla="*/ 325959 w 3832525"/>
              <a:gd name="connsiteY5" fmla="*/ 7556 h 47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2525" h="4746625">
                <a:moveTo>
                  <a:pt x="400911" y="0"/>
                </a:moveTo>
                <a:lnTo>
                  <a:pt x="3832525" y="0"/>
                </a:lnTo>
                <a:lnTo>
                  <a:pt x="3832525" y="4746625"/>
                </a:lnTo>
                <a:lnTo>
                  <a:pt x="0" y="4746625"/>
                </a:lnTo>
                <a:lnTo>
                  <a:pt x="0" y="407494"/>
                </a:lnTo>
                <a:cubicBezTo>
                  <a:pt x="0" y="210217"/>
                  <a:pt x="139935" y="45622"/>
                  <a:pt x="325959" y="7556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4343400" cy="2384822"/>
          </a:xfrm>
        </p:spPr>
        <p:txBody>
          <a:bodyPr rIns="0" anchor="t" anchorCtr="0"/>
          <a:lstStyle>
            <a:lvl1pPr algn="l">
              <a:lnSpc>
                <a:spcPct val="85000"/>
              </a:lnSpc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333750"/>
            <a:ext cx="4343400" cy="948690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104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32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18996129-9FF5-9DDA-836D-C696633AE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82876" y="198438"/>
            <a:ext cx="3832525" cy="4746625"/>
          </a:xfrm>
          <a:custGeom>
            <a:avLst/>
            <a:gdLst>
              <a:gd name="connsiteX0" fmla="*/ 400911 w 3832525"/>
              <a:gd name="connsiteY0" fmla="*/ 0 h 4746625"/>
              <a:gd name="connsiteX1" fmla="*/ 3832525 w 3832525"/>
              <a:gd name="connsiteY1" fmla="*/ 0 h 4746625"/>
              <a:gd name="connsiteX2" fmla="*/ 3832525 w 3832525"/>
              <a:gd name="connsiteY2" fmla="*/ 4746625 h 4746625"/>
              <a:gd name="connsiteX3" fmla="*/ 0 w 3832525"/>
              <a:gd name="connsiteY3" fmla="*/ 4746625 h 4746625"/>
              <a:gd name="connsiteX4" fmla="*/ 0 w 3832525"/>
              <a:gd name="connsiteY4" fmla="*/ 407494 h 4746625"/>
              <a:gd name="connsiteX5" fmla="*/ 325959 w 3832525"/>
              <a:gd name="connsiteY5" fmla="*/ 7556 h 474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32525" h="4746625">
                <a:moveTo>
                  <a:pt x="400911" y="0"/>
                </a:moveTo>
                <a:lnTo>
                  <a:pt x="3832525" y="0"/>
                </a:lnTo>
                <a:lnTo>
                  <a:pt x="3832525" y="4746625"/>
                </a:lnTo>
                <a:lnTo>
                  <a:pt x="0" y="4746625"/>
                </a:lnTo>
                <a:lnTo>
                  <a:pt x="0" y="407494"/>
                </a:lnTo>
                <a:cubicBezTo>
                  <a:pt x="0" y="210217"/>
                  <a:pt x="139935" y="45622"/>
                  <a:pt x="325959" y="7556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47650"/>
            <a:ext cx="4343400" cy="2384822"/>
          </a:xfrm>
        </p:spPr>
        <p:txBody>
          <a:bodyPr rIns="0" anchor="t" anchorCtr="0"/>
          <a:lstStyle>
            <a:lvl1pPr algn="l">
              <a:lnSpc>
                <a:spcPct val="85000"/>
              </a:lnSpc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BF22-90C4-08D6-3886-F05E03906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333750"/>
            <a:ext cx="4343400" cy="948690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pic>
        <p:nvPicPr>
          <p:cNvPr id="6" name="Image 5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F25C6640-B588-F244-F7F5-A4B711B7A3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1" y="4602291"/>
            <a:ext cx="1417320" cy="345151"/>
          </a:xfrm>
          <a:prstGeom prst="rect">
            <a:avLst/>
          </a:prstGeom>
        </p:spPr>
      </p:pic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4F7E8B1A-F7D4-E018-14E7-C062E5C76F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8925" y="4850130"/>
            <a:ext cx="1743075" cy="293370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414497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1676400"/>
            <a:ext cx="2324100" cy="2384822"/>
          </a:xfrm>
        </p:spPr>
        <p:txBody>
          <a:bodyPr rIns="0" anchor="ctr" anchorCtr="0"/>
          <a:lstStyle>
            <a:lvl1pPr algn="l">
              <a:lnSpc>
                <a:spcPct val="85000"/>
              </a:lnSpc>
              <a:defRPr sz="2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BCB2371-316B-8ABC-C85C-D5099780F9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2055" y="200064"/>
            <a:ext cx="6217920" cy="4745736"/>
          </a:xfrm>
          <a:custGeom>
            <a:avLst/>
            <a:gdLst>
              <a:gd name="connsiteX0" fmla="*/ 479700 w 6217920"/>
              <a:gd name="connsiteY0" fmla="*/ 0 h 4745736"/>
              <a:gd name="connsiteX1" fmla="*/ 6217920 w 6217920"/>
              <a:gd name="connsiteY1" fmla="*/ 0 h 4745736"/>
              <a:gd name="connsiteX2" fmla="*/ 6217920 w 6217920"/>
              <a:gd name="connsiteY2" fmla="*/ 4745736 h 4745736"/>
              <a:gd name="connsiteX3" fmla="*/ 0 w 6217920"/>
              <a:gd name="connsiteY3" fmla="*/ 4745736 h 4745736"/>
              <a:gd name="connsiteX4" fmla="*/ 0 w 6217920"/>
              <a:gd name="connsiteY4" fmla="*/ 496506 h 4745736"/>
              <a:gd name="connsiteX5" fmla="*/ 9752 w 6217920"/>
              <a:gd name="connsiteY5" fmla="*/ 399768 h 4745736"/>
              <a:gd name="connsiteX6" fmla="*/ 401652 w 6217920"/>
              <a:gd name="connsiteY6" fmla="*/ 7868 h 474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7920" h="4745736">
                <a:moveTo>
                  <a:pt x="479700" y="0"/>
                </a:moveTo>
                <a:lnTo>
                  <a:pt x="6217920" y="0"/>
                </a:lnTo>
                <a:lnTo>
                  <a:pt x="6217920" y="4745736"/>
                </a:lnTo>
                <a:lnTo>
                  <a:pt x="0" y="4745736"/>
                </a:lnTo>
                <a:lnTo>
                  <a:pt x="0" y="496506"/>
                </a:lnTo>
                <a:lnTo>
                  <a:pt x="9752" y="399768"/>
                </a:lnTo>
                <a:cubicBezTo>
                  <a:pt x="50005" y="203057"/>
                  <a:pt x="204941" y="48121"/>
                  <a:pt x="401652" y="7868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Image 2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01F0AD6-EAF0-8EC3-C7E2-2A8B6396C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EDFBE29E-54DA-1FD1-CBA8-08C8F44852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23032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495892-833D-B627-D82C-CC8A50DB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1676400"/>
            <a:ext cx="2324100" cy="2384822"/>
          </a:xfrm>
        </p:spPr>
        <p:txBody>
          <a:bodyPr rIns="0" anchor="ctr" anchorCtr="0"/>
          <a:lstStyle>
            <a:lvl1pPr algn="l">
              <a:lnSpc>
                <a:spcPct val="85000"/>
              </a:lnSpc>
              <a:defRPr sz="2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BCB2371-316B-8ABC-C85C-D5099780F9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2055" y="200064"/>
            <a:ext cx="6217920" cy="4745736"/>
          </a:xfrm>
          <a:custGeom>
            <a:avLst/>
            <a:gdLst>
              <a:gd name="connsiteX0" fmla="*/ 479700 w 6217920"/>
              <a:gd name="connsiteY0" fmla="*/ 0 h 4745736"/>
              <a:gd name="connsiteX1" fmla="*/ 6217920 w 6217920"/>
              <a:gd name="connsiteY1" fmla="*/ 0 h 4745736"/>
              <a:gd name="connsiteX2" fmla="*/ 6217920 w 6217920"/>
              <a:gd name="connsiteY2" fmla="*/ 4745736 h 4745736"/>
              <a:gd name="connsiteX3" fmla="*/ 0 w 6217920"/>
              <a:gd name="connsiteY3" fmla="*/ 4745736 h 4745736"/>
              <a:gd name="connsiteX4" fmla="*/ 0 w 6217920"/>
              <a:gd name="connsiteY4" fmla="*/ 496506 h 4745736"/>
              <a:gd name="connsiteX5" fmla="*/ 9752 w 6217920"/>
              <a:gd name="connsiteY5" fmla="*/ 399768 h 4745736"/>
              <a:gd name="connsiteX6" fmla="*/ 401652 w 6217920"/>
              <a:gd name="connsiteY6" fmla="*/ 7868 h 474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17920" h="4745736">
                <a:moveTo>
                  <a:pt x="479700" y="0"/>
                </a:moveTo>
                <a:lnTo>
                  <a:pt x="6217920" y="0"/>
                </a:lnTo>
                <a:lnTo>
                  <a:pt x="6217920" y="4745736"/>
                </a:lnTo>
                <a:lnTo>
                  <a:pt x="0" y="4745736"/>
                </a:lnTo>
                <a:lnTo>
                  <a:pt x="0" y="496506"/>
                </a:lnTo>
                <a:lnTo>
                  <a:pt x="9752" y="399768"/>
                </a:lnTo>
                <a:cubicBezTo>
                  <a:pt x="50005" y="203057"/>
                  <a:pt x="204941" y="48121"/>
                  <a:pt x="401652" y="7868"/>
                </a:cubicBez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Image 2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D7F9C537-5C28-7372-1675-45BAC69C8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92" y="4601848"/>
            <a:ext cx="1417320" cy="345151"/>
          </a:xfrm>
          <a:prstGeom prst="rect">
            <a:avLst/>
          </a:prstGeom>
        </p:spPr>
      </p:pic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8427087-B6C0-29AF-908A-FAFFF652BD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2325" y="276225"/>
            <a:ext cx="1743075" cy="344488"/>
          </a:xfrm>
        </p:spPr>
        <p:txBody>
          <a:bodyPr rIns="0"/>
          <a:lstStyle>
            <a:lvl1pPr marL="0" indent="0" algn="r">
              <a:buNone/>
              <a:defRPr sz="900">
                <a:latin typeface="+mn-lt"/>
              </a:defRPr>
            </a:lvl1pPr>
          </a:lstStyle>
          <a:p>
            <a:pPr lvl="0"/>
            <a:r>
              <a:rPr lang="fr-FR"/>
              <a:t>Date longue</a:t>
            </a:r>
          </a:p>
        </p:txBody>
      </p:sp>
    </p:spTree>
    <p:extLst>
      <p:ext uri="{BB962C8B-B14F-4D97-AF65-F5344CB8AC3E}">
        <p14:creationId xmlns:p14="http://schemas.microsoft.com/office/powerpoint/2010/main" val="3252723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  <p15:guide id="4" pos="41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_du_jou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0" indent="-914400">
              <a:spcBef>
                <a:spcPts val="0"/>
              </a:spcBef>
              <a:buNone/>
              <a:defRPr sz="35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D5FF26D6-76DB-BADF-B6CB-C7E217C3F24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1914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0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_du_jou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0" indent="-914400">
              <a:spcBef>
                <a:spcPts val="0"/>
              </a:spcBef>
              <a:defRPr sz="22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1EC89197-EBA3-4C72-BE6E-42947953E7CE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584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24;p73">
            <a:extLst>
              <a:ext uri="{FF2B5EF4-FFF2-40B4-BE49-F238E27FC236}">
                <a16:creationId xmlns:a16="http://schemas.microsoft.com/office/drawing/2014/main" id="{3402B20D-C33A-7BFB-2FB4-31C46081EB1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0B334DD-FF35-99F6-A205-A5125F3FA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900"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DA1378-CCB3-7F80-3C28-3C45F7A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20DF1-40CE-BADA-3349-4D72B9B43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C8C5A3-658A-C924-F29A-1444AC8AD8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27551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A936534-D181-B708-312F-874D9ECA4B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0302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381837B-765F-179A-0231-095AD65CB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800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3FC8F39-6C4B-F66F-A9FD-21884AFB7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7551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8E66A99-26FB-F046-591D-FD3C0D6AB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0302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00D6E5F1-57B8-9E0A-EEC0-3AC5653D5B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8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1B5B5A8-C203-28EE-347F-E5EB665F33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755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749C7D2-574E-CEE1-07EE-13F7C0F4B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3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038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424;p73">
            <a:extLst>
              <a:ext uri="{FF2B5EF4-FFF2-40B4-BE49-F238E27FC236}">
                <a16:creationId xmlns:a16="http://schemas.microsoft.com/office/drawing/2014/main" id="{3402B20D-C33A-7BFB-2FB4-31C46081EB1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0B334DD-FF35-99F6-A205-A5125F3FA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0" indent="0" algn="ctr">
              <a:lnSpc>
                <a:spcPct val="90000"/>
              </a:lnSpc>
              <a:spcBef>
                <a:spcPts val="0"/>
              </a:spcBef>
              <a:buNone/>
              <a:defRPr sz="900"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DA1378-CCB3-7F80-3C28-3C45F7AF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20DF1-40CE-BADA-3349-4D72B9B43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3C8C5A3-658A-C924-F29A-1444AC8AD8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27551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A936534-D181-B708-312F-874D9ECA4B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0302" y="1123950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381837B-765F-179A-0231-095AD65CB3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800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3FC8F39-6C4B-F66F-A9FD-21884AFB7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7551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8E66A99-26FB-F046-591D-FD3C0D6AB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0302" y="2163963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00D6E5F1-57B8-9E0A-EEC0-3AC5653D5B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48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D1B5B5A8-C203-28EE-347F-E5EB665F33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755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4749C7D2-574E-CEE1-07EE-13F7C0F4B6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50300" y="3203977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276227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1087" y="247650"/>
            <a:ext cx="4024313" cy="439420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9243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20F84-7A73-0F9F-39A9-5A0159CF05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8" name="Google Shape;407;p71">
            <a:extLst>
              <a:ext uri="{FF2B5EF4-FFF2-40B4-BE49-F238E27FC236}">
                <a16:creationId xmlns:a16="http://schemas.microsoft.com/office/drawing/2014/main" id="{70C75027-F482-BE9B-205E-3D8A8FF4B70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91087" y="3798251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u texte 6">
            <a:extLst>
              <a:ext uri="{FF2B5EF4-FFF2-40B4-BE49-F238E27FC236}">
                <a16:creationId xmlns:a16="http://schemas.microsoft.com/office/drawing/2014/main" id="{B8EDA6C8-26A1-7C12-3591-61813A1CC4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933450"/>
            <a:ext cx="3924300" cy="3708400"/>
          </a:xfrm>
        </p:spPr>
        <p:txBody>
          <a:bodyPr rIns="182880" anchor="ctr" anchorCtr="0"/>
          <a:lstStyle>
            <a:lvl1pPr marL="0" indent="0">
              <a:lnSpc>
                <a:spcPct val="100000"/>
              </a:lnSpc>
              <a:buNone/>
              <a:defRPr sz="19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37329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91087" y="247650"/>
            <a:ext cx="4024313" cy="439420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9243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20F84-7A73-0F9F-39A9-5A0159CF05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FEF808F-F89E-BC2C-83E5-A1BEC98FA8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933450"/>
            <a:ext cx="3924300" cy="3708400"/>
          </a:xfrm>
        </p:spPr>
        <p:txBody>
          <a:bodyPr rIns="182880" anchor="ctr" anchorCtr="0"/>
          <a:lstStyle>
            <a:lvl1pPr marL="0" indent="0">
              <a:lnSpc>
                <a:spcPct val="100000"/>
              </a:lnSpc>
              <a:buNone/>
              <a:defRPr sz="1900"/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91087" y="3798251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3" name="Google Shape;424;p73">
            <a:extLst>
              <a:ext uri="{FF2B5EF4-FFF2-40B4-BE49-F238E27FC236}">
                <a16:creationId xmlns:a16="http://schemas.microsoft.com/office/drawing/2014/main" id="{833BB632-AB58-D5AE-5FEB-15E1B33EACC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738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rticipa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916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4343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860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80A1F474-A220-B52E-A1BE-E0D485AC34A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pour une image  10">
            <a:extLst>
              <a:ext uri="{FF2B5EF4-FFF2-40B4-BE49-F238E27FC236}">
                <a16:creationId xmlns:a16="http://schemas.microsoft.com/office/drawing/2014/main" id="{DDC81960-E0FF-B55F-E879-FC5D6C66F0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2811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4" name="Espace réservé du texte 14">
            <a:extLst>
              <a:ext uri="{FF2B5EF4-FFF2-40B4-BE49-F238E27FC236}">
                <a16:creationId xmlns:a16="http://schemas.microsoft.com/office/drawing/2014/main" id="{D1AB2EE4-F7CB-B37F-02DC-0F39020D13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2755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pour une image  10">
            <a:extLst>
              <a:ext uri="{FF2B5EF4-FFF2-40B4-BE49-F238E27FC236}">
                <a16:creationId xmlns:a16="http://schemas.microsoft.com/office/drawing/2014/main" id="{08EB5DFC-E370-05BF-B622-B0B02124078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7064" y="1192453"/>
            <a:ext cx="2688336" cy="2926080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8" name="Espace réservé du texte 14">
            <a:extLst>
              <a:ext uri="{FF2B5EF4-FFF2-40B4-BE49-F238E27FC236}">
                <a16:creationId xmlns:a16="http://schemas.microsoft.com/office/drawing/2014/main" id="{A5AFBAA4-ABF3-9294-E3CE-D62130D6D7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26500" y="3274934"/>
            <a:ext cx="2688900" cy="843599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363B220-3EAF-BF9E-F736-693BB63E1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93921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rticipa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5B808EA-9468-BCC7-8476-BEA8E4FF92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100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BF321B-49E7-0928-91C1-84FC5BB3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4343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98DE5579-F903-717C-FA0C-D3E624AFBAF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100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80A1F474-A220-B52E-A1BE-E0D485AC34A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363B220-3EAF-BF9E-F736-693BB63E1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Espace réservé pour une image  10">
            <a:extLst>
              <a:ext uri="{FF2B5EF4-FFF2-40B4-BE49-F238E27FC236}">
                <a16:creationId xmlns:a16="http://schemas.microsoft.com/office/drawing/2014/main" id="{1C76881A-A852-3ACB-7758-A5C0E08555C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777230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2EFBCA97-0B67-C7E9-EE45-0A79630489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7230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3439267D-0D6E-DABD-BB61-58E9F58286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57854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A97DE48-A2C7-22AB-42E1-FE89B80C0A7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7854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6" name="Espace réservé pour une image  10">
            <a:extLst>
              <a:ext uri="{FF2B5EF4-FFF2-40B4-BE49-F238E27FC236}">
                <a16:creationId xmlns:a16="http://schemas.microsoft.com/office/drawing/2014/main" id="{B76CBDCB-717F-45E3-A03C-2B6B63ACE89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38477" y="1581150"/>
            <a:ext cx="1947672" cy="2112264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7" name="Espace réservé du texte 14">
            <a:extLst>
              <a:ext uri="{FF2B5EF4-FFF2-40B4-BE49-F238E27FC236}">
                <a16:creationId xmlns:a16="http://schemas.microsoft.com/office/drawing/2014/main" id="{7CB7C5CE-D339-072B-E0B0-286F421218A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38477" y="3080766"/>
            <a:ext cx="1947672" cy="612648"/>
          </a:xfrm>
          <a:custGeom>
            <a:avLst/>
            <a:gdLst>
              <a:gd name="connsiteX0" fmla="*/ 0 w 2688900"/>
              <a:gd name="connsiteY0" fmla="*/ 0 h 843599"/>
              <a:gd name="connsiteX1" fmla="*/ 2457645 w 2688900"/>
              <a:gd name="connsiteY1" fmla="*/ 0 h 843599"/>
              <a:gd name="connsiteX2" fmla="*/ 2504243 w 2688900"/>
              <a:gd name="connsiteY2" fmla="*/ 4698 h 843599"/>
              <a:gd name="connsiteX3" fmla="*/ 2688900 w 2688900"/>
              <a:gd name="connsiteY3" fmla="*/ 231264 h 843599"/>
              <a:gd name="connsiteX4" fmla="*/ 2688900 w 2688900"/>
              <a:gd name="connsiteY4" fmla="*/ 843599 h 843599"/>
              <a:gd name="connsiteX5" fmla="*/ 0 w 2688900"/>
              <a:gd name="connsiteY5" fmla="*/ 843599 h 84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8900" h="843599">
                <a:moveTo>
                  <a:pt x="0" y="0"/>
                </a:moveTo>
                <a:lnTo>
                  <a:pt x="2457645" y="0"/>
                </a:lnTo>
                <a:lnTo>
                  <a:pt x="2504243" y="4698"/>
                </a:lnTo>
                <a:cubicBezTo>
                  <a:pt x="2609627" y="26262"/>
                  <a:pt x="2688900" y="119506"/>
                  <a:pt x="2688900" y="231264"/>
                </a:cubicBezTo>
                <a:lnTo>
                  <a:pt x="2688900" y="843599"/>
                </a:lnTo>
                <a:lnTo>
                  <a:pt x="0" y="84359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tx1"/>
                </a:solidFill>
              </a:defRPr>
            </a:lvl2pPr>
            <a:lvl3pPr marL="571500" indent="0">
              <a:buNone/>
              <a:defRPr lang="fr-FR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48506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73CCA6-7365-C721-967F-ADA0E3324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736" y="185613"/>
            <a:ext cx="2721956" cy="1706688"/>
          </a:xfrm>
        </p:spPr>
        <p:txBody>
          <a:bodyPr/>
          <a:lstStyle>
            <a:lvl1pPr marL="0" indent="0">
              <a:buNone/>
              <a:defRPr sz="15000">
                <a:solidFill>
                  <a:schemeClr val="bg1"/>
                </a:solidFill>
                <a:latin typeface="DM Sans ExtraLight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4" name="Titre 13">
            <a:extLst>
              <a:ext uri="{FF2B5EF4-FFF2-40B4-BE49-F238E27FC236}">
                <a16:creationId xmlns:a16="http://schemas.microsoft.com/office/drawing/2014/main" id="{D9D299C3-6AA9-1469-7FB1-72F6EF9A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0" y="321995"/>
            <a:ext cx="4248150" cy="4137579"/>
          </a:xfrm>
          <a:custGeom>
            <a:avLst/>
            <a:gdLst>
              <a:gd name="connsiteX0" fmla="*/ 0 w 4219800"/>
              <a:gd name="connsiteY0" fmla="*/ 0 h 4149900"/>
              <a:gd name="connsiteX1" fmla="*/ 3743059 w 4219800"/>
              <a:gd name="connsiteY1" fmla="*/ 0 h 4149900"/>
              <a:gd name="connsiteX2" fmla="*/ 4219800 w 4219800"/>
              <a:gd name="connsiteY2" fmla="*/ 476741 h 4149900"/>
              <a:gd name="connsiteX3" fmla="*/ 4219800 w 4219800"/>
              <a:gd name="connsiteY3" fmla="*/ 4149900 h 4149900"/>
              <a:gd name="connsiteX4" fmla="*/ 0 w 4219800"/>
              <a:gd name="connsiteY4" fmla="*/ 4149900 h 41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800" h="4149900">
                <a:moveTo>
                  <a:pt x="0" y="0"/>
                </a:moveTo>
                <a:lnTo>
                  <a:pt x="3743059" y="0"/>
                </a:lnTo>
                <a:cubicBezTo>
                  <a:pt x="4006356" y="0"/>
                  <a:pt x="4219800" y="213444"/>
                  <a:pt x="4219800" y="476741"/>
                </a:cubicBezTo>
                <a:lnTo>
                  <a:pt x="4219800" y="4149900"/>
                </a:lnTo>
                <a:lnTo>
                  <a:pt x="0" y="4149900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 lIns="91440" tIns="91440" rIns="91440" bIns="91440" anchor="t" anchorCtr="0">
            <a:noAutofit/>
          </a:bodyPr>
          <a:lstStyle>
            <a:lvl1pPr>
              <a:lnSpc>
                <a:spcPct val="8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6839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791" y="331970"/>
            <a:ext cx="4828032" cy="1700784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1483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1F5EC02-F3A2-01AF-1CE9-4C55FBF3FF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 lIns="91440" tIns="91440" rIns="91440" bIns="91440"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EC7D359D-A86F-9FC4-EEFF-9E1AAC9358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7250" y="321995"/>
            <a:ext cx="4248150" cy="4142232"/>
          </a:xfrm>
          <a:custGeom>
            <a:avLst/>
            <a:gdLst>
              <a:gd name="connsiteX0" fmla="*/ 0 w 4219800"/>
              <a:gd name="connsiteY0" fmla="*/ 0 h 4149725"/>
              <a:gd name="connsiteX1" fmla="*/ 3744795 w 4219800"/>
              <a:gd name="connsiteY1" fmla="*/ 0 h 4149725"/>
              <a:gd name="connsiteX2" fmla="*/ 3839139 w 4219800"/>
              <a:gd name="connsiteY2" fmla="*/ 9511 h 4149725"/>
              <a:gd name="connsiteX3" fmla="*/ 4219800 w 4219800"/>
              <a:gd name="connsiteY3" fmla="*/ 476566 h 4149725"/>
              <a:gd name="connsiteX4" fmla="*/ 4219800 w 4219800"/>
              <a:gd name="connsiteY4" fmla="*/ 4149725 h 4149725"/>
              <a:gd name="connsiteX5" fmla="*/ 0 w 4219800"/>
              <a:gd name="connsiteY5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9800" h="4149725">
                <a:moveTo>
                  <a:pt x="0" y="0"/>
                </a:moveTo>
                <a:lnTo>
                  <a:pt x="3744795" y="0"/>
                </a:lnTo>
                <a:lnTo>
                  <a:pt x="3839139" y="9511"/>
                </a:lnTo>
                <a:cubicBezTo>
                  <a:pt x="4056382" y="53965"/>
                  <a:pt x="4219800" y="246181"/>
                  <a:pt x="4219800" y="476566"/>
                </a:cubicBezTo>
                <a:lnTo>
                  <a:pt x="4219800" y="4149725"/>
                </a:lnTo>
                <a:lnTo>
                  <a:pt x="0" y="4149725"/>
                </a:lnTo>
                <a:close/>
              </a:path>
            </a:pathLst>
          </a:custGeom>
          <a:ln w="19050">
            <a:solidFill>
              <a:schemeClr val="bg1"/>
            </a:solidFill>
          </a:ln>
        </p:spPr>
        <p:txBody>
          <a:bodyPr wrap="square" lIns="182880" tIns="91440" rIns="182880" bIns="91440">
            <a:noAutofit/>
          </a:bodyPr>
          <a:lstStyle>
            <a:lvl1pPr marL="400050" indent="-400050">
              <a:lnSpc>
                <a:spcPct val="100000"/>
              </a:lnSpc>
              <a:buClr>
                <a:schemeClr val="bg1"/>
              </a:buClr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9184"/>
            <a:ext cx="4210050" cy="1965960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2290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A73CCA6-7365-C721-967F-ADA0E3324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736" y="185613"/>
            <a:ext cx="2919984" cy="1706688"/>
          </a:xfrm>
        </p:spPr>
        <p:txBody>
          <a:bodyPr/>
          <a:lstStyle>
            <a:lvl1pPr marL="0" indent="0">
              <a:buNone/>
              <a:defRPr sz="15000">
                <a:solidFill>
                  <a:schemeClr val="tx1"/>
                </a:solidFill>
                <a:latin typeface="DM Sans ExtraLight" pitchFamily="2" charset="0"/>
              </a:defRPr>
            </a:lvl1pPr>
            <a:lvl5pPr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4" name="Titre 13">
            <a:extLst>
              <a:ext uri="{FF2B5EF4-FFF2-40B4-BE49-F238E27FC236}">
                <a16:creationId xmlns:a16="http://schemas.microsoft.com/office/drawing/2014/main" id="{D9D299C3-6AA9-1469-7FB1-72F6EF9A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0" y="321995"/>
            <a:ext cx="4248150" cy="4137579"/>
          </a:xfrm>
          <a:custGeom>
            <a:avLst/>
            <a:gdLst>
              <a:gd name="connsiteX0" fmla="*/ 0 w 4219800"/>
              <a:gd name="connsiteY0" fmla="*/ 0 h 4149900"/>
              <a:gd name="connsiteX1" fmla="*/ 3743059 w 4219800"/>
              <a:gd name="connsiteY1" fmla="*/ 0 h 4149900"/>
              <a:gd name="connsiteX2" fmla="*/ 4219800 w 4219800"/>
              <a:gd name="connsiteY2" fmla="*/ 476741 h 4149900"/>
              <a:gd name="connsiteX3" fmla="*/ 4219800 w 4219800"/>
              <a:gd name="connsiteY3" fmla="*/ 4149900 h 4149900"/>
              <a:gd name="connsiteX4" fmla="*/ 0 w 4219800"/>
              <a:gd name="connsiteY4" fmla="*/ 4149900 h 41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800" h="4149900">
                <a:moveTo>
                  <a:pt x="0" y="0"/>
                </a:moveTo>
                <a:lnTo>
                  <a:pt x="3743059" y="0"/>
                </a:lnTo>
                <a:cubicBezTo>
                  <a:pt x="4006356" y="0"/>
                  <a:pt x="4219800" y="213444"/>
                  <a:pt x="4219800" y="476741"/>
                </a:cubicBezTo>
                <a:lnTo>
                  <a:pt x="4219800" y="4149900"/>
                </a:lnTo>
                <a:lnTo>
                  <a:pt x="0" y="4149900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91440" tIns="91440" rIns="91440" bIns="91440" anchor="t" anchorCtr="0">
            <a:noAutofit/>
          </a:bodyPr>
          <a:lstStyle>
            <a:lvl1pPr>
              <a:lnSpc>
                <a:spcPct val="8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99415DE8-12F9-0DE8-E131-EE024384CA7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560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6803"/>
            <a:ext cx="4828032" cy="1699358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B9E4FF5-9BB6-B92A-629B-453B767CCBA4}"/>
              </a:ext>
            </a:extLst>
          </p:cNvPr>
          <p:cNvCxnSpPr>
            <a:cxnSpLocks/>
          </p:cNvCxnSpPr>
          <p:nvPr userDrawn="1"/>
        </p:nvCxnSpPr>
        <p:spPr>
          <a:xfrm>
            <a:off x="246888" y="2194560"/>
            <a:ext cx="86502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78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EC7D359D-A86F-9FC4-EEFF-9E1AAC9358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7250" y="321995"/>
            <a:ext cx="4248150" cy="4142232"/>
          </a:xfrm>
          <a:custGeom>
            <a:avLst/>
            <a:gdLst>
              <a:gd name="connsiteX0" fmla="*/ 0 w 4219800"/>
              <a:gd name="connsiteY0" fmla="*/ 0 h 4149725"/>
              <a:gd name="connsiteX1" fmla="*/ 3744795 w 4219800"/>
              <a:gd name="connsiteY1" fmla="*/ 0 h 4149725"/>
              <a:gd name="connsiteX2" fmla="*/ 3839139 w 4219800"/>
              <a:gd name="connsiteY2" fmla="*/ 9511 h 4149725"/>
              <a:gd name="connsiteX3" fmla="*/ 4219800 w 4219800"/>
              <a:gd name="connsiteY3" fmla="*/ 476566 h 4149725"/>
              <a:gd name="connsiteX4" fmla="*/ 4219800 w 4219800"/>
              <a:gd name="connsiteY4" fmla="*/ 4149725 h 4149725"/>
              <a:gd name="connsiteX5" fmla="*/ 0 w 4219800"/>
              <a:gd name="connsiteY5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9800" h="4149725">
                <a:moveTo>
                  <a:pt x="0" y="0"/>
                </a:moveTo>
                <a:lnTo>
                  <a:pt x="3744795" y="0"/>
                </a:lnTo>
                <a:lnTo>
                  <a:pt x="3839139" y="9511"/>
                </a:lnTo>
                <a:cubicBezTo>
                  <a:pt x="4056382" y="53965"/>
                  <a:pt x="4219800" y="246181"/>
                  <a:pt x="4219800" y="476566"/>
                </a:cubicBezTo>
                <a:lnTo>
                  <a:pt x="4219800" y="4149725"/>
                </a:lnTo>
                <a:lnTo>
                  <a:pt x="0" y="4149725"/>
                </a:lnTo>
                <a:close/>
              </a:path>
            </a:pathLst>
          </a:custGeom>
          <a:ln w="19050">
            <a:solidFill>
              <a:schemeClr val="tx1"/>
            </a:solidFill>
          </a:ln>
        </p:spPr>
        <p:txBody>
          <a:bodyPr wrap="square" lIns="182880" tIns="91440" rIns="182880" bIns="91440">
            <a:noAutofit/>
          </a:bodyPr>
          <a:lstStyle>
            <a:lvl1pPr marL="400050" indent="-400050">
              <a:lnSpc>
                <a:spcPct val="100000"/>
              </a:lnSpc>
              <a:buClr>
                <a:schemeClr val="tx1"/>
              </a:buCl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9184"/>
            <a:ext cx="4210050" cy="1965960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9B62A779-F7E6-63F1-D317-0D48A01C72AF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120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595" y="415081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9223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7589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E723EBDE-027E-A0F7-DC87-54CE631491C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4260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168" y="411480"/>
            <a:ext cx="7589520" cy="332841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10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E723EBDE-027E-A0F7-DC87-54CE631491C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0780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us-section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8686800" cy="1288842"/>
          </a:xfrm>
        </p:spPr>
        <p:txBody>
          <a:bodyPr/>
          <a:lstStyle>
            <a:lvl1pPr>
              <a:lnSpc>
                <a:spcPct val="80000"/>
              </a:lnSpc>
              <a:defRPr sz="5000"/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52650"/>
            <a:ext cx="8686800" cy="2480073"/>
          </a:xfrm>
        </p:spPr>
        <p:txBody>
          <a:bodyPr/>
          <a:lstStyle>
            <a:lvl1pPr marL="630238" indent="-630238">
              <a:lnSpc>
                <a:spcPct val="80000"/>
              </a:lnSpc>
              <a:defRPr sz="5000"/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E70F0A67-4A87-5166-582A-DD0C7453104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2343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us-section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8686800" cy="1288842"/>
          </a:xfrm>
        </p:spPr>
        <p:txBody>
          <a:bodyPr/>
          <a:lstStyle>
            <a:lvl1pPr>
              <a:lnSpc>
                <a:spcPct val="80000"/>
              </a:lnSpc>
              <a:defRPr sz="5000"/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152650"/>
            <a:ext cx="8686800" cy="2480073"/>
          </a:xfrm>
        </p:spPr>
        <p:txBody>
          <a:bodyPr/>
          <a:lstStyle>
            <a:lvl1pPr marL="630238" indent="-630238">
              <a:lnSpc>
                <a:spcPct val="80000"/>
              </a:lnSpc>
              <a:defRPr sz="5000"/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E70F0A67-4A87-5166-582A-DD0C7453104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3275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section_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4238625" cy="4149900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CFF269-2187-469B-861B-426AF96A1473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777FB7B5-4E3F-C8AF-0954-F078C7BC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9C69B95-405D-9B5F-6136-F1FDBDABA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5825" y="247650"/>
            <a:ext cx="4219575" cy="4149725"/>
          </a:xfrm>
          <a:custGeom>
            <a:avLst/>
            <a:gdLst>
              <a:gd name="connsiteX0" fmla="*/ 0 w 4219575"/>
              <a:gd name="connsiteY0" fmla="*/ 0 h 4149725"/>
              <a:gd name="connsiteX1" fmla="*/ 3763708 w 4219575"/>
              <a:gd name="connsiteY1" fmla="*/ 0 h 4149725"/>
              <a:gd name="connsiteX2" fmla="*/ 4219575 w 4219575"/>
              <a:gd name="connsiteY2" fmla="*/ 455867 h 4149725"/>
              <a:gd name="connsiteX3" fmla="*/ 4219575 w 4219575"/>
              <a:gd name="connsiteY3" fmla="*/ 4149725 h 4149725"/>
              <a:gd name="connsiteX4" fmla="*/ 0 w 4219575"/>
              <a:gd name="connsiteY4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575" h="4149725">
                <a:moveTo>
                  <a:pt x="0" y="0"/>
                </a:moveTo>
                <a:lnTo>
                  <a:pt x="3763708" y="0"/>
                </a:lnTo>
                <a:cubicBezTo>
                  <a:pt x="4015476" y="0"/>
                  <a:pt x="4219575" y="204099"/>
                  <a:pt x="4219575" y="455867"/>
                </a:cubicBezTo>
                <a:lnTo>
                  <a:pt x="4219575" y="4149725"/>
                </a:lnTo>
                <a:lnTo>
                  <a:pt x="0" y="4149725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4153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-section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47650"/>
            <a:ext cx="4238625" cy="4149900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CFF269-2187-469B-861B-426AF96A1473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4" name="Google Shape;407;p71">
            <a:extLst>
              <a:ext uri="{FF2B5EF4-FFF2-40B4-BE49-F238E27FC236}">
                <a16:creationId xmlns:a16="http://schemas.microsoft.com/office/drawing/2014/main" id="{777FB7B5-4E3F-C8AF-0954-F078C7BC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9C69B95-405D-9B5F-6136-F1FDBDABA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5825" y="247650"/>
            <a:ext cx="4219575" cy="4149725"/>
          </a:xfrm>
          <a:custGeom>
            <a:avLst/>
            <a:gdLst>
              <a:gd name="connsiteX0" fmla="*/ 0 w 4219575"/>
              <a:gd name="connsiteY0" fmla="*/ 0 h 4149725"/>
              <a:gd name="connsiteX1" fmla="*/ 3763708 w 4219575"/>
              <a:gd name="connsiteY1" fmla="*/ 0 h 4149725"/>
              <a:gd name="connsiteX2" fmla="*/ 4219575 w 4219575"/>
              <a:gd name="connsiteY2" fmla="*/ 455867 h 4149725"/>
              <a:gd name="connsiteX3" fmla="*/ 4219575 w 4219575"/>
              <a:gd name="connsiteY3" fmla="*/ 4149725 h 4149725"/>
              <a:gd name="connsiteX4" fmla="*/ 0 w 4219575"/>
              <a:gd name="connsiteY4" fmla="*/ 4149725 h 414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9575" h="4149725">
                <a:moveTo>
                  <a:pt x="0" y="0"/>
                </a:moveTo>
                <a:lnTo>
                  <a:pt x="3763708" y="0"/>
                </a:lnTo>
                <a:cubicBezTo>
                  <a:pt x="4015476" y="0"/>
                  <a:pt x="4219575" y="204099"/>
                  <a:pt x="4219575" y="455867"/>
                </a:cubicBezTo>
                <a:lnTo>
                  <a:pt x="4219575" y="4149725"/>
                </a:lnTo>
                <a:lnTo>
                  <a:pt x="0" y="4149725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8187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6072" indent="-402336">
              <a:spcBef>
                <a:spcPts val="0"/>
              </a:spcBef>
              <a:spcAft>
                <a:spcPts val="2200"/>
              </a:spcAft>
              <a:buFont typeface="DM Sans Light" pitchFamily="2" charset="0"/>
              <a:buChar char="→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Font typeface="Avenir" panose="020B0503020203020204" pitchFamily="34" charset="0"/>
              <a:buChar char="•"/>
              <a:defRPr sz="1600"/>
            </a:lvl2pPr>
            <a:lvl3pPr marL="1371600" indent="-347472">
              <a:spcBef>
                <a:spcPts val="0"/>
              </a:spcBef>
              <a:spcAft>
                <a:spcPts val="1600"/>
              </a:spcAft>
              <a:buFont typeface="Symbol" panose="05050102010706020507" pitchFamily="18" charset="2"/>
              <a:buChar char="-"/>
              <a:defRPr/>
            </a:lvl3pPr>
            <a:lvl5pPr marL="1028700" indent="0">
              <a:buNone/>
              <a:defRPr/>
            </a:lvl5pPr>
          </a:lstStyle>
          <a:p>
            <a:pPr lvl="0"/>
            <a:r>
              <a:rPr lang="fr-FR"/>
              <a:t>Niveau 1</a:t>
            </a:r>
          </a:p>
          <a:p>
            <a:pPr lvl="1"/>
            <a:r>
              <a:rPr lang="fr-FR"/>
              <a:t>Niveau 2</a:t>
            </a:r>
          </a:p>
          <a:p>
            <a:pPr lvl="2"/>
            <a:r>
              <a:rPr lang="fr-FR"/>
              <a:t>Niveau 3</a:t>
            </a:r>
          </a:p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38423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exte_liste_numérot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1500" indent="-400050">
              <a:spcBef>
                <a:spcPts val="0"/>
              </a:spcBef>
              <a:spcAft>
                <a:spcPts val="2200"/>
              </a:spcAft>
              <a:buFont typeface="+mj-lt"/>
              <a:buAutoNum type="arabicPeriod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None/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99272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liste_alphabét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66294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14450"/>
            <a:ext cx="6629400" cy="3318273"/>
          </a:xfrm>
        </p:spPr>
        <p:txBody>
          <a:bodyPr/>
          <a:lstStyle>
            <a:lvl1pPr marL="571500" indent="-400050">
              <a:spcBef>
                <a:spcPts val="0"/>
              </a:spcBef>
              <a:spcAft>
                <a:spcPts val="2200"/>
              </a:spcAft>
              <a:buFont typeface="+mj-lt"/>
              <a:buAutoNum type="alphaUcPeriod"/>
              <a:defRPr sz="2200"/>
            </a:lvl1pPr>
            <a:lvl2pPr marL="1028700" indent="-342900">
              <a:spcBef>
                <a:spcPts val="0"/>
              </a:spcBef>
              <a:spcAft>
                <a:spcPts val="1600"/>
              </a:spcAft>
              <a:buFont typeface="+mj-lt"/>
              <a:buAutoNum type="alphaLcPeriod"/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2077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79629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85850"/>
            <a:ext cx="7962900" cy="3546873"/>
          </a:xfrm>
        </p:spPr>
        <p:txBody>
          <a:bodyPr/>
          <a:lstStyle>
            <a:lvl1pPr marL="0" indent="0">
              <a:buNone/>
              <a:defRPr sz="3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2A27B054-AA4E-8ACE-902F-1AB06E72D0C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63500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206B908F-59FB-397F-3BF2-D736972C478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518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206B908F-59FB-397F-3BF2-D736972C478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634DDF5-15E3-6CE8-4F91-34904F2D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20602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84156ED3-5669-9155-D8A1-981939C41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91028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38100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3B432C8-D744-ED9D-49B5-B28233E8F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5213" y="247650"/>
            <a:ext cx="4040187" cy="4393500"/>
          </a:xfrm>
          <a:custGeom>
            <a:avLst/>
            <a:gdLst>
              <a:gd name="connsiteX0" fmla="*/ 0 w 4040187"/>
              <a:gd name="connsiteY0" fmla="*/ 0 h 4393500"/>
              <a:gd name="connsiteX1" fmla="*/ 3536834 w 4040187"/>
              <a:gd name="connsiteY1" fmla="*/ 0 h 4393500"/>
              <a:gd name="connsiteX2" fmla="*/ 4040187 w 4040187"/>
              <a:gd name="connsiteY2" fmla="*/ 503353 h 4393500"/>
              <a:gd name="connsiteX3" fmla="*/ 4040187 w 4040187"/>
              <a:gd name="connsiteY3" fmla="*/ 4393500 h 4393500"/>
              <a:gd name="connsiteX4" fmla="*/ 0 w 4040187"/>
              <a:gd name="connsiteY4" fmla="*/ 4393500 h 439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0187" h="4393500">
                <a:moveTo>
                  <a:pt x="0" y="0"/>
                </a:moveTo>
                <a:lnTo>
                  <a:pt x="3536834" y="0"/>
                </a:lnTo>
                <a:cubicBezTo>
                  <a:pt x="3814828" y="0"/>
                  <a:pt x="4040187" y="225359"/>
                  <a:pt x="4040187" y="503353"/>
                </a:cubicBezTo>
                <a:lnTo>
                  <a:pt x="4040187" y="4393500"/>
                </a:lnTo>
                <a:lnTo>
                  <a:pt x="0" y="4393500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39ACF33D-F0E8-2667-9BB5-2EC15B0D7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7077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15257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B4EB87C2-9739-CDD3-FEB4-5D0B17BA9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48374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906AD539-18D5-DEAE-EA8D-2D00D1430B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6206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23ACB98E-76FB-8425-492C-E8EF64FCE5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4038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CB18F2C-1751-A4B4-524E-88108B43B7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48055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0BAC0D8-166D-6A5C-6B2C-3444B83B58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75887" y="2041814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2B98CEDE-4C4D-3777-14C6-065DC2B9A00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903719" y="2041813"/>
            <a:ext cx="2011680" cy="1989859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37779CD-BA88-1ACC-FFFA-ED657C3CBD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8919" y="1660813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0973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4" userDrawn="1">
          <p15:clr>
            <a:srgbClr val="FBAE40"/>
          </p15:clr>
        </p15:guide>
        <p15:guide id="2" orient="horz" pos="2556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38350"/>
            <a:ext cx="3810000" cy="2011680"/>
          </a:xfrm>
        </p:spPr>
        <p:txBody>
          <a:bodyPr rIns="9144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5" name="Google Shape;407;p71">
            <a:extLst>
              <a:ext uri="{FF2B5EF4-FFF2-40B4-BE49-F238E27FC236}">
                <a16:creationId xmlns:a16="http://schemas.microsoft.com/office/drawing/2014/main" id="{06267095-CCE8-49FC-026A-091227E042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4CB18F2C-1751-A4B4-524E-88108B43B7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55820" y="2038348"/>
            <a:ext cx="2011680" cy="2011680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0BAC0D8-166D-6A5C-6B2C-3444B83B585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96100" y="2038349"/>
            <a:ext cx="2011680" cy="2011680"/>
          </a:xfrm>
        </p:spPr>
        <p:txBody>
          <a:bodyPr rIns="91440"/>
          <a:lstStyle>
            <a:lvl1pPr marL="0" indent="0">
              <a:buNone/>
              <a:defRPr sz="13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081136-BD76-04BE-D3F8-6ED4115F0C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96100" y="1657350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4754D50-44D9-B32F-F828-59198DDC25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5820" y="1657350"/>
            <a:ext cx="346075" cy="242700"/>
          </a:xfrm>
          <a:custGeom>
            <a:avLst/>
            <a:gdLst>
              <a:gd name="connsiteX0" fmla="*/ 121350 w 346075"/>
              <a:gd name="connsiteY0" fmla="*/ 0 h 242700"/>
              <a:gd name="connsiteX1" fmla="*/ 225450 w 346075"/>
              <a:gd name="connsiteY1" fmla="*/ 0 h 242700"/>
              <a:gd name="connsiteX2" fmla="*/ 337264 w 346075"/>
              <a:gd name="connsiteY2" fmla="*/ 74115 h 242700"/>
              <a:gd name="connsiteX3" fmla="*/ 346075 w 346075"/>
              <a:gd name="connsiteY3" fmla="*/ 117759 h 242700"/>
              <a:gd name="connsiteX4" fmla="*/ 346075 w 346075"/>
              <a:gd name="connsiteY4" fmla="*/ 124941 h 242700"/>
              <a:gd name="connsiteX5" fmla="*/ 337264 w 346075"/>
              <a:gd name="connsiteY5" fmla="*/ 168585 h 242700"/>
              <a:gd name="connsiteX6" fmla="*/ 225450 w 346075"/>
              <a:gd name="connsiteY6" fmla="*/ 242700 h 242700"/>
              <a:gd name="connsiteX7" fmla="*/ 121350 w 346075"/>
              <a:gd name="connsiteY7" fmla="*/ 242700 h 242700"/>
              <a:gd name="connsiteX8" fmla="*/ 0 w 346075"/>
              <a:gd name="connsiteY8" fmla="*/ 121350 h 242700"/>
              <a:gd name="connsiteX9" fmla="*/ 121350 w 346075"/>
              <a:gd name="connsiteY9" fmla="*/ 0 h 24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6075" h="242700">
                <a:moveTo>
                  <a:pt x="121350" y="0"/>
                </a:moveTo>
                <a:lnTo>
                  <a:pt x="225450" y="0"/>
                </a:lnTo>
                <a:cubicBezTo>
                  <a:pt x="275715" y="0"/>
                  <a:pt x="318842" y="30561"/>
                  <a:pt x="337264" y="74115"/>
                </a:cubicBezTo>
                <a:lnTo>
                  <a:pt x="346075" y="117759"/>
                </a:lnTo>
                <a:lnTo>
                  <a:pt x="346075" y="124941"/>
                </a:lnTo>
                <a:lnTo>
                  <a:pt x="337264" y="168585"/>
                </a:lnTo>
                <a:cubicBezTo>
                  <a:pt x="318842" y="212139"/>
                  <a:pt x="275715" y="242700"/>
                  <a:pt x="225450" y="242700"/>
                </a:cubicBezTo>
                <a:lnTo>
                  <a:pt x="121350" y="242700"/>
                </a:lnTo>
                <a:cubicBezTo>
                  <a:pt x="54330" y="242700"/>
                  <a:pt x="0" y="188370"/>
                  <a:pt x="0" y="121350"/>
                </a:cubicBezTo>
                <a:cubicBezTo>
                  <a:pt x="0" y="54330"/>
                  <a:pt x="54330" y="0"/>
                  <a:pt x="121350" y="0"/>
                </a:cubicBezTo>
                <a:close/>
              </a:path>
            </a:pathLst>
          </a:custGeom>
          <a:ln w="9525">
            <a:solidFill>
              <a:schemeClr val="tx1"/>
            </a:solidFill>
          </a:ln>
        </p:spPr>
        <p:txBody>
          <a:bodyPr wrap="square" rIns="0" anchor="ctr" anchorCtr="0">
            <a:noAutofit/>
          </a:bodyPr>
          <a:lstStyle>
            <a:lvl1pPr marL="0" indent="0" algn="ctr">
              <a:buNone/>
              <a:defRPr sz="1000" b="1">
                <a:latin typeface="+mj-lt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No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1403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44" userDrawn="1">
          <p15:clr>
            <a:srgbClr val="FBAE40"/>
          </p15:clr>
        </p15:guide>
        <p15:guide id="2" orient="horz" pos="2556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icô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3E592E-4900-0944-02EB-38562C6A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247650"/>
            <a:ext cx="4772025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C4CC4-8C08-8AC2-49DD-51CDB364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809" y="2343151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C6235D-41C2-9823-86E5-F2A63DC8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F269-2187-469B-861B-426AF96A1473}" type="slidenum">
              <a:rPr lang="fr-CA" smtClean="0"/>
              <a:t>‹#›</a:t>
            </a:fld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4F8E49B9-9993-3145-636F-7824DBCB35B2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C120259-558F-3320-F4C4-59E6CC44DC9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0809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4" name="Espace réservé pour une image  10">
            <a:extLst>
              <a:ext uri="{FF2B5EF4-FFF2-40B4-BE49-F238E27FC236}">
                <a16:creationId xmlns:a16="http://schemas.microsoft.com/office/drawing/2014/main" id="{BC35889C-9088-EFEC-0BBE-28B650CA99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4781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15" name="Espace réservé pour une image  10">
            <a:extLst>
              <a:ext uri="{FF2B5EF4-FFF2-40B4-BE49-F238E27FC236}">
                <a16:creationId xmlns:a16="http://schemas.microsoft.com/office/drawing/2014/main" id="{937BFC00-7CC1-4B92-FFF9-66DD7B25A17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2795" y="1558290"/>
            <a:ext cx="621792" cy="621792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1137295F-4317-4CEE-0D94-E043653C982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12795" y="2343150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2E329F09-61D4-3217-BD97-7633BF5E0A1B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48591" y="2343149"/>
            <a:ext cx="2514600" cy="179070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82296" rIns="91440"/>
          <a:lstStyle>
            <a:lvl1pPr marL="0" indent="0">
              <a:spcBef>
                <a:spcPts val="1300"/>
              </a:spcBef>
              <a:spcAft>
                <a:spcPts val="0"/>
              </a:spcAft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60851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7B729265-60DA-0AE5-82A3-BA2A1D363A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/>
          <a:lstStyle/>
          <a:p>
            <a:r>
              <a:rPr lang="fr-FR" noProof="0"/>
              <a:t>Cliquez sur l'icône pour ajouter une image</a:t>
            </a:r>
            <a:endParaRPr lang="fr-CA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noProof="0" smtClean="0"/>
              <a:pPr/>
              <a:t>‹#›</a:t>
            </a:fld>
            <a:endParaRPr lang="fr-CA" noProof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7962900" cy="3810000"/>
          </a:xfrm>
        </p:spPr>
        <p:txBody>
          <a:bodyPr/>
          <a:lstStyle>
            <a:lvl1pPr marL="0" indent="0">
              <a:spcAft>
                <a:spcPts val="6500"/>
              </a:spcAft>
              <a:buClr>
                <a:schemeClr val="bg1"/>
              </a:buClr>
              <a:buFont typeface="Symbol" panose="05050102010706020507" pitchFamily="18" charset="2"/>
              <a:buNone/>
              <a:defRPr sz="6500">
                <a:solidFill>
                  <a:schemeClr val="bg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bg1"/>
              </a:buClr>
              <a:buFont typeface="Symbol" panose="05050102010706020507" pitchFamily="18" charset="2"/>
              <a:buChar char="-"/>
              <a:defRPr sz="2000">
                <a:solidFill>
                  <a:schemeClr val="bg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853743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8305800" cy="3810000"/>
          </a:xfrm>
        </p:spPr>
        <p:txBody>
          <a:bodyPr/>
          <a:lstStyle>
            <a:lvl1pPr marL="0" indent="0">
              <a:spcAft>
                <a:spcPts val="6500"/>
              </a:spcAft>
              <a:buClr>
                <a:schemeClr val="bg1"/>
              </a:buClr>
              <a:buFont typeface="Symbol" panose="05050102010706020507" pitchFamily="18" charset="2"/>
              <a:buNone/>
              <a:defRPr sz="6000">
                <a:solidFill>
                  <a:schemeClr val="tx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2000">
                <a:solidFill>
                  <a:schemeClr val="tx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85E6C660-6F16-54EF-6EBC-816ED05A7111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7244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817B20-E557-91A1-52B1-BF7A4D2B6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1EFB39-0857-B1B0-7681-9BF5B85D05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323850"/>
            <a:ext cx="4991100" cy="3848100"/>
          </a:xfrm>
        </p:spPr>
        <p:txBody>
          <a:bodyPr/>
          <a:lstStyle>
            <a:lvl1pPr marL="0" indent="0">
              <a:spcAft>
                <a:spcPts val="4700"/>
              </a:spcAft>
              <a:buClr>
                <a:schemeClr val="bg1"/>
              </a:buClr>
              <a:buFont typeface="Symbol" panose="05050102010706020507" pitchFamily="18" charset="2"/>
              <a:buNone/>
              <a:defRPr sz="2500">
                <a:solidFill>
                  <a:schemeClr val="tx1"/>
                </a:solidFill>
                <a:latin typeface="DM Sans ExtraLight" pitchFamily="2" charset="0"/>
              </a:defRPr>
            </a:lvl1pPr>
            <a:lvl2pPr marL="246888" indent="-246888">
              <a:spcBef>
                <a:spcPts val="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2000">
                <a:solidFill>
                  <a:schemeClr val="tx1"/>
                </a:solidFill>
                <a:latin typeface="DM Sans ExtraLight" pitchFamily="2" charset="0"/>
              </a:defRPr>
            </a:lvl2pPr>
            <a:lvl3pPr marL="5715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3pPr>
            <a:lvl4pPr marL="8001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4pPr>
            <a:lvl5pPr marL="1028700" indent="0">
              <a:buNone/>
              <a:defRPr sz="6500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2C4C239E-B83B-5F5F-A9EB-2A2CD6D355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2738" y="323850"/>
            <a:ext cx="3522662" cy="3830638"/>
          </a:xfrm>
          <a:custGeom>
            <a:avLst/>
            <a:gdLst>
              <a:gd name="connsiteX0" fmla="*/ 0 w 3522662"/>
              <a:gd name="connsiteY0" fmla="*/ 0 h 3830638"/>
              <a:gd name="connsiteX1" fmla="*/ 3109074 w 3522662"/>
              <a:gd name="connsiteY1" fmla="*/ 0 h 3830638"/>
              <a:gd name="connsiteX2" fmla="*/ 3522662 w 3522662"/>
              <a:gd name="connsiteY2" fmla="*/ 413588 h 3830638"/>
              <a:gd name="connsiteX3" fmla="*/ 3522662 w 3522662"/>
              <a:gd name="connsiteY3" fmla="*/ 3830638 h 3830638"/>
              <a:gd name="connsiteX4" fmla="*/ 0 w 3522662"/>
              <a:gd name="connsiteY4" fmla="*/ 3830638 h 3830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2662" h="3830638">
                <a:moveTo>
                  <a:pt x="0" y="0"/>
                </a:moveTo>
                <a:lnTo>
                  <a:pt x="3109074" y="0"/>
                </a:lnTo>
                <a:cubicBezTo>
                  <a:pt x="3337492" y="0"/>
                  <a:pt x="3522662" y="185170"/>
                  <a:pt x="3522662" y="413588"/>
                </a:cubicBezTo>
                <a:lnTo>
                  <a:pt x="3522662" y="3830638"/>
                </a:lnTo>
                <a:lnTo>
                  <a:pt x="0" y="3830638"/>
                </a:lnTo>
                <a:close/>
              </a:path>
            </a:pathLst>
          </a:custGeom>
          <a:solidFill>
            <a:srgbClr val="F2F2F2">
              <a:alpha val="20000"/>
            </a:srgbClr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7" name="Google Shape;424;p73">
            <a:extLst>
              <a:ext uri="{FF2B5EF4-FFF2-40B4-BE49-F238E27FC236}">
                <a16:creationId xmlns:a16="http://schemas.microsoft.com/office/drawing/2014/main" id="{1FB3CB43-472D-1058-5001-30B9AB128EB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1098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152900" y="933449"/>
            <a:ext cx="4762500" cy="3657599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A84BEB-4AD1-AEBC-445B-362E906F7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0"/>
            <a:ext cx="3810000" cy="3657599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104624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00098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C040D2B1-F13B-BA76-AC47-DD8F118ECC1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1768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4" name="Google Shape;424;p73">
            <a:extLst>
              <a:ext uri="{FF2B5EF4-FFF2-40B4-BE49-F238E27FC236}">
                <a16:creationId xmlns:a16="http://schemas.microsoft.com/office/drawing/2014/main" id="{C040D2B1-F13B-BA76-AC47-DD8F118ECC1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85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texte 23">
            <a:extLst>
              <a:ext uri="{FF2B5EF4-FFF2-40B4-BE49-F238E27FC236}">
                <a16:creationId xmlns:a16="http://schemas.microsoft.com/office/drawing/2014/main" id="{1ED8EFE9-4EB3-AB28-AD16-A031D2FE15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77" y="1012289"/>
            <a:ext cx="2026537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2" name="Espace réservé du texte 25">
            <a:extLst>
              <a:ext uri="{FF2B5EF4-FFF2-40B4-BE49-F238E27FC236}">
                <a16:creationId xmlns:a16="http://schemas.microsoft.com/office/drawing/2014/main" id="{1EDC6B38-65CA-2E9E-7CBE-C31F2B2B02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4291" y="1012289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3" name="Espace réservé du texte 23">
            <a:extLst>
              <a:ext uri="{FF2B5EF4-FFF2-40B4-BE49-F238E27FC236}">
                <a16:creationId xmlns:a16="http://schemas.microsoft.com/office/drawing/2014/main" id="{BD6043D9-1C83-5996-C239-0933C402BB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77" y="2119116"/>
            <a:ext cx="2026537" cy="923544"/>
          </a:xfrm>
        </p:spPr>
        <p:txBody>
          <a:bodyPr anchor="b" anchorCtr="0"/>
          <a:lstStyle>
            <a:lvl1pPr marL="0" indent="0">
              <a:buNone/>
              <a:defRPr lang="fr-FR" sz="6500" kern="1200" dirty="0" smtClean="0">
                <a:solidFill>
                  <a:schemeClr val="tx1"/>
                </a:solidFill>
                <a:latin typeface="DM Sans ExtraLight" pitchFamily="2" charset="0"/>
                <a:ea typeface="+mn-ea"/>
                <a:cs typeface="+mn-cs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marL="0" lvl="0" indent="0" algn="l" defTabSz="685800" rtl="0" eaLnBrk="1" latinLnBrk="0" hangingPunct="1">
              <a:lnSpc>
                <a:spcPct val="85000"/>
              </a:lnSpc>
              <a:spcBef>
                <a:spcPts val="0"/>
              </a:spcBef>
              <a:buClr>
                <a:schemeClr val="tx1"/>
              </a:buClr>
              <a:buFont typeface="DM Sans Light" pitchFamily="2" charset="0"/>
              <a:buNone/>
            </a:pPr>
            <a:r>
              <a:rPr lang="fr-FR"/>
              <a:t>%</a:t>
            </a:r>
          </a:p>
        </p:txBody>
      </p:sp>
      <p:sp>
        <p:nvSpPr>
          <p:cNvPr id="34" name="Espace réservé du texte 25">
            <a:extLst>
              <a:ext uri="{FF2B5EF4-FFF2-40B4-BE49-F238E27FC236}">
                <a16:creationId xmlns:a16="http://schemas.microsoft.com/office/drawing/2014/main" id="{AF2CA711-4FA6-222F-32C9-7E2FCA843F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54291" y="2119116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5" name="Espace réservé du texte 23">
            <a:extLst>
              <a:ext uri="{FF2B5EF4-FFF2-40B4-BE49-F238E27FC236}">
                <a16:creationId xmlns:a16="http://schemas.microsoft.com/office/drawing/2014/main" id="{45394C1D-CD33-3E6C-F266-A4ED6ADC71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477" y="3257285"/>
            <a:ext cx="2026537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6" name="Espace réservé du texte 25">
            <a:extLst>
              <a:ext uri="{FF2B5EF4-FFF2-40B4-BE49-F238E27FC236}">
                <a16:creationId xmlns:a16="http://schemas.microsoft.com/office/drawing/2014/main" id="{4529F2A7-FFCE-71F2-F80B-29FDBD56FA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54291" y="3257285"/>
            <a:ext cx="1983176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D766A062-7A98-FD74-0B2B-28BFF64A27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860" y="1012289"/>
            <a:ext cx="2026538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33EA91C5-2BF7-3EC2-59A8-1839255A23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8367" y="1012289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7" name="Espace réservé du texte 23">
            <a:extLst>
              <a:ext uri="{FF2B5EF4-FFF2-40B4-BE49-F238E27FC236}">
                <a16:creationId xmlns:a16="http://schemas.microsoft.com/office/drawing/2014/main" id="{0A196A3D-C89B-2E2A-C90F-67881991C5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3860" y="2119116"/>
            <a:ext cx="2026538" cy="923544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8" name="Espace réservé du texte 25">
            <a:extLst>
              <a:ext uri="{FF2B5EF4-FFF2-40B4-BE49-F238E27FC236}">
                <a16:creationId xmlns:a16="http://schemas.microsoft.com/office/drawing/2014/main" id="{BD67307E-2BED-AD4E-C143-56A941FCF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88367" y="2119116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Espace réservé du texte 23">
            <a:extLst>
              <a:ext uri="{FF2B5EF4-FFF2-40B4-BE49-F238E27FC236}">
                <a16:creationId xmlns:a16="http://schemas.microsoft.com/office/drawing/2014/main" id="{D236A0CC-144A-31AB-69F4-944EAD29C9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3860" y="3257285"/>
            <a:ext cx="2026538" cy="921622"/>
          </a:xfrm>
        </p:spPr>
        <p:txBody>
          <a:bodyPr anchor="b" anchorCtr="0"/>
          <a:lstStyle>
            <a:lvl1pPr marL="0" indent="0">
              <a:buNone/>
              <a:defRPr sz="6500">
                <a:solidFill>
                  <a:schemeClr val="tx1"/>
                </a:solidFill>
                <a:latin typeface="DM Sans ExtraLight" pitchFamily="2" charset="0"/>
              </a:defRPr>
            </a:lvl1pPr>
            <a:lvl2pPr marL="288925" indent="0">
              <a:buNone/>
              <a:defRPr/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0" name="Espace réservé du texte 25">
            <a:extLst>
              <a:ext uri="{FF2B5EF4-FFF2-40B4-BE49-F238E27FC236}">
                <a16:creationId xmlns:a16="http://schemas.microsoft.com/office/drawing/2014/main" id="{4DDFB22D-68B8-A7D6-63ED-5BCD7C9E5E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88367" y="3257285"/>
            <a:ext cx="1984248" cy="731520"/>
          </a:xfrm>
        </p:spPr>
        <p:txBody>
          <a:bodyPr rIns="91440" anchor="b" anchorCtr="0"/>
          <a:lstStyle>
            <a:lvl1pPr marL="0" indent="0">
              <a:buNone/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00858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09BEFAB6-570E-B275-4BD8-64E2B76A4C8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152900" y="933450"/>
            <a:ext cx="4762500" cy="3657600"/>
          </a:xfrm>
        </p:spPr>
        <p:txBody>
          <a:bodyPr/>
          <a:lstStyle/>
          <a:p>
            <a:r>
              <a:rPr lang="fr-FR"/>
              <a:t>Cliquez sur l'icône pour ajouter un graphique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A6A84BEB-4AD1-AEBC-445B-362E906F7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3451"/>
            <a:ext cx="3810000" cy="3657600"/>
          </a:xfrm>
        </p:spPr>
        <p:txBody>
          <a:bodyPr rIns="91440" anchor="ctr" anchorCtr="0"/>
          <a:lstStyle>
            <a:lvl1pPr marL="0" indent="0">
              <a:buNone/>
              <a:defRPr sz="19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63451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graphique 4">
            <a:extLst>
              <a:ext uri="{FF2B5EF4-FFF2-40B4-BE49-F238E27FC236}">
                <a16:creationId xmlns:a16="http://schemas.microsoft.com/office/drawing/2014/main" id="{51D56242-6476-BF5C-B850-530FFBDD834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graphique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5339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du texte 38">
            <a:extLst>
              <a:ext uri="{FF2B5EF4-FFF2-40B4-BE49-F238E27FC236}">
                <a16:creationId xmlns:a16="http://schemas.microsoft.com/office/drawing/2014/main" id="{8D16DB47-0A90-CB37-1545-4D6A9A23E3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8267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23B6E036-9DC9-43E0-1277-C8411B2E3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3353" y="955675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2" name="Espace réservé du texte 30">
            <a:extLst>
              <a:ext uri="{FF2B5EF4-FFF2-40B4-BE49-F238E27FC236}">
                <a16:creationId xmlns:a16="http://schemas.microsoft.com/office/drawing/2014/main" id="{27F2A86D-77EB-9490-EEF1-6F66A71271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24978" y="955675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F3C8C3A0-0D33-2F71-877E-065BE602E3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3291" y="962301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3E702DB5-AB4C-2FCA-3E70-F9E9DE2E5E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3878" y="958987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E38E6780-4BBE-3DE3-A41D-66DFA058B4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4178" y="4179487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6" name="Espace réservé du texte 30">
            <a:extLst>
              <a:ext uri="{FF2B5EF4-FFF2-40B4-BE49-F238E27FC236}">
                <a16:creationId xmlns:a16="http://schemas.microsoft.com/office/drawing/2014/main" id="{8C011CE7-FE13-30E0-4E16-9522E7B42F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2890" y="4184274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37" name="Espace réservé du texte 30">
            <a:extLst>
              <a:ext uri="{FF2B5EF4-FFF2-40B4-BE49-F238E27FC236}">
                <a16:creationId xmlns:a16="http://schemas.microsoft.com/office/drawing/2014/main" id="{C6E37844-1036-ECD1-F541-77D3A708E6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6403" y="4183988"/>
            <a:ext cx="584200" cy="265113"/>
          </a:xfrm>
          <a:prstGeom prst="roundRect">
            <a:avLst>
              <a:gd name="adj" fmla="val 48104"/>
            </a:avLst>
          </a:prstGeom>
          <a:solidFill>
            <a:srgbClr val="064DD9"/>
          </a:solidFill>
        </p:spPr>
        <p:txBody>
          <a:bodyPr rIns="0" anchor="ctr" anchorCtr="0"/>
          <a:lstStyle>
            <a:lvl1pPr marL="0" indent="0" algn="ctr">
              <a:lnSpc>
                <a:spcPct val="100000"/>
              </a:lnSpc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Année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Espace réservé du texte 38">
            <a:extLst>
              <a:ext uri="{FF2B5EF4-FFF2-40B4-BE49-F238E27FC236}">
                <a16:creationId xmlns:a16="http://schemas.microsoft.com/office/drawing/2014/main" id="{A44FC4DB-3A8D-E32B-69C0-C9DCAA09AE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9845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38">
            <a:extLst>
              <a:ext uri="{FF2B5EF4-FFF2-40B4-BE49-F238E27FC236}">
                <a16:creationId xmlns:a16="http://schemas.microsoft.com/office/drawing/2014/main" id="{19D0FF0D-2A78-9730-AE81-8A60C5B1F2D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81423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Espace réservé du texte 38">
            <a:extLst>
              <a:ext uri="{FF2B5EF4-FFF2-40B4-BE49-F238E27FC236}">
                <a16:creationId xmlns:a16="http://schemas.microsoft.com/office/drawing/2014/main" id="{C6129540-EF28-6FAB-739C-FC8F2FBB35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3000" y="1324224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3" name="Espace réservé du texte 38">
            <a:extLst>
              <a:ext uri="{FF2B5EF4-FFF2-40B4-BE49-F238E27FC236}">
                <a16:creationId xmlns:a16="http://schemas.microsoft.com/office/drawing/2014/main" id="{31B1CC76-697C-8FAE-63A0-F89BDAF6977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85573" y="3052552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Espace réservé du texte 38">
            <a:extLst>
              <a:ext uri="{FF2B5EF4-FFF2-40B4-BE49-F238E27FC236}">
                <a16:creationId xmlns:a16="http://schemas.microsoft.com/office/drawing/2014/main" id="{84008F56-D0CB-5FBB-B62B-34266DECC4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127409" y="3052551"/>
            <a:ext cx="1289099" cy="1008900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Espace réservé du texte 38">
            <a:extLst>
              <a:ext uri="{FF2B5EF4-FFF2-40B4-BE49-F238E27FC236}">
                <a16:creationId xmlns:a16="http://schemas.microsoft.com/office/drawing/2014/main" id="{A8497CC3-760A-46F2-4D35-C9867DA56E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78718" y="3052552"/>
            <a:ext cx="1289099" cy="1008899"/>
          </a:xfrm>
        </p:spPr>
        <p:txBody>
          <a:bodyPr lIns="91440" tIns="91440" rIns="91440" bIns="91440"/>
          <a:lstStyle>
            <a:lvl1pPr marL="0" indent="0">
              <a:buNone/>
              <a:defRPr sz="700">
                <a:solidFill>
                  <a:schemeClr val="tx2"/>
                </a:solidFill>
                <a:latin typeface="+mn-lt"/>
              </a:defRPr>
            </a:lvl1pPr>
            <a:lvl2pPr marL="288925" indent="0">
              <a:buNone/>
              <a:defRPr sz="700">
                <a:latin typeface="+mn-lt"/>
              </a:defRPr>
            </a:lvl2pPr>
            <a:lvl3pPr marL="571500" indent="0">
              <a:buNone/>
              <a:defRPr sz="700">
                <a:latin typeface="+mn-lt"/>
              </a:defRPr>
            </a:lvl3pPr>
            <a:lvl4pPr marL="800100" indent="0">
              <a:buNone/>
              <a:defRPr sz="700">
                <a:latin typeface="+mn-lt"/>
              </a:defRPr>
            </a:lvl4pPr>
            <a:lvl5pPr marL="1028700" indent="0">
              <a:buNone/>
              <a:defRPr sz="700">
                <a:latin typeface="+mn-lt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075615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2A1989D-6F12-E670-130E-531B8F017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5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AB85BAB-209D-96BB-29CC-11015F5C7E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8875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67066F6D-80DB-C11E-E1F6-3767B566AB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4330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E7201FFA-B75A-C9DF-9528-237688D5E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95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D0DE7E73-F010-30E9-EF69-46F67591C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40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3856955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ne_de_temps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52A1989D-6F12-E670-130E-531B8F017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675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AB85BAB-209D-96BB-29CC-11015F5C7E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08875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67066F6D-80DB-C11E-E1F6-3767B566AB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43300" y="938571"/>
            <a:ext cx="1373950" cy="1806300"/>
          </a:xfrm>
          <a:custGeom>
            <a:avLst/>
            <a:gdLst>
              <a:gd name="connsiteX0" fmla="*/ 0 w 1373950"/>
              <a:gd name="connsiteY0" fmla="*/ 0 h 1806300"/>
              <a:gd name="connsiteX1" fmla="*/ 1204847 w 1373950"/>
              <a:gd name="connsiteY1" fmla="*/ 0 h 1806300"/>
              <a:gd name="connsiteX2" fmla="*/ 1360707 w 1373950"/>
              <a:gd name="connsiteY2" fmla="*/ 103311 h 1806300"/>
              <a:gd name="connsiteX3" fmla="*/ 1373950 w 1373950"/>
              <a:gd name="connsiteY3" fmla="*/ 168905 h 1806300"/>
              <a:gd name="connsiteX4" fmla="*/ 1373950 w 1373950"/>
              <a:gd name="connsiteY4" fmla="*/ 1806300 h 1806300"/>
              <a:gd name="connsiteX5" fmla="*/ 0 w 1373950"/>
              <a:gd name="connsiteY5" fmla="*/ 1806300 h 180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950" h="1806300">
                <a:moveTo>
                  <a:pt x="0" y="0"/>
                </a:moveTo>
                <a:lnTo>
                  <a:pt x="1204847" y="0"/>
                </a:lnTo>
                <a:cubicBezTo>
                  <a:pt x="1274913" y="0"/>
                  <a:pt x="1335029" y="42599"/>
                  <a:pt x="1360707" y="103311"/>
                </a:cubicBezTo>
                <a:lnTo>
                  <a:pt x="1373950" y="168905"/>
                </a:lnTo>
                <a:lnTo>
                  <a:pt x="1373950" y="1806300"/>
                </a:lnTo>
                <a:lnTo>
                  <a:pt x="0" y="1806300"/>
                </a:ln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  <a:lvl3pPr marL="571500" indent="0">
              <a:buNone/>
              <a:defRPr/>
            </a:lvl3pPr>
            <a:lvl4pPr marL="800100" indent="0">
              <a:buNone/>
              <a:defRPr/>
            </a:lvl4pPr>
            <a:lvl5pPr marL="1028700" indent="0">
              <a:buNone/>
              <a:defRPr/>
            </a:lvl5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E7201FFA-B75A-C9DF-9528-237688D5E8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95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52" name="Espace réservé du texte 51">
            <a:extLst>
              <a:ext uri="{FF2B5EF4-FFF2-40B4-BE49-F238E27FC236}">
                <a16:creationId xmlns:a16="http://schemas.microsoft.com/office/drawing/2014/main" id="{D0DE7E73-F010-30E9-EF69-46F67591C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1400" y="2752015"/>
            <a:ext cx="1374000" cy="1804793"/>
          </a:xfrm>
          <a:custGeom>
            <a:avLst/>
            <a:gdLst>
              <a:gd name="connsiteX0" fmla="*/ 0 w 1374000"/>
              <a:gd name="connsiteY0" fmla="*/ 0 h 1804793"/>
              <a:gd name="connsiteX1" fmla="*/ 1374000 w 1374000"/>
              <a:gd name="connsiteY1" fmla="*/ 0 h 1804793"/>
              <a:gd name="connsiteX2" fmla="*/ 1374000 w 1374000"/>
              <a:gd name="connsiteY2" fmla="*/ 1804793 h 1804793"/>
              <a:gd name="connsiteX3" fmla="*/ 161689 w 1374000"/>
              <a:gd name="connsiteY3" fmla="*/ 1804793 h 1804793"/>
              <a:gd name="connsiteX4" fmla="*/ 103311 w 1374000"/>
              <a:gd name="connsiteY4" fmla="*/ 1793007 h 1804793"/>
              <a:gd name="connsiteX5" fmla="*/ 0 w 1374000"/>
              <a:gd name="connsiteY5" fmla="*/ 1637147 h 180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4000" h="1804793">
                <a:moveTo>
                  <a:pt x="0" y="0"/>
                </a:moveTo>
                <a:lnTo>
                  <a:pt x="1374000" y="0"/>
                </a:lnTo>
                <a:lnTo>
                  <a:pt x="1374000" y="1804793"/>
                </a:lnTo>
                <a:lnTo>
                  <a:pt x="161689" y="1804793"/>
                </a:lnTo>
                <a:lnTo>
                  <a:pt x="103311" y="1793007"/>
                </a:lnTo>
                <a:cubicBezTo>
                  <a:pt x="42599" y="1767329"/>
                  <a:pt x="0" y="1707213"/>
                  <a:pt x="0" y="1637147"/>
                </a:cubicBezTo>
                <a:close/>
              </a:path>
            </a:pathLst>
          </a:custGeom>
          <a:solidFill>
            <a:srgbClr val="064DD9"/>
          </a:solidFill>
        </p:spPr>
        <p:txBody>
          <a:bodyPr wrap="square" lIns="91440" tIns="292608" rIns="91440" bIns="91440">
            <a:noAutofit/>
          </a:bodyPr>
          <a:lstStyle>
            <a:lvl1pPr marL="0" indent="0">
              <a:spcAft>
                <a:spcPts val="600"/>
              </a:spcAft>
              <a:buNone/>
              <a:defRPr sz="1500" b="1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Année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5" name="Google Shape;424;p73">
            <a:extLst>
              <a:ext uri="{FF2B5EF4-FFF2-40B4-BE49-F238E27FC236}">
                <a16:creationId xmlns:a16="http://schemas.microsoft.com/office/drawing/2014/main" id="{24FA82CD-1C7F-2498-3B56-E9A407957D7E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2982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55;p115" title="Capture d’écran, le 2025-06-09 à 10.07.08.png">
            <a:extLst>
              <a:ext uri="{FF2B5EF4-FFF2-40B4-BE49-F238E27FC236}">
                <a16:creationId xmlns:a16="http://schemas.microsoft.com/office/drawing/2014/main" id="{F0226ED6-AB90-D637-AFD2-6E6A59D3BB3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35199" t="12345" r="35389" b="13334"/>
          <a:stretch>
            <a:fillRect/>
          </a:stretch>
        </p:blipFill>
        <p:spPr>
          <a:xfrm>
            <a:off x="3562350" y="660400"/>
            <a:ext cx="2019300" cy="38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2DFFBD09-8C93-0836-B682-AF1915E759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85394" y="1065212"/>
            <a:ext cx="1573213" cy="3013075"/>
          </a:xfrm>
          <a:solidFill>
            <a:srgbClr val="F1F1F1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E76280-2CF3-5EE0-5127-141E6E76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6431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t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3;p116" title="ipad.png">
            <a:extLst>
              <a:ext uri="{FF2B5EF4-FFF2-40B4-BE49-F238E27FC236}">
                <a16:creationId xmlns:a16="http://schemas.microsoft.com/office/drawing/2014/main" id="{2590197C-3703-0480-E18F-B3424C049B0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746929" y="152399"/>
            <a:ext cx="3669192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C193A654-0C0D-9494-1EC0-4C98C90BE6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01991" y="1111692"/>
            <a:ext cx="4129088" cy="2905125"/>
          </a:xfrm>
          <a:custGeom>
            <a:avLst/>
            <a:gdLst>
              <a:gd name="connsiteX0" fmla="*/ 79688 w 4129088"/>
              <a:gd name="connsiteY0" fmla="*/ 0 h 2905125"/>
              <a:gd name="connsiteX1" fmla="*/ 4049400 w 4129088"/>
              <a:gd name="connsiteY1" fmla="*/ 0 h 2905125"/>
              <a:gd name="connsiteX2" fmla="*/ 4129088 w 4129088"/>
              <a:gd name="connsiteY2" fmla="*/ 79688 h 2905125"/>
              <a:gd name="connsiteX3" fmla="*/ 4129088 w 4129088"/>
              <a:gd name="connsiteY3" fmla="*/ 2825437 h 2905125"/>
              <a:gd name="connsiteX4" fmla="*/ 4049400 w 4129088"/>
              <a:gd name="connsiteY4" fmla="*/ 2905125 h 2905125"/>
              <a:gd name="connsiteX5" fmla="*/ 79688 w 4129088"/>
              <a:gd name="connsiteY5" fmla="*/ 2905125 h 2905125"/>
              <a:gd name="connsiteX6" fmla="*/ 0 w 4129088"/>
              <a:gd name="connsiteY6" fmla="*/ 2825437 h 2905125"/>
              <a:gd name="connsiteX7" fmla="*/ 0 w 4129088"/>
              <a:gd name="connsiteY7" fmla="*/ 79688 h 2905125"/>
              <a:gd name="connsiteX8" fmla="*/ 79688 w 4129088"/>
              <a:gd name="connsiteY8" fmla="*/ 0 h 290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9088" h="2905125">
                <a:moveTo>
                  <a:pt x="79688" y="0"/>
                </a:moveTo>
                <a:lnTo>
                  <a:pt x="4049400" y="0"/>
                </a:lnTo>
                <a:cubicBezTo>
                  <a:pt x="4093410" y="0"/>
                  <a:pt x="4129088" y="35678"/>
                  <a:pt x="4129088" y="79688"/>
                </a:cubicBezTo>
                <a:lnTo>
                  <a:pt x="4129088" y="2825437"/>
                </a:lnTo>
                <a:cubicBezTo>
                  <a:pt x="4129088" y="2869447"/>
                  <a:pt x="4093410" y="2905125"/>
                  <a:pt x="4049400" y="2905125"/>
                </a:cubicBezTo>
                <a:lnTo>
                  <a:pt x="79688" y="2905125"/>
                </a:lnTo>
                <a:cubicBezTo>
                  <a:pt x="35678" y="2905125"/>
                  <a:pt x="0" y="2869447"/>
                  <a:pt x="0" y="2825437"/>
                </a:cubicBezTo>
                <a:lnTo>
                  <a:pt x="0" y="79688"/>
                </a:lnTo>
                <a:cubicBezTo>
                  <a:pt x="0" y="35678"/>
                  <a:pt x="35678" y="0"/>
                  <a:pt x="796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631EC4-2146-4ADD-583F-FD3781FF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30280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bl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72;p117" title="portable.png">
            <a:extLst>
              <a:ext uri="{FF2B5EF4-FFF2-40B4-BE49-F238E27FC236}">
                <a16:creationId xmlns:a16="http://schemas.microsoft.com/office/drawing/2014/main" id="{80CD8FDE-309D-37E3-963C-EACFD4975F8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4454" t="18148" r="13795" b="12592"/>
          <a:stretch>
            <a:fillRect/>
          </a:stretch>
        </p:blipFill>
        <p:spPr>
          <a:xfrm>
            <a:off x="1803400" y="933450"/>
            <a:ext cx="55372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5FE076E5-B520-E9D2-6923-E4A13EA78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5245" y="1168400"/>
            <a:ext cx="4480560" cy="2782825"/>
          </a:xfrm>
          <a:custGeom>
            <a:avLst/>
            <a:gdLst>
              <a:gd name="connsiteX0" fmla="*/ 15533 w 4487715"/>
              <a:gd name="connsiteY0" fmla="*/ 0 h 2782825"/>
              <a:gd name="connsiteX1" fmla="*/ 4468670 w 4487715"/>
              <a:gd name="connsiteY1" fmla="*/ 0 h 2782825"/>
              <a:gd name="connsiteX2" fmla="*/ 4487715 w 4487715"/>
              <a:gd name="connsiteY2" fmla="*/ 2779650 h 2782825"/>
              <a:gd name="connsiteX3" fmla="*/ 0 w 4487715"/>
              <a:gd name="connsiteY3" fmla="*/ 2782825 h 2782825"/>
              <a:gd name="connsiteX4" fmla="*/ 0 w 4487715"/>
              <a:gd name="connsiteY4" fmla="*/ 2723559 h 278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7715" h="2782825">
                <a:moveTo>
                  <a:pt x="15533" y="0"/>
                </a:moveTo>
                <a:lnTo>
                  <a:pt x="4468670" y="0"/>
                </a:lnTo>
                <a:lnTo>
                  <a:pt x="4487715" y="2779650"/>
                </a:lnTo>
                <a:lnTo>
                  <a:pt x="0" y="2782825"/>
                </a:lnTo>
                <a:lnTo>
                  <a:pt x="0" y="27235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99E934-79E3-AA9D-05FA-82198928B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16204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eur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80;p118" title="imac.png">
            <a:extLst>
              <a:ext uri="{FF2B5EF4-FFF2-40B4-BE49-F238E27FC236}">
                <a16:creationId xmlns:a16="http://schemas.microsoft.com/office/drawing/2014/main" id="{D4531E30-6779-5CCB-130E-F1FC51D5286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67700" y="533820"/>
            <a:ext cx="5008599" cy="44338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D01F9F9D-218C-6D5B-448D-B49D1EC632F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01875" y="765208"/>
            <a:ext cx="4551363" cy="2405062"/>
          </a:xfrm>
          <a:solidFill>
            <a:srgbClr val="F1F1F1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ED83DAA-A724-D2DA-3522-6756F93C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27384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637094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que 12">
            <a:extLst>
              <a:ext uri="{FF2B5EF4-FFF2-40B4-BE49-F238E27FC236}">
                <a16:creationId xmlns:a16="http://schemas.microsoft.com/office/drawing/2014/main" id="{F92C94FC-E3D9-E5CB-F79C-20CF382AE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976"/>
          <a:stretch>
            <a:fillRect/>
          </a:stretch>
        </p:blipFill>
        <p:spPr>
          <a:xfrm>
            <a:off x="-1" y="895974"/>
            <a:ext cx="3192905" cy="3682761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ED46CF-2661-345F-7CE0-ABF8DC6589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8350" y="4022113"/>
            <a:ext cx="1797050" cy="882650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1pPr>
            <a:lvl2pPr marL="288925" indent="0" algn="r">
              <a:lnSpc>
                <a:spcPct val="100000"/>
              </a:lnSpc>
              <a:spcBef>
                <a:spcPts val="1000"/>
              </a:spcBef>
              <a:buNone/>
              <a:defRPr sz="1000" b="1">
                <a:latin typeface="+mj-lt"/>
              </a:defRPr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336421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superpo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371572D-A6E6-226A-F761-9A8E96520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11600" y="1157288"/>
            <a:ext cx="4720800" cy="2828925"/>
          </a:xfrm>
          <a:custGeom>
            <a:avLst/>
            <a:gdLst>
              <a:gd name="connsiteX0" fmla="*/ 0 w 4720800"/>
              <a:gd name="connsiteY0" fmla="*/ 0 h 2828925"/>
              <a:gd name="connsiteX1" fmla="*/ 4344175 w 4720800"/>
              <a:gd name="connsiteY1" fmla="*/ 0 h 2828925"/>
              <a:gd name="connsiteX2" fmla="*/ 4415025 w 4720800"/>
              <a:gd name="connsiteY2" fmla="*/ 7142 h 2828925"/>
              <a:gd name="connsiteX3" fmla="*/ 4720800 w 4720800"/>
              <a:gd name="connsiteY3" fmla="*/ 382316 h 2828925"/>
              <a:gd name="connsiteX4" fmla="*/ 4720800 w 4720800"/>
              <a:gd name="connsiteY4" fmla="*/ 2828925 h 2828925"/>
              <a:gd name="connsiteX5" fmla="*/ 0 w 4720800"/>
              <a:gd name="connsiteY5" fmla="*/ 2828925 h 282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800" h="2828925">
                <a:moveTo>
                  <a:pt x="0" y="0"/>
                </a:moveTo>
                <a:lnTo>
                  <a:pt x="4344175" y="0"/>
                </a:lnTo>
                <a:lnTo>
                  <a:pt x="4415025" y="7142"/>
                </a:lnTo>
                <a:cubicBezTo>
                  <a:pt x="4589531" y="42851"/>
                  <a:pt x="4720800" y="197254"/>
                  <a:pt x="4720800" y="382316"/>
                </a:cubicBezTo>
                <a:lnTo>
                  <a:pt x="4720800" y="2828925"/>
                </a:lnTo>
                <a:lnTo>
                  <a:pt x="0" y="28289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623F5552-199E-87C4-C6BF-CABFDB65B3CA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3496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e_superposé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8A8852-85C0-BB6F-A0CC-8115AE4B81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088" y="447675"/>
            <a:ext cx="8683825" cy="1657350"/>
          </a:xfrm>
        </p:spPr>
        <p:txBody>
          <a:bodyPr/>
          <a:lstStyle>
            <a:lvl1pPr marL="0" indent="0" algn="ctr">
              <a:buNone/>
              <a:defRPr sz="8000" b="1" cap="all" baseline="0">
                <a:solidFill>
                  <a:schemeClr val="bg1"/>
                </a:solidFill>
                <a:latin typeface="+mj-lt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Niveau 1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8" name="Google Shape;424;p73">
            <a:extLst>
              <a:ext uri="{FF2B5EF4-FFF2-40B4-BE49-F238E27FC236}">
                <a16:creationId xmlns:a16="http://schemas.microsoft.com/office/drawing/2014/main" id="{623F5552-199E-87C4-C6BF-CABFDB65B3CA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371572D-A6E6-226A-F761-9A8E96520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11600" y="1157288"/>
            <a:ext cx="4720800" cy="2828925"/>
          </a:xfrm>
          <a:custGeom>
            <a:avLst/>
            <a:gdLst>
              <a:gd name="connsiteX0" fmla="*/ 0 w 4720800"/>
              <a:gd name="connsiteY0" fmla="*/ 0 h 2828925"/>
              <a:gd name="connsiteX1" fmla="*/ 4344175 w 4720800"/>
              <a:gd name="connsiteY1" fmla="*/ 0 h 2828925"/>
              <a:gd name="connsiteX2" fmla="*/ 4415025 w 4720800"/>
              <a:gd name="connsiteY2" fmla="*/ 7142 h 2828925"/>
              <a:gd name="connsiteX3" fmla="*/ 4720800 w 4720800"/>
              <a:gd name="connsiteY3" fmla="*/ 382316 h 2828925"/>
              <a:gd name="connsiteX4" fmla="*/ 4720800 w 4720800"/>
              <a:gd name="connsiteY4" fmla="*/ 2828925 h 2828925"/>
              <a:gd name="connsiteX5" fmla="*/ 0 w 4720800"/>
              <a:gd name="connsiteY5" fmla="*/ 2828925 h 282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0800" h="2828925">
                <a:moveTo>
                  <a:pt x="0" y="0"/>
                </a:moveTo>
                <a:lnTo>
                  <a:pt x="4344175" y="0"/>
                </a:lnTo>
                <a:lnTo>
                  <a:pt x="4415025" y="7142"/>
                </a:lnTo>
                <a:cubicBezTo>
                  <a:pt x="4589531" y="42851"/>
                  <a:pt x="4720800" y="197254"/>
                  <a:pt x="4720800" y="382316"/>
                </a:cubicBezTo>
                <a:lnTo>
                  <a:pt x="4720800" y="2828925"/>
                </a:lnTo>
                <a:lnTo>
                  <a:pt x="0" y="28289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D8033E25-131B-B3A9-FCD1-EB997ABDDC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7300" y="3617119"/>
            <a:ext cx="6629400" cy="1657350"/>
          </a:xfrm>
        </p:spPr>
        <p:txBody>
          <a:bodyPr/>
          <a:lstStyle>
            <a:lvl1pPr marL="0" indent="0" algn="ctr">
              <a:buNone/>
              <a:defRPr sz="8000" b="1" cap="all" baseline="0">
                <a:solidFill>
                  <a:schemeClr val="bg1"/>
                </a:solidFill>
                <a:latin typeface="+mj-lt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Niveau 1</a:t>
            </a:r>
          </a:p>
        </p:txBody>
      </p:sp>
    </p:spTree>
    <p:extLst>
      <p:ext uri="{BB962C8B-B14F-4D97-AF65-F5344CB8AC3E}">
        <p14:creationId xmlns:p14="http://schemas.microsoft.com/office/powerpoint/2010/main" val="44056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332A9986-49C2-1763-5D18-F8CA37CCBD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5707B0C-614F-ACBC-3EA0-CCA8BE5781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8400" y="1516814"/>
            <a:ext cx="3044825" cy="3308350"/>
          </a:xfrm>
        </p:spPr>
        <p:txBody>
          <a:bodyPr/>
          <a:lstStyle>
            <a:lvl1pPr marL="0" indent="0">
              <a:buNone/>
              <a:defRPr sz="17800">
                <a:latin typeface="DM Sans Black" pitchFamily="2" charset="0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Chiffre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A95BB24F-F370-CB57-369D-7E236A536B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1175" y="1513588"/>
            <a:ext cx="3044825" cy="3308350"/>
          </a:xfrm>
        </p:spPr>
        <p:txBody>
          <a:bodyPr/>
          <a:lstStyle>
            <a:lvl1pPr marL="0" indent="0">
              <a:buNone/>
              <a:defRPr sz="17800">
                <a:latin typeface="DM Sans Black" pitchFamily="2" charset="0"/>
              </a:defRPr>
            </a:lvl1pPr>
            <a:lvl2pPr marL="288925" indent="0">
              <a:buNone/>
              <a:defRPr/>
            </a:lvl2pPr>
          </a:lstStyle>
          <a:p>
            <a:pPr lvl="0"/>
            <a:r>
              <a:rPr lang="fr-FR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8146782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lta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B77169D1-917B-0815-883B-9B4EFBD87E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575" y="211138"/>
            <a:ext cx="8683825" cy="4450803"/>
          </a:xfrm>
          <a:solidFill>
            <a:srgbClr val="F2F2F2">
              <a:alpha val="20000"/>
            </a:srgb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fr-CA"/>
          </a:p>
        </p:txBody>
      </p:sp>
      <p:pic>
        <p:nvPicPr>
          <p:cNvPr id="3" name="Google Shape;424;p73">
            <a:extLst>
              <a:ext uri="{FF2B5EF4-FFF2-40B4-BE49-F238E27FC236}">
                <a16:creationId xmlns:a16="http://schemas.microsoft.com/office/drawing/2014/main" id="{F2B3F2C6-8023-8977-0E98-917FC46F08E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41C67C05-4D28-A409-503C-626651F5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19665F7-7079-9A98-15B8-DDD4EB6BC9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0550" y="3246575"/>
            <a:ext cx="2674888" cy="1453896"/>
          </a:xfrm>
          <a:custGeom>
            <a:avLst/>
            <a:gdLst>
              <a:gd name="connsiteX0" fmla="*/ 0 w 2674888"/>
              <a:gd name="connsiteY0" fmla="*/ 0 h 1468300"/>
              <a:gd name="connsiteX1" fmla="*/ 2501767 w 2674888"/>
              <a:gd name="connsiteY1" fmla="*/ 0 h 1468300"/>
              <a:gd name="connsiteX2" fmla="*/ 2661479 w 2674888"/>
              <a:gd name="connsiteY2" fmla="*/ 105864 h 1468300"/>
              <a:gd name="connsiteX3" fmla="*/ 2674888 w 2674888"/>
              <a:gd name="connsiteY3" fmla="*/ 172283 h 1468300"/>
              <a:gd name="connsiteX4" fmla="*/ 2674888 w 2674888"/>
              <a:gd name="connsiteY4" fmla="*/ 1468300 h 1468300"/>
              <a:gd name="connsiteX5" fmla="*/ 0 w 2674888"/>
              <a:gd name="connsiteY5" fmla="*/ 1468300 h 14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4888" h="1468300">
                <a:moveTo>
                  <a:pt x="0" y="0"/>
                </a:moveTo>
                <a:lnTo>
                  <a:pt x="2501767" y="0"/>
                </a:lnTo>
                <a:cubicBezTo>
                  <a:pt x="2573564" y="0"/>
                  <a:pt x="2635165" y="43652"/>
                  <a:pt x="2661479" y="105864"/>
                </a:cubicBezTo>
                <a:lnTo>
                  <a:pt x="2674888" y="172283"/>
                </a:lnTo>
                <a:lnTo>
                  <a:pt x="2674888" y="1468300"/>
                </a:lnTo>
                <a:lnTo>
                  <a:pt x="0" y="14683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91440" tIns="91440" rIns="91440" bIns="91440" anchor="ctr" anchorCtr="0">
            <a:noAutofit/>
          </a:bodyPr>
          <a:lstStyle>
            <a:lvl1pPr marL="0" indent="0">
              <a:lnSpc>
                <a:spcPct val="114000"/>
              </a:lnSpc>
              <a:buNone/>
              <a:tabLst>
                <a:tab pos="630936" algn="l"/>
              </a:tabLst>
              <a:defRPr sz="1850">
                <a:solidFill>
                  <a:schemeClr val="tx1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77661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_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F38E7-1F53-1993-EB1B-35E75665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5B10F9-EAC5-8A91-95E2-E9F2BFBF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9050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1696FC-7B5C-8381-C080-D8482131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767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8256E1-BBDC-949E-44D6-2FA01C8F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BA1E66-BDC5-688D-2E73-02B73D6EF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9DB1F2-27FA-0A77-50AE-EDCE2AF6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606EE9-ECD7-49DC-F591-3A77ABC8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E70942-451C-DEA8-8029-0C8FF27D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747956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093A9-FF4C-8C10-A5DC-7A023B8C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3827C3-0209-9D18-D283-E44637012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3003B4-303F-F6F1-E515-19D507BE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7EC6B5-BB25-8D03-5752-65CF633D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EA694A-1110-E8CC-B87E-4ADAA835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725780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E79FA-EC27-9F24-9B7D-40E5C3B7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8960A4-F322-99F1-92E7-9C195A9C9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438DCD-FC83-5E0B-C819-6401CA407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34F6F6-27BC-AECB-9FBE-B7B31C69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0007F7-B8D1-4B93-852E-FBEC31F7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118767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4B9013-7D26-5F82-ECF5-E7F7B55F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687AD-6354-D03B-DB5F-87261430F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FE353D-90CF-1CEC-13A4-49FA79CB2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9A379A-7A63-3852-9555-58DE04B1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32CB90-443D-C6AF-4D63-D3E96F10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66709FF-044C-6F25-6DA9-C54DC18A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578116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C20B4-B284-D76A-9898-329E376A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808DC4-8FBF-11CA-B1C9-0CF106CCC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F22C479-D2D1-C914-03B6-EDBB3409C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2E27BC-B2D7-ADCE-CE70-38FAED5AB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5C14D7-9B38-2AA8-B752-9F64349F2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8838695-3B67-6EC7-5FE5-896A1BCB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A83A58-12C8-A071-1430-009AEFDA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A08CB0C-C522-0AC5-36EA-D53E9EFB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867830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39C9B-CCB6-0CD6-D545-9C5FD1D2F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C641CD-CC02-8068-D4F9-2D31A23FC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9A5C49-3BED-2041-3734-772803B8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045DC27-CD6A-961F-F7C7-468FDE67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85694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E1C2F92-6DB5-E685-3BD3-43DD9A65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FE0524-EA73-9DDD-3719-BCADA290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A2174A-7EBE-F317-40D4-6FAF01AE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926358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F4A388-9F2C-B91B-50AB-B37411AB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EEF2B1-1BFA-4245-455B-6ACFBCB9B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89BDC2-675B-040B-1EFA-7ACCBA065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F2CCF1-E3AC-9E5C-30AA-81837E51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F4D7AE-B7F7-C96D-AEEF-52B06851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F5984D-A5ED-AD2F-BDBB-154841E1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70961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3C2431-30BE-B39F-6BA1-8E25CEE50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87BC09-3D0D-82CF-FE29-2AD2A9614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776BB8-B267-522A-5C36-DE1560610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62AE89-24DB-1AE7-4FED-40DA12D2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60DCA76-EC21-69B0-FF95-191DF038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F30C63-BB48-F0A2-D6BB-EDB56CC8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49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5892EE-5F22-3527-5CB0-129D830C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BB6E316-3E46-F05B-4247-FE3390E0C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97004A-86CE-561C-4540-D3AF3D200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0541C2-D7A7-443B-7AB5-6F1A20B2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C66BF0-7BB0-5177-2DD8-83705797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9888186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40563EA-44D4-B04F-8154-44FB90060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4613E1-855D-3BD7-6316-DCC1BD432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D8EC9B-290E-58C0-3E2E-D4F1541B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E10F13-19DE-A07F-7EE8-49ADE365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E7E430-6B87-F09A-2366-425581C05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848274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DA3A3B-8967-200F-5014-4820F716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C93D8-E90F-C217-3AFA-5B763771A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6" name="Espace réservé du tableau 5">
            <a:extLst>
              <a:ext uri="{FF2B5EF4-FFF2-40B4-BE49-F238E27FC236}">
                <a16:creationId xmlns:a16="http://schemas.microsoft.com/office/drawing/2014/main" id="{69577412-25B9-E704-5C79-0EA581C41103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28600" y="933450"/>
            <a:ext cx="8686800" cy="3467100"/>
          </a:xfr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CA"/>
          </a:p>
        </p:txBody>
      </p:sp>
      <p:pic>
        <p:nvPicPr>
          <p:cNvPr id="7" name="Google Shape;407;p71">
            <a:extLst>
              <a:ext uri="{FF2B5EF4-FFF2-40B4-BE49-F238E27FC236}">
                <a16:creationId xmlns:a16="http://schemas.microsoft.com/office/drawing/2014/main" id="{A818D7EB-32F2-EEE0-C096-C806B28CD47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513"/>
            <a:ext cx="346900" cy="13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8694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3F6C2F1-A13E-D303-1C26-2EF817E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84623"/>
            <a:ext cx="3048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5FFEF5-E129-4B58-BC20-992FAFAB5E8C}" type="slidenum">
              <a:rPr lang="en-CA" noProof="0" smtClean="0"/>
              <a:pPr/>
              <a:t>‹#›</a:t>
            </a:fld>
            <a:endParaRPr lang="en-CA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A93270-4D96-568F-28A0-E74ED2C6C3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2" y="326803"/>
            <a:ext cx="4828032" cy="1699358"/>
          </a:xfrm>
        </p:spPr>
        <p:txBody>
          <a:bodyPr/>
          <a:lstStyle>
            <a:lvl1pPr marL="0" indent="0">
              <a:buNone/>
              <a:defRPr sz="45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CA" noProof="0" err="1"/>
              <a:t>Modifiez</a:t>
            </a:r>
            <a:r>
              <a:rPr lang="en-CA" noProof="0"/>
              <a:t> le style du titre</a:t>
            </a:r>
          </a:p>
        </p:txBody>
      </p:sp>
      <p:pic>
        <p:nvPicPr>
          <p:cNvPr id="2" name="Google Shape;424;p73">
            <a:extLst>
              <a:ext uri="{FF2B5EF4-FFF2-40B4-BE49-F238E27FC236}">
                <a16:creationId xmlns:a16="http://schemas.microsoft.com/office/drawing/2014/main" id="{5B747EB7-678F-540B-F07E-F9C1D4970BB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1575" y="4739491"/>
            <a:ext cx="346900" cy="1332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B9E4FF5-9BB6-B92A-629B-453B767CCBA4}"/>
              </a:ext>
            </a:extLst>
          </p:cNvPr>
          <p:cNvCxnSpPr>
            <a:cxnSpLocks/>
          </p:cNvCxnSpPr>
          <p:nvPr userDrawn="1"/>
        </p:nvCxnSpPr>
        <p:spPr>
          <a:xfrm>
            <a:off x="246888" y="2194560"/>
            <a:ext cx="86502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221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6CC044-E943-225F-91E1-8E9ACB46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7650"/>
            <a:ext cx="8686800" cy="514350"/>
          </a:xfrm>
          <a:prstGeom prst="rect">
            <a:avLst/>
          </a:prstGeom>
        </p:spPr>
        <p:txBody>
          <a:bodyPr vert="horz" lIns="0" tIns="0" rIns="9144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1C293A-FB31-C728-C5A6-76D6C52D3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33450"/>
            <a:ext cx="8686800" cy="3699273"/>
          </a:xfrm>
          <a:prstGeom prst="rect">
            <a:avLst/>
          </a:prstGeom>
        </p:spPr>
        <p:txBody>
          <a:bodyPr vert="horz" lIns="0" tIns="0" rIns="91440" bIns="0" rtlCol="0" anchor="t" anchorCtr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B88A91-A582-5526-826A-071FE2737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4784623"/>
            <a:ext cx="304800" cy="2738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lnSpc>
                <a:spcPct val="85000"/>
              </a:lnSpc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fld id="{1A5FFEF5-E129-4B58-BC20-992FAFAB5E8C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645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83" r:id="rId4"/>
    <p:sldLayoutId id="2147483662" r:id="rId5"/>
    <p:sldLayoutId id="2147483684" r:id="rId6"/>
    <p:sldLayoutId id="2147483664" r:id="rId7"/>
    <p:sldLayoutId id="2147483665" r:id="rId8"/>
    <p:sldLayoutId id="2147483667" r:id="rId9"/>
    <p:sldLayoutId id="2147483668" r:id="rId10"/>
    <p:sldLayoutId id="2147483669" r:id="rId11"/>
    <p:sldLayoutId id="2147483715" r:id="rId12"/>
    <p:sldLayoutId id="2147483671" r:id="rId13"/>
    <p:sldLayoutId id="2147483672" r:id="rId14"/>
    <p:sldLayoutId id="2147483651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5" r:id="rId25"/>
    <p:sldLayoutId id="2147483686" r:id="rId26"/>
    <p:sldLayoutId id="2147483687" r:id="rId27"/>
    <p:sldLayoutId id="2147483688" r:id="rId28"/>
    <p:sldLayoutId id="2147483723" r:id="rId29"/>
    <p:sldLayoutId id="2147483729" r:id="rId30"/>
    <p:sldLayoutId id="2147483697" r:id="rId31"/>
    <p:sldLayoutId id="2147483666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8" r:id="rId39"/>
    <p:sldLayoutId id="2147483699" r:id="rId40"/>
    <p:sldLayoutId id="2147483700" r:id="rId41"/>
    <p:sldLayoutId id="2147483701" r:id="rId42"/>
    <p:sldLayoutId id="2147483725" r:id="rId43"/>
    <p:sldLayoutId id="2147483702" r:id="rId44"/>
    <p:sldLayoutId id="2147483703" r:id="rId45"/>
    <p:sldLayoutId id="2147483704" r:id="rId46"/>
    <p:sldLayoutId id="2147483713" r:id="rId47"/>
    <p:sldLayoutId id="2147483726" r:id="rId48"/>
    <p:sldLayoutId id="2147483714" r:id="rId49"/>
    <p:sldLayoutId id="2147483705" r:id="rId50"/>
    <p:sldLayoutId id="2147483706" r:id="rId51"/>
    <p:sldLayoutId id="2147483707" r:id="rId52"/>
    <p:sldLayoutId id="2147483709" r:id="rId53"/>
    <p:sldLayoutId id="2147483710" r:id="rId54"/>
    <p:sldLayoutId id="2147483711" r:id="rId55"/>
    <p:sldLayoutId id="2147483712" r:id="rId56"/>
    <p:sldLayoutId id="2147483717" r:id="rId57"/>
    <p:sldLayoutId id="2147483718" r:id="rId58"/>
    <p:sldLayoutId id="2147483719" r:id="rId59"/>
    <p:sldLayoutId id="2147483721" r:id="rId60"/>
    <p:sldLayoutId id="2147483722" r:id="rId61"/>
    <p:sldLayoutId id="2147483654" r:id="rId62"/>
    <p:sldLayoutId id="2147483655" r:id="rId63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600" i="0" kern="1200">
          <a:solidFill>
            <a:schemeClr val="tx1"/>
          </a:solidFill>
          <a:latin typeface="DM Sans Light" pitchFamily="2" charset="0"/>
          <a:ea typeface="+mj-ea"/>
          <a:cs typeface="+mj-cs"/>
        </a:defRPr>
      </a:lvl1pPr>
    </p:titleStyle>
    <p:bodyStyle>
      <a:lvl1pPr marL="288925" indent="-288925" algn="l" defTabSz="685800" rtl="0" eaLnBrk="1" latinLnBrk="0" hangingPunct="1">
        <a:lnSpc>
          <a:spcPct val="85000"/>
        </a:lnSpc>
        <a:spcBef>
          <a:spcPts val="0"/>
        </a:spcBef>
        <a:buClr>
          <a:schemeClr val="tx1"/>
        </a:buClr>
        <a:buFont typeface="DM Sans Light" pitchFamily="2" charset="0"/>
        <a:buChar char="→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2575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257300" indent="-228600" algn="l" defTabSz="685800" rtl="0" eaLnBrk="1" latinLnBrk="0" hangingPunct="1">
        <a:lnSpc>
          <a:spcPct val="85000"/>
        </a:lnSpc>
        <a:spcBef>
          <a:spcPts val="375"/>
        </a:spcBef>
        <a:buClr>
          <a:schemeClr val="tx1"/>
        </a:buClr>
        <a:buFont typeface="DM Sans Light" pitchFamily="2" charset="0"/>
        <a:buChar char="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pos="144" userDrawn="1">
          <p15:clr>
            <a:srgbClr val="F26B43"/>
          </p15:clr>
        </p15:guide>
        <p15:guide id="5" pos="5616" userDrawn="1">
          <p15:clr>
            <a:srgbClr val="F26B43"/>
          </p15:clr>
        </p15:guide>
        <p15:guide id="6" orient="horz" pos="588" userDrawn="1">
          <p15:clr>
            <a:srgbClr val="F26B43"/>
          </p15:clr>
        </p15:guide>
        <p15:guide id="7" orient="horz" pos="1620" userDrawn="1">
          <p15:clr>
            <a:srgbClr val="F26B43"/>
          </p15:clr>
        </p15:guide>
        <p15:guide id="8" orient="horz" pos="31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FECA56-CAEE-3FEB-2CED-52F762C0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747442-0367-CA8E-24F6-3940527C7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6711B7-F37D-960A-A4EF-BBCAF060A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92CE9-0644-4973-9BC4-6FCA2BB154F2}" type="datetimeFigureOut">
              <a:rPr lang="fr-CA" smtClean="0"/>
              <a:t>2026-01-20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973173-17A3-FCC2-A9C9-B60EE4A30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F56462-5E7E-20D6-B52E-059D1663A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27D4D-EC96-43D8-A16D-EF372EDB13A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6969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jpeg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slideLayout" Target="../slideLayouts/slideLayout65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64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tags" Target="../tags/tag23.xml"/><Relationship Id="rId7" Type="http://schemas.openxmlformats.org/officeDocument/2006/relationships/slideLayout" Target="../slideLayouts/slideLayout64.xml"/><Relationship Id="rId12" Type="http://schemas.microsoft.com/office/2007/relationships/diagramDrawing" Target="../diagrams/drawing1.xml"/><Relationship Id="rId2" Type="http://schemas.openxmlformats.org/officeDocument/2006/relationships/tags" Target="../tags/tag22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26.xml"/><Relationship Id="rId11" Type="http://schemas.openxmlformats.org/officeDocument/2006/relationships/diagramColors" Target="../diagrams/colors1.xml"/><Relationship Id="rId5" Type="http://schemas.openxmlformats.org/officeDocument/2006/relationships/tags" Target="../tags/tag25.xml"/><Relationship Id="rId10" Type="http://schemas.openxmlformats.org/officeDocument/2006/relationships/diagramQuickStyle" Target="../diagrams/quickStyle1.xml"/><Relationship Id="rId4" Type="http://schemas.openxmlformats.org/officeDocument/2006/relationships/tags" Target="../tags/tag24.xml"/><Relationship Id="rId9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hemeOverride" Target="../theme/themeOverr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hemeOverride" Target="../theme/themeOverride3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9.xml"/><Relationship Id="rId4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tags" Target="../tags/tag44.xml"/><Relationship Id="rId7" Type="http://schemas.openxmlformats.org/officeDocument/2006/relationships/diagramLayout" Target="../diagrams/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diagramData" Target="../diagrams/data2.xml"/><Relationship Id="rId5" Type="http://schemas.openxmlformats.org/officeDocument/2006/relationships/slideLayout" Target="../slideLayouts/slideLayout7.xml"/><Relationship Id="rId10" Type="http://schemas.microsoft.com/office/2007/relationships/diagramDrawing" Target="../diagrams/drawing2.xml"/><Relationship Id="rId4" Type="http://schemas.openxmlformats.org/officeDocument/2006/relationships/tags" Target="../tags/tag45.xml"/><Relationship Id="rId9" Type="http://schemas.openxmlformats.org/officeDocument/2006/relationships/diagramColors" Target="../diagrams/colors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hemeOverride" Target="../theme/themeOverride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tags" Target="../tags/tag62.xml"/><Relationship Id="rId7" Type="http://schemas.openxmlformats.org/officeDocument/2006/relationships/diagramLayout" Target="../diagrams/layout3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diagramData" Target="../diagrams/data3.xml"/><Relationship Id="rId5" Type="http://schemas.openxmlformats.org/officeDocument/2006/relationships/notesSlide" Target="../notesSlides/notesSlide6.xml"/><Relationship Id="rId10" Type="http://schemas.microsoft.com/office/2007/relationships/diagramDrawing" Target="../diagrams/drawing3.xml"/><Relationship Id="rId4" Type="http://schemas.openxmlformats.org/officeDocument/2006/relationships/slideLayout" Target="../slideLayouts/slideLayout7.xml"/><Relationship Id="rId9" Type="http://schemas.openxmlformats.org/officeDocument/2006/relationships/diagramColors" Target="../diagrams/colors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diagramColors" Target="../diagrams/colors4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diagramQuickStyle" Target="../diagrams/quickStyle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diagramLayout" Target="../diagrams/layout4.xml"/><Relationship Id="rId5" Type="http://schemas.openxmlformats.org/officeDocument/2006/relationships/tags" Target="../tags/tag67.xml"/><Relationship Id="rId10" Type="http://schemas.openxmlformats.org/officeDocument/2006/relationships/diagramData" Target="../diagrams/data4.xml"/><Relationship Id="rId4" Type="http://schemas.openxmlformats.org/officeDocument/2006/relationships/tags" Target="../tags/tag66.xml"/><Relationship Id="rId9" Type="http://schemas.openxmlformats.org/officeDocument/2006/relationships/notesSlide" Target="../notesSlides/notesSlide7.xml"/><Relationship Id="rId14" Type="http://schemas.microsoft.com/office/2007/relationships/diagramDrawing" Target="../diagrams/drawing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23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tags" Target="../tags/tag78.xml"/><Relationship Id="rId7" Type="http://schemas.openxmlformats.org/officeDocument/2006/relationships/diagramLayout" Target="../diagrams/layout5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diagramData" Target="../diagrams/data5.xml"/><Relationship Id="rId5" Type="http://schemas.openxmlformats.org/officeDocument/2006/relationships/notesSlide" Target="../notesSlides/notesSlide9.xml"/><Relationship Id="rId10" Type="http://schemas.microsoft.com/office/2007/relationships/diagramDrawing" Target="../diagrams/drawing5.xml"/><Relationship Id="rId4" Type="http://schemas.openxmlformats.org/officeDocument/2006/relationships/slideLayout" Target="../slideLayouts/slideLayout7.xml"/><Relationship Id="rId9" Type="http://schemas.openxmlformats.org/officeDocument/2006/relationships/diagramColors" Target="../diagrams/colors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88F16-231A-F369-DE5D-402825BC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pour une image  8" descr="Une image contenant plein air, ciel, Véhicule terrestre, personne&#10;&#10;Le contenu généré par l’IA peut être incorrect.">
            <a:extLst>
              <a:ext uri="{FF2B5EF4-FFF2-40B4-BE49-F238E27FC236}">
                <a16:creationId xmlns:a16="http://schemas.microsoft.com/office/drawing/2014/main" id="{B70F02FA-9AE4-59A2-EBD7-CEFA7F6EBB81}"/>
              </a:ext>
            </a:extLst>
          </p:cNvPr>
          <p:cNvPicPr>
            <a:picLocks noGrp="1" noChangeAspect="1"/>
          </p:cNvPicPr>
          <p:nvPr>
            <p:ph type="pic" sz="quarter" idx="11"/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88" r="23088"/>
          <a:stretch/>
        </p:blipFill>
        <p:spPr>
          <a:xfrm flipH="1">
            <a:off x="5083175" y="198438"/>
            <a:ext cx="3832225" cy="4746625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A04559A7-DE13-3D0C-1F0C-DA151BAD386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28600" y="247650"/>
            <a:ext cx="4343400" cy="2384822"/>
          </a:xfrm>
        </p:spPr>
        <p:txBody>
          <a:bodyPr/>
          <a:lstStyle/>
          <a:p>
            <a:r>
              <a:rPr lang="fr-CA" noProof="0"/>
              <a:t>Standard QA</a:t>
            </a:r>
            <a:br>
              <a:rPr lang="fr-CA" noProof="0"/>
            </a:br>
            <a:r>
              <a:rPr lang="fr-CA" sz="3200" noProof="0"/>
              <a:t>Affaires, SYSTÈME et TI</a:t>
            </a:r>
            <a:endParaRPr lang="fr-CA" noProof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4F53174-0DE2-1690-CDCB-8D7BA0A338E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28600" y="3333750"/>
            <a:ext cx="4343400" cy="948690"/>
          </a:xfrm>
        </p:spPr>
        <p:txBody>
          <a:bodyPr/>
          <a:lstStyle/>
          <a:p>
            <a:r>
              <a:rPr lang="fr-CA" noProof="0"/>
              <a:t>Concepts de base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14E718A-6610-B24C-B2C7-91EF9BAD529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4"/>
            </p:custDataLst>
          </p:nvPr>
        </p:nvSpPr>
        <p:spPr>
          <a:xfrm>
            <a:off x="2828925" y="4850130"/>
            <a:ext cx="1743075" cy="293370"/>
          </a:xfrm>
        </p:spPr>
        <p:txBody>
          <a:bodyPr/>
          <a:lstStyle/>
          <a:p>
            <a:r>
              <a:rPr lang="fr-CA" noProof="0"/>
              <a:t>13 novembre 2025</a:t>
            </a:r>
          </a:p>
        </p:txBody>
      </p:sp>
    </p:spTree>
    <p:extLst>
      <p:ext uri="{BB962C8B-B14F-4D97-AF65-F5344CB8AC3E}">
        <p14:creationId xmlns:p14="http://schemas.microsoft.com/office/powerpoint/2010/main" val="189266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2BB9-E2A1-ABF3-C942-92855FCA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871F8-9C27-1025-29B1-158082D0FA2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/>
          <a:lstStyle/>
          <a:p>
            <a:r>
              <a:rPr lang="fr-CA" noProof="0"/>
              <a:t>Agenda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AB4513-ED0F-B90F-C44C-EBFBC5ABDD3E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28600" y="933450"/>
            <a:ext cx="8686800" cy="3699273"/>
          </a:xfrm>
        </p:spPr>
        <p:txBody>
          <a:bodyPr/>
          <a:lstStyle/>
          <a:p>
            <a:r>
              <a:rPr lang="fr-CA" noProof="0"/>
              <a:t>01 	Objectifs des ateliers</a:t>
            </a:r>
          </a:p>
          <a:p>
            <a:r>
              <a:rPr lang="fr-CA" noProof="0"/>
              <a:t>02 	Release management</a:t>
            </a:r>
          </a:p>
          <a:p>
            <a:r>
              <a:rPr lang="fr-CA" noProof="0"/>
              <a:t>03 	Responsabilité et workflow</a:t>
            </a:r>
          </a:p>
          <a:p>
            <a:r>
              <a:rPr lang="fr-CA" noProof="0"/>
              <a:t>04	Niveaux de test</a:t>
            </a:r>
          </a:p>
          <a:p>
            <a:r>
              <a:rPr lang="fr-CA" noProof="0"/>
              <a:t>05 	Les plans de test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27DFE7-D050-3311-031F-6E818468834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CFF269-2187-469B-861B-426AF96A1473}" type="slidenum">
              <a:rPr kumimoji="0" lang="fr-CA" sz="800" b="0" i="0" u="none" strike="noStrike" kern="1200" cap="none" spc="0" normalizeH="0" baseline="0" noProof="0" smtClean="0">
                <a:ln>
                  <a:noFill/>
                </a:ln>
                <a:solidFill>
                  <a:srgbClr val="064DD9"/>
                </a:solidFill>
                <a:effectLst/>
                <a:uLnTx/>
                <a:uFillTx/>
                <a:latin typeface="DM Sans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CA" sz="800" b="0" i="0" u="none" strike="noStrike" kern="1200" cap="none" spc="0" normalizeH="0" baseline="0" noProof="0">
              <a:ln>
                <a:noFill/>
              </a:ln>
              <a:solidFill>
                <a:srgbClr val="064DD9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4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 useBgFill="1">
        <p:nvSpPr>
          <p:cNvPr id="15" name="Freeform: Shape 18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2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20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A47536-93C5-6A04-5282-5DC24BDE9C1E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fr-CA" sz="3000" noProof="0">
                <a:solidFill>
                  <a:srgbClr val="064DD9"/>
                </a:solidFill>
                <a:latin typeface="DM Sans Light" pitchFamily="2" charset="0"/>
              </a:rPr>
              <a:t>Objectifs des ateliers QA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5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BCAFB7-A960-1C98-9320-7EBA399D9E3F}"/>
              </a:ext>
            </a:extLst>
          </p:cNvPr>
          <p:cNvSpPr>
            <a:spLocks noGrp="1"/>
          </p:cNvSpPr>
          <p:nvPr>
            <p:ph idx="1"/>
            <p:custDataLst>
              <p:tags r:id="rId6"/>
            </p:custDataLst>
          </p:nvPr>
        </p:nvSpPr>
        <p:spPr>
          <a:xfrm>
            <a:off x="4075611" y="699516"/>
            <a:ext cx="4437453" cy="37444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Ces ateliers visent à :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H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armoniser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les pratiques QA, 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C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larifier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les rôles et responsabilités, 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S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tructurer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les processus de test et </a:t>
            </a:r>
          </a:p>
          <a:p>
            <a:pPr marL="271463" indent="-271463">
              <a:buFont typeface="Wingdings" panose="05000000000000000000" pitchFamily="2" charset="2"/>
              <a:buChar char="q"/>
            </a:pPr>
            <a:r>
              <a:rPr lang="fr-CA" sz="1500">
                <a:solidFill>
                  <a:srgbClr val="064DD9"/>
                </a:solidFill>
                <a:latin typeface="DM Sans" pitchFamily="2" charset="0"/>
              </a:rPr>
              <a:t>A</a:t>
            </a:r>
            <a:r>
              <a:rPr lang="fr-CA" sz="1500" noProof="0" err="1">
                <a:solidFill>
                  <a:srgbClr val="064DD9"/>
                </a:solidFill>
                <a:latin typeface="DM Sans" pitchFamily="2" charset="0"/>
              </a:rPr>
              <a:t>ssurer</a:t>
            </a: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 une meilleure coordination entre les différentes parties prenantes afin de garantir la qualité des livraisons.</a:t>
            </a:r>
          </a:p>
        </p:txBody>
      </p:sp>
    </p:spTree>
    <p:extLst>
      <p:ext uri="{BB962C8B-B14F-4D97-AF65-F5344CB8AC3E}">
        <p14:creationId xmlns:p14="http://schemas.microsoft.com/office/powerpoint/2010/main" val="197853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E9E084F-E976-E962-1A76-810E3064D6B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noProof="0" smtClean="0"/>
              <a:pPr/>
              <a:t>4</a:t>
            </a:fld>
            <a:endParaRPr lang="fr-CA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B52F5F-6F66-F298-827D-2E8FD8FC3EBF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56032" y="326803"/>
            <a:ext cx="8354568" cy="1493288"/>
          </a:xfrm>
        </p:spPr>
        <p:txBody>
          <a:bodyPr/>
          <a:lstStyle/>
          <a:p>
            <a:r>
              <a:rPr lang="fr-CA" sz="4800" noProof="0"/>
              <a:t>Le contexte du Release Management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64F8C3-FDA3-76C1-2FC1-32F61282A80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792132" y="4758385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/>
              <a:t>@Jonathan Roberge</a:t>
            </a:r>
          </a:p>
        </p:txBody>
      </p:sp>
    </p:spTree>
    <p:extLst>
      <p:ext uri="{BB962C8B-B14F-4D97-AF65-F5344CB8AC3E}">
        <p14:creationId xmlns:p14="http://schemas.microsoft.com/office/powerpoint/2010/main" val="54190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1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D4E18B4-F8BF-4A33-3A13-0F49EE6AAF0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54346" y="478566"/>
            <a:ext cx="3614166" cy="11076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fr-CA" sz="3500" kern="1200" noProof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Release management</a:t>
            </a:r>
          </a:p>
        </p:txBody>
      </p:sp>
      <p:sp>
        <p:nvSpPr>
          <p:cNvPr id="55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custDataLst>
              <p:tags r:id="rId3"/>
            </p:custDataLst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346" y="1779651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988AEC5-6005-C215-E2D0-A2C74333038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054346" y="1998664"/>
            <a:ext cx="3614166" cy="2663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Le </a:t>
            </a:r>
            <a:r>
              <a:rPr lang="fr-CA" sz="1200" b="1" noProof="0">
                <a:solidFill>
                  <a:srgbClr val="064DD9"/>
                </a:solidFill>
                <a:latin typeface="DM Sans" pitchFamily="2" charset="0"/>
              </a:rPr>
              <a:t>Release Manager</a:t>
            </a: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 est comme un chef d’orchestre qui s’assure que toutes les parties d’une livraison s’assemblent correctement et sont livrées aux utilisateurs sans problème.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Grâce à son </a:t>
            </a:r>
            <a:r>
              <a:rPr lang="fr-CA" sz="1200" b="1" noProof="0">
                <a:solidFill>
                  <a:srgbClr val="064DD9"/>
                </a:solidFill>
                <a:latin typeface="DM Sans" pitchFamily="2" charset="0"/>
              </a:rPr>
              <a:t>rôle de coordination</a:t>
            </a: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, il rationalise et optimise l’utilisation des paliers afin </a:t>
            </a:r>
            <a:r>
              <a:rPr lang="fr-CA" sz="1200" b="1" noProof="0">
                <a:solidFill>
                  <a:srgbClr val="064DD9"/>
                </a:solidFill>
                <a:latin typeface="DM Sans" pitchFamily="2" charset="0"/>
              </a:rPr>
              <a:t>d’éviter toute contention </a:t>
            </a: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entre les projets.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Il veille à la </a:t>
            </a:r>
            <a:r>
              <a:rPr lang="fr-CA" sz="1200" b="1" noProof="0">
                <a:solidFill>
                  <a:srgbClr val="064DD9"/>
                </a:solidFill>
                <a:latin typeface="DM Sans" pitchFamily="2" charset="0"/>
              </a:rPr>
              <a:t>bonne application des processus </a:t>
            </a: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d’essais et de livraison, tout en accompagnant les projets pour en garantir la </a:t>
            </a:r>
            <a:r>
              <a:rPr lang="fr-CA" sz="1200" b="1" noProof="0">
                <a:solidFill>
                  <a:srgbClr val="064DD9"/>
                </a:solidFill>
                <a:latin typeface="DM Sans" pitchFamily="2" charset="0"/>
              </a:rPr>
              <a:t>conformité</a:t>
            </a: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200" noProof="0">
                <a:solidFill>
                  <a:srgbClr val="064DD9"/>
                </a:solidFill>
                <a:latin typeface="DM Sans" pitchFamily="2" charset="0"/>
              </a:rPr>
              <a:t>Prendre note, qu’il ne remplace pas les chargés de projet qui font le suivi en premier niveau avec leur équipe.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1538609A-B277-17EC-5DF9-7BD8DE3FB2D2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969389826"/>
              </p:ext>
            </p:extLst>
          </p:nvPr>
        </p:nvGraphicFramePr>
        <p:xfrm>
          <a:off x="653823" y="1944896"/>
          <a:ext cx="3732984" cy="125370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732984">
                  <a:extLst>
                    <a:ext uri="{9D8B030D-6E8A-4147-A177-3AD203B41FA5}">
                      <a16:colId xmlns:a16="http://schemas.microsoft.com/office/drawing/2014/main" val="2302512943"/>
                    </a:ext>
                  </a:extLst>
                </a:gridCol>
              </a:tblGrid>
              <a:tr h="1253708">
                <a:tc>
                  <a:txBody>
                    <a:bodyPr/>
                    <a:lstStyle/>
                    <a:p>
                      <a:r>
                        <a:rPr lang="fr-CA" sz="3200" noProof="0"/>
                        <a:t>Qu’est-ce qu’un release manager</a:t>
                      </a:r>
                    </a:p>
                  </a:txBody>
                  <a:tcPr marL="161653" marR="161653" marT="80826" marB="80826"/>
                </a:tc>
                <a:extLst>
                  <a:ext uri="{0D108BD9-81ED-4DB2-BD59-A6C34878D82A}">
                    <a16:rowId xmlns:a16="http://schemas.microsoft.com/office/drawing/2014/main" val="152029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38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BDD53-9B8A-05C3-02AD-62A230C8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ZoneTexte 34">
            <a:extLst>
              <a:ext uri="{FF2B5EF4-FFF2-40B4-BE49-F238E27FC236}">
                <a16:creationId xmlns:a16="http://schemas.microsoft.com/office/drawing/2014/main" id="{58E0E6E3-C4A9-5562-3E53-030C976655D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5740720"/>
              </p:ext>
            </p:extLst>
          </p:nvPr>
        </p:nvGraphicFramePr>
        <p:xfrm>
          <a:off x="3757556" y="277401"/>
          <a:ext cx="4509519" cy="2241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591C1C6A-2286-E43E-88ED-17B45960EA5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55175" y="891478"/>
            <a:ext cx="2356073" cy="3360545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fr-CA" sz="3000" noProof="0">
                <a:solidFill>
                  <a:schemeClr val="accent1"/>
                </a:solidFill>
                <a:latin typeface="Aptos Display" panose="02110004020202020204"/>
              </a:rPr>
              <a:t>Release management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F23C4D6-6DB0-6BD1-8839-22048314E32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757556" y="3002680"/>
            <a:ext cx="44345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2598" indent="-212598">
              <a:buFont typeface="Arial" panose="020B0604020202020204" pitchFamily="34" charset="0"/>
              <a:buChar char="•"/>
            </a:pP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Diminuer les erreurs lors de la mise en production</a:t>
            </a:r>
          </a:p>
          <a:p>
            <a:pPr marL="212598" indent="-212598">
              <a:buFont typeface="Arial" panose="020B0604020202020204" pitchFamily="34" charset="0"/>
              <a:buChar char="•"/>
            </a:pP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Optimiser les délais de livraison</a:t>
            </a:r>
          </a:p>
          <a:p>
            <a:pPr marL="212598" indent="-212598">
              <a:buFont typeface="Arial" panose="020B0604020202020204" pitchFamily="34" charset="0"/>
              <a:buChar char="•"/>
            </a:pP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Respecter les budgets</a:t>
            </a:r>
          </a:p>
          <a:p>
            <a:pPr marL="212598" indent="-212598">
              <a:buFont typeface="Arial" panose="020B0604020202020204" pitchFamily="34" charset="0"/>
              <a:buChar char="•"/>
            </a:pP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Minimiser les conflits entre différents projets</a:t>
            </a:r>
          </a:p>
          <a:p>
            <a:pPr marL="212598" indent="-212598">
              <a:buFont typeface="Arial" panose="020B0604020202020204" pitchFamily="34" charset="0"/>
              <a:buChar char="•"/>
            </a:pPr>
            <a:r>
              <a:rPr lang="fr-CA" sz="1500" noProof="0">
                <a:solidFill>
                  <a:srgbClr val="064DD9"/>
                </a:solidFill>
                <a:latin typeface="DM Sans" pitchFamily="2" charset="0"/>
              </a:rPr>
              <a:t>Régler les enjeux liés aux livraisons et faciliter le travail: audit et standardisation pour les nouveaux</a:t>
            </a:r>
          </a:p>
        </p:txBody>
      </p:sp>
      <p:graphicFrame>
        <p:nvGraphicFramePr>
          <p:cNvPr id="31" name="Tableau 30">
            <a:extLst>
              <a:ext uri="{FF2B5EF4-FFF2-40B4-BE49-F238E27FC236}">
                <a16:creationId xmlns:a16="http://schemas.microsoft.com/office/drawing/2014/main" id="{C02C694F-4D77-CBED-53EC-B2AA2AE99D56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835064851"/>
              </p:ext>
            </p:extLst>
          </p:nvPr>
        </p:nvGraphicFramePr>
        <p:xfrm>
          <a:off x="3910201" y="277401"/>
          <a:ext cx="4129278" cy="2781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29278">
                  <a:extLst>
                    <a:ext uri="{9D8B030D-6E8A-4147-A177-3AD203B41FA5}">
                      <a16:colId xmlns:a16="http://schemas.microsoft.com/office/drawing/2014/main" val="230251294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fr-CA" sz="1200" noProof="0"/>
                        <a:t>MANDAT commun de Philippe, Andréa, Isabelle, Josée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294383"/>
                  </a:ext>
                </a:extLst>
              </a:tr>
            </a:tbl>
          </a:graphicData>
        </a:graphic>
      </p:graphicFrame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36054C21-4F05-CD92-F76F-EED9D184C834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756338623"/>
              </p:ext>
            </p:extLst>
          </p:nvPr>
        </p:nvGraphicFramePr>
        <p:xfrm>
          <a:off x="3818953" y="2724550"/>
          <a:ext cx="4129278" cy="2781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29278">
                  <a:extLst>
                    <a:ext uri="{9D8B030D-6E8A-4147-A177-3AD203B41FA5}">
                      <a16:colId xmlns:a16="http://schemas.microsoft.com/office/drawing/2014/main" val="230251294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fr-CA" sz="1200" noProof="0"/>
                        <a:t>OBJECTIFS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29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626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E9E084F-E976-E962-1A76-810E3064D6B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noProof="0" smtClean="0"/>
              <a:pPr/>
              <a:t>7</a:t>
            </a:fld>
            <a:endParaRPr lang="fr-CA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B52F5F-6F66-F298-827D-2E8FD8FC3EBF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256031" y="326803"/>
            <a:ext cx="8565751" cy="1699358"/>
          </a:xfrm>
        </p:spPr>
        <p:txBody>
          <a:bodyPr/>
          <a:lstStyle/>
          <a:p>
            <a:r>
              <a:rPr lang="fr-CA" sz="4800" noProof="0"/>
              <a:t>Responsabilité et</a:t>
            </a:r>
          </a:p>
          <a:p>
            <a:r>
              <a:rPr lang="fr-CA" sz="4800" noProof="0"/>
              <a:t>Workflow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F60ED99-0E47-BCD6-4A96-11CB43B6FB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096932" y="4771504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/>
              <a:t>@Benoit Cosials</a:t>
            </a:r>
          </a:p>
        </p:txBody>
      </p:sp>
    </p:spTree>
    <p:extLst>
      <p:ext uri="{BB962C8B-B14F-4D97-AF65-F5344CB8AC3E}">
        <p14:creationId xmlns:p14="http://schemas.microsoft.com/office/powerpoint/2010/main" val="4216312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0EDB-40C0-F369-F55E-8E33851B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778B33-A098-8BA4-C7E1-6869BB88235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49"/>
            <a:ext cx="6629400" cy="644265"/>
          </a:xfrm>
        </p:spPr>
        <p:txBody>
          <a:bodyPr/>
          <a:lstStyle/>
          <a:p>
            <a:r>
              <a:rPr lang="fr-CA" sz="2400" b="1" noProof="0"/>
              <a:t>Workflow entre les équipes de livraison et les  équipes contributrices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1CE028-CDC1-713D-D8A2-64F41248FE7F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33251" y="1189578"/>
            <a:ext cx="8277498" cy="3000173"/>
          </a:xfrm>
        </p:spPr>
        <p:txBody>
          <a:bodyPr/>
          <a:lstStyle/>
          <a:p>
            <a:r>
              <a:rPr lang="fr-CA" sz="1500" noProof="0"/>
              <a:t>Le chargé de projet est responsable de la livraison et doit :</a:t>
            </a:r>
          </a:p>
          <a:p>
            <a:pPr lvl="1"/>
            <a:r>
              <a:rPr lang="fr-CA" sz="1500" noProof="0"/>
              <a:t>Gérer le </a:t>
            </a:r>
            <a:r>
              <a:rPr lang="fr-CA" sz="1500" b="1" i="1" noProof="0"/>
              <a:t>Change </a:t>
            </a:r>
            <a:r>
              <a:rPr lang="fr-CA" sz="1500" b="1" i="1" noProof="0" err="1"/>
              <a:t>Request</a:t>
            </a:r>
            <a:r>
              <a:rPr lang="fr-CA" sz="1500" b="1" i="1" noProof="0"/>
              <a:t> </a:t>
            </a:r>
            <a:r>
              <a:rPr lang="fr-CA" sz="1500" noProof="0"/>
              <a:t>dans ServiceNow</a:t>
            </a:r>
          </a:p>
          <a:p>
            <a:pPr lvl="1"/>
            <a:r>
              <a:rPr lang="fr-CA" sz="1500" noProof="0"/>
              <a:t>Superviser et valider le </a:t>
            </a:r>
            <a:r>
              <a:rPr lang="fr-CA" sz="1500" b="1" i="1" noProof="0"/>
              <a:t>plan de test</a:t>
            </a:r>
            <a:r>
              <a:rPr lang="fr-CA" sz="1500" i="1" noProof="0"/>
              <a:t> </a:t>
            </a:r>
            <a:r>
              <a:rPr lang="fr-CA" sz="1500" noProof="0"/>
              <a:t>dans DevOps</a:t>
            </a:r>
          </a:p>
          <a:p>
            <a:r>
              <a:rPr lang="fr-CA" sz="1500" noProof="0"/>
              <a:t>Pour assurer une coordination efficace, l’équipe de livraison : </a:t>
            </a:r>
          </a:p>
          <a:p>
            <a:pPr lvl="1"/>
            <a:r>
              <a:rPr lang="fr-CA" sz="1500" noProof="0"/>
              <a:t>Coordonne les activités des équipes contributrices </a:t>
            </a:r>
            <a:r>
              <a:rPr lang="fr-CA" sz="1500" b="1" i="1" noProof="0"/>
              <a:t>et les plans de mise en production (MEP)</a:t>
            </a:r>
          </a:p>
          <a:p>
            <a:pPr lvl="1"/>
            <a:r>
              <a:rPr lang="fr-CA" sz="1500" noProof="0"/>
              <a:t>Fournit </a:t>
            </a:r>
            <a:r>
              <a:rPr lang="fr-CA" sz="1500" b="1" i="1" noProof="0"/>
              <a:t>un plan de test </a:t>
            </a:r>
            <a:r>
              <a:rPr lang="fr-CA" sz="1500" noProof="0"/>
              <a:t>commun où les équipes contributrices devront inscrire leurs tests</a:t>
            </a:r>
          </a:p>
          <a:p>
            <a:endParaRPr lang="fr-CA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FA4B08-E65C-3028-3C76-53280B12D2F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92CFF269-2187-469B-861B-426AF96A1473}" type="slidenum">
              <a:rPr lang="fr-CA" noProof="0" smtClean="0"/>
              <a:pPr/>
              <a:t>8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92521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AC3D3BB-7C21-F9FA-5821-A86B8A22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F9055-59C0-631C-D0A5-3089207DD70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37309" y="99604"/>
            <a:ext cx="6629400" cy="514350"/>
          </a:xfrm>
        </p:spPr>
        <p:txBody>
          <a:bodyPr/>
          <a:lstStyle/>
          <a:p>
            <a:r>
              <a:rPr lang="fr-CA" sz="2400" noProof="0">
                <a:ea typeface="+mj-lt"/>
                <a:cs typeface="+mj-lt"/>
              </a:rPr>
              <a:t>Responsabilité</a:t>
            </a:r>
            <a:r>
              <a:rPr lang="fr-CA" sz="2400" noProof="0"/>
              <a:t> dans l’équipe</a:t>
            </a:r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F3AA44F5-5393-0046-1769-CCE4D5CCDC53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705597619"/>
              </p:ext>
            </p:extLst>
          </p:nvPr>
        </p:nvGraphicFramePr>
        <p:xfrm>
          <a:off x="344215" y="665777"/>
          <a:ext cx="8266385" cy="386660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101408">
                  <a:extLst>
                    <a:ext uri="{9D8B030D-6E8A-4147-A177-3AD203B41FA5}">
                      <a16:colId xmlns:a16="http://schemas.microsoft.com/office/drawing/2014/main" val="2846254195"/>
                    </a:ext>
                  </a:extLst>
                </a:gridCol>
                <a:gridCol w="3743127">
                  <a:extLst>
                    <a:ext uri="{9D8B030D-6E8A-4147-A177-3AD203B41FA5}">
                      <a16:colId xmlns:a16="http://schemas.microsoft.com/office/drawing/2014/main" val="1874769443"/>
                    </a:ext>
                  </a:extLst>
                </a:gridCol>
                <a:gridCol w="3421850">
                  <a:extLst>
                    <a:ext uri="{9D8B030D-6E8A-4147-A177-3AD203B41FA5}">
                      <a16:colId xmlns:a16="http://schemas.microsoft.com/office/drawing/2014/main" val="667258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CA" sz="1000" b="1" kern="1200" noProof="0">
                          <a:solidFill>
                            <a:schemeClr val="lt1"/>
                          </a:solidFill>
                          <a:effectLst/>
                        </a:rPr>
                        <a:t>Responsable</a:t>
                      </a:r>
                      <a:endParaRPr lang="fr-CA" sz="1000" noProof="0"/>
                    </a:p>
                  </a:txBody>
                  <a:tcPr marL="137160" marR="137160" marT="137160" marB="137160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sz="1000" b="1" kern="1200" noProof="0">
                          <a:solidFill>
                            <a:schemeClr val="lt1"/>
                          </a:solidFill>
                          <a:effectLst/>
                        </a:rPr>
                        <a:t>Activités</a:t>
                      </a:r>
                      <a:endParaRPr lang="fr-CA" sz="1000" noProof="0"/>
                    </a:p>
                  </a:txBody>
                  <a:tcPr marL="137160" marR="137160" marT="137160" marB="137160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sz="1000" b="1" kern="1200" noProof="0">
                          <a:solidFill>
                            <a:schemeClr val="lt1"/>
                          </a:solidFill>
                          <a:effectLst/>
                        </a:rPr>
                        <a:t>Livrables</a:t>
                      </a:r>
                      <a:endParaRPr lang="fr-CA" sz="1000" noProof="0"/>
                    </a:p>
                  </a:txBody>
                  <a:tcPr marL="137160" marR="137160" marT="137160" marB="137160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90045"/>
                  </a:ext>
                </a:extLst>
              </a:tr>
              <a:tr h="8795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DEV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noProof="0"/>
                        <a:t>Contrôler la qualité du code livré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noProof="0">
                          <a:effectLst/>
                        </a:rPr>
                        <a:t>Contribuer à la Release Note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b="0" noProof="0">
                          <a:effectLst/>
                        </a:rPr>
                        <a:t>Exécuter les tests de composant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noProof="0">
                          <a:effectLst/>
                        </a:rPr>
                        <a:t>Résultats des tests unitaires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noProof="0">
                          <a:effectLst/>
                        </a:rPr>
                        <a:t>Documentation technique à jour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03046"/>
                  </a:ext>
                </a:extLst>
              </a:tr>
              <a:tr h="515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ANALYSTE​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CA" sz="1100" noProof="0">
                          <a:effectLst/>
                        </a:rPr>
                        <a:t>Produit les spécifications fonctionnelles et non-fonctionnelles des développements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CA" sz="1100" noProof="0">
                          <a:effectLst/>
                        </a:rPr>
                        <a:t>Contribuer à la Release Note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noProof="0">
                          <a:effectLst/>
                        </a:rPr>
                        <a:t>Mettre à jour la documentation pour les utilisateurs et le support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- Documentation des spécifications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231650"/>
                  </a:ext>
                </a:extLst>
              </a:tr>
              <a:tr h="8145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QA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noProof="0">
                          <a:effectLst/>
                        </a:rPr>
                        <a:t>Appliquent le standard QA du secteur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b="0" noProof="0"/>
                        <a:t>Exécuter les tests Systèmes et intégration de systèmes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b="0" noProof="0"/>
                        <a:t>Gérer les tests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b="0" noProof="0"/>
                        <a:t>Gérer les bogues (Créer, Tester et Fermer)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b="0" noProof="0"/>
                        <a:t>Rapport sur la qualité</a:t>
                      </a:r>
                      <a:endParaRPr lang="fr-CA" sz="1100" b="0" noProof="0">
                        <a:effectLst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endParaRPr lang="fr-CA" sz="1100" b="0" noProof="0">
                        <a:effectLst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Stratégie de test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Plan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kern="1200" noProof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 le tableau de bord des bugs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194309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1D5194-10C9-F557-FE1A-C279DAF7ECB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92CFF269-2187-469B-861B-426AF96A1473}" type="slidenum">
              <a:rPr lang="fr-CA" noProof="0" smtClean="0"/>
              <a:t>9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079030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815B-2231-A618-3176-73B61681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D2FCBA-ECA8-4238-EF70-D94F5A94E36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37309" y="99604"/>
            <a:ext cx="6629400" cy="514350"/>
          </a:xfrm>
        </p:spPr>
        <p:txBody>
          <a:bodyPr/>
          <a:lstStyle/>
          <a:p>
            <a:r>
              <a:rPr lang="fr-CA" sz="2400" noProof="0">
                <a:ea typeface="+mj-lt"/>
                <a:cs typeface="+mj-lt"/>
              </a:rPr>
              <a:t>Responsabilité</a:t>
            </a:r>
            <a:r>
              <a:rPr lang="fr-CA" sz="2400" noProof="0"/>
              <a:t> dans l’équipe</a:t>
            </a:r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F767F9DF-E206-0FBA-BB2B-2FEF339BB399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72327881"/>
              </p:ext>
            </p:extLst>
          </p:nvPr>
        </p:nvGraphicFramePr>
        <p:xfrm>
          <a:off x="344215" y="736017"/>
          <a:ext cx="8266385" cy="3740332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265169">
                  <a:extLst>
                    <a:ext uri="{9D8B030D-6E8A-4147-A177-3AD203B41FA5}">
                      <a16:colId xmlns:a16="http://schemas.microsoft.com/office/drawing/2014/main" val="2846254195"/>
                    </a:ext>
                  </a:extLst>
                </a:gridCol>
                <a:gridCol w="3579366">
                  <a:extLst>
                    <a:ext uri="{9D8B030D-6E8A-4147-A177-3AD203B41FA5}">
                      <a16:colId xmlns:a16="http://schemas.microsoft.com/office/drawing/2014/main" val="1874769443"/>
                    </a:ext>
                  </a:extLst>
                </a:gridCol>
                <a:gridCol w="3421850">
                  <a:extLst>
                    <a:ext uri="{9D8B030D-6E8A-4147-A177-3AD203B41FA5}">
                      <a16:colId xmlns:a16="http://schemas.microsoft.com/office/drawing/2014/main" val="667258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CA" sz="1000" b="1" kern="1200" noProof="0">
                          <a:solidFill>
                            <a:schemeClr val="lt1"/>
                          </a:solidFill>
                          <a:effectLst/>
                        </a:rPr>
                        <a:t>Responsable</a:t>
                      </a:r>
                      <a:endParaRPr lang="fr-CA" sz="1000" noProof="0"/>
                    </a:p>
                  </a:txBody>
                  <a:tcPr marL="137160" marR="137160" marT="137160" marB="137160">
                    <a:lnB w="127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sz="1000" b="1" kern="1200" noProof="0">
                          <a:solidFill>
                            <a:schemeClr val="lt1"/>
                          </a:solidFill>
                          <a:effectLst/>
                        </a:rPr>
                        <a:t>Activités</a:t>
                      </a:r>
                      <a:endParaRPr lang="fr-CA" sz="1000" noProof="0"/>
                    </a:p>
                  </a:txBody>
                  <a:tcPr marL="137160" marR="137160" marT="137160" marB="137160">
                    <a:lnB w="127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sz="1000" b="1" kern="1200" noProof="0">
                          <a:solidFill>
                            <a:schemeClr val="lt1"/>
                          </a:solidFill>
                          <a:effectLst/>
                        </a:rPr>
                        <a:t>Livrables</a:t>
                      </a:r>
                      <a:endParaRPr lang="fr-CA" sz="1000" noProof="0"/>
                    </a:p>
                  </a:txBody>
                  <a:tcPr marL="137160" marR="137160" marT="137160" marB="137160">
                    <a:lnB w="127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290045"/>
                  </a:ext>
                </a:extLst>
              </a:tr>
              <a:tr h="879566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CP/SM</a:t>
                      </a: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Assurer le suivi des Change </a:t>
                      </a:r>
                      <a:r>
                        <a:rPr lang="fr-CA" sz="1100" kern="1200" noProof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Request</a:t>
                      </a: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et des Plans de Test</a:t>
                      </a:r>
                    </a:p>
                    <a:p>
                      <a:pPr marL="171450" indent="-171450" algn="l" defTabSz="685800" rtl="0" eaLnBrk="1" latinLnBrk="0" hangingPunct="1">
                        <a:buFontTx/>
                        <a:buChar char="-"/>
                      </a:pP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Organiser la rencontre de Go/No-Go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buNone/>
                      </a:pP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Change Request dans Service Now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594064"/>
                  </a:ext>
                </a:extLst>
              </a:tr>
              <a:tr h="8795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ARCHITECTE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CA" sz="1100" b="0" noProof="0"/>
                        <a:t>Confirmer que la solution livrée est conforme à l’architecture approuvée, avant</a:t>
                      </a:r>
                      <a:r>
                        <a:rPr lang="fr-CA" sz="1100" b="0" noProof="0">
                          <a:effectLst/>
                        </a:rPr>
                        <a:t> le début des tests systèmes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CA" sz="1100" noProof="0">
                          <a:effectLst/>
                        </a:rPr>
                        <a:t>Documentation d’architecture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fr-CA" sz="1100" noProof="0">
                          <a:effectLst/>
                        </a:rPr>
                        <a:t>Revue de la conception vs l’architecture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846790"/>
                  </a:ext>
                </a:extLst>
              </a:tr>
              <a:tr h="8795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CONCEPTEUR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noProof="0">
                          <a:effectLst/>
                        </a:rPr>
                        <a:t>Produire la conception des solutions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Réviser </a:t>
                      </a:r>
                      <a:r>
                        <a:rPr lang="fr-CA" sz="1100" noProof="0"/>
                        <a:t>la qualité du code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CA" sz="1100" b="0" noProof="0"/>
                        <a:t>Déployer et vérifier que le code testé en ACCP correspond à celui déployé en PROD</a:t>
                      </a:r>
                      <a:endParaRPr lang="fr-CA" sz="1100" b="0" noProof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100" noProof="0">
                          <a:effectLst/>
                        </a:rPr>
                        <a:t>- Numéro et date du commit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03046"/>
                  </a:ext>
                </a:extLst>
              </a:tr>
              <a:tr h="515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PO​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- Documenter la release note avec les développeurs et analystes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A" sz="1100" noProof="0">
                          <a:effectLst/>
                        </a:rPr>
                        <a:t>- Release note à communiquer 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231650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1EE228-6A9D-FCB5-A320-2B78147AA3D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92CFF269-2187-469B-861B-426AF96A1473}" type="slidenum">
              <a:rPr lang="fr-CA" noProof="0" smtClean="0"/>
              <a:t>10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303470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5236-6436-820F-3210-6067601E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F2C42AA-32F4-C1D6-4916-AF0EC6EDBF3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noProof="0" smtClean="0"/>
              <a:pPr/>
              <a:t>11</a:t>
            </a:fld>
            <a:endParaRPr lang="fr-CA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A6E8DC-5313-490C-B022-9FE7B8FCE8DA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56031" y="326803"/>
            <a:ext cx="8565751" cy="1699358"/>
          </a:xfrm>
        </p:spPr>
        <p:txBody>
          <a:bodyPr/>
          <a:lstStyle/>
          <a:p>
            <a:r>
              <a:rPr lang="fr-CA" sz="4800" noProof="0"/>
              <a:t>Niveaux de test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5B25456-756A-2F51-6CAF-61E6801F53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225259" y="4758385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/>
              <a:t>@Sahar El Aida</a:t>
            </a:r>
          </a:p>
        </p:txBody>
      </p:sp>
    </p:spTree>
    <p:extLst>
      <p:ext uri="{BB962C8B-B14F-4D97-AF65-F5344CB8AC3E}">
        <p14:creationId xmlns:p14="http://schemas.microsoft.com/office/powerpoint/2010/main" val="312243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B8FA7-F729-423F-9532-A5A3CB28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CD0CE-EF2E-7B1B-BB6B-E460673228C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z="2400" noProof="0">
                <a:ea typeface="+mj-lt"/>
                <a:cs typeface="+mj-lt"/>
              </a:rPr>
              <a:t>Les niveaux de test : une pyramide de confiance</a:t>
            </a:r>
            <a:endParaRPr lang="fr-CA" sz="2400" noProof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3492BF0-4577-6CCC-136F-58211911AD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flipV="1">
            <a:off x="3731201" y="3247165"/>
            <a:ext cx="36273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noProof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87BA24BB-283A-CAF0-EF2F-362CDADD503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5850" y="1374726"/>
            <a:ext cx="403638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CA" sz="1800" i="0" u="none" strike="noStrike" cap="none" normalizeH="0" baseline="0" noProof="0">
              <a:ln>
                <a:noFill/>
              </a:ln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CA" sz="1800" i="0" u="none" strike="noStrike" cap="none" normalizeH="0" baseline="0" noProof="0">
                <a:ln>
                  <a:noFill/>
                </a:ln>
                <a:effectLst/>
              </a:rPr>
              <a:t>Les niveaux système et composants incluent aussi des tests d’intégration pour s’assurer que les modules et systèmes interagissent correctement. </a:t>
            </a:r>
            <a:endParaRPr lang="fr-CA" sz="1800" i="0" u="none" strike="noStrike" cap="none" normalizeH="0" baseline="0" noProof="0">
              <a:ln>
                <a:noFill/>
              </a:ln>
              <a:effectLst/>
            </a:endParaRPr>
          </a:p>
        </p:txBody>
      </p:sp>
      <p:graphicFrame>
        <p:nvGraphicFramePr>
          <p:cNvPr id="9" name="Espace réservé du contenu 5">
            <a:extLst>
              <a:ext uri="{FF2B5EF4-FFF2-40B4-BE49-F238E27FC236}">
                <a16:creationId xmlns:a16="http://schemas.microsoft.com/office/drawing/2014/main" id="{CC1CC572-0E6B-CDBE-81BA-E40FBAF7E493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648174168"/>
              </p:ext>
            </p:extLst>
          </p:nvPr>
        </p:nvGraphicFramePr>
        <p:xfrm>
          <a:off x="4798702" y="1227832"/>
          <a:ext cx="3691737" cy="3257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59385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AA402-A18E-DCBD-CA88-7069C301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D9FC3F-473F-F320-27CA-1B012F6BF00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8600" y="247650"/>
            <a:ext cx="8686800" cy="514350"/>
          </a:xfrm>
        </p:spPr>
        <p:txBody>
          <a:bodyPr anchor="t">
            <a:normAutofit/>
          </a:bodyPr>
          <a:lstStyle/>
          <a:p>
            <a:r>
              <a:rPr lang="fr-CA" sz="2400" noProof="0"/>
              <a:t>Tests de composants &amp; Tests d'intégration de composants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E2F068B-884E-7704-DC47-24EEEAC5F3B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A5FFEF5-E129-4B58-BC20-992FAFAB5E8C}" type="slidenum">
              <a:rPr lang="fr-CA" noProof="0" smtClean="0"/>
              <a:pPr>
                <a:spcAft>
                  <a:spcPts val="600"/>
                </a:spcAft>
              </a:pPr>
              <a:t>13</a:t>
            </a:fld>
            <a:endParaRPr lang="fr-CA" noProof="0"/>
          </a:p>
        </p:txBody>
      </p:sp>
      <p:graphicFrame>
        <p:nvGraphicFramePr>
          <p:cNvPr id="4" name="Espace réservé du contenu 8">
            <a:extLst>
              <a:ext uri="{FF2B5EF4-FFF2-40B4-BE49-F238E27FC236}">
                <a16:creationId xmlns:a16="http://schemas.microsoft.com/office/drawing/2014/main" id="{01C2D080-3F21-94BB-1D97-C5932DF50254}"/>
              </a:ext>
            </a:extLst>
          </p:cNvPr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2989845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228600" y="1143104"/>
          <a:ext cx="8686801" cy="2200539"/>
        </p:xfrm>
        <a:graphic>
          <a:graphicData uri="http://schemas.openxmlformats.org/drawingml/2006/table">
            <a:tbl>
              <a:tblPr firstRow="1" bandRow="1">
                <a:noFill/>
                <a:tableStyleId>{1FECB4D8-DB02-4DC6-A0A2-4F2EBAE1DC90}</a:tableStyleId>
              </a:tblPr>
              <a:tblGrid>
                <a:gridCol w="2215268">
                  <a:extLst>
                    <a:ext uri="{9D8B030D-6E8A-4147-A177-3AD203B41FA5}">
                      <a16:colId xmlns:a16="http://schemas.microsoft.com/office/drawing/2014/main" val="3246353038"/>
                    </a:ext>
                  </a:extLst>
                </a:gridCol>
                <a:gridCol w="3507712">
                  <a:extLst>
                    <a:ext uri="{9D8B030D-6E8A-4147-A177-3AD203B41FA5}">
                      <a16:colId xmlns:a16="http://schemas.microsoft.com/office/drawing/2014/main" val="2177252134"/>
                    </a:ext>
                  </a:extLst>
                </a:gridCol>
                <a:gridCol w="2963821">
                  <a:extLst>
                    <a:ext uri="{9D8B030D-6E8A-4147-A177-3AD203B41FA5}">
                      <a16:colId xmlns:a16="http://schemas.microsoft.com/office/drawing/2014/main" val="2115126861"/>
                    </a:ext>
                  </a:extLst>
                </a:gridCol>
              </a:tblGrid>
              <a:tr h="48332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endParaRPr lang="fr-CA" sz="1200" b="1" cap="all" spc="150" baseline="0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fr-CA" sz="1100" b="1" cap="none" spc="150" baseline="0" noProof="0">
                          <a:solidFill>
                            <a:srgbClr val="FFFFFF"/>
                          </a:solidFill>
                        </a:rPr>
                        <a:t>Tests de composants/unitaires</a:t>
                      </a:r>
                      <a:endParaRPr lang="fr-CA" sz="1100" b="1" cap="none" spc="150" baseline="0" noProof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100" b="1" cap="none" spc="150" baseline="0" noProof="0">
                          <a:solidFill>
                            <a:srgbClr val="FFFFFF"/>
                          </a:solidFill>
                        </a:rPr>
                        <a:t>Tests d'intégration de composants</a:t>
                      </a:r>
                      <a:endParaRPr kumimoji="0" lang="fr-CA" sz="1100" b="1" i="0" u="none" strike="noStrike" kern="1200" cap="none" spc="1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31687"/>
                  </a:ext>
                </a:extLst>
              </a:tr>
              <a:tr h="392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100" b="1" cap="none" spc="0" noProof="0">
                          <a:solidFill>
                            <a:schemeClr val="tx1"/>
                          </a:solidFill>
                          <a:latin typeface="+mn-lt"/>
                        </a:rPr>
                        <a:t>Objectifs des tests</a:t>
                      </a: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  <a:t>Vérifier les composants individuels (unités de code), dans le but de cibler les </a:t>
                      </a:r>
                      <a:r>
                        <a:rPr lang="fr-CA" sz="1100" b="1" u="none" strike="noStrike" cap="none" spc="0" noProof="0">
                          <a:solidFill>
                            <a:schemeClr val="tx1"/>
                          </a:solidFill>
                          <a:latin typeface="+mn-lt"/>
                        </a:rPr>
                        <a:t>défauts de la logique interne</a:t>
                      </a:r>
                      <a:endParaRPr lang="fr-CA" sz="1100" b="1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Vérifier les Interfaces entre composants dans le but de détecter </a:t>
                      </a: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les d</a:t>
                      </a:r>
                      <a:r>
                        <a:rPr lang="fr-CA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DM Sans"/>
                        </a:rPr>
                        <a:t>éfauts d’interaction </a:t>
                      </a:r>
                      <a:r>
                        <a:rPr lang="fr-CA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DM Sans"/>
                        </a:rPr>
                        <a:t>entre composants</a:t>
                      </a:r>
                      <a:endParaRPr lang="fr-CA" sz="1100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76235"/>
                  </a:ext>
                </a:extLst>
              </a:tr>
              <a:tr h="392938">
                <a:tc>
                  <a:txBody>
                    <a:bodyPr/>
                    <a:lstStyle/>
                    <a:p>
                      <a:pPr marL="0" marR="0" lvl="0" indent="0" algn="ctr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Responsabilités</a:t>
                      </a:r>
                      <a:endParaRPr kumimoji="0" lang="fr-CA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Développeurs</a:t>
                      </a:r>
                      <a:endParaRPr lang="fr-CA" sz="1100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Développeurs / QA</a:t>
                      </a:r>
                      <a:endParaRPr lang="fr-CA" sz="1100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83604"/>
                  </a:ext>
                </a:extLst>
              </a:tr>
              <a:tr h="545877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Environnements</a:t>
                      </a:r>
                      <a:endParaRPr kumimoji="0" lang="fr-CA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Environnement de développement</a:t>
                      </a:r>
                      <a:endParaRPr lang="fr-CA" sz="1100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Environnement de développement</a:t>
                      </a:r>
                      <a:endParaRPr lang="fr-CA" sz="1100" cap="none" spc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05881" marR="105881" marT="105881" marB="105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86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943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B5080-0245-436F-96A6-E76DD9CC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E4E9DE-F104-F2FF-DCB1-60EFE058254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 anchor="t">
            <a:normAutofit/>
          </a:bodyPr>
          <a:lstStyle/>
          <a:p>
            <a:r>
              <a:rPr lang="fr-CA" sz="2400" noProof="0"/>
              <a:t>Tests Système &amp; Tests d'intégration de système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C2B0C-2930-4E6A-3B63-2C4CDA8218CB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A5FFEF5-E129-4B58-BC20-992FAFAB5E8C}" type="slidenum">
              <a:rPr lang="fr-CA" noProof="0" smtClean="0"/>
              <a:pPr>
                <a:spcAft>
                  <a:spcPts val="600"/>
                </a:spcAft>
              </a:pPr>
              <a:t>14</a:t>
            </a:fld>
            <a:endParaRPr lang="fr-CA" noProof="0"/>
          </a:p>
        </p:txBody>
      </p:sp>
      <p:graphicFrame>
        <p:nvGraphicFramePr>
          <p:cNvPr id="4" name="Espace réservé du contenu 8">
            <a:extLst>
              <a:ext uri="{FF2B5EF4-FFF2-40B4-BE49-F238E27FC236}">
                <a16:creationId xmlns:a16="http://schemas.microsoft.com/office/drawing/2014/main" id="{99CFEB71-9BBD-19FC-BDB4-CFBFC43E4405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28402626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228600" y="1086773"/>
          <a:ext cx="8686801" cy="2411562"/>
        </p:xfrm>
        <a:graphic>
          <a:graphicData uri="http://schemas.openxmlformats.org/drawingml/2006/table">
            <a:tbl>
              <a:tblPr firstRow="1" bandRow="1">
                <a:noFill/>
                <a:tableStyleId>{1FECB4D8-DB02-4DC6-A0A2-4F2EBAE1DC90}</a:tableStyleId>
              </a:tblPr>
              <a:tblGrid>
                <a:gridCol w="2214422">
                  <a:extLst>
                    <a:ext uri="{9D8B030D-6E8A-4147-A177-3AD203B41FA5}">
                      <a16:colId xmlns:a16="http://schemas.microsoft.com/office/drawing/2014/main" val="3246353038"/>
                    </a:ext>
                  </a:extLst>
                </a:gridCol>
                <a:gridCol w="3506837">
                  <a:extLst>
                    <a:ext uri="{9D8B030D-6E8A-4147-A177-3AD203B41FA5}">
                      <a16:colId xmlns:a16="http://schemas.microsoft.com/office/drawing/2014/main" val="2177252134"/>
                    </a:ext>
                  </a:extLst>
                </a:gridCol>
                <a:gridCol w="2965542">
                  <a:extLst>
                    <a:ext uri="{9D8B030D-6E8A-4147-A177-3AD203B41FA5}">
                      <a16:colId xmlns:a16="http://schemas.microsoft.com/office/drawing/2014/main" val="2115126861"/>
                    </a:ext>
                  </a:extLst>
                </a:gridCol>
              </a:tblGrid>
              <a:tr h="46470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endParaRPr lang="fr-CA" sz="1100" b="1" cap="all" spc="150" baseline="0" noProof="0">
                        <a:solidFill>
                          <a:schemeClr val="tx1"/>
                        </a:solidFill>
                        <a:latin typeface="DM Sans Medium"/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fr-CA" sz="1100" b="1" u="none" strike="noStrike" cap="none" spc="150" baseline="0" noProof="0">
                          <a:solidFill>
                            <a:srgbClr val="FFFFFF"/>
                          </a:solidFill>
                        </a:rPr>
                        <a:t>Tests système</a:t>
                      </a:r>
                      <a:endParaRPr lang="fr-CA" sz="1100" b="1" cap="none" spc="150" noProof="0">
                        <a:solidFill>
                          <a:srgbClr val="FFFFFF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100" b="1" u="none" strike="noStrike" cap="none" spc="150" baseline="0" noProof="0">
                          <a:solidFill>
                            <a:srgbClr val="FFFFFF"/>
                          </a:solidFill>
                        </a:rPr>
                        <a:t>Tests d'intégration système</a:t>
                      </a:r>
                      <a:endParaRPr kumimoji="0" lang="fr-CA" sz="1100" b="1" cap="none" spc="150" noProof="0">
                        <a:solidFill>
                          <a:srgbClr val="FFFFFF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31687"/>
                  </a:ext>
                </a:extLst>
              </a:tr>
              <a:tr h="37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100" b="1" cap="none" spc="0" noProof="0">
                          <a:solidFill>
                            <a:schemeClr val="tx1"/>
                          </a:solidFill>
                        </a:rPr>
                        <a:t>Objectifs des tests</a:t>
                      </a:r>
                      <a:endParaRPr lang="fr-CA" sz="1100" b="1" cap="none" spc="0" noProof="0">
                        <a:solidFill>
                          <a:schemeClr val="tx1"/>
                        </a:solidFill>
                        <a:latin typeface="DM Sans Medium" pitchFamily="2" charset="0"/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cap="none" spc="0" noProof="0">
                          <a:solidFill>
                            <a:schemeClr val="tx1"/>
                          </a:solidFill>
                        </a:rPr>
                        <a:t>Vérifier le système complet(E2E,performance...), en se basant sur les s</a:t>
                      </a:r>
                      <a:r>
                        <a:rPr lang="fr-CA" sz="1100" b="0" i="0" u="none" strike="noStrike" cap="none" spc="0" noProof="0">
                          <a:solidFill>
                            <a:schemeClr val="tx1"/>
                          </a:solidFill>
                          <a:latin typeface="DM Sans"/>
                        </a:rPr>
                        <a:t>pécifications système et les exigences fonctionnelles, dans le but de détecter </a:t>
                      </a:r>
                      <a:r>
                        <a:rPr lang="fr-CA" sz="1100" b="1" i="0" u="none" strike="noStrike" cap="none" spc="0" noProof="0">
                          <a:solidFill>
                            <a:schemeClr val="tx1"/>
                          </a:solidFill>
                          <a:latin typeface="DM Sans"/>
                        </a:rPr>
                        <a:t>les défauts fonctionnels et non-fonctionnels.</a:t>
                      </a:r>
                      <a:endParaRPr lang="fr-CA" sz="1100" b="1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Vérifier les interfaces entre systèmes et services externes, en se basant les Specs d'intégration et les contrats d'interface dans le but de</a:t>
                      </a: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détecter les défauts d'interopérabilité</a:t>
                      </a:r>
                      <a:endParaRPr lang="fr-CA" sz="1100" b="1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76235"/>
                  </a:ext>
                </a:extLst>
              </a:tr>
              <a:tr h="378620">
                <a:tc>
                  <a:txBody>
                    <a:bodyPr/>
                    <a:lstStyle/>
                    <a:p>
                      <a:pPr marL="0" marR="0" lvl="0" indent="0" algn="ctr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Responsabilités</a:t>
                      </a:r>
                      <a:endParaRPr kumimoji="0" lang="fr-CA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DM Sans Medium" pitchFamily="2" charset="0"/>
                        <a:ea typeface="+mn-ea"/>
                        <a:cs typeface="+mn-cs"/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QA</a:t>
                      </a:r>
                      <a:endParaRPr lang="fr-CA" sz="11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QA / Intégrateurs</a:t>
                      </a:r>
                      <a:endParaRPr lang="fr-CA" sz="11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83604"/>
                  </a:ext>
                </a:extLst>
              </a:tr>
              <a:tr h="525987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Environnements</a:t>
                      </a:r>
                      <a:endParaRPr kumimoji="0" lang="fr-CA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DM Sans Medium" pitchFamily="2" charset="0"/>
                        <a:ea typeface="+mn-ea"/>
                        <a:cs typeface="+mn-cs"/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Environnement de test</a:t>
                      </a:r>
                      <a:endParaRPr lang="fr-CA" sz="11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Environnement de test</a:t>
                      </a:r>
                      <a:endParaRPr lang="fr-CA" sz="11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02023" marR="102023" marT="102023" marB="10202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86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85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04FE-20B9-65AD-0B57-DA393D8E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7306A-5A7C-6776-48AA-0BC79BFC749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 anchor="t">
            <a:normAutofit/>
          </a:bodyPr>
          <a:lstStyle/>
          <a:p>
            <a:r>
              <a:rPr lang="fr-CA" sz="2400" noProof="0"/>
              <a:t>Tests d'Acceptation</a:t>
            </a:r>
          </a:p>
          <a:p>
            <a:endParaRPr lang="fr-CA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5BAF7A9-9748-92C8-3756-33E6A59AB4E9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A5FFEF5-E129-4B58-BC20-992FAFAB5E8C}" type="slidenum">
              <a:rPr lang="fr-CA" noProof="0" smtClean="0"/>
              <a:pPr>
                <a:spcAft>
                  <a:spcPts val="600"/>
                </a:spcAft>
              </a:pPr>
              <a:t>15</a:t>
            </a:fld>
            <a:endParaRPr lang="fr-CA" noProof="0"/>
          </a:p>
        </p:txBody>
      </p:sp>
      <p:graphicFrame>
        <p:nvGraphicFramePr>
          <p:cNvPr id="4" name="Espace réservé du contenu 8">
            <a:extLst>
              <a:ext uri="{FF2B5EF4-FFF2-40B4-BE49-F238E27FC236}">
                <a16:creationId xmlns:a16="http://schemas.microsoft.com/office/drawing/2014/main" id="{F4F4712C-1DA8-2356-88A8-35DD7AB9C0C9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7401663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931042" y="933450"/>
          <a:ext cx="7281917" cy="2236664"/>
        </p:xfrm>
        <a:graphic>
          <a:graphicData uri="http://schemas.openxmlformats.org/drawingml/2006/table">
            <a:tbl>
              <a:tblPr firstRow="1" bandRow="1">
                <a:noFill/>
                <a:tableStyleId>{1FECB4D8-DB02-4DC6-A0A2-4F2EBAE1DC90}</a:tableStyleId>
              </a:tblPr>
              <a:tblGrid>
                <a:gridCol w="2625631">
                  <a:extLst>
                    <a:ext uri="{9D8B030D-6E8A-4147-A177-3AD203B41FA5}">
                      <a16:colId xmlns:a16="http://schemas.microsoft.com/office/drawing/2014/main" val="3246353038"/>
                    </a:ext>
                  </a:extLst>
                </a:gridCol>
                <a:gridCol w="4656286">
                  <a:extLst>
                    <a:ext uri="{9D8B030D-6E8A-4147-A177-3AD203B41FA5}">
                      <a16:colId xmlns:a16="http://schemas.microsoft.com/office/drawing/2014/main" val="21772521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endParaRPr lang="fr-CA" sz="1500" b="1" cap="all" spc="150" baseline="0" noProof="0">
                        <a:solidFill>
                          <a:schemeClr val="bg1"/>
                        </a:solidFill>
                        <a:latin typeface="DM Sans Medium"/>
                      </a:endParaRPr>
                    </a:p>
                  </a:txBody>
                  <a:tcPr marL="131773" marR="131773" marT="131773" marB="131773">
                    <a:lnL w="12700" cmpd="sng">
                      <a:noFill/>
                      <a:prstDash val="soli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fr-CA" sz="1100" b="1" u="none" strike="noStrike" kern="1200" cap="none" spc="150" baseline="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Tests d'acceptation</a:t>
                      </a:r>
                    </a:p>
                  </a:txBody>
                  <a:tcPr marL="131773" marR="131773" marT="131773" marB="131773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31687"/>
                  </a:ext>
                </a:extLst>
              </a:tr>
              <a:tr h="4890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CA" sz="1100" b="1" cap="none" spc="0" noProof="0">
                          <a:solidFill>
                            <a:schemeClr val="tx1"/>
                          </a:solidFill>
                        </a:rPr>
                        <a:t>Objectifs des tests</a:t>
                      </a:r>
                      <a:endParaRPr lang="fr-CA" sz="1100" b="1" cap="none" spc="0" noProof="0">
                        <a:solidFill>
                          <a:schemeClr val="tx1"/>
                        </a:solidFill>
                        <a:latin typeface="DM Sans Medium" pitchFamily="2" charset="0"/>
                      </a:endParaRPr>
                    </a:p>
                  </a:txBody>
                  <a:tcPr marL="131773" marR="131773" marT="131773" marB="1317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cap="none" spc="0" noProof="0">
                          <a:solidFill>
                            <a:schemeClr val="tx1"/>
                          </a:solidFill>
                        </a:rPr>
                        <a:t>Validation du système complet par les utilisateurs. Vérifier que la solution répond aux exigences métiers, contrats et réglementations. Le but est de détecter </a:t>
                      </a:r>
                      <a:r>
                        <a:rPr lang="fr-CA" sz="1100" b="1" u="none" strike="noStrike" cap="none" spc="0" noProof="0">
                          <a:solidFill>
                            <a:schemeClr val="tx1"/>
                          </a:solidFill>
                        </a:rPr>
                        <a:t>des défauts liés aux besoins métier</a:t>
                      </a:r>
                      <a:r>
                        <a:rPr lang="fr-CA" sz="1100" b="0" u="none" strike="noStrike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fr-CA" sz="11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31773" marR="131773" marT="131773" marB="1317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76235"/>
                  </a:ext>
                </a:extLst>
              </a:tr>
              <a:tr h="489026">
                <a:tc>
                  <a:txBody>
                    <a:bodyPr/>
                    <a:lstStyle/>
                    <a:p>
                      <a:pPr marL="0" marR="0" lvl="0" indent="0" algn="ctr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Responsabilités</a:t>
                      </a:r>
                      <a:endParaRPr kumimoji="0" lang="fr-CA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DM Sans Medium" pitchFamily="2" charset="0"/>
                        <a:ea typeface="+mn-ea"/>
                        <a:cs typeface="+mn-cs"/>
                      </a:endParaRPr>
                    </a:p>
                  </a:txBody>
                  <a:tcPr marL="131773" marR="131773" marT="131773" marB="1317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Utilisateurs, clients, parties prenantes</a:t>
                      </a:r>
                      <a:endParaRPr lang="fr-CA" sz="11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31773" marR="131773" marT="131773" marB="1317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383604"/>
                  </a:ext>
                </a:extLst>
              </a:tr>
              <a:tr h="48902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1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Environnements</a:t>
                      </a:r>
                      <a:endParaRPr kumimoji="0" lang="fr-CA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DM Sans Medium" pitchFamily="2" charset="0"/>
                        <a:ea typeface="+mn-ea"/>
                        <a:cs typeface="+mn-cs"/>
                      </a:endParaRPr>
                    </a:p>
                  </a:txBody>
                  <a:tcPr marL="131773" marR="131773" marT="131773" marB="1317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CA" sz="11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Environnement pré-production</a:t>
                      </a:r>
                      <a:endParaRPr lang="fr-CA" sz="11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131773" marR="131773" marT="131773" marB="13177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86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921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6D3A-776E-C9EE-4D81-3632FEC38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51792-83E0-E6A8-863E-77DFF6D630E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 anchor="t">
            <a:normAutofit/>
          </a:bodyPr>
          <a:lstStyle/>
          <a:p>
            <a:r>
              <a:rPr lang="fr-CA" sz="2000" b="1" noProof="0">
                <a:latin typeface="DM Sans Light"/>
              </a:rPr>
              <a:t>Tester tôt, c’est gagner du temps et de la qualité</a:t>
            </a:r>
          </a:p>
          <a:p>
            <a:endParaRPr lang="fr-CA" noProof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412BED-D2DD-4DAD-044E-FC989F8EA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727" y="762000"/>
            <a:ext cx="4641870" cy="3099198"/>
          </a:xfrm>
          <a:prstGeom prst="rect">
            <a:avLst/>
          </a:prstGeom>
          <a:noFill/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827DB1-F7CB-D4A8-5E88-991B61C4FAD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A5FFEF5-E129-4B58-BC20-992FAFAB5E8C}" type="slidenum">
              <a:rPr lang="fr-CA" noProof="0" smtClean="0"/>
              <a:pPr>
                <a:spcAft>
                  <a:spcPts val="600"/>
                </a:spcAft>
              </a:pPr>
              <a:t>16</a:t>
            </a:fld>
            <a:endParaRPr lang="fr-CA" noProof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F3FC39E-ACCA-B10C-283B-2974374FC3F9}"/>
              </a:ext>
            </a:extLst>
          </p:cNvPr>
          <p:cNvSpPr txBox="1"/>
          <p:nvPr/>
        </p:nvSpPr>
        <p:spPr>
          <a:xfrm>
            <a:off x="387285" y="1143222"/>
            <a:ext cx="32777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CA" sz="1800" noProof="0"/>
              <a:t>Plus on test tôt, plus on réduit les coûts.</a:t>
            </a:r>
            <a:endParaRPr lang="fr-CA" noProof="0"/>
          </a:p>
          <a:p>
            <a:pPr marL="285750" indent="-285750">
              <a:buFont typeface="Arial"/>
              <a:buChar char="•"/>
            </a:pPr>
            <a:endParaRPr lang="fr-CA" sz="1800" noProof="0"/>
          </a:p>
          <a:p>
            <a:pPr marL="285750" indent="-285750">
              <a:buFont typeface="Arial"/>
              <a:buChar char="•"/>
            </a:pPr>
            <a:r>
              <a:rPr lang="fr-CA" sz="1800" noProof="0"/>
              <a:t>On détecte les défauts avant qu'ils ne deviennent critiques.</a:t>
            </a:r>
          </a:p>
          <a:p>
            <a:pPr marL="285750" indent="-285750">
              <a:buFont typeface="Arial"/>
              <a:buChar char="•"/>
            </a:pPr>
            <a:endParaRPr lang="fr-CA" sz="1800" noProof="0"/>
          </a:p>
          <a:p>
            <a:pPr marL="285750" indent="-285750">
              <a:buFont typeface="Arial"/>
              <a:buChar char="•"/>
            </a:pPr>
            <a:r>
              <a:rPr lang="fr-CA" sz="1800" noProof="0"/>
              <a:t>On améliore la confiance dans le produit.</a:t>
            </a:r>
          </a:p>
          <a:p>
            <a:endParaRPr lang="fr-CA" noProof="0"/>
          </a:p>
          <a:p>
            <a:endParaRPr lang="fr-CA" noProof="0"/>
          </a:p>
          <a:p>
            <a:endParaRPr lang="fr-CA" noProof="0"/>
          </a:p>
          <a:p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878214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E9E084F-E976-E962-1A76-810E3064D6B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noProof="0" smtClean="0"/>
              <a:pPr/>
              <a:t>17</a:t>
            </a:fld>
            <a:endParaRPr lang="fr-CA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B52F5F-6F66-F298-827D-2E8FD8FC3EBF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56031" y="326803"/>
            <a:ext cx="8086779" cy="1699358"/>
          </a:xfrm>
        </p:spPr>
        <p:txBody>
          <a:bodyPr/>
          <a:lstStyle/>
          <a:p>
            <a:r>
              <a:rPr lang="fr-CA" sz="4800" noProof="0"/>
              <a:t>les plans de test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EEC998F-0242-FB12-FFE0-128E18BE704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096932" y="4784623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/>
              <a:t>@Meriem Jedidi</a:t>
            </a:r>
          </a:p>
        </p:txBody>
      </p:sp>
    </p:spTree>
    <p:extLst>
      <p:ext uri="{BB962C8B-B14F-4D97-AF65-F5344CB8AC3E}">
        <p14:creationId xmlns:p14="http://schemas.microsoft.com/office/powerpoint/2010/main" val="322910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45F83-5719-7804-7EEE-0F140A10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08C9F-1FC1-743A-0649-C1730E5B31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 vert="horz" lIns="0" tIns="0" rIns="91440" bIns="0" rtlCol="0" anchor="t" anchorCtr="0">
            <a:normAutofit/>
          </a:bodyPr>
          <a:lstStyle/>
          <a:p>
            <a:r>
              <a:rPr lang="fr-CA" sz="2400" b="1" noProof="0"/>
              <a:t>Objectifs</a:t>
            </a:r>
            <a:endParaRPr lang="fr-CA" sz="2800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815D0EB-16EF-849D-0D78-C4DE3E34736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804173"/>
            <a:ext cx="304800" cy="273844"/>
          </a:xfrm>
        </p:spPr>
        <p:txBody>
          <a:bodyPr vert="horz" lIns="0" tIns="0" rIns="0" bIns="0" rtlCol="0" anchor="t" anchorCtr="0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5FFEF5-E129-4B58-BC20-992FAFAB5E8C}" type="slidenum">
              <a:rPr kumimoji="0" lang="fr-CA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CA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22" name="Espace réservé du contenu 2">
            <a:extLst>
              <a:ext uri="{FF2B5EF4-FFF2-40B4-BE49-F238E27FC236}">
                <a16:creationId xmlns:a16="http://schemas.microsoft.com/office/drawing/2014/main" id="{587D18FD-227B-E656-4A31-2D73ADF93498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89948162"/>
              </p:ext>
            </p:extLst>
          </p:nvPr>
        </p:nvGraphicFramePr>
        <p:xfrm>
          <a:off x="228600" y="933450"/>
          <a:ext cx="8314509" cy="3368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558906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2EC0F-351B-0B22-1F1B-7A7DA073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0A8001-7606-50B9-5161-2268FDCDDF0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273844"/>
          </a:xfrm>
        </p:spPr>
        <p:txBody>
          <a:bodyPr/>
          <a:lstStyle/>
          <a:p>
            <a:r>
              <a:rPr lang="fr-CA" sz="2000" b="1" noProof="0"/>
              <a:t>Organisation du plan de test (DevOps)</a:t>
            </a:r>
            <a:endParaRPr lang="fr-CA" sz="2000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1464E35-1004-3693-BFD8-BE177E347014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noProof="0" smtClean="0"/>
              <a:pPr/>
              <a:t>19</a:t>
            </a:fld>
            <a:endParaRPr lang="fr-CA" noProof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73276661-C25F-BC0C-A282-898FFA75C10B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55216144"/>
              </p:ext>
            </p:extLst>
          </p:nvPr>
        </p:nvGraphicFramePr>
        <p:xfrm>
          <a:off x="2288497" y="429217"/>
          <a:ext cx="6855503" cy="4827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E1DC63E-9C26-5420-DF14-6E0649546BA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689462" y="634711"/>
            <a:ext cx="507275" cy="273844"/>
          </a:xfrm>
          <a:prstGeom prst="rect">
            <a:avLst/>
          </a:prstGeom>
          <a:solidFill>
            <a:srgbClr val="FEFE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800" noProof="0">
                <a:solidFill>
                  <a:schemeClr val="tx2"/>
                </a:solidFill>
              </a:rPr>
              <a:t>N2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38618-FCAD-F812-B5CD-DF7030D8D4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89462" y="969991"/>
            <a:ext cx="507275" cy="273844"/>
          </a:xfrm>
          <a:prstGeom prst="rect">
            <a:avLst/>
          </a:prstGeom>
          <a:solidFill>
            <a:srgbClr val="FEFE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800" noProof="0">
                <a:solidFill>
                  <a:schemeClr val="tx2"/>
                </a:solidFill>
              </a:rPr>
              <a:t>N3 &amp; N4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9248B7-C70D-2EB6-B6E7-8341E5FE5C1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942123" y="1562175"/>
            <a:ext cx="1092917" cy="649808"/>
          </a:xfrm>
          <a:prstGeom prst="rect">
            <a:avLst/>
          </a:prstGeom>
          <a:solidFill>
            <a:srgbClr val="FEFE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800" noProof="0">
                <a:solidFill>
                  <a:schemeClr val="tx2"/>
                </a:solidFill>
              </a:rPr>
              <a:t>Autant de User Story que de système à modifier/équipe contributrice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E8795510-1F95-F1A3-FEC8-C2787F7A50E4}"/>
              </a:ext>
            </a:extLst>
          </p:cNvPr>
          <p:cNvGrpSpPr/>
          <p:nvPr/>
        </p:nvGrpSpPr>
        <p:grpSpPr>
          <a:xfrm>
            <a:off x="3509564" y="2211983"/>
            <a:ext cx="801180" cy="1160836"/>
            <a:chOff x="3509564" y="2211983"/>
            <a:chExt cx="801180" cy="1160836"/>
          </a:xfrm>
        </p:grpSpPr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F3E9EE25-DFE6-5304-B461-84779114FCF7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4019016" y="3117305"/>
              <a:ext cx="0" cy="2555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431A5527-D3C4-9CCA-072A-DF3F00B9DAF5}"/>
                </a:ext>
              </a:extLst>
            </p:cNvPr>
            <p:cNvGrpSpPr/>
            <p:nvPr/>
          </p:nvGrpSpPr>
          <p:grpSpPr>
            <a:xfrm>
              <a:off x="3509564" y="2211983"/>
              <a:ext cx="801180" cy="905322"/>
              <a:chOff x="3509564" y="2211983"/>
              <a:chExt cx="801180" cy="90532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5569959-BA37-244B-BA89-B0F4E61D4576}"/>
                  </a:ext>
                </a:extLst>
              </p:cNvPr>
              <p:cNvSpPr/>
              <p:nvPr/>
            </p:nvSpPr>
            <p:spPr>
              <a:xfrm>
                <a:off x="3509564" y="2467497"/>
                <a:ext cx="801180" cy="649808"/>
              </a:xfrm>
              <a:prstGeom prst="rect">
                <a:avLst/>
              </a:prstGeom>
              <a:solidFill>
                <a:srgbClr val="FEFEC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CA" sz="800" noProof="0">
                    <a:solidFill>
                      <a:schemeClr val="tx2"/>
                    </a:solidFill>
                  </a:rPr>
                  <a:t>Suite décision Release Management</a:t>
                </a:r>
              </a:p>
            </p:txBody>
          </p:sp>
          <p:cxnSp>
            <p:nvCxnSpPr>
              <p:cNvPr id="15" name="Connecteur droit avec flèche 14">
                <a:extLst>
                  <a:ext uri="{FF2B5EF4-FFF2-40B4-BE49-F238E27FC236}">
                    <a16:creationId xmlns:a16="http://schemas.microsoft.com/office/drawing/2014/main" id="{671B3C33-EE04-D7EF-26F2-989DC94844D7}"/>
                  </a:ext>
                </a:extLst>
              </p:cNvPr>
              <p:cNvCxnSpPr/>
              <p:nvPr/>
            </p:nvCxnSpPr>
            <p:spPr>
              <a:xfrm>
                <a:off x="4014652" y="2211983"/>
                <a:ext cx="0" cy="2555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2068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4A24E2-DB2C-4BB6-A15A-8C5F11A5CF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E14110A-D6CD-456B-98F9-73FE9C1E7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DEAA1FA-C3EC-400F-9861-0BC9059651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97CE789-7C5F-4497-9E02-466C492F0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373B902-7F62-4C57-84E1-195DE0CE45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4976D8-D4C4-40C0-B5B6-193C36FE24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514837A-7883-4657-B39C-CFB0E906AA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FEC8124-47AD-418E-8812-C47457BE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D3F7714-1BE7-4E5D-B75D-06333A989D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116C75-2CBE-403F-8718-EDBA166E30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05831A-BF07-4FEB-A98D-F7A208C36C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52A128-B3C1-44AE-B02A-04C4E4F34F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5015E62-1D44-4539-A6A9-6D7A4BC1F9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9C00E1-1B4A-49FE-992A-150D26E9F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8099B4-9F36-4E9C-8A4D-A0A2595CAF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8A23B8-52E4-46C6-BB77-4EBC1519EE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C0B9E9-1A52-421D-85BD-3A1BFA975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5B76CC-064D-4C50-B735-E0EEB16DB3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8F58F-8D51-5521-39C1-112F47D0A9E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49"/>
            <a:ext cx="8686800" cy="562247"/>
          </a:xfrm>
        </p:spPr>
        <p:txBody>
          <a:bodyPr/>
          <a:lstStyle/>
          <a:p>
            <a:r>
              <a:rPr lang="fr-CA" sz="2400" noProof="0"/>
              <a:t>Exemple : Trésorerie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66F1D6C-0C94-892D-FBE6-B7FA7173B827}"/>
              </a:ext>
            </a:extLst>
          </p:cNvPr>
          <p:cNvSpPr>
            <a:spLocks noGrp="1"/>
          </p:cNvSpPr>
          <p:nvPr>
            <p:ph type="sldNum" sz="quarter" idx="10"/>
            <p:custDataLst>
              <p:tags r:id="rId2"/>
            </p:custDataLst>
          </p:nvPr>
        </p:nvSpPr>
        <p:spPr/>
        <p:txBody>
          <a:bodyPr/>
          <a:lstStyle/>
          <a:p>
            <a:fld id="{1A5FFEF5-E129-4B58-BC20-992FAFAB5E8C}" type="slidenum">
              <a:rPr lang="fr-CA" noProof="0" smtClean="0"/>
              <a:pPr/>
              <a:t>20</a:t>
            </a:fld>
            <a:endParaRPr lang="fr-CA" noProof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90F6528-3759-5FE2-1DAE-971AA58F9A7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0219" y="1053424"/>
            <a:ext cx="8655181" cy="317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380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66D0-F8DD-4EFB-1E1B-3CB22B75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FF04425-9A8B-60BB-3630-353A3E2E152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8610600" y="4784623"/>
            <a:ext cx="304800" cy="273844"/>
          </a:xfrm>
        </p:spPr>
        <p:txBody>
          <a:bodyPr/>
          <a:lstStyle/>
          <a:p>
            <a:fld id="{1A5FFEF5-E129-4B58-BC20-992FAFAB5E8C}" type="slidenum">
              <a:rPr lang="fr-CA" noProof="0" smtClean="0"/>
              <a:pPr/>
              <a:t>21</a:t>
            </a:fld>
            <a:endParaRPr lang="fr-CA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B5E394-6E4A-7CE7-0396-723083758F75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256031" y="326803"/>
            <a:ext cx="8086779" cy="1699358"/>
          </a:xfrm>
        </p:spPr>
        <p:txBody>
          <a:bodyPr/>
          <a:lstStyle/>
          <a:p>
            <a:r>
              <a:rPr lang="fr-CA" sz="4800" noProof="0"/>
              <a:t>Nos attentes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D4CA2B8-77B1-766D-1880-FA15DF0DABA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195279" y="4771504"/>
            <a:ext cx="18184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noProof="0"/>
              <a:t>@Meriem Jedidi</a:t>
            </a:r>
          </a:p>
        </p:txBody>
      </p:sp>
    </p:spTree>
    <p:extLst>
      <p:ext uri="{BB962C8B-B14F-4D97-AF65-F5344CB8AC3E}">
        <p14:creationId xmlns:p14="http://schemas.microsoft.com/office/powerpoint/2010/main" val="460568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649277-57CB-FA99-8A6D-1388CDF0D2F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47650"/>
            <a:ext cx="8686800" cy="514350"/>
          </a:xfrm>
        </p:spPr>
        <p:txBody>
          <a:bodyPr anchor="t">
            <a:normAutofit/>
          </a:bodyPr>
          <a:lstStyle/>
          <a:p>
            <a:r>
              <a:rPr lang="fr-CA" sz="2400" b="1" noProof="0"/>
              <a:t>Les attentes de nos directions affaires, systèmes et TI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5F2649-7A29-07C6-BE57-CD14A40D681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610600" y="4784623"/>
            <a:ext cx="304800" cy="273844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2CFF269-2187-469B-861B-426AF96A1473}" type="slidenum">
              <a:rPr lang="fr-CA" noProof="0" smtClean="0"/>
              <a:pPr>
                <a:spcAft>
                  <a:spcPts val="600"/>
                </a:spcAft>
              </a:pPr>
              <a:t>22</a:t>
            </a:fld>
            <a:endParaRPr lang="fr-CA" noProof="0"/>
          </a:p>
        </p:txBody>
      </p:sp>
      <p:graphicFrame>
        <p:nvGraphicFramePr>
          <p:cNvPr id="14" name="Espace réservé du contenu 2">
            <a:extLst>
              <a:ext uri="{FF2B5EF4-FFF2-40B4-BE49-F238E27FC236}">
                <a16:creationId xmlns:a16="http://schemas.microsoft.com/office/drawing/2014/main" id="{9B8F68F2-172E-CC92-CA19-6F9CF7BE9975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18814423"/>
              </p:ext>
            </p:extLst>
          </p:nvPr>
        </p:nvGraphicFramePr>
        <p:xfrm>
          <a:off x="228600" y="933450"/>
          <a:ext cx="8686800" cy="3699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0459924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INDUSTRIELLE ALLIANCE">
  <a:themeElements>
    <a:clrScheme name="IA">
      <a:dk1>
        <a:srgbClr val="064DD9"/>
      </a:dk1>
      <a:lt1>
        <a:sysClr val="window" lastClr="FFFFFF"/>
      </a:lt1>
      <a:dk2>
        <a:srgbClr val="01233F"/>
      </a:dk2>
      <a:lt2>
        <a:srgbClr val="73C4EF"/>
      </a:lt2>
      <a:accent1>
        <a:srgbClr val="064DD9"/>
      </a:accent1>
      <a:accent2>
        <a:srgbClr val="DBF0FF"/>
      </a:accent2>
      <a:accent3>
        <a:srgbClr val="01233F"/>
      </a:accent3>
      <a:accent4>
        <a:srgbClr val="73C4EF"/>
      </a:accent4>
      <a:accent5>
        <a:srgbClr val="756B5F"/>
      </a:accent5>
      <a:accent6>
        <a:srgbClr val="E2DCD0"/>
      </a:accent6>
      <a:hlink>
        <a:srgbClr val="FFFFFF"/>
      </a:hlink>
      <a:folHlink>
        <a:srgbClr val="FFFFFF"/>
      </a:folHlink>
    </a:clrScheme>
    <a:fontScheme name="IA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OJ-25-22_GabaritPPT-iAGF-FR" id="{DEE5ACAA-4EA7-8144-99F5-8FACF04AC352}" vid="{08F0A3C4-773F-7D41-B4D1-390E3371BCAD}"/>
    </a:ext>
  </a:extLst>
</a:theme>
</file>

<file path=ppt/theme/theme2.xml><?xml version="1.0" encoding="utf-8"?>
<a:theme xmlns:a="http://schemas.openxmlformats.org/drawingml/2006/main" name="Thème Office">
  <a:themeElements>
    <a:clrScheme name="Personnalisé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22886"/>
      </a:accent1>
      <a:accent2>
        <a:srgbClr val="0070C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nalisé 3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22886"/>
    </a:accent1>
    <a:accent2>
      <a:srgbClr val="0070C0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IA">
    <a:dk1>
      <a:srgbClr val="064DD9"/>
    </a:dk1>
    <a:lt1>
      <a:sysClr val="window" lastClr="FFFFFF"/>
    </a:lt1>
    <a:dk2>
      <a:srgbClr val="01233F"/>
    </a:dk2>
    <a:lt2>
      <a:srgbClr val="73C4EF"/>
    </a:lt2>
    <a:accent1>
      <a:srgbClr val="064DD9"/>
    </a:accent1>
    <a:accent2>
      <a:srgbClr val="DBF0FF"/>
    </a:accent2>
    <a:accent3>
      <a:srgbClr val="01233F"/>
    </a:accent3>
    <a:accent4>
      <a:srgbClr val="73C4EF"/>
    </a:accent4>
    <a:accent5>
      <a:srgbClr val="756B5F"/>
    </a:accent5>
    <a:accent6>
      <a:srgbClr val="E2DCD0"/>
    </a:accent6>
    <a:hlink>
      <a:srgbClr val="FFFFFF"/>
    </a:hlink>
    <a:folHlink>
      <a:srgbClr val="FFFFFF"/>
    </a:folHlink>
  </a:clrScheme>
</a:themeOverride>
</file>

<file path=ppt/theme/themeOverride3.xml><?xml version="1.0" encoding="utf-8"?>
<a:themeOverride xmlns:a="http://schemas.openxmlformats.org/drawingml/2006/main">
  <a:clrScheme name="IA">
    <a:dk1>
      <a:srgbClr val="064DD9"/>
    </a:dk1>
    <a:lt1>
      <a:sysClr val="window" lastClr="FFFFFF"/>
    </a:lt1>
    <a:dk2>
      <a:srgbClr val="01233F"/>
    </a:dk2>
    <a:lt2>
      <a:srgbClr val="73C4EF"/>
    </a:lt2>
    <a:accent1>
      <a:srgbClr val="064DD9"/>
    </a:accent1>
    <a:accent2>
      <a:srgbClr val="DBF0FF"/>
    </a:accent2>
    <a:accent3>
      <a:srgbClr val="01233F"/>
    </a:accent3>
    <a:accent4>
      <a:srgbClr val="73C4EF"/>
    </a:accent4>
    <a:accent5>
      <a:srgbClr val="756B5F"/>
    </a:accent5>
    <a:accent6>
      <a:srgbClr val="E2DCD0"/>
    </a:accent6>
    <a:hlink>
      <a:srgbClr val="FFFFFF"/>
    </a:hlink>
    <a:folHlink>
      <a:srgbClr val="FFFFFF"/>
    </a:folHlink>
  </a:clrScheme>
</a:themeOverride>
</file>

<file path=ppt/theme/themeOverride4.xml><?xml version="1.0" encoding="utf-8"?>
<a:themeOverride xmlns:a="http://schemas.openxmlformats.org/drawingml/2006/main">
  <a:clrScheme name="IA">
    <a:dk1>
      <a:srgbClr val="064DD9"/>
    </a:dk1>
    <a:lt1>
      <a:sysClr val="window" lastClr="FFFFFF"/>
    </a:lt1>
    <a:dk2>
      <a:srgbClr val="01233F"/>
    </a:dk2>
    <a:lt2>
      <a:srgbClr val="73C4EF"/>
    </a:lt2>
    <a:accent1>
      <a:srgbClr val="064DD9"/>
    </a:accent1>
    <a:accent2>
      <a:srgbClr val="DBF0FF"/>
    </a:accent2>
    <a:accent3>
      <a:srgbClr val="01233F"/>
    </a:accent3>
    <a:accent4>
      <a:srgbClr val="73C4EF"/>
    </a:accent4>
    <a:accent5>
      <a:srgbClr val="756B5F"/>
    </a:accent5>
    <a:accent6>
      <a:srgbClr val="E2DCD0"/>
    </a:accent6>
    <a:hlink>
      <a:srgbClr val="FFFFFF"/>
    </a:hlink>
    <a:folHlink>
      <a:srgbClr val="FFFF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3C1A93673AE84388E326B5D4CC551E" ma:contentTypeVersion="15" ma:contentTypeDescription="Crée un document." ma:contentTypeScope="" ma:versionID="d4fcf7f89143bbf038eca41f9d5c3be2">
  <xsd:schema xmlns:xsd="http://www.w3.org/2001/XMLSchema" xmlns:xs="http://www.w3.org/2001/XMLSchema" xmlns:p="http://schemas.microsoft.com/office/2006/metadata/properties" xmlns:ns2="ed106c1e-c1d6-4ff2-91fd-e5ba1764ee54" xmlns:ns3="011f6add-43de-46b1-b9e4-48bf74bb8fa8" targetNamespace="http://schemas.microsoft.com/office/2006/metadata/properties" ma:root="true" ma:fieldsID="74a766da3e51b8ac96ed7ceec2542d12" ns2:_="" ns3:_="">
    <xsd:import namespace="ed106c1e-c1d6-4ff2-91fd-e5ba1764ee54"/>
    <xsd:import namespace="011f6add-43de-46b1-b9e4-48bf74bb8f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Objecti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06c1e-c1d6-4ff2-91fd-e5ba1764ee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49c3984d-6c88-459e-875d-1e42fc5375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jectif" ma:index="22" nillable="true" ma:displayName="Objectif" ma:format="Dropdown" ma:internalName="Objectif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1f6add-43de-46b1-b9e4-48bf74bb8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2549b3d-bf4a-4efc-88a1-fd73d023a290}" ma:internalName="TaxCatchAll" ma:showField="CatchAllData" ma:web="011f6add-43de-46b1-b9e4-48bf74bb8f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106c1e-c1d6-4ff2-91fd-e5ba1764ee54">
      <Terms xmlns="http://schemas.microsoft.com/office/infopath/2007/PartnerControls"/>
    </lcf76f155ced4ddcb4097134ff3c332f>
    <TaxCatchAll xmlns="011f6add-43de-46b1-b9e4-48bf74bb8fa8" xsi:nil="true"/>
    <Objectif xmlns="ed106c1e-c1d6-4ff2-91fd-e5ba1764ee54" xsi:nil="true"/>
  </documentManagement>
</p:properties>
</file>

<file path=customXml/itemProps1.xml><?xml version="1.0" encoding="utf-8"?>
<ds:datastoreItem xmlns:ds="http://schemas.openxmlformats.org/officeDocument/2006/customXml" ds:itemID="{DEDF9E9A-FBB4-499A-B7BE-8E23D9F61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5EEF1F-7D05-4E33-93F4-4534D0131AF9}">
  <ds:schemaRefs>
    <ds:schemaRef ds:uri="011f6add-43de-46b1-b9e4-48bf74bb8fa8"/>
    <ds:schemaRef ds:uri="ed106c1e-c1d6-4ff2-91fd-e5ba1764ee5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1430FC-9458-44A7-9740-6EEEF62E7580}">
  <ds:schemaRefs>
    <ds:schemaRef ds:uri="011f6add-43de-46b1-b9e4-48bf74bb8fa8"/>
    <ds:schemaRef ds:uri="ed106c1e-c1d6-4ff2-91fd-e5ba1764ee5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PROJ-25-22_GabaritPPT-iAGF-FR (1)</Template>
  <Application>Microsoft Office PowerPoint</Application>
  <PresentationFormat>On-screen Show (16:9)</PresentationFormat>
  <Slides>22</Slides>
  <Notes>9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INDUSTRIELLE ALLIANCE</vt:lpstr>
      <vt:lpstr>Thème Office</vt:lpstr>
      <vt:lpstr>Standard QA Affaires, SYSTÈME et TI</vt:lpstr>
      <vt:lpstr>Agenda</vt:lpstr>
      <vt:lpstr>Objectifs des ateliers QA</vt:lpstr>
      <vt:lpstr>PowerPoint Presentation</vt:lpstr>
      <vt:lpstr>PowerPoint Presentation</vt:lpstr>
      <vt:lpstr>PowerPoint Presentation</vt:lpstr>
      <vt:lpstr>PowerPoint Presentation</vt:lpstr>
      <vt:lpstr>Workflow entre les équipes de livraison et les  équipes contributrices</vt:lpstr>
      <vt:lpstr>Responsabilité dans l’équipe</vt:lpstr>
      <vt:lpstr>Responsabilité dans l’équipe</vt:lpstr>
      <vt:lpstr>PowerPoint Presentation</vt:lpstr>
      <vt:lpstr>Les niveaux de test : une pyramide de confiance</vt:lpstr>
      <vt:lpstr>Tests de composants &amp; Tests d'intégration de composants</vt:lpstr>
      <vt:lpstr>Tests Système &amp; Tests d'intégration de système</vt:lpstr>
      <vt:lpstr>Tests d'Acceptation </vt:lpstr>
      <vt:lpstr>Tester tôt, c’est gagner du temps et de la qualité </vt:lpstr>
      <vt:lpstr>PowerPoint Presentation</vt:lpstr>
      <vt:lpstr>Objectifs</vt:lpstr>
      <vt:lpstr>Organisation du plan de test (DevOps)</vt:lpstr>
      <vt:lpstr>Exemple : Trésorerie</vt:lpstr>
      <vt:lpstr>PowerPoint Presentation</vt:lpstr>
      <vt:lpstr>Les attentes de nos directions affaires, systèmes et 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Cosials, Benoit</dc:creator>
  <cp:revision>1</cp:revision>
  <dcterms:created xsi:type="dcterms:W3CDTF">2025-11-03T20:34:47Z</dcterms:created>
  <dcterms:modified xsi:type="dcterms:W3CDTF">2026-01-20T22:06:23Z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0x0101009E3C1A93673AE84388E326B5D4CC551E</vt:lpwstr>
  </property>
  <property fmtid="{D5CDD505-2E9C-101B-9397-08002B2CF9AE}" pid="3" name="MediaServiceImageTags">
    <vt:lpwstr/>
  </property>
</Properties>
</file>