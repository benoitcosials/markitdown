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0_38DE346D.xml" ContentType="application/vnd.ms-powerpoint.comments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2A0E_A3D62F93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modernComment_2A15_8808B41C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  <p:sldMasterId id="2147483719" r:id="rId5"/>
    <p:sldMasterId id="2147483761" r:id="rId6"/>
  </p:sldMasterIdLst>
  <p:notesMasterIdLst>
    <p:notesMasterId r:id="rId28"/>
  </p:notesMasterIdLst>
  <p:handoutMasterIdLst>
    <p:handoutMasterId r:id="rId29"/>
  </p:handoutMasterIdLst>
  <p:sldIdLst>
    <p:sldId id="10757" r:id="rId7"/>
    <p:sldId id="10758" r:id="rId8"/>
    <p:sldId id="10759" r:id="rId9"/>
    <p:sldId id="256" r:id="rId10"/>
    <p:sldId id="257" r:id="rId11"/>
    <p:sldId id="10764" r:id="rId12"/>
    <p:sldId id="10760" r:id="rId13"/>
    <p:sldId id="10766" r:id="rId14"/>
    <p:sldId id="10761" r:id="rId15"/>
    <p:sldId id="10762" r:id="rId16"/>
    <p:sldId id="10763" r:id="rId17"/>
    <p:sldId id="10765" r:id="rId18"/>
    <p:sldId id="10772" r:id="rId19"/>
    <p:sldId id="10767" r:id="rId20"/>
    <p:sldId id="10769" r:id="rId21"/>
    <p:sldId id="10635" r:id="rId22"/>
    <p:sldId id="10770" r:id="rId23"/>
    <p:sldId id="10752" r:id="rId24"/>
    <p:sldId id="10771" r:id="rId25"/>
    <p:sldId id="10756" r:id="rId26"/>
    <p:sldId id="10773" r:id="rId27"/>
  </p:sldIdLst>
  <p:sldSz cx="9144000" cy="5143500" type="screen16x9"/>
  <p:notesSz cx="9372600" cy="70104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8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2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F18103D6-38C8-4B13-84A6-B0708661BD6E}">
          <p14:sldIdLst>
            <p14:sldId id="10757"/>
            <p14:sldId id="10758"/>
            <p14:sldId id="10759"/>
            <p14:sldId id="256"/>
            <p14:sldId id="257"/>
            <p14:sldId id="10764"/>
            <p14:sldId id="10760"/>
            <p14:sldId id="10766"/>
            <p14:sldId id="10761"/>
            <p14:sldId id="10762"/>
            <p14:sldId id="10763"/>
            <p14:sldId id="10765"/>
            <p14:sldId id="10772"/>
            <p14:sldId id="10767"/>
            <p14:sldId id="10769"/>
            <p14:sldId id="10635"/>
            <p14:sldId id="10770"/>
            <p14:sldId id="10752"/>
            <p14:sldId id="10771"/>
            <p14:sldId id="10756"/>
            <p14:sldId id="107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9AA509-44E4-50DB-9F32-86616C5D8514}" name="Auclair, Bianca" initials="AB" userId="S::bianca.auclair@ia.ca::58712ce2-bb62-43de-b7d5-baeb6131f9ce" providerId="AD"/>
  <p188:author id="{9971A41E-D707-8B6A-1D81-EA26D0B9F990}" name="Cosials, Benoit" initials="CB" userId="S::benoit.cosials@ia.ca::55eb508c-1f17-412e-9f09-1d82eedc926e" providerId="AD"/>
  <p188:author id="{11228D49-39FA-5C49-CB58-7F54FC019FFB}" name="Bouchard, Marie" initials="BM" userId="S::marie.bouchard@ia.ca::f3711c8a-1fc7-4ecd-b22d-149d31e425e0" providerId="AD"/>
  <p188:author id="{3D458351-A432-D7EF-5538-735B16A5ADF8}" name="Robin, Elliott" initials="RE" userId="S::elliott.robin@ia.ca::a097b08a-cf89-441f-b719-2266f8562dc1" providerId="AD"/>
  <p188:author id="{45298459-C9E7-0B0C-3588-90A42979C48D}" name="Merdassi, Hakim" initials="MH" userId="S::hakim.merdassi2@ia.ca::4ca6b58f-59e0-40b9-8351-93620481a179" providerId="AD"/>
  <p188:author id="{4B436781-CC26-A821-3F6C-6C71B2345275}" name="Bergeron, Marie-Hélène" initials="BMH" userId="S::marie-helene.bergeron@ia.ca::b2bc5056-878d-4e5a-8782-c964ad8f6b9b" providerId="AD"/>
  <p188:author id="{80F47ADA-037B-89AC-E701-1B526C4B9BEB}" name="Legrand, Sylvie" initials="LS" userId="S::sylvie.legrand@ia.ca::0af0927e-dbd4-4f4a-8200-4afa4ff1aeaa" providerId="AD"/>
  <p188:author id="{D44812E4-004F-011D-A3A0-DDD0B76DFBDE}" name="De Cardaillac, Antoine" initials="DCA" userId="S::antoine.decardaillac@ia.ca::8ec30dee-4a1d-42e4-ae5d-d6129d19de4d" providerId="AD"/>
  <p188:author id="{A4C25DF0-84D0-332D-B4AE-91D76FD5C311}" name="Côté, Guy (DRV)" initials="GC" userId="S::guy.cote2@ia.ca::40d4a9b2-a5c1-4259-bc83-f6fb16e85db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blond-Besner, Sophie" initials="LS" lastIdx="6" clrIdx="0">
    <p:extLst>
      <p:ext uri="{19B8F6BF-5375-455C-9EA6-DF929625EA0E}">
        <p15:presenceInfo xmlns:p15="http://schemas.microsoft.com/office/powerpoint/2012/main" userId="S::Sophie.Leblond-Besner@ia.ca::33909b31-41a8-4c6d-987a-c6ee3ae23bc8" providerId="AD"/>
      </p:ext>
    </p:extLst>
  </p:cmAuthor>
  <p:cmAuthor id="2" name="Braga, Émiliana" initials="BÉ" lastIdx="1" clrIdx="1">
    <p:extLst>
      <p:ext uri="{19B8F6BF-5375-455C-9EA6-DF929625EA0E}">
        <p15:presenceInfo xmlns:p15="http://schemas.microsoft.com/office/powerpoint/2012/main" userId="S::emiliana.braga@ia.ca::5e9d1318-b356-4dea-a217-df03a06fd69f" providerId="AD"/>
      </p:ext>
    </p:extLst>
  </p:cmAuthor>
  <p:cmAuthor id="3" name="Cosials, Benoit" initials="CB" lastIdx="11" clrIdx="2">
    <p:extLst>
      <p:ext uri="{19B8F6BF-5375-455C-9EA6-DF929625EA0E}">
        <p15:presenceInfo xmlns:p15="http://schemas.microsoft.com/office/powerpoint/2012/main" userId="S::benoit.cosials@ia.ca::55eb508c-1f17-412e-9f09-1d82eedc926e" providerId="AD"/>
      </p:ext>
    </p:extLst>
  </p:cmAuthor>
  <p:cmAuthor id="4" name="Lefebvre, Alexandra" initials="LA" lastIdx="1" clrIdx="3">
    <p:extLst>
      <p:ext uri="{19B8F6BF-5375-455C-9EA6-DF929625EA0E}">
        <p15:presenceInfo xmlns:p15="http://schemas.microsoft.com/office/powerpoint/2012/main" userId="S::alexandra.lefebvre@ia.ca::c382bff0-2b8a-48d3-99dd-fb88ee1825d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FF33CC"/>
    <a:srgbClr val="002E6B"/>
    <a:srgbClr val="00198D"/>
    <a:srgbClr val="99D6EA"/>
    <a:srgbClr val="003DA5"/>
    <a:srgbClr val="434343"/>
    <a:srgbClr val="262626"/>
    <a:srgbClr val="DCE9F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07BE0-E5C9-4CA8-ACA1-1A630DFA05BD}" v="13" dt="2026-02-05T14:35:28.721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8" d="100"/>
          <a:sy n="188" d="100"/>
        </p:scale>
        <p:origin x="1014" y="372"/>
      </p:cViewPr>
      <p:guideLst>
        <p:guide orient="horz" pos="792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208"/>
        <p:guide pos="29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llancourt, David" userId="01dec21a-bd52-4c9c-975d-ef547b4a0f92" providerId="ADAL" clId="{3BC82CE4-8862-4E36-9E9B-3574312FC9DB}"/>
    <pc:docChg chg="modSld">
      <pc:chgData name="Vaillancourt, David" userId="01dec21a-bd52-4c9c-975d-ef547b4a0f92" providerId="ADAL" clId="{3BC82CE4-8862-4E36-9E9B-3574312FC9DB}" dt="2026-01-23T19:14:23.756" v="0" actId="13926"/>
      <pc:docMkLst>
        <pc:docMk/>
      </pc:docMkLst>
      <pc:sldChg chg="modSp mod">
        <pc:chgData name="Vaillancourt, David" userId="01dec21a-bd52-4c9c-975d-ef547b4a0f92" providerId="ADAL" clId="{3BC82CE4-8862-4E36-9E9B-3574312FC9DB}" dt="2026-01-23T19:14:23.756" v="0" actId="13926"/>
        <pc:sldMkLst>
          <pc:docMk/>
          <pc:sldMk cId="1592855588" sldId="10760"/>
        </pc:sldMkLst>
        <pc:spChg chg="mod">
          <ac:chgData name="Vaillancourt, David" userId="01dec21a-bd52-4c9c-975d-ef547b4a0f92" providerId="ADAL" clId="{3BC82CE4-8862-4E36-9E9B-3574312FC9DB}" dt="2026-01-23T19:14:23.756" v="0" actId="13926"/>
          <ac:spMkLst>
            <pc:docMk/>
            <pc:sldMk cId="1592855588" sldId="10760"/>
            <ac:spMk id="3" creationId="{4F14D92A-0C53-0462-6247-53073E5EEC92}"/>
          </ac:spMkLst>
        </pc:spChg>
      </pc:sldChg>
    </pc:docChg>
  </pc:docChgLst>
  <pc:docChgLst>
    <pc:chgData name="Merdassi, Hakim" userId="4ca6b58f-59e0-40b9-8351-93620481a179" providerId="ADAL" clId="{E108C8FA-6E6A-4031-B897-C317C47FA5BA}"/>
    <pc:docChg chg="custSel modSld">
      <pc:chgData name="Merdassi, Hakim" userId="4ca6b58f-59e0-40b9-8351-93620481a179" providerId="ADAL" clId="{E108C8FA-6E6A-4031-B897-C317C47FA5BA}" dt="2026-02-02T15:27:21.461" v="36" actId="13822"/>
      <pc:docMkLst>
        <pc:docMk/>
      </pc:docMkLst>
      <pc:sldChg chg="addSp delSp modSp mod chgLayout">
        <pc:chgData name="Merdassi, Hakim" userId="4ca6b58f-59e0-40b9-8351-93620481a179" providerId="ADAL" clId="{E108C8FA-6E6A-4031-B897-C317C47FA5BA}" dt="2026-02-02T15:27:21.461" v="36" actId="13822"/>
        <pc:sldMkLst>
          <pc:docMk/>
          <pc:sldMk cId="2282271772" sldId="10773"/>
        </pc:sldMkLst>
        <pc:spChg chg="add mod ord">
          <ac:chgData name="Merdassi, Hakim" userId="4ca6b58f-59e0-40b9-8351-93620481a179" providerId="ADAL" clId="{E108C8FA-6E6A-4031-B897-C317C47FA5BA}" dt="2026-02-02T15:26:07.847" v="24" actId="1076"/>
          <ac:spMkLst>
            <pc:docMk/>
            <pc:sldMk cId="2282271772" sldId="10773"/>
            <ac:spMk id="5" creationId="{10FB77FC-682A-3BFE-21EE-60661FE82E96}"/>
          </ac:spMkLst>
        </pc:spChg>
        <pc:spChg chg="add mod">
          <ac:chgData name="Merdassi, Hakim" userId="4ca6b58f-59e0-40b9-8351-93620481a179" providerId="ADAL" clId="{E108C8FA-6E6A-4031-B897-C317C47FA5BA}" dt="2026-02-02T15:27:21.461" v="36" actId="13822"/>
          <ac:spMkLst>
            <pc:docMk/>
            <pc:sldMk cId="2282271772" sldId="10773"/>
            <ac:spMk id="14" creationId="{ECE44B0C-2B3F-4C32-2FCE-26A752DD96F1}"/>
          </ac:spMkLst>
        </pc:spChg>
        <pc:picChg chg="add">
          <ac:chgData name="Merdassi, Hakim" userId="4ca6b58f-59e0-40b9-8351-93620481a179" providerId="ADAL" clId="{E108C8FA-6E6A-4031-B897-C317C47FA5BA}" dt="2026-02-02T15:26:11.086" v="25" actId="22"/>
          <ac:picMkLst>
            <pc:docMk/>
            <pc:sldMk cId="2282271772" sldId="10773"/>
            <ac:picMk id="10" creationId="{9548EDFB-B1DD-837A-D013-43192DEE4149}"/>
          </ac:picMkLst>
        </pc:picChg>
        <pc:cxnChg chg="add mod">
          <ac:chgData name="Merdassi, Hakim" userId="4ca6b58f-59e0-40b9-8351-93620481a179" providerId="ADAL" clId="{E108C8FA-6E6A-4031-B897-C317C47FA5BA}" dt="2026-02-02T15:26:54.029" v="30" actId="1076"/>
          <ac:cxnSpMkLst>
            <pc:docMk/>
            <pc:sldMk cId="2282271772" sldId="10773"/>
            <ac:cxnSpMk id="12" creationId="{9F95548A-0FD0-C69B-AB19-C4D5BDC3E0A7}"/>
          </ac:cxnSpMkLst>
        </pc:cxnChg>
      </pc:sldChg>
    </pc:docChg>
  </pc:docChgLst>
  <pc:docChgLst>
    <pc:chgData name="Cosials, Benoit" userId="55eb508c-1f17-412e-9f09-1d82eedc926e" providerId="ADAL" clId="{21D902C2-1E7D-4DEA-BD5E-D02FBE9B9A73}"/>
    <pc:docChg chg="undo redo custSel addSld delSld modSld sldOrd modSection">
      <pc:chgData name="Cosials, Benoit" userId="55eb508c-1f17-412e-9f09-1d82eedc926e" providerId="ADAL" clId="{21D902C2-1E7D-4DEA-BD5E-D02FBE9B9A73}" dt="2026-02-06T17:55:24.802" v="2338" actId="20577"/>
      <pc:docMkLst>
        <pc:docMk/>
      </pc:docMkLst>
      <pc:sldChg chg="modSp mod">
        <pc:chgData name="Cosials, Benoit" userId="55eb508c-1f17-412e-9f09-1d82eedc926e" providerId="ADAL" clId="{21D902C2-1E7D-4DEA-BD5E-D02FBE9B9A73}" dt="2026-01-29T16:01:41.826" v="588" actId="12385"/>
        <pc:sldMkLst>
          <pc:docMk/>
          <pc:sldMk cId="954086509" sldId="256"/>
        </pc:sldMkLst>
        <pc:graphicFrameChg chg="modGraphic">
          <ac:chgData name="Cosials, Benoit" userId="55eb508c-1f17-412e-9f09-1d82eedc926e" providerId="ADAL" clId="{21D902C2-1E7D-4DEA-BD5E-D02FBE9B9A73}" dt="2026-01-29T16:01:41.826" v="588" actId="12385"/>
          <ac:graphicFrameMkLst>
            <pc:docMk/>
            <pc:sldMk cId="954086509" sldId="256"/>
            <ac:graphicFrameMk id="6" creationId="{82906C91-6ED1-DAEE-761C-7DF86576F9B3}"/>
          </ac:graphicFrameMkLst>
        </pc:graphicFrameChg>
      </pc:sldChg>
      <pc:sldChg chg="modSp mod">
        <pc:chgData name="Cosials, Benoit" userId="55eb508c-1f17-412e-9f09-1d82eedc926e" providerId="ADAL" clId="{21D902C2-1E7D-4DEA-BD5E-D02FBE9B9A73}" dt="2026-02-02T16:44:14.543" v="2237" actId="20577"/>
        <pc:sldMkLst>
          <pc:docMk/>
          <pc:sldMk cId="1869967798" sldId="257"/>
        </pc:sldMkLst>
        <pc:graphicFrameChg chg="modGraphic">
          <ac:chgData name="Cosials, Benoit" userId="55eb508c-1f17-412e-9f09-1d82eedc926e" providerId="ADAL" clId="{21D902C2-1E7D-4DEA-BD5E-D02FBE9B9A73}" dt="2026-02-02T16:44:14.543" v="2237" actId="20577"/>
          <ac:graphicFrameMkLst>
            <pc:docMk/>
            <pc:sldMk cId="1869967798" sldId="257"/>
            <ac:graphicFrameMk id="4" creationId="{D60B9D50-00E4-B91E-5386-A691B1212BAE}"/>
          </ac:graphicFrameMkLst>
        </pc:graphicFrameChg>
      </pc:sldChg>
      <pc:sldChg chg="addSp delSp modSp mod">
        <pc:chgData name="Cosials, Benoit" userId="55eb508c-1f17-412e-9f09-1d82eedc926e" providerId="ADAL" clId="{21D902C2-1E7D-4DEA-BD5E-D02FBE9B9A73}" dt="2026-02-06T17:55:24.802" v="2338" actId="20577"/>
        <pc:sldMkLst>
          <pc:docMk/>
          <pc:sldMk cId="1417335679" sldId="10635"/>
        </pc:sldMkLst>
        <pc:spChg chg="mod">
          <ac:chgData name="Cosials, Benoit" userId="55eb508c-1f17-412e-9f09-1d82eedc926e" providerId="ADAL" clId="{21D902C2-1E7D-4DEA-BD5E-D02FBE9B9A73}" dt="2026-02-02T14:29:40.750" v="1503" actId="1076"/>
          <ac:spMkLst>
            <pc:docMk/>
            <pc:sldMk cId="1417335679" sldId="10635"/>
            <ac:spMk id="6" creationId="{76E6E7EB-5F0A-49B8-A9BC-31FE968302F0}"/>
          </ac:spMkLst>
        </pc:spChg>
        <pc:graphicFrameChg chg="mod">
          <ac:chgData name="Cosials, Benoit" userId="55eb508c-1f17-412e-9f09-1d82eedc926e" providerId="ADAL" clId="{21D902C2-1E7D-4DEA-BD5E-D02FBE9B9A73}" dt="2026-02-02T14:28:04.040" v="1417" actId="465"/>
          <ac:graphicFrameMkLst>
            <pc:docMk/>
            <pc:sldMk cId="1417335679" sldId="10635"/>
            <ac:graphicFrameMk id="4" creationId="{6A39F142-CBD8-4BB7-A1E2-43DE38F2AA45}"/>
          </ac:graphicFrameMkLst>
        </pc:graphicFrameChg>
        <pc:graphicFrameChg chg="mod modGraphic">
          <ac:chgData name="Cosials, Benoit" userId="55eb508c-1f17-412e-9f09-1d82eedc926e" providerId="ADAL" clId="{21D902C2-1E7D-4DEA-BD5E-D02FBE9B9A73}" dt="2026-02-02T14:29:21.046" v="1502" actId="20577"/>
          <ac:graphicFrameMkLst>
            <pc:docMk/>
            <pc:sldMk cId="1417335679" sldId="10635"/>
            <ac:graphicFrameMk id="7" creationId="{BB1ADDEC-3A00-43C8-AC5A-F93F899154D9}"/>
          </ac:graphicFrameMkLst>
        </pc:graphicFrameChg>
        <pc:graphicFrameChg chg="add mod modGraphic">
          <ac:chgData name="Cosials, Benoit" userId="55eb508c-1f17-412e-9f09-1d82eedc926e" providerId="ADAL" clId="{21D902C2-1E7D-4DEA-BD5E-D02FBE9B9A73}" dt="2026-02-06T17:55:24.802" v="2338" actId="20577"/>
          <ac:graphicFrameMkLst>
            <pc:docMk/>
            <pc:sldMk cId="1417335679" sldId="10635"/>
            <ac:graphicFrameMk id="10" creationId="{EA10AB02-4978-DFEE-5D1B-2DD45BA91542}"/>
          </ac:graphicFrameMkLst>
        </pc:graphicFrameChg>
      </pc:sldChg>
      <pc:sldChg chg="addSp delSp modSp mod chgLayout">
        <pc:chgData name="Cosials, Benoit" userId="55eb508c-1f17-412e-9f09-1d82eedc926e" providerId="ADAL" clId="{21D902C2-1E7D-4DEA-BD5E-D02FBE9B9A73}" dt="2026-02-02T14:37:10.809" v="2068" actId="20577"/>
        <pc:sldMkLst>
          <pc:docMk/>
          <pc:sldMk cId="2343458272" sldId="10752"/>
        </pc:sldMkLst>
        <pc:spChg chg="mod ord">
          <ac:chgData name="Cosials, Benoit" userId="55eb508c-1f17-412e-9f09-1d82eedc926e" providerId="ADAL" clId="{21D902C2-1E7D-4DEA-BD5E-D02FBE9B9A73}" dt="2026-01-29T15:15:41.112" v="10" actId="6264"/>
          <ac:spMkLst>
            <pc:docMk/>
            <pc:sldMk cId="2343458272" sldId="10752"/>
            <ac:spMk id="4" creationId="{6C20B2F3-4BEB-E66F-8A08-BC5CFD2C0393}"/>
          </ac:spMkLst>
        </pc:spChg>
        <pc:spChg chg="mod ord">
          <ac:chgData name="Cosials, Benoit" userId="55eb508c-1f17-412e-9f09-1d82eedc926e" providerId="ADAL" clId="{21D902C2-1E7D-4DEA-BD5E-D02FBE9B9A73}" dt="2026-02-02T14:37:10.809" v="2068" actId="20577"/>
          <ac:spMkLst>
            <pc:docMk/>
            <pc:sldMk cId="2343458272" sldId="10752"/>
            <ac:spMk id="9" creationId="{F4C506B0-21D6-611F-C4FA-D79B68886C96}"/>
          </ac:spMkLst>
        </pc:spChg>
        <pc:graphicFrameChg chg="mod ord modGraphic">
          <ac:chgData name="Cosials, Benoit" userId="55eb508c-1f17-412e-9f09-1d82eedc926e" providerId="ADAL" clId="{21D902C2-1E7D-4DEA-BD5E-D02FBE9B9A73}" dt="2026-02-02T14:36:08.322" v="1979" actId="404"/>
          <ac:graphicFrameMkLst>
            <pc:docMk/>
            <pc:sldMk cId="2343458272" sldId="10752"/>
            <ac:graphicFrameMk id="6" creationId="{2572842D-A0B1-5445-E807-C7897B63A493}"/>
          </ac:graphicFrameMkLst>
        </pc:graphicFrameChg>
      </pc:sldChg>
      <pc:sldChg chg="modSp mod">
        <pc:chgData name="Cosials, Benoit" userId="55eb508c-1f17-412e-9f09-1d82eedc926e" providerId="ADAL" clId="{21D902C2-1E7D-4DEA-BD5E-D02FBE9B9A73}" dt="2026-02-02T14:37:43.586" v="2083" actId="20577"/>
        <pc:sldMkLst>
          <pc:docMk/>
          <pc:sldMk cId="1526757231" sldId="10756"/>
        </pc:sldMkLst>
        <pc:spChg chg="mod">
          <ac:chgData name="Cosials, Benoit" userId="55eb508c-1f17-412e-9f09-1d82eedc926e" providerId="ADAL" clId="{21D902C2-1E7D-4DEA-BD5E-D02FBE9B9A73}" dt="2026-02-02T14:37:43.586" v="2083" actId="20577"/>
          <ac:spMkLst>
            <pc:docMk/>
            <pc:sldMk cId="1526757231" sldId="10756"/>
            <ac:spMk id="2" creationId="{FB26D4F7-C5AC-705C-B1D0-B4A37264652A}"/>
          </ac:spMkLst>
        </pc:spChg>
      </pc:sldChg>
      <pc:sldChg chg="modSp mod">
        <pc:chgData name="Cosials, Benoit" userId="55eb508c-1f17-412e-9f09-1d82eedc926e" providerId="ADAL" clId="{21D902C2-1E7D-4DEA-BD5E-D02FBE9B9A73}" dt="2026-01-29T18:01:48.927" v="602" actId="113"/>
        <pc:sldMkLst>
          <pc:docMk/>
          <pc:sldMk cId="58977407" sldId="10759"/>
        </pc:sldMkLst>
        <pc:spChg chg="mod">
          <ac:chgData name="Cosials, Benoit" userId="55eb508c-1f17-412e-9f09-1d82eedc926e" providerId="ADAL" clId="{21D902C2-1E7D-4DEA-BD5E-D02FBE9B9A73}" dt="2026-01-29T16:00:09.163" v="543" actId="20577"/>
          <ac:spMkLst>
            <pc:docMk/>
            <pc:sldMk cId="58977407" sldId="10759"/>
            <ac:spMk id="2" creationId="{D527DA06-5440-AD6E-916D-5099A5F9CA5C}"/>
          </ac:spMkLst>
        </pc:spChg>
        <pc:graphicFrameChg chg="mod">
          <ac:chgData name="Cosials, Benoit" userId="55eb508c-1f17-412e-9f09-1d82eedc926e" providerId="ADAL" clId="{21D902C2-1E7D-4DEA-BD5E-D02FBE9B9A73}" dt="2026-01-29T18:01:48.927" v="602" actId="113"/>
          <ac:graphicFrameMkLst>
            <pc:docMk/>
            <pc:sldMk cId="58977407" sldId="10759"/>
            <ac:graphicFrameMk id="5" creationId="{F53615AE-F737-AF75-D1A4-0E11CC3A9B21}"/>
          </ac:graphicFrameMkLst>
        </pc:graphicFrameChg>
      </pc:sldChg>
      <pc:sldChg chg="delSp modSp mod modCm">
        <pc:chgData name="Cosials, Benoit" userId="55eb508c-1f17-412e-9f09-1d82eedc926e" providerId="ADAL" clId="{21D902C2-1E7D-4DEA-BD5E-D02FBE9B9A73}" dt="2026-02-02T14:21:41.705" v="1376" actId="20577"/>
        <pc:sldMkLst>
          <pc:docMk/>
          <pc:sldMk cId="1592855588" sldId="10760"/>
        </pc:sldMkLst>
        <pc:spChg chg="mod">
          <ac:chgData name="Cosials, Benoit" userId="55eb508c-1f17-412e-9f09-1d82eedc926e" providerId="ADAL" clId="{21D902C2-1E7D-4DEA-BD5E-D02FBE9B9A73}" dt="2026-02-02T14:21:41.705" v="1376" actId="20577"/>
          <ac:spMkLst>
            <pc:docMk/>
            <pc:sldMk cId="1592855588" sldId="10760"/>
            <ac:spMk id="3" creationId="{4F14D92A-0C53-0462-6247-53073E5EEC9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osials, Benoit" userId="55eb508c-1f17-412e-9f09-1d82eedc926e" providerId="ADAL" clId="{21D902C2-1E7D-4DEA-BD5E-D02FBE9B9A73}" dt="2026-02-02T14:21:41.705" v="1376" actId="20577"/>
              <pc2:cmMkLst xmlns:pc2="http://schemas.microsoft.com/office/powerpoint/2019/9/main/command">
                <pc:docMk/>
                <pc:sldMk cId="1592855588" sldId="10760"/>
                <pc2:cmMk id="{9DA3F6CF-1348-438C-8FFA-BFF145E26893}"/>
              </pc2:cmMkLst>
            </pc226:cmChg>
          </p:ext>
        </pc:extLst>
      </pc:sldChg>
      <pc:sldChg chg="modSp mod">
        <pc:chgData name="Cosials, Benoit" userId="55eb508c-1f17-412e-9f09-1d82eedc926e" providerId="ADAL" clId="{21D902C2-1E7D-4DEA-BD5E-D02FBE9B9A73}" dt="2026-01-29T18:12:47.180" v="645" actId="20577"/>
        <pc:sldMkLst>
          <pc:docMk/>
          <pc:sldMk cId="1398263072" sldId="10761"/>
        </pc:sldMkLst>
        <pc:spChg chg="mod">
          <ac:chgData name="Cosials, Benoit" userId="55eb508c-1f17-412e-9f09-1d82eedc926e" providerId="ADAL" clId="{21D902C2-1E7D-4DEA-BD5E-D02FBE9B9A73}" dt="2026-01-29T18:12:47.180" v="645" actId="20577"/>
          <ac:spMkLst>
            <pc:docMk/>
            <pc:sldMk cId="1398263072" sldId="10761"/>
            <ac:spMk id="3" creationId="{905F8B94-AF4C-49DE-A724-78133821EB97}"/>
          </ac:spMkLst>
        </pc:spChg>
      </pc:sldChg>
      <pc:sldChg chg="modSp mod">
        <pc:chgData name="Cosials, Benoit" userId="55eb508c-1f17-412e-9f09-1d82eedc926e" providerId="ADAL" clId="{21D902C2-1E7D-4DEA-BD5E-D02FBE9B9A73}" dt="2026-01-30T15:20:18.891" v="838" actId="20577"/>
        <pc:sldMkLst>
          <pc:docMk/>
          <pc:sldMk cId="3128243309" sldId="10762"/>
        </pc:sldMkLst>
        <pc:spChg chg="mod">
          <ac:chgData name="Cosials, Benoit" userId="55eb508c-1f17-412e-9f09-1d82eedc926e" providerId="ADAL" clId="{21D902C2-1E7D-4DEA-BD5E-D02FBE9B9A73}" dt="2026-01-30T15:20:18.891" v="838" actId="20577"/>
          <ac:spMkLst>
            <pc:docMk/>
            <pc:sldMk cId="3128243309" sldId="10762"/>
            <ac:spMk id="2" creationId="{44822E74-5982-F31C-8D48-8FF10719B42E}"/>
          </ac:spMkLst>
        </pc:spChg>
      </pc:sldChg>
      <pc:sldChg chg="modSp mod">
        <pc:chgData name="Cosials, Benoit" userId="55eb508c-1f17-412e-9f09-1d82eedc926e" providerId="ADAL" clId="{21D902C2-1E7D-4DEA-BD5E-D02FBE9B9A73}" dt="2026-01-30T17:56:07.672" v="842" actId="20577"/>
        <pc:sldMkLst>
          <pc:docMk/>
          <pc:sldMk cId="3732832982" sldId="10763"/>
        </pc:sldMkLst>
        <pc:spChg chg="mod">
          <ac:chgData name="Cosials, Benoit" userId="55eb508c-1f17-412e-9f09-1d82eedc926e" providerId="ADAL" clId="{21D902C2-1E7D-4DEA-BD5E-D02FBE9B9A73}" dt="2026-01-30T17:56:07.672" v="842" actId="20577"/>
          <ac:spMkLst>
            <pc:docMk/>
            <pc:sldMk cId="3732832982" sldId="10763"/>
            <ac:spMk id="3" creationId="{E86C121F-0717-E52D-0A75-B0CC03F2A090}"/>
          </ac:spMkLst>
        </pc:spChg>
      </pc:sldChg>
      <pc:sldChg chg="addSp delSp modSp mod">
        <pc:chgData name="Cosials, Benoit" userId="55eb508c-1f17-412e-9f09-1d82eedc926e" providerId="ADAL" clId="{21D902C2-1E7D-4DEA-BD5E-D02FBE9B9A73}" dt="2026-02-02T17:09:10.498" v="2314" actId="13822"/>
        <pc:sldMkLst>
          <pc:docMk/>
          <pc:sldMk cId="565332886" sldId="10764"/>
        </pc:sldMkLst>
        <pc:spChg chg="mod">
          <ac:chgData name="Cosials, Benoit" userId="55eb508c-1f17-412e-9f09-1d82eedc926e" providerId="ADAL" clId="{21D902C2-1E7D-4DEA-BD5E-D02FBE9B9A73}" dt="2026-02-02T14:11:11.541" v="920" actId="20577"/>
          <ac:spMkLst>
            <pc:docMk/>
            <pc:sldMk cId="565332886" sldId="10764"/>
            <ac:spMk id="2" creationId="{A85F6C9E-2162-E1F0-13D4-783AED320C8A}"/>
          </ac:spMkLst>
        </pc:spChg>
        <pc:graphicFrameChg chg="mod modGraphic">
          <ac:chgData name="Cosials, Benoit" userId="55eb508c-1f17-412e-9f09-1d82eedc926e" providerId="ADAL" clId="{21D902C2-1E7D-4DEA-BD5E-D02FBE9B9A73}" dt="2026-02-02T17:09:10.498" v="2314" actId="13822"/>
          <ac:graphicFrameMkLst>
            <pc:docMk/>
            <pc:sldMk cId="565332886" sldId="10764"/>
            <ac:graphicFrameMk id="5" creationId="{964A8E17-856B-1F29-E258-4C898906E16A}"/>
          </ac:graphicFrameMkLst>
        </pc:graphicFrameChg>
      </pc:sldChg>
      <pc:sldChg chg="delSp mod">
        <pc:chgData name="Cosials, Benoit" userId="55eb508c-1f17-412e-9f09-1d82eedc926e" providerId="ADAL" clId="{21D902C2-1E7D-4DEA-BD5E-D02FBE9B9A73}" dt="2026-01-29T18:19:00.470" v="703" actId="478"/>
        <pc:sldMkLst>
          <pc:docMk/>
          <pc:sldMk cId="2583248385" sldId="10765"/>
        </pc:sldMkLst>
      </pc:sldChg>
      <pc:sldChg chg="addSp modSp mod">
        <pc:chgData name="Cosials, Benoit" userId="55eb508c-1f17-412e-9f09-1d82eedc926e" providerId="ADAL" clId="{21D902C2-1E7D-4DEA-BD5E-D02FBE9B9A73}" dt="2026-02-02T14:35:18.518" v="1954" actId="20577"/>
        <pc:sldMkLst>
          <pc:docMk/>
          <pc:sldMk cId="2748723091" sldId="10766"/>
        </pc:sldMkLst>
        <pc:spChg chg="add">
          <ac:chgData name="Cosials, Benoit" userId="55eb508c-1f17-412e-9f09-1d82eedc926e" providerId="ADAL" clId="{21D902C2-1E7D-4DEA-BD5E-D02FBE9B9A73}" dt="2026-01-29T18:38:51.036" v="715"/>
          <ac:spMkLst>
            <pc:docMk/>
            <pc:sldMk cId="2748723091" sldId="10766"/>
            <ac:spMk id="2" creationId="{9876CF13-DA05-9174-3ABF-00CB1E95886A}"/>
          </ac:spMkLst>
        </pc:spChg>
        <pc:spChg chg="mod">
          <ac:chgData name="Cosials, Benoit" userId="55eb508c-1f17-412e-9f09-1d82eedc926e" providerId="ADAL" clId="{21D902C2-1E7D-4DEA-BD5E-D02FBE9B9A73}" dt="2026-01-29T18:40:28.207" v="768" actId="113"/>
          <ac:spMkLst>
            <pc:docMk/>
            <pc:sldMk cId="2748723091" sldId="10766"/>
            <ac:spMk id="3" creationId="{68D728E1-F958-4FF4-96CA-511F86D3575E}"/>
          </ac:spMkLst>
        </pc:spChg>
        <pc:spChg chg="mod">
          <ac:chgData name="Cosials, Benoit" userId="55eb508c-1f17-412e-9f09-1d82eedc926e" providerId="ADAL" clId="{21D902C2-1E7D-4DEA-BD5E-D02FBE9B9A73}" dt="2026-02-02T14:34:49.341" v="1952" actId="1036"/>
          <ac:spMkLst>
            <pc:docMk/>
            <pc:sldMk cId="2748723091" sldId="10766"/>
            <ac:spMk id="9" creationId="{A9B0D8CB-2EA7-CEDB-AB8F-D9F620706204}"/>
          </ac:spMkLst>
        </pc:spChg>
        <pc:graphicFrameChg chg="mod modGraphic">
          <ac:chgData name="Cosials, Benoit" userId="55eb508c-1f17-412e-9f09-1d82eedc926e" providerId="ADAL" clId="{21D902C2-1E7D-4DEA-BD5E-D02FBE9B9A73}" dt="2026-02-02T14:35:18.518" v="1954" actId="20577"/>
          <ac:graphicFrameMkLst>
            <pc:docMk/>
            <pc:sldMk cId="2748723091" sldId="10766"/>
            <ac:graphicFrameMk id="5" creationId="{29A1958F-53BD-475E-9D3F-5EAA47944F5B}"/>
          </ac:graphicFrameMkLst>
        </pc:graphicFrameChg>
        <pc:picChg chg="mod">
          <ac:chgData name="Cosials, Benoit" userId="55eb508c-1f17-412e-9f09-1d82eedc926e" providerId="ADAL" clId="{21D902C2-1E7D-4DEA-BD5E-D02FBE9B9A73}" dt="2026-02-02T14:34:49.341" v="1952" actId="1036"/>
          <ac:picMkLst>
            <pc:docMk/>
            <pc:sldMk cId="2748723091" sldId="10766"/>
            <ac:picMk id="6" creationId="{FD502276-D85C-B8CC-1E62-66781C3B1F34}"/>
          </ac:picMkLst>
        </pc:picChg>
      </pc:sldChg>
      <pc:sldChg chg="modSp mod">
        <pc:chgData name="Cosials, Benoit" userId="55eb508c-1f17-412e-9f09-1d82eedc926e" providerId="ADAL" clId="{21D902C2-1E7D-4DEA-BD5E-D02FBE9B9A73}" dt="2026-02-02T14:26:28.087" v="1378" actId="33524"/>
        <pc:sldMkLst>
          <pc:docMk/>
          <pc:sldMk cId="409871768" sldId="10770"/>
        </pc:sldMkLst>
        <pc:spChg chg="mod">
          <ac:chgData name="Cosials, Benoit" userId="55eb508c-1f17-412e-9f09-1d82eedc926e" providerId="ADAL" clId="{21D902C2-1E7D-4DEA-BD5E-D02FBE9B9A73}" dt="2026-02-02T14:26:28.087" v="1378" actId="33524"/>
          <ac:spMkLst>
            <pc:docMk/>
            <pc:sldMk cId="409871768" sldId="10770"/>
            <ac:spMk id="2" creationId="{49F14A0C-C0FC-D25C-D795-FF9713DF7C00}"/>
          </ac:spMkLst>
        </pc:spChg>
      </pc:sldChg>
      <pc:sldChg chg="add">
        <pc:chgData name="Cosials, Benoit" userId="55eb508c-1f17-412e-9f09-1d82eedc926e" providerId="ADAL" clId="{21D902C2-1E7D-4DEA-BD5E-D02FBE9B9A73}" dt="2026-02-02T14:26:00.044" v="1377" actId="2890"/>
        <pc:sldMkLst>
          <pc:docMk/>
          <pc:sldMk cId="76791618" sldId="10772"/>
        </pc:sldMkLst>
      </pc:sldChg>
    </pc:docChg>
  </pc:docChgLst>
  <pc:docChgLst>
    <pc:chgData name="Robin, Elliott" userId="S::elliott.robin@ia.ca::a097b08a-cf89-441f-b719-2266f8562dc1" providerId="AD" clId="Web-{1A45B3F7-9AF1-9102-7808-D1511C24F19F}"/>
    <pc:docChg chg="mod">
      <pc:chgData name="Robin, Elliott" userId="S::elliott.robin@ia.ca::a097b08a-cf89-441f-b719-2266f8562dc1" providerId="AD" clId="Web-{1A45B3F7-9AF1-9102-7808-D1511C24F19F}" dt="2026-02-02T15:20:19.018" v="0"/>
      <pc:docMkLst>
        <pc:docMk/>
      </pc:docMkLst>
    </pc:docChg>
  </pc:docChgLst>
  <pc:docChgLst>
    <pc:chgData name="Auclair, Bianca" userId="58712ce2-bb62-43de-b7d5-baeb6131f9ce" providerId="ADAL" clId="{B0C4BBD7-058F-43CE-B3E9-EC664059C8D6}"/>
    <pc:docChg chg="undo custSel modSld">
      <pc:chgData name="Auclair, Bianca" userId="58712ce2-bb62-43de-b7d5-baeb6131f9ce" providerId="ADAL" clId="{B0C4BBD7-058F-43CE-B3E9-EC664059C8D6}" dt="2026-02-02T16:36:21.616" v="1270" actId="20577"/>
      <pc:docMkLst>
        <pc:docMk/>
      </pc:docMkLst>
      <pc:sldChg chg="modSp mod">
        <pc:chgData name="Auclair, Bianca" userId="58712ce2-bb62-43de-b7d5-baeb6131f9ce" providerId="ADAL" clId="{B0C4BBD7-058F-43CE-B3E9-EC664059C8D6}" dt="2026-02-02T15:27:20.566" v="1165" actId="20577"/>
        <pc:sldMkLst>
          <pc:docMk/>
          <pc:sldMk cId="1869967798" sldId="257"/>
        </pc:sldMkLst>
        <pc:graphicFrameChg chg="mod modGraphic">
          <ac:chgData name="Auclair, Bianca" userId="58712ce2-bb62-43de-b7d5-baeb6131f9ce" providerId="ADAL" clId="{B0C4BBD7-058F-43CE-B3E9-EC664059C8D6}" dt="2026-02-02T15:27:20.566" v="1165" actId="20577"/>
          <ac:graphicFrameMkLst>
            <pc:docMk/>
            <pc:sldMk cId="1869967798" sldId="257"/>
            <ac:graphicFrameMk id="4" creationId="{D60B9D50-00E4-B91E-5386-A691B1212BAE}"/>
          </ac:graphicFrameMkLst>
        </pc:graphicFrameChg>
      </pc:sldChg>
      <pc:sldChg chg="modSp mod modNotesTx">
        <pc:chgData name="Auclair, Bianca" userId="58712ce2-bb62-43de-b7d5-baeb6131f9ce" providerId="ADAL" clId="{B0C4BBD7-058F-43CE-B3E9-EC664059C8D6}" dt="2026-02-02T16:34:28.106" v="1265" actId="6549"/>
        <pc:sldMkLst>
          <pc:docMk/>
          <pc:sldMk cId="1048697194" sldId="10757"/>
        </pc:sldMkLst>
        <pc:spChg chg="mod">
          <ac:chgData name="Auclair, Bianca" userId="58712ce2-bb62-43de-b7d5-baeb6131f9ce" providerId="ADAL" clId="{B0C4BBD7-058F-43CE-B3E9-EC664059C8D6}" dt="2026-01-27T21:26:17.884" v="70" actId="20577"/>
          <ac:spMkLst>
            <pc:docMk/>
            <pc:sldMk cId="1048697194" sldId="10757"/>
            <ac:spMk id="3" creationId="{1B195D18-7C9A-714E-A280-8D91D60CC66C}"/>
          </ac:spMkLst>
        </pc:spChg>
      </pc:sldChg>
      <pc:sldChg chg="modSp mod modNotesTx">
        <pc:chgData name="Auclair, Bianca" userId="58712ce2-bb62-43de-b7d5-baeb6131f9ce" providerId="ADAL" clId="{B0C4BBD7-058F-43CE-B3E9-EC664059C8D6}" dt="2026-02-02T16:36:21.616" v="1270" actId="20577"/>
        <pc:sldMkLst>
          <pc:docMk/>
          <pc:sldMk cId="154598003" sldId="10758"/>
        </pc:sldMkLst>
        <pc:spChg chg="mod">
          <ac:chgData name="Auclair, Bianca" userId="58712ce2-bb62-43de-b7d5-baeb6131f9ce" providerId="ADAL" clId="{B0C4BBD7-058F-43CE-B3E9-EC664059C8D6}" dt="2026-01-27T21:26:40.786" v="95" actId="20577"/>
          <ac:spMkLst>
            <pc:docMk/>
            <pc:sldMk cId="154598003" sldId="10758"/>
            <ac:spMk id="3" creationId="{78EA6163-C5D3-643A-C50F-8B435A10EF74}"/>
          </ac:spMkLst>
        </pc:spChg>
      </pc:sldChg>
      <pc:sldChg chg="modSp mod">
        <pc:chgData name="Auclair, Bianca" userId="58712ce2-bb62-43de-b7d5-baeb6131f9ce" providerId="ADAL" clId="{B0C4BBD7-058F-43CE-B3E9-EC664059C8D6}" dt="2026-02-02T15:26:52.837" v="1157" actId="20577"/>
        <pc:sldMkLst>
          <pc:docMk/>
          <pc:sldMk cId="58977407" sldId="10759"/>
        </pc:sldMkLst>
        <pc:graphicFrameChg chg="modGraphic">
          <ac:chgData name="Auclair, Bianca" userId="58712ce2-bb62-43de-b7d5-baeb6131f9ce" providerId="ADAL" clId="{B0C4BBD7-058F-43CE-B3E9-EC664059C8D6}" dt="2026-02-02T15:26:52.837" v="1157" actId="20577"/>
          <ac:graphicFrameMkLst>
            <pc:docMk/>
            <pc:sldMk cId="58977407" sldId="10759"/>
            <ac:graphicFrameMk id="5" creationId="{F53615AE-F737-AF75-D1A4-0E11CC3A9B21}"/>
          </ac:graphicFrameMkLst>
        </pc:graphicFrameChg>
      </pc:sldChg>
      <pc:sldChg chg="addSp modSp mod modCm">
        <pc:chgData name="Auclair, Bianca" userId="58712ce2-bb62-43de-b7d5-baeb6131f9ce" providerId="ADAL" clId="{B0C4BBD7-058F-43CE-B3E9-EC664059C8D6}" dt="2026-02-02T15:36:44.795" v="1264" actId="20577"/>
        <pc:sldMkLst>
          <pc:docMk/>
          <pc:sldMk cId="1592855588" sldId="10760"/>
        </pc:sldMkLst>
        <pc:spChg chg="mod">
          <ac:chgData name="Auclair, Bianca" userId="58712ce2-bb62-43de-b7d5-baeb6131f9ce" providerId="ADAL" clId="{B0C4BBD7-058F-43CE-B3E9-EC664059C8D6}" dt="2026-02-02T15:36:44.795" v="1264" actId="20577"/>
          <ac:spMkLst>
            <pc:docMk/>
            <pc:sldMk cId="1592855588" sldId="10760"/>
            <ac:spMk id="3" creationId="{4F14D92A-0C53-0462-6247-53073E5EEC9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uclair, Bianca" userId="58712ce2-bb62-43de-b7d5-baeb6131f9ce" providerId="ADAL" clId="{B0C4BBD7-058F-43CE-B3E9-EC664059C8D6}" dt="2026-02-02T15:36:44.795" v="1264" actId="20577"/>
              <pc2:cmMkLst xmlns:pc2="http://schemas.microsoft.com/office/powerpoint/2019/9/main/command">
                <pc:docMk/>
                <pc:sldMk cId="1592855588" sldId="10760"/>
                <pc2:cmMk id="{D0FB45A3-14D4-473F-B336-73F76F554944}"/>
              </pc2:cmMkLst>
            </pc226:cmChg>
            <pc226:cmChg xmlns:pc226="http://schemas.microsoft.com/office/powerpoint/2022/06/main/command" chg="mod">
              <pc226:chgData name="Auclair, Bianca" userId="58712ce2-bb62-43de-b7d5-baeb6131f9ce" providerId="ADAL" clId="{B0C4BBD7-058F-43CE-B3E9-EC664059C8D6}" dt="2026-02-02T15:36:44.795" v="1264" actId="20577"/>
              <pc2:cmMkLst xmlns:pc2="http://schemas.microsoft.com/office/powerpoint/2019/9/main/command">
                <pc:docMk/>
                <pc:sldMk cId="1592855588" sldId="10760"/>
                <pc2:cmMk id="{9DA3F6CF-1348-438C-8FFA-BFF145E26893}"/>
              </pc2:cmMkLst>
            </pc226:cmChg>
          </p:ext>
        </pc:extLst>
      </pc:sldChg>
      <pc:sldChg chg="modSp mod">
        <pc:chgData name="Auclair, Bianca" userId="58712ce2-bb62-43de-b7d5-baeb6131f9ce" providerId="ADAL" clId="{B0C4BBD7-058F-43CE-B3E9-EC664059C8D6}" dt="2026-01-28T18:30:13.676" v="243" actId="20577"/>
        <pc:sldMkLst>
          <pc:docMk/>
          <pc:sldMk cId="1398263072" sldId="10761"/>
        </pc:sldMkLst>
        <pc:spChg chg="mod">
          <ac:chgData name="Auclair, Bianca" userId="58712ce2-bb62-43de-b7d5-baeb6131f9ce" providerId="ADAL" clId="{B0C4BBD7-058F-43CE-B3E9-EC664059C8D6}" dt="2026-01-28T18:30:13.676" v="243" actId="20577"/>
          <ac:spMkLst>
            <pc:docMk/>
            <pc:sldMk cId="1398263072" sldId="10761"/>
            <ac:spMk id="3" creationId="{905F8B94-AF4C-49DE-A724-78133821EB97}"/>
          </ac:spMkLst>
        </pc:spChg>
      </pc:sldChg>
      <pc:sldChg chg="modSp mod">
        <pc:chgData name="Auclair, Bianca" userId="58712ce2-bb62-43de-b7d5-baeb6131f9ce" providerId="ADAL" clId="{B0C4BBD7-058F-43CE-B3E9-EC664059C8D6}" dt="2026-02-02T14:17:44.251" v="298" actId="255"/>
        <pc:sldMkLst>
          <pc:docMk/>
          <pc:sldMk cId="3128243309" sldId="10762"/>
        </pc:sldMkLst>
        <pc:spChg chg="mod">
          <ac:chgData name="Auclair, Bianca" userId="58712ce2-bb62-43de-b7d5-baeb6131f9ce" providerId="ADAL" clId="{B0C4BBD7-058F-43CE-B3E9-EC664059C8D6}" dt="2026-02-02T14:17:44.251" v="298" actId="255"/>
          <ac:spMkLst>
            <pc:docMk/>
            <pc:sldMk cId="3128243309" sldId="10762"/>
            <ac:spMk id="7" creationId="{E99978F3-08E8-F71D-7DE3-37342D4E01F8}"/>
          </ac:spMkLst>
        </pc:spChg>
      </pc:sldChg>
      <pc:sldChg chg="modSp mod modShow">
        <pc:chgData name="Auclair, Bianca" userId="58712ce2-bb62-43de-b7d5-baeb6131f9ce" providerId="ADAL" clId="{B0C4BBD7-058F-43CE-B3E9-EC664059C8D6}" dt="2026-02-02T14:20:43.945" v="358" actId="729"/>
        <pc:sldMkLst>
          <pc:docMk/>
          <pc:sldMk cId="565332886" sldId="10764"/>
        </pc:sldMkLst>
        <pc:spChg chg="mod">
          <ac:chgData name="Auclair, Bianca" userId="58712ce2-bb62-43de-b7d5-baeb6131f9ce" providerId="ADAL" clId="{B0C4BBD7-058F-43CE-B3E9-EC664059C8D6}" dt="2026-02-02T14:16:58.648" v="295" actId="207"/>
          <ac:spMkLst>
            <pc:docMk/>
            <pc:sldMk cId="565332886" sldId="10764"/>
            <ac:spMk id="3" creationId="{7D1DE586-8328-366B-43A8-378872CC5ECF}"/>
          </ac:spMkLst>
        </pc:spChg>
      </pc:sldChg>
      <pc:sldChg chg="modSp mod">
        <pc:chgData name="Auclair, Bianca" userId="58712ce2-bb62-43de-b7d5-baeb6131f9ce" providerId="ADAL" clId="{B0C4BBD7-058F-43CE-B3E9-EC664059C8D6}" dt="2026-02-02T14:18:16.363" v="303" actId="20577"/>
        <pc:sldMkLst>
          <pc:docMk/>
          <pc:sldMk cId="2583248385" sldId="10765"/>
        </pc:sldMkLst>
        <pc:spChg chg="mod">
          <ac:chgData name="Auclair, Bianca" userId="58712ce2-bb62-43de-b7d5-baeb6131f9ce" providerId="ADAL" clId="{B0C4BBD7-058F-43CE-B3E9-EC664059C8D6}" dt="2026-02-02T14:18:16.363" v="303" actId="20577"/>
          <ac:spMkLst>
            <pc:docMk/>
            <pc:sldMk cId="2583248385" sldId="10765"/>
            <ac:spMk id="8" creationId="{8066320B-423B-C805-089A-8BBA1F5CE87A}"/>
          </ac:spMkLst>
        </pc:spChg>
      </pc:sldChg>
      <pc:sldChg chg="modSp mod">
        <pc:chgData name="Auclair, Bianca" userId="58712ce2-bb62-43de-b7d5-baeb6131f9ce" providerId="ADAL" clId="{B0C4BBD7-058F-43CE-B3E9-EC664059C8D6}" dt="2026-02-02T14:25:22.216" v="442" actId="207"/>
        <pc:sldMkLst>
          <pc:docMk/>
          <pc:sldMk cId="2748723091" sldId="10766"/>
        </pc:sldMkLst>
        <pc:spChg chg="mod">
          <ac:chgData name="Auclair, Bianca" userId="58712ce2-bb62-43de-b7d5-baeb6131f9ce" providerId="ADAL" clId="{B0C4BBD7-058F-43CE-B3E9-EC664059C8D6}" dt="2026-02-02T14:25:22.216" v="442" actId="207"/>
          <ac:spMkLst>
            <pc:docMk/>
            <pc:sldMk cId="2748723091" sldId="10766"/>
            <ac:spMk id="3" creationId="{68D728E1-F958-4FF4-96CA-511F86D3575E}"/>
          </ac:spMkLst>
        </pc:spChg>
        <pc:graphicFrameChg chg="mod modGraphic">
          <ac:chgData name="Auclair, Bianca" userId="58712ce2-bb62-43de-b7d5-baeb6131f9ce" providerId="ADAL" clId="{B0C4BBD7-058F-43CE-B3E9-EC664059C8D6}" dt="2026-01-28T18:29:04.131" v="195" actId="14100"/>
          <ac:graphicFrameMkLst>
            <pc:docMk/>
            <pc:sldMk cId="2748723091" sldId="10766"/>
            <ac:graphicFrameMk id="5" creationId="{29A1958F-53BD-475E-9D3F-5EAA47944F5B}"/>
          </ac:graphicFrameMkLst>
        </pc:graphicFrameChg>
      </pc:sldChg>
      <pc:sldChg chg="modNotesTx">
        <pc:chgData name="Auclair, Bianca" userId="58712ce2-bb62-43de-b7d5-baeb6131f9ce" providerId="ADAL" clId="{B0C4BBD7-058F-43CE-B3E9-EC664059C8D6}" dt="2026-02-02T16:35:01.056" v="1266" actId="6549"/>
        <pc:sldMkLst>
          <pc:docMk/>
          <pc:sldMk cId="895865421" sldId="10767"/>
        </pc:sldMkLst>
      </pc:sldChg>
      <pc:sldChg chg="modNotesTx">
        <pc:chgData name="Auclair, Bianca" userId="58712ce2-bb62-43de-b7d5-baeb6131f9ce" providerId="ADAL" clId="{B0C4BBD7-058F-43CE-B3E9-EC664059C8D6}" dt="2026-02-02T16:35:47.999" v="1268" actId="6549"/>
        <pc:sldMkLst>
          <pc:docMk/>
          <pc:sldMk cId="409871768" sldId="10770"/>
        </pc:sldMkLst>
      </pc:sldChg>
      <pc:sldChg chg="addSp delSp modSp mod">
        <pc:chgData name="Auclair, Bianca" userId="58712ce2-bb62-43de-b7d5-baeb6131f9ce" providerId="ADAL" clId="{B0C4BBD7-058F-43CE-B3E9-EC664059C8D6}" dt="2026-02-02T14:35:23.900" v="1144" actId="27636"/>
        <pc:sldMkLst>
          <pc:docMk/>
          <pc:sldMk cId="76791618" sldId="10772"/>
        </pc:sldMkLst>
        <pc:spChg chg="mod">
          <ac:chgData name="Auclair, Bianca" userId="58712ce2-bb62-43de-b7d5-baeb6131f9ce" providerId="ADAL" clId="{B0C4BBD7-058F-43CE-B3E9-EC664059C8D6}" dt="2026-02-02T14:35:23.900" v="1144" actId="27636"/>
          <ac:spMkLst>
            <pc:docMk/>
            <pc:sldMk cId="76791618" sldId="10772"/>
            <ac:spMk id="2" creationId="{7E48C28F-0F6E-D915-E131-730A518A419C}"/>
          </ac:spMkLst>
        </pc:spChg>
        <pc:spChg chg="mod">
          <ac:chgData name="Auclair, Bianca" userId="58712ce2-bb62-43de-b7d5-baeb6131f9ce" providerId="ADAL" clId="{B0C4BBD7-058F-43CE-B3E9-EC664059C8D6}" dt="2026-02-02T14:30:50.088" v="765" actId="207"/>
          <ac:spMkLst>
            <pc:docMk/>
            <pc:sldMk cId="76791618" sldId="10772"/>
            <ac:spMk id="3" creationId="{93C251C8-D3FE-559C-3050-E21229AEBECE}"/>
          </ac:spMkLst>
        </pc:spChg>
        <pc:spChg chg="mod">
          <ac:chgData name="Auclair, Bianca" userId="58712ce2-bb62-43de-b7d5-baeb6131f9ce" providerId="ADAL" clId="{B0C4BBD7-058F-43CE-B3E9-EC664059C8D6}" dt="2026-02-02T14:26:17.642" v="460" actId="20577"/>
          <ac:spMkLst>
            <pc:docMk/>
            <pc:sldMk cId="76791618" sldId="10772"/>
            <ac:spMk id="4" creationId="{C440C582-9090-C5EA-C1B8-C4EF3ABB2EEA}"/>
          </ac:spMkLst>
        </pc:spChg>
      </pc:sldChg>
      <pc:sldChg chg="addSp modSp mod modNotesTx">
        <pc:chgData name="Auclair, Bianca" userId="58712ce2-bb62-43de-b7d5-baeb6131f9ce" providerId="ADAL" clId="{B0C4BBD7-058F-43CE-B3E9-EC664059C8D6}" dt="2026-02-02T15:34:55.154" v="1196" actId="6549"/>
        <pc:sldMkLst>
          <pc:docMk/>
          <pc:sldMk cId="2282271772" sldId="10773"/>
        </pc:sldMkLst>
        <pc:spChg chg="add mod">
          <ac:chgData name="Auclair, Bianca" userId="58712ce2-bb62-43de-b7d5-baeb6131f9ce" providerId="ADAL" clId="{B0C4BBD7-058F-43CE-B3E9-EC664059C8D6}" dt="2026-02-02T15:34:36.508" v="1195" actId="1036"/>
          <ac:spMkLst>
            <pc:docMk/>
            <pc:sldMk cId="2282271772" sldId="10773"/>
            <ac:spMk id="2" creationId="{9699F60D-4DA5-B938-F669-6D1A962930B6}"/>
          </ac:spMkLst>
        </pc:spChg>
        <pc:spChg chg="mod">
          <ac:chgData name="Auclair, Bianca" userId="58712ce2-bb62-43de-b7d5-baeb6131f9ce" providerId="ADAL" clId="{B0C4BBD7-058F-43CE-B3E9-EC664059C8D6}" dt="2026-02-02T15:34:06.642" v="1166" actId="1076"/>
          <ac:spMkLst>
            <pc:docMk/>
            <pc:sldMk cId="2282271772" sldId="10773"/>
            <ac:spMk id="14" creationId="{ECE44B0C-2B3F-4C32-2FCE-26A752DD96F1}"/>
          </ac:spMkLst>
        </pc:spChg>
      </pc:sldChg>
    </pc:docChg>
  </pc:docChgLst>
  <pc:docChgLst>
    <pc:chgData name="Auclair, Bianca" userId="S::bianca.auclair@ia.ca::58712ce2-bb62-43de-b7d5-baeb6131f9ce" providerId="AD" clId="Web-{C0823DDE-6C46-062F-3C33-C92415BED645}"/>
    <pc:docChg chg="modSld">
      <pc:chgData name="Auclair, Bianca" userId="S::bianca.auclair@ia.ca::58712ce2-bb62-43de-b7d5-baeb6131f9ce" providerId="AD" clId="Web-{C0823DDE-6C46-062F-3C33-C92415BED645}" dt="2026-01-27T21:25:11.028" v="187" actId="20577"/>
      <pc:docMkLst>
        <pc:docMk/>
      </pc:docMkLst>
      <pc:sldChg chg="addSp modSp">
        <pc:chgData name="Auclair, Bianca" userId="S::bianca.auclair@ia.ca::58712ce2-bb62-43de-b7d5-baeb6131f9ce" providerId="AD" clId="Web-{C0823DDE-6C46-062F-3C33-C92415BED645}" dt="2026-01-27T21:25:11.028" v="187" actId="20577"/>
        <pc:sldMkLst>
          <pc:docMk/>
          <pc:sldMk cId="565332886" sldId="10764"/>
        </pc:sldMkLst>
        <pc:spChg chg="mod">
          <ac:chgData name="Auclair, Bianca" userId="S::bianca.auclair@ia.ca::58712ce2-bb62-43de-b7d5-baeb6131f9ce" providerId="AD" clId="Web-{C0823DDE-6C46-062F-3C33-C92415BED645}" dt="2026-01-27T21:24:46.059" v="181" actId="20577"/>
          <ac:spMkLst>
            <pc:docMk/>
            <pc:sldMk cId="565332886" sldId="10764"/>
            <ac:spMk id="2" creationId="{A85F6C9E-2162-E1F0-13D4-783AED320C8A}"/>
          </ac:spMkLst>
        </pc:spChg>
        <pc:spChg chg="mod">
          <ac:chgData name="Auclair, Bianca" userId="S::bianca.auclair@ia.ca::58712ce2-bb62-43de-b7d5-baeb6131f9ce" providerId="AD" clId="Web-{C0823DDE-6C46-062F-3C33-C92415BED645}" dt="2026-01-27T21:20:19.224" v="34" actId="20577"/>
          <ac:spMkLst>
            <pc:docMk/>
            <pc:sldMk cId="565332886" sldId="10764"/>
            <ac:spMk id="7" creationId="{A9DEF5A4-CE38-4B9A-9C95-B6443264FABF}"/>
          </ac:spMkLst>
        </pc:spChg>
        <pc:graphicFrameChg chg="modGraphic">
          <ac:chgData name="Auclair, Bianca" userId="S::bianca.auclair@ia.ca::58712ce2-bb62-43de-b7d5-baeb6131f9ce" providerId="AD" clId="Web-{C0823DDE-6C46-062F-3C33-C92415BED645}" dt="2026-01-27T21:25:11.028" v="187" actId="20577"/>
          <ac:graphicFrameMkLst>
            <pc:docMk/>
            <pc:sldMk cId="565332886" sldId="10764"/>
            <ac:graphicFrameMk id="5" creationId="{964A8E17-856B-1F29-E258-4C898906E16A}"/>
          </ac:graphicFrameMkLst>
        </pc:graphicFrameChg>
      </pc:sldChg>
    </pc:docChg>
  </pc:docChgLst>
  <pc:docChgLst>
    <pc:chgData name="Cosials, Benoit" userId="55eb508c-1f17-412e-9f09-1d82eedc926e" providerId="ADAL" clId="{F4B5339F-8433-4524-BE7C-91EA99F58C5B}"/>
    <pc:docChg chg="undo custSel delSld modSld sldOrd modSection">
      <pc:chgData name="Cosials, Benoit" userId="55eb508c-1f17-412e-9f09-1d82eedc926e" providerId="ADAL" clId="{F4B5339F-8433-4524-BE7C-91EA99F58C5B}" dt="2026-01-27T19:21:27.145" v="2952" actId="13926"/>
      <pc:docMkLst>
        <pc:docMk/>
      </pc:docMkLst>
      <pc:sldChg chg="modSp mod">
        <pc:chgData name="Cosials, Benoit" userId="55eb508c-1f17-412e-9f09-1d82eedc926e" providerId="ADAL" clId="{F4B5339F-8433-4524-BE7C-91EA99F58C5B}" dt="2026-01-27T16:48:25.647" v="2167" actId="20577"/>
        <pc:sldMkLst>
          <pc:docMk/>
          <pc:sldMk cId="954086509" sldId="256"/>
        </pc:sldMkLst>
        <pc:graphicFrameChg chg="modGraphic">
          <ac:chgData name="Cosials, Benoit" userId="55eb508c-1f17-412e-9f09-1d82eedc926e" providerId="ADAL" clId="{F4B5339F-8433-4524-BE7C-91EA99F58C5B}" dt="2026-01-27T16:48:25.647" v="2167" actId="20577"/>
          <ac:graphicFrameMkLst>
            <pc:docMk/>
            <pc:sldMk cId="954086509" sldId="256"/>
            <ac:graphicFrameMk id="6" creationId="{82906C91-6ED1-DAEE-761C-7DF86576F9B3}"/>
          </ac:graphicFrameMkLst>
        </pc:graphicFrameChg>
      </pc:sldChg>
      <pc:sldChg chg="modSp mod">
        <pc:chgData name="Cosials, Benoit" userId="55eb508c-1f17-412e-9f09-1d82eedc926e" providerId="ADAL" clId="{F4B5339F-8433-4524-BE7C-91EA99F58C5B}" dt="2026-01-27T17:13:25.445" v="2791" actId="13926"/>
        <pc:sldMkLst>
          <pc:docMk/>
          <pc:sldMk cId="1869967798" sldId="257"/>
        </pc:sldMkLst>
        <pc:graphicFrameChg chg="mod modGraphic">
          <ac:chgData name="Cosials, Benoit" userId="55eb508c-1f17-412e-9f09-1d82eedc926e" providerId="ADAL" clId="{F4B5339F-8433-4524-BE7C-91EA99F58C5B}" dt="2026-01-27T17:13:25.445" v="2791" actId="13926"/>
          <ac:graphicFrameMkLst>
            <pc:docMk/>
            <pc:sldMk cId="1869967798" sldId="257"/>
            <ac:graphicFrameMk id="4" creationId="{D60B9D50-00E4-B91E-5386-A691B1212BAE}"/>
          </ac:graphicFrameMkLst>
        </pc:graphicFrameChg>
      </pc:sldChg>
      <pc:sldChg chg="modSp mod">
        <pc:chgData name="Cosials, Benoit" userId="55eb508c-1f17-412e-9f09-1d82eedc926e" providerId="ADAL" clId="{F4B5339F-8433-4524-BE7C-91EA99F58C5B}" dt="2026-01-23T19:07:55.311" v="94" actId="20577"/>
        <pc:sldMkLst>
          <pc:docMk/>
          <pc:sldMk cId="1048697194" sldId="10757"/>
        </pc:sldMkLst>
        <pc:spChg chg="mod">
          <ac:chgData name="Cosials, Benoit" userId="55eb508c-1f17-412e-9f09-1d82eedc926e" providerId="ADAL" clId="{F4B5339F-8433-4524-BE7C-91EA99F58C5B}" dt="2026-01-23T19:07:10.401" v="6" actId="20577"/>
          <ac:spMkLst>
            <pc:docMk/>
            <pc:sldMk cId="1048697194" sldId="10757"/>
            <ac:spMk id="2" creationId="{62FE530A-ED97-2F48-8121-72B7F242E9A4}"/>
          </ac:spMkLst>
        </pc:spChg>
        <pc:spChg chg="mod">
          <ac:chgData name="Cosials, Benoit" userId="55eb508c-1f17-412e-9f09-1d82eedc926e" providerId="ADAL" clId="{F4B5339F-8433-4524-BE7C-91EA99F58C5B}" dt="2026-01-23T19:07:55.311" v="94" actId="20577"/>
          <ac:spMkLst>
            <pc:docMk/>
            <pc:sldMk cId="1048697194" sldId="10757"/>
            <ac:spMk id="3" creationId="{1B195D18-7C9A-714E-A280-8D91D60CC66C}"/>
          </ac:spMkLst>
        </pc:spChg>
      </pc:sldChg>
      <pc:sldChg chg="addSp delSp modSp mod modCm chgLayout">
        <pc:chgData name="Cosials, Benoit" userId="55eb508c-1f17-412e-9f09-1d82eedc926e" providerId="ADAL" clId="{F4B5339F-8433-4524-BE7C-91EA99F58C5B}" dt="2026-01-27T17:03:25.172" v="2575" actId="14100"/>
        <pc:sldMkLst>
          <pc:docMk/>
          <pc:sldMk cId="1592855588" sldId="10760"/>
        </pc:sldMkLst>
        <pc:spChg chg="mod ord">
          <ac:chgData name="Cosials, Benoit" userId="55eb508c-1f17-412e-9f09-1d82eedc926e" providerId="ADAL" clId="{F4B5339F-8433-4524-BE7C-91EA99F58C5B}" dt="2026-01-27T17:02:52.808" v="2569" actId="6264"/>
          <ac:spMkLst>
            <pc:docMk/>
            <pc:sldMk cId="1592855588" sldId="10760"/>
            <ac:spMk id="2" creationId="{11B24C69-8AE1-0CA1-4AA2-54E52328B664}"/>
          </ac:spMkLst>
        </pc:spChg>
        <pc:spChg chg="mod ord">
          <ac:chgData name="Cosials, Benoit" userId="55eb508c-1f17-412e-9f09-1d82eedc926e" providerId="ADAL" clId="{F4B5339F-8433-4524-BE7C-91EA99F58C5B}" dt="2026-01-27T17:03:25.172" v="2575" actId="14100"/>
          <ac:spMkLst>
            <pc:docMk/>
            <pc:sldMk cId="1592855588" sldId="10760"/>
            <ac:spMk id="3" creationId="{4F14D92A-0C53-0462-6247-53073E5EEC9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osials, Benoit" userId="55eb508c-1f17-412e-9f09-1d82eedc926e" providerId="ADAL" clId="{F4B5339F-8433-4524-BE7C-91EA99F58C5B}" dt="2026-01-27T17:02:52.808" v="2569" actId="6264"/>
              <pc2:cmMkLst xmlns:pc2="http://schemas.microsoft.com/office/powerpoint/2019/9/main/command">
                <pc:docMk/>
                <pc:sldMk cId="1592855588" sldId="10760"/>
                <pc2:cmMk id="{9DA3F6CF-1348-438C-8FFA-BFF145E26893}"/>
              </pc2:cmMkLst>
            </pc226:cmChg>
          </p:ext>
        </pc:extLst>
      </pc:sldChg>
      <pc:sldChg chg="addSp delSp modSp mod modNotesTx">
        <pc:chgData name="Cosials, Benoit" userId="55eb508c-1f17-412e-9f09-1d82eedc926e" providerId="ADAL" clId="{F4B5339F-8433-4524-BE7C-91EA99F58C5B}" dt="2026-01-27T17:25:56.233" v="2868" actId="478"/>
        <pc:sldMkLst>
          <pc:docMk/>
          <pc:sldMk cId="1398263072" sldId="10761"/>
        </pc:sldMkLst>
        <pc:spChg chg="mod">
          <ac:chgData name="Cosials, Benoit" userId="55eb508c-1f17-412e-9f09-1d82eedc926e" providerId="ADAL" clId="{F4B5339F-8433-4524-BE7C-91EA99F58C5B}" dt="2026-01-23T19:36:54.015" v="816" actId="20577"/>
          <ac:spMkLst>
            <pc:docMk/>
            <pc:sldMk cId="1398263072" sldId="10761"/>
            <ac:spMk id="3" creationId="{905F8B94-AF4C-49DE-A724-78133821EB97}"/>
          </ac:spMkLst>
        </pc:spChg>
        <pc:spChg chg="mod">
          <ac:chgData name="Cosials, Benoit" userId="55eb508c-1f17-412e-9f09-1d82eedc926e" providerId="ADAL" clId="{F4B5339F-8433-4524-BE7C-91EA99F58C5B}" dt="2026-01-23T19:35:59.527" v="806" actId="207"/>
          <ac:spMkLst>
            <pc:docMk/>
            <pc:sldMk cId="1398263072" sldId="10761"/>
            <ac:spMk id="5" creationId="{3C78A175-ED76-4022-80E8-9E5DFCE51B63}"/>
          </ac:spMkLst>
        </pc:spChg>
      </pc:sldChg>
      <pc:sldChg chg="addSp delSp modSp mod chgLayout">
        <pc:chgData name="Cosials, Benoit" userId="55eb508c-1f17-412e-9f09-1d82eedc926e" providerId="ADAL" clId="{F4B5339F-8433-4524-BE7C-91EA99F58C5B}" dt="2026-01-27T19:21:27.145" v="2952" actId="13926"/>
        <pc:sldMkLst>
          <pc:docMk/>
          <pc:sldMk cId="3128243309" sldId="10762"/>
        </pc:sldMkLst>
        <pc:spChg chg="mod ord">
          <ac:chgData name="Cosials, Benoit" userId="55eb508c-1f17-412e-9f09-1d82eedc926e" providerId="ADAL" clId="{F4B5339F-8433-4524-BE7C-91EA99F58C5B}" dt="2026-01-27T19:21:27.145" v="2952" actId="13926"/>
          <ac:spMkLst>
            <pc:docMk/>
            <pc:sldMk cId="3128243309" sldId="10762"/>
            <ac:spMk id="2" creationId="{44822E74-5982-F31C-8D48-8FF10719B42E}"/>
          </ac:spMkLst>
        </pc:spChg>
        <pc:spChg chg="mod ord">
          <ac:chgData name="Cosials, Benoit" userId="55eb508c-1f17-412e-9f09-1d82eedc926e" providerId="ADAL" clId="{F4B5339F-8433-4524-BE7C-91EA99F58C5B}" dt="2026-01-23T19:40:33.783" v="865" actId="6264"/>
          <ac:spMkLst>
            <pc:docMk/>
            <pc:sldMk cId="3128243309" sldId="10762"/>
            <ac:spMk id="4" creationId="{49F61B88-77F8-777A-93D9-3ED86588ACB6}"/>
          </ac:spMkLst>
        </pc:spChg>
        <pc:spChg chg="mod ord">
          <ac:chgData name="Cosials, Benoit" userId="55eb508c-1f17-412e-9f09-1d82eedc926e" providerId="ADAL" clId="{F4B5339F-8433-4524-BE7C-91EA99F58C5B}" dt="2026-01-23T19:40:49.763" v="875" actId="20577"/>
          <ac:spMkLst>
            <pc:docMk/>
            <pc:sldMk cId="3128243309" sldId="10762"/>
            <ac:spMk id="7" creationId="{E99978F3-08E8-F71D-7DE3-37342D4E01F8}"/>
          </ac:spMkLst>
        </pc:spChg>
      </pc:sldChg>
      <pc:sldChg chg="addSp delSp modSp mod modNotesTx">
        <pc:chgData name="Cosials, Benoit" userId="55eb508c-1f17-412e-9f09-1d82eedc926e" providerId="ADAL" clId="{F4B5339F-8433-4524-BE7C-91EA99F58C5B}" dt="2026-01-27T17:26:01.527" v="2869" actId="478"/>
        <pc:sldMkLst>
          <pc:docMk/>
          <pc:sldMk cId="3732832982" sldId="10763"/>
        </pc:sldMkLst>
        <pc:spChg chg="mod">
          <ac:chgData name="Cosials, Benoit" userId="55eb508c-1f17-412e-9f09-1d82eedc926e" providerId="ADAL" clId="{F4B5339F-8433-4524-BE7C-91EA99F58C5B}" dt="2026-01-23T19:53:26.878" v="1257" actId="33524"/>
          <ac:spMkLst>
            <pc:docMk/>
            <pc:sldMk cId="3732832982" sldId="10763"/>
            <ac:spMk id="2" creationId="{49F14A0C-C0FC-D25C-D795-FF9713DF7C00}"/>
          </ac:spMkLst>
        </pc:spChg>
        <pc:spChg chg="mod">
          <ac:chgData name="Cosials, Benoit" userId="55eb508c-1f17-412e-9f09-1d82eedc926e" providerId="ADAL" clId="{F4B5339F-8433-4524-BE7C-91EA99F58C5B}" dt="2026-01-23T19:58:20.164" v="1435" actId="404"/>
          <ac:spMkLst>
            <pc:docMk/>
            <pc:sldMk cId="3732832982" sldId="10763"/>
            <ac:spMk id="3" creationId="{E86C121F-0717-E52D-0A75-B0CC03F2A090}"/>
          </ac:spMkLst>
        </pc:spChg>
      </pc:sldChg>
      <pc:sldChg chg="modSp mod ord">
        <pc:chgData name="Cosials, Benoit" userId="55eb508c-1f17-412e-9f09-1d82eedc926e" providerId="ADAL" clId="{F4B5339F-8433-4524-BE7C-91EA99F58C5B}" dt="2026-01-27T18:00:54.444" v="2911" actId="20577"/>
        <pc:sldMkLst>
          <pc:docMk/>
          <pc:sldMk cId="565332886" sldId="10764"/>
        </pc:sldMkLst>
        <pc:spChg chg="mod">
          <ac:chgData name="Cosials, Benoit" userId="55eb508c-1f17-412e-9f09-1d82eedc926e" providerId="ADAL" clId="{F4B5339F-8433-4524-BE7C-91EA99F58C5B}" dt="2026-01-27T18:00:54.444" v="2911" actId="20577"/>
          <ac:spMkLst>
            <pc:docMk/>
            <pc:sldMk cId="565332886" sldId="10764"/>
            <ac:spMk id="2" creationId="{A85F6C9E-2162-E1F0-13D4-783AED320C8A}"/>
          </ac:spMkLst>
        </pc:spChg>
        <pc:graphicFrameChg chg="mod modGraphic">
          <ac:chgData name="Cosials, Benoit" userId="55eb508c-1f17-412e-9f09-1d82eedc926e" providerId="ADAL" clId="{F4B5339F-8433-4524-BE7C-91EA99F58C5B}" dt="2026-01-27T17:26:38.937" v="2898" actId="20577"/>
          <ac:graphicFrameMkLst>
            <pc:docMk/>
            <pc:sldMk cId="565332886" sldId="10764"/>
            <ac:graphicFrameMk id="5" creationId="{964A8E17-856B-1F29-E258-4C898906E16A}"/>
          </ac:graphicFrameMkLst>
        </pc:graphicFrameChg>
      </pc:sldChg>
      <pc:sldChg chg="addSp modSp mod">
        <pc:chgData name="Cosials, Benoit" userId="55eb508c-1f17-412e-9f09-1d82eedc926e" providerId="ADAL" clId="{F4B5339F-8433-4524-BE7C-91EA99F58C5B}" dt="2026-01-26T15:11:48.898" v="1736" actId="20577"/>
        <pc:sldMkLst>
          <pc:docMk/>
          <pc:sldMk cId="2583248385" sldId="10765"/>
        </pc:sldMkLst>
        <pc:spChg chg="mod">
          <ac:chgData name="Cosials, Benoit" userId="55eb508c-1f17-412e-9f09-1d82eedc926e" providerId="ADAL" clId="{F4B5339F-8433-4524-BE7C-91EA99F58C5B}" dt="2026-01-26T15:11:48.898" v="1736" actId="20577"/>
          <ac:spMkLst>
            <pc:docMk/>
            <pc:sldMk cId="2583248385" sldId="10765"/>
            <ac:spMk id="2" creationId="{5FE6783A-9066-CE89-9F8C-C6788A1AF7D1}"/>
          </ac:spMkLst>
        </pc:spChg>
      </pc:sldChg>
      <pc:sldChg chg="addSp delSp modSp mod ord">
        <pc:chgData name="Cosials, Benoit" userId="55eb508c-1f17-412e-9f09-1d82eedc926e" providerId="ADAL" clId="{F4B5339F-8433-4524-BE7C-91EA99F58C5B}" dt="2026-01-27T17:25:46.214" v="2866" actId="478"/>
        <pc:sldMkLst>
          <pc:docMk/>
          <pc:sldMk cId="2748723091" sldId="10766"/>
        </pc:sldMkLst>
        <pc:spChg chg="mod">
          <ac:chgData name="Cosials, Benoit" userId="55eb508c-1f17-412e-9f09-1d82eedc926e" providerId="ADAL" clId="{F4B5339F-8433-4524-BE7C-91EA99F58C5B}" dt="2026-01-26T15:13:38.261" v="1780" actId="13926"/>
          <ac:spMkLst>
            <pc:docMk/>
            <pc:sldMk cId="2748723091" sldId="10766"/>
            <ac:spMk id="3" creationId="{68D728E1-F958-4FF4-96CA-511F86D3575E}"/>
          </ac:spMkLst>
        </pc:spChg>
        <pc:graphicFrameChg chg="modGraphic">
          <ac:chgData name="Cosials, Benoit" userId="55eb508c-1f17-412e-9f09-1d82eedc926e" providerId="ADAL" clId="{F4B5339F-8433-4524-BE7C-91EA99F58C5B}" dt="2026-01-26T15:15:02.171" v="1805" actId="20577"/>
          <ac:graphicFrameMkLst>
            <pc:docMk/>
            <pc:sldMk cId="2748723091" sldId="10766"/>
            <ac:graphicFrameMk id="5" creationId="{29A1958F-53BD-475E-9D3F-5EAA47944F5B}"/>
          </ac:graphicFrameMkLst>
        </pc:graphicFrameChg>
      </pc:sldChg>
    </pc:docChg>
  </pc:docChgLst>
  <pc:docChgLst>
    <pc:chgData name="Côté, Guy (DRV)" userId="40d4a9b2-a5c1-4259-bc83-f6fb16e85dbe" providerId="ADAL" clId="{F8FFBC58-BA9A-41E8-BFF7-3DB20D50BDDA}"/>
    <pc:docChg chg="addSld delSld modSld sldOrd">
      <pc:chgData name="Côté, Guy (DRV)" userId="40d4a9b2-a5c1-4259-bc83-f6fb16e85dbe" providerId="ADAL" clId="{F8FFBC58-BA9A-41E8-BFF7-3DB20D50BDDA}" dt="2026-01-26T15:19:57.120" v="4"/>
      <pc:docMkLst>
        <pc:docMk/>
      </pc:docMkLst>
      <pc:sldChg chg="add del">
        <pc:chgData name="Côté, Guy (DRV)" userId="40d4a9b2-a5c1-4259-bc83-f6fb16e85dbe" providerId="ADAL" clId="{F8FFBC58-BA9A-41E8-BFF7-3DB20D50BDDA}" dt="2026-01-26T15:19:41.739" v="2"/>
        <pc:sldMkLst>
          <pc:docMk/>
          <pc:sldMk cId="954086509" sldId="256"/>
        </pc:sldMkLst>
      </pc:sldChg>
      <pc:sldChg chg="add del">
        <pc:chgData name="Côté, Guy (DRV)" userId="40d4a9b2-a5c1-4259-bc83-f6fb16e85dbe" providerId="ADAL" clId="{F8FFBC58-BA9A-41E8-BFF7-3DB20D50BDDA}" dt="2026-01-26T15:19:41.739" v="2"/>
        <pc:sldMkLst>
          <pc:docMk/>
          <pc:sldMk cId="1869967798" sldId="257"/>
        </pc:sldMkLst>
      </pc:sldChg>
      <pc:sldChg chg="ord">
        <pc:chgData name="Côté, Guy (DRV)" userId="40d4a9b2-a5c1-4259-bc83-f6fb16e85dbe" providerId="ADAL" clId="{F8FFBC58-BA9A-41E8-BFF7-3DB20D50BDDA}" dt="2026-01-26T15:19:57.120" v="4"/>
        <pc:sldMkLst>
          <pc:docMk/>
          <pc:sldMk cId="58977407" sldId="10759"/>
        </pc:sldMkLst>
      </pc:sldChg>
    </pc:docChg>
  </pc:docChgLst>
  <pc:docChgLst>
    <pc:chgData name="Merdassi, Hakim" userId="S::hakim.merdassi2@ia.ca::4ca6b58f-59e0-40b9-8351-93620481a179" providerId="AD" clId="Web-{7CAAAC0D-C7C6-CC2B-FFEE-B40E6014165D}"/>
    <pc:docChg chg="mod addSld modSld modSection">
      <pc:chgData name="Merdassi, Hakim" userId="S::hakim.merdassi2@ia.ca::4ca6b58f-59e0-40b9-8351-93620481a179" providerId="AD" clId="Web-{7CAAAC0D-C7C6-CC2B-FFEE-B40E6014165D}" dt="2026-02-02T15:24:49.648" v="123"/>
      <pc:docMkLst>
        <pc:docMk/>
      </pc:docMkLst>
      <pc:sldChg chg="modSp modCm">
        <pc:chgData name="Merdassi, Hakim" userId="S::hakim.merdassi2@ia.ca::4ca6b58f-59e0-40b9-8351-93620481a179" providerId="AD" clId="Web-{7CAAAC0D-C7C6-CC2B-FFEE-B40E6014165D}" dt="2026-02-02T14:48:16.763" v="41" actId="20577"/>
        <pc:sldMkLst>
          <pc:docMk/>
          <pc:sldMk cId="1592855588" sldId="10760"/>
        </pc:sldMkLst>
        <pc:spChg chg="mod">
          <ac:chgData name="Merdassi, Hakim" userId="S::hakim.merdassi2@ia.ca::4ca6b58f-59e0-40b9-8351-93620481a179" providerId="AD" clId="Web-{7CAAAC0D-C7C6-CC2B-FFEE-B40E6014165D}" dt="2026-02-02T14:48:16.763" v="41" actId="20577"/>
          <ac:spMkLst>
            <pc:docMk/>
            <pc:sldMk cId="1592855588" sldId="10760"/>
            <ac:spMk id="3" creationId="{4F14D92A-0C53-0462-6247-53073E5EEC9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erdassi, Hakim" userId="S::hakim.merdassi2@ia.ca::4ca6b58f-59e0-40b9-8351-93620481a179" providerId="AD" clId="Web-{7CAAAC0D-C7C6-CC2B-FFEE-B40E6014165D}" dt="2026-02-02T14:48:07.138" v="39" actId="20577"/>
              <pc2:cmMkLst xmlns:pc2="http://schemas.microsoft.com/office/powerpoint/2019/9/main/command">
                <pc:docMk/>
                <pc:sldMk cId="1592855588" sldId="10760"/>
                <pc2:cmMk id="{D0FB45A3-14D4-473F-B336-73F76F554944}"/>
              </pc2:cmMkLst>
            </pc226:cmChg>
            <pc226:cmChg xmlns:pc226="http://schemas.microsoft.com/office/powerpoint/2022/06/main/command" chg="mod">
              <pc226:chgData name="Merdassi, Hakim" userId="S::hakim.merdassi2@ia.ca::4ca6b58f-59e0-40b9-8351-93620481a179" providerId="AD" clId="Web-{7CAAAC0D-C7C6-CC2B-FFEE-B40E6014165D}" dt="2026-02-02T14:48:07.138" v="39" actId="20577"/>
              <pc2:cmMkLst xmlns:pc2="http://schemas.microsoft.com/office/powerpoint/2019/9/main/command">
                <pc:docMk/>
                <pc:sldMk cId="1592855588" sldId="10760"/>
                <pc2:cmMk id="{9DA3F6CF-1348-438C-8FFA-BFF145E26893}"/>
              </pc2:cmMkLst>
            </pc226:cmChg>
          </p:ext>
        </pc:extLst>
      </pc:sldChg>
      <pc:sldChg chg="modSp modCm">
        <pc:chgData name="Merdassi, Hakim" userId="S::hakim.merdassi2@ia.ca::4ca6b58f-59e0-40b9-8351-93620481a179" providerId="AD" clId="Web-{7CAAAC0D-C7C6-CC2B-FFEE-B40E6014165D}" dt="2026-02-02T15:20:26.801" v="105"/>
        <pc:sldMkLst>
          <pc:docMk/>
          <pc:sldMk cId="2748723091" sldId="10766"/>
        </pc:sldMkLst>
        <pc:graphicFrameChg chg="mod modGraphic">
          <ac:chgData name="Merdassi, Hakim" userId="S::hakim.merdassi2@ia.ca::4ca6b58f-59e0-40b9-8351-93620481a179" providerId="AD" clId="Web-{7CAAAC0D-C7C6-CC2B-FFEE-B40E6014165D}" dt="2026-02-02T15:20:26.801" v="105"/>
          <ac:graphicFrameMkLst>
            <pc:docMk/>
            <pc:sldMk cId="2748723091" sldId="10766"/>
            <ac:graphicFrameMk id="5" creationId="{29A1958F-53BD-475E-9D3F-5EAA47944F5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erdassi, Hakim" userId="S::hakim.merdassi2@ia.ca::4ca6b58f-59e0-40b9-8351-93620481a179" providerId="AD" clId="Web-{7CAAAC0D-C7C6-CC2B-FFEE-B40E6014165D}" dt="2026-02-02T15:18:58.128" v="52"/>
              <pc2:cmMkLst xmlns:pc2="http://schemas.microsoft.com/office/powerpoint/2019/9/main/command">
                <pc:docMk/>
                <pc:sldMk cId="2748723091" sldId="10766"/>
                <pc2:cmMk id="{7058B513-903F-4FBD-A0E1-36FAA1B1884D}"/>
              </pc2:cmMkLst>
            </pc226:cmChg>
            <pc226:cmChg xmlns:pc226="http://schemas.microsoft.com/office/powerpoint/2022/06/main/command" chg="mod">
              <pc226:chgData name="Merdassi, Hakim" userId="S::hakim.merdassi2@ia.ca::4ca6b58f-59e0-40b9-8351-93620481a179" providerId="AD" clId="Web-{7CAAAC0D-C7C6-CC2B-FFEE-B40E6014165D}" dt="2026-02-02T15:20:26.801" v="104"/>
              <pc2:cmMkLst xmlns:pc2="http://schemas.microsoft.com/office/powerpoint/2019/9/main/command">
                <pc:docMk/>
                <pc:sldMk cId="2748723091" sldId="10766"/>
                <pc2:cmMk id="{8113B342-06AE-4F8D-84F1-FCD675AE58D2}"/>
              </pc2:cmMkLst>
            </pc226:cmChg>
          </p:ext>
        </pc:extLst>
      </pc:sldChg>
      <pc:sldChg chg="addSp delSp modSp add replId">
        <pc:chgData name="Merdassi, Hakim" userId="S::hakim.merdassi2@ia.ca::4ca6b58f-59e0-40b9-8351-93620481a179" providerId="AD" clId="Web-{7CAAAC0D-C7C6-CC2B-FFEE-B40E6014165D}" dt="2026-02-02T15:24:49.648" v="123"/>
        <pc:sldMkLst>
          <pc:docMk/>
          <pc:sldMk cId="2282271772" sldId="10773"/>
        </pc:sldMkLst>
      </pc:sldChg>
    </pc:docChg>
  </pc:docChgLst>
  <pc:docChgLst>
    <pc:chgData name="Leloup, François" userId="S::francois.leloup@ia.ca::28b40710-6041-4341-9e19-d9269eb4b681" providerId="AD" clId="Web-{01CE2134-BF13-A46B-8CF2-8739992B12C8}"/>
    <pc:docChg chg="sldOrd">
      <pc:chgData name="Leloup, François" userId="S::francois.leloup@ia.ca::28b40710-6041-4341-9e19-d9269eb4b681" providerId="AD" clId="Web-{01CE2134-BF13-A46B-8CF2-8739992B12C8}" dt="2026-02-03T13:12:54.606" v="0"/>
      <pc:docMkLst>
        <pc:docMk/>
      </pc:docMkLst>
      <pc:sldChg chg="ord">
        <pc:chgData name="Leloup, François" userId="S::francois.leloup@ia.ca::28b40710-6041-4341-9e19-d9269eb4b681" providerId="AD" clId="Web-{01CE2134-BF13-A46B-8CF2-8739992B12C8}" dt="2026-02-03T13:12:54.606" v="0"/>
        <pc:sldMkLst>
          <pc:docMk/>
          <pc:sldMk cId="2196230289" sldId="10771"/>
        </pc:sldMkLst>
      </pc:sldChg>
    </pc:docChg>
  </pc:docChgLst>
</pc:chgInfo>
</file>

<file path=ppt/comments/modernComment_2A0E_A3D62F9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058B513-903F-4FBD-A0E1-36FAA1B1884D}" authorId="{45298459-C9E7-0B0C-3588-90A42979C48D}" created="2026-02-02T14:41:54.728" startDate="2026-02-02T14:41:54.728" dueDate="2026-02-02T14:41:54.728" assignedTo="{9971A41E-D707-8B6A-1D81-EA26D0B9F990}" title="@Cosials, Benoit : Je pense que c'est plus Boryz que Jean-Daniel. Il y a même un Karim dans l'équipe ... J'indiquerais Huron tout simplement l'assignation du correctif du bug leur revient ... cc @Côté, Guy (DRV)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48723091" sldId="10766"/>
      <ac:graphicFrameMk id="5" creationId="{29A1958F-53BD-475E-9D3F-5EAA47944F5B}"/>
      <ac:tblMk/>
      <ac:tcMk rowId="3775998593" colId="703782285"/>
      <ac:txMk cp="8" len="11">
        <ac:context len="88" hash="612491090"/>
      </ac:txMk>
    </ac:txMkLst>
    <p188:pos x="3132666" y="2060222"/>
    <p188:replyLst>
      <p188:reply id="{1D6E6B45-9738-4D9D-A8A2-782C0F93466E}" authorId="{9971A41E-D707-8B6A-1D81-EA26D0B9F990}" created="2026-02-02T17:06:39.615">
        <p188:txBody>
          <a:bodyPr/>
          <a:lstStyle/>
          <a:p>
            <a:r>
              <a:rPr lang="fr-CA"/>
              <a:t>On en parlera avec eux. Mais un point de contact unique pour le suivi semble plus efficace.</a:t>
            </a:r>
          </a:p>
        </p188:txBody>
      </p188:reply>
    </p188:replyLst>
    <p188:txBody>
      <a:bodyPr/>
      <a:lstStyle/>
      <a:p>
        <a:r>
          <a:rPr lang="fr-CA"/>
          <a:t>[@Cosials, Benoit] : Je pense que c'est plus Boryz que Jean-Daniel. Il y a même un Karim dans l'équipe ... J'indiquerais Huron tout simplement l'assignation du correctif du bug leur revient  ... 
cc [@Côté, Guy (DRV)]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2-02T14:41:54.728" id="{48BCACB9-3AE3-4747-A4F1-FEF1D0ADB803}">
              <p228:atrbtn authorId="{45298459-C9E7-0B0C-3588-90A42979C48D}"/>
              <p228:anchr>
                <p228:comment id="{7058B513-903F-4FBD-A0E1-36FAA1B1884D}"/>
              </p228:anchr>
              <p228:add/>
            </p228:event>
            <p228:event time="2026-02-02T14:41:54.728" id="{E88BD55F-7F40-4A44-8EFD-BB374C1C154C}">
              <p228:atrbtn authorId="{45298459-C9E7-0B0C-3588-90A42979C48D}"/>
              <p228:anchr>
                <p228:comment id="{7058B513-903F-4FBD-A0E1-36FAA1B1884D}"/>
              </p228:anchr>
              <p228:asgn authorId="{9971A41E-D707-8B6A-1D81-EA26D0B9F990}"/>
            </p228:event>
            <p228:event time="2026-02-02T14:41:54.728" id="{7F84225E-1DBA-4441-AA38-D0C846EF5BE9}">
              <p228:atrbtn authorId="{45298459-C9E7-0B0C-3588-90A42979C48D}"/>
              <p228:anchr>
                <p228:comment id="{7058B513-903F-4FBD-A0E1-36FAA1B1884D}"/>
              </p228:anchr>
              <p228:title val="@Cosials, Benoit : Je pense que c'est plus Boryz que Jean-Daniel. Il y a même un Karim dans l'équipe ... J'indiquerais Huron tout simplement l'assignation du correctif du bug leur revient ... cc @Côté, Guy (DRV)"/>
            </p228:event>
            <p228:event time="2026-02-02T14:41:54.728" id="{00ADA927-3470-4640-B085-3653BC94F127}">
              <p228:atrbtn authorId="{45298459-C9E7-0B0C-3588-90A42979C48D}"/>
              <p228:anchr>
                <p228:comment id="{7058B513-903F-4FBD-A0E1-36FAA1B1884D}"/>
              </p228:anchr>
              <p228:date stDt="2026-02-02T14:41:54.728" endDt="2026-02-02T14:41:54.728"/>
            </p228:event>
          </p228:history>
        </p228:taskDetails>
      </p:ex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2-02T15:32:11.988" authorId="{B29AA509-44E4-50DB-9F32-86616C5D8514}"/>
          </p223:rxn>
        </p223:reactions>
      </p:ext>
    </p188:extLst>
  </p188:cm>
</p188:cmLst>
</file>

<file path=ppt/comments/modernComment_2A15_8808B41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CF5E7B-16FB-4FC8-854F-EC69835753C7}" authorId="{45298459-C9E7-0B0C-3588-90A42979C48D}" created="2026-02-02T15:28:49.264" startDate="2026-02-02T15:28:49.264" dueDate="2026-02-02T15:28:49.264" assignedTo="{9971A41E-D707-8B6A-1D81-EA26D0B9F990}" title="@Cosials, Benoit Rajout de la slide Échéancier en annexe / référence tel que discuté avec @Auclair, Bianca et @Côté, Guy (DRV) ">
    <pc:sldMkLst xmlns:pc="http://schemas.microsoft.com/office/powerpoint/2013/main/command">
      <pc:docMk/>
      <pc:sldMk cId="2282271772" sldId="10773"/>
    </pc:sldMkLst>
    <p188:txBody>
      <a:bodyPr/>
      <a:lstStyle/>
      <a:p>
        <a:r>
          <a:rPr lang="fr-CA"/>
          <a:t>[@Cosials, Benoit] Rajout de la slide Échéancier en annexe / référence  tel que discuté avec [@Auclair, Bianca]  et [@Côté, Guy (DRV)]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2-02T15:28:49.264" id="{DB01267C-1A9C-4AB6-AAEA-5389D62943B2}">
              <p228:atrbtn authorId="{45298459-C9E7-0B0C-3588-90A42979C48D}"/>
              <p228:anchr>
                <p228:comment id="{56CF5E7B-16FB-4FC8-854F-EC69835753C7}"/>
              </p228:anchr>
              <p228:add/>
            </p228:event>
            <p228:event time="2026-02-02T15:28:49.264" id="{24BC184D-FCC2-4727-A312-D99B02533D76}">
              <p228:atrbtn authorId="{45298459-C9E7-0B0C-3588-90A42979C48D}"/>
              <p228:anchr>
                <p228:comment id="{56CF5E7B-16FB-4FC8-854F-EC69835753C7}"/>
              </p228:anchr>
              <p228:asgn authorId="{9971A41E-D707-8B6A-1D81-EA26D0B9F990}"/>
            </p228:event>
            <p228:event time="2026-02-02T15:28:49.264" id="{8337D081-995E-4FE5-9B99-6187C12A8245}">
              <p228:atrbtn authorId="{45298459-C9E7-0B0C-3588-90A42979C48D}"/>
              <p228:anchr>
                <p228:comment id="{56CF5E7B-16FB-4FC8-854F-EC69835753C7}"/>
              </p228:anchr>
              <p228:title val="@Cosials, Benoit Rajout de la slide Échéancier en annexe / référence tel que discuté avec @Auclair, Bianca et @Côté, Guy (DRV) "/>
            </p228:event>
            <p228:event time="2026-02-02T15:28:49.264" id="{372B2557-FB41-4F78-9D91-DB023352BC72}">
              <p228:atrbtn authorId="{45298459-C9E7-0B0C-3588-90A42979C48D}"/>
              <p228:anchr>
                <p228:comment id="{56CF5E7B-16FB-4FC8-854F-EC69835753C7}"/>
              </p228:anchr>
              <p228:date stDt="2026-02-02T15:28:49.264" endDt="2026-02-02T15:28:49.264"/>
            </p228:event>
          </p228:history>
        </p228:taskDetails>
      </p:ex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2-02T15:32:59.412" authorId="{B29AA509-44E4-50DB-9F32-86616C5D8514}"/>
          </p223:rxn>
        </p223:reactions>
      </p:ext>
    </p188:extLst>
  </p188:cm>
</p188:cmLst>
</file>

<file path=ppt/comments/modernComment_100_38DE346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8FBCEEC-2DA2-485B-A4F2-661A40225944}" authorId="{B29AA509-44E4-50DB-9F32-86616C5D8514}" created="2026-01-22T20:01:02.848">
    <pc:sldMkLst xmlns:pc="http://schemas.microsoft.com/office/powerpoint/2013/main/command">
      <pc:docMk/>
      <pc:sldMk cId="954086509" sldId="256"/>
    </pc:sldMkLst>
    <p188:replyLst>
      <p188:reply id="{B567C158-B861-4A0D-B2D7-C96F002BF55B}" authorId="{9971A41E-D707-8B6A-1D81-EA26D0B9F990}" created="2026-02-02T17:04:34.649">
        <p188:txBody>
          <a:bodyPr/>
          <a:lstStyle/>
          <a:p>
            <a:r>
              <a:rPr lang="fr-CA"/>
              <a:t>Tous les sujets R1 ensembles</a:t>
            </a:r>
          </a:p>
        </p188:txBody>
      </p188:reply>
    </p188:replyLst>
    <p188:txBody>
      <a:bodyPr/>
      <a:lstStyle/>
      <a:p>
        <a:r>
          <a:rPr lang="fr-CA"/>
          <a:t>On fait un UAT par module pour R1 ou bancaire (BAM et Bank Fee) et Tréso?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4793C0-E9E8-4122-8715-ADFCA4D35F6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68C59B08-8443-446F-8976-24BD42734631}">
      <dgm:prSet custT="1"/>
      <dgm:spPr>
        <a:solidFill>
          <a:schemeClr val="tx1"/>
        </a:solidFill>
      </dgm:spPr>
      <dgm:t>
        <a:bodyPr/>
        <a:lstStyle/>
        <a:p>
          <a:r>
            <a:rPr lang="fr-CA" sz="2000"/>
            <a:t>Pourquoi faire des essais </a:t>
          </a:r>
          <a:r>
            <a:rPr lang="fr-CA" sz="2000" b="1"/>
            <a:t>d’acceptation (UAT) </a:t>
          </a:r>
          <a:r>
            <a:rPr lang="fr-CA" sz="2000"/>
            <a:t>?</a:t>
          </a:r>
        </a:p>
      </dgm:t>
    </dgm:pt>
    <dgm:pt modelId="{0384D640-EE06-44B2-8AE4-492A519F060D}" type="parTrans" cxnId="{1159A686-C5E8-4137-A7AC-936516887775}">
      <dgm:prSet/>
      <dgm:spPr/>
      <dgm:t>
        <a:bodyPr/>
        <a:lstStyle/>
        <a:p>
          <a:endParaRPr lang="fr-CA"/>
        </a:p>
      </dgm:t>
    </dgm:pt>
    <dgm:pt modelId="{4C5BAA51-B081-4E0F-900C-6DF1B1637B8A}" type="sibTrans" cxnId="{1159A686-C5E8-4137-A7AC-936516887775}">
      <dgm:prSet/>
      <dgm:spPr/>
      <dgm:t>
        <a:bodyPr/>
        <a:lstStyle/>
        <a:p>
          <a:endParaRPr lang="fr-CA"/>
        </a:p>
      </dgm:t>
    </dgm:pt>
    <dgm:pt modelId="{4ABDC14C-FC02-49F3-879E-248FDFD32A28}">
      <dgm:prSet custT="1"/>
      <dgm:spPr/>
      <dgm:t>
        <a:bodyPr/>
        <a:lstStyle/>
        <a:p>
          <a:pPr>
            <a:buNone/>
          </a:pPr>
          <a:r>
            <a:rPr lang="fr-CA" sz="1600" i="1"/>
            <a:t>Cette étape fait suite aux essais de composant et système (SIT) qui eux, permettaient de valider les développements et les configurations en dehors du contexte de nos processus.</a:t>
          </a:r>
          <a:endParaRPr lang="fr-CA" sz="1600" u="none"/>
        </a:p>
      </dgm:t>
    </dgm:pt>
    <dgm:pt modelId="{E94C584B-4428-409D-B16B-594B8A82F1A1}" type="sibTrans" cxnId="{5DF6FD74-E89F-41AC-97C4-C2F3A749204E}">
      <dgm:prSet/>
      <dgm:spPr/>
      <dgm:t>
        <a:bodyPr/>
        <a:lstStyle/>
        <a:p>
          <a:endParaRPr lang="fr-CA"/>
        </a:p>
      </dgm:t>
    </dgm:pt>
    <dgm:pt modelId="{5242CC76-D29E-4A76-B209-1D660A896519}" type="parTrans" cxnId="{5DF6FD74-E89F-41AC-97C4-C2F3A749204E}">
      <dgm:prSet/>
      <dgm:spPr/>
      <dgm:t>
        <a:bodyPr/>
        <a:lstStyle/>
        <a:p>
          <a:endParaRPr lang="fr-CA"/>
        </a:p>
      </dgm:t>
    </dgm:pt>
    <dgm:pt modelId="{7F7E150D-4DA2-42A9-A461-A8ED1066A71A}">
      <dgm:prSet custT="1"/>
      <dgm:spPr/>
      <dgm:t>
        <a:bodyPr/>
        <a:lstStyle/>
        <a:p>
          <a:pPr>
            <a:buNone/>
          </a:pPr>
          <a:r>
            <a:rPr lang="fr-CA" sz="1600" i="1"/>
            <a:t>Les </a:t>
          </a:r>
          <a:r>
            <a:rPr lang="fr-CA" sz="1600" i="1" u="sng"/>
            <a:t>scénarios bout-en-bout,</a:t>
          </a:r>
          <a:r>
            <a:rPr lang="fr-CA" sz="1600" i="1" u="none"/>
            <a:t> </a:t>
          </a:r>
          <a:r>
            <a:rPr lang="fr-CA" sz="1600" i="1"/>
            <a:t>permettent de valider et confirmer que nos processus</a:t>
          </a:r>
          <a:r>
            <a:rPr lang="fr-CA" sz="1600" i="1" u="none"/>
            <a:t> fonctionnent</a:t>
          </a:r>
          <a:endParaRPr lang="fr-CA" sz="1600" u="none"/>
        </a:p>
      </dgm:t>
    </dgm:pt>
    <dgm:pt modelId="{80196801-6B5C-4BFA-B650-547963C1F967}" type="sibTrans" cxnId="{A3281B39-FFBF-4215-9387-EB837918E969}">
      <dgm:prSet/>
      <dgm:spPr/>
      <dgm:t>
        <a:bodyPr/>
        <a:lstStyle/>
        <a:p>
          <a:endParaRPr lang="fr-CA"/>
        </a:p>
      </dgm:t>
    </dgm:pt>
    <dgm:pt modelId="{EC45B711-E502-45BF-993D-3D98D8B4A085}" type="parTrans" cxnId="{A3281B39-FFBF-4215-9387-EB837918E969}">
      <dgm:prSet/>
      <dgm:spPr/>
      <dgm:t>
        <a:bodyPr/>
        <a:lstStyle/>
        <a:p>
          <a:endParaRPr lang="fr-CA"/>
        </a:p>
      </dgm:t>
    </dgm:pt>
    <dgm:pt modelId="{825DC6FD-B1BE-416B-B500-349F7FBCFAA8}">
      <dgm:prSet custT="1"/>
      <dgm:spPr/>
      <dgm:t>
        <a:bodyPr/>
        <a:lstStyle/>
        <a:p>
          <a:pPr>
            <a:buNone/>
          </a:pPr>
          <a:r>
            <a:rPr lang="fr-CA" sz="1600" i="1" u="none"/>
            <a:t>Les </a:t>
          </a:r>
          <a:r>
            <a:rPr lang="fr-CA" sz="1600" i="1" u="sng"/>
            <a:t>scénarios par fonction</a:t>
          </a:r>
          <a:r>
            <a:rPr lang="fr-CA" sz="1600" i="1" u="none"/>
            <a:t>, permettent de valider les actions que vous devrez faire au quotidien dans les nouveaux outils mis à votre disposition.</a:t>
          </a:r>
        </a:p>
      </dgm:t>
    </dgm:pt>
    <dgm:pt modelId="{DABB508E-DA73-4FDD-B403-E01D4C2563E5}" type="sibTrans" cxnId="{F4CEAB7D-A6EF-4879-B3B5-99F85A799401}">
      <dgm:prSet/>
      <dgm:spPr/>
      <dgm:t>
        <a:bodyPr/>
        <a:lstStyle/>
        <a:p>
          <a:endParaRPr lang="fr-CA"/>
        </a:p>
      </dgm:t>
    </dgm:pt>
    <dgm:pt modelId="{B16D6A6A-13D1-4607-999B-7712C8CA4438}" type="parTrans" cxnId="{F4CEAB7D-A6EF-4879-B3B5-99F85A799401}">
      <dgm:prSet/>
      <dgm:spPr/>
      <dgm:t>
        <a:bodyPr/>
        <a:lstStyle/>
        <a:p>
          <a:endParaRPr lang="fr-CA"/>
        </a:p>
      </dgm:t>
    </dgm:pt>
    <dgm:pt modelId="{2E6F6EC6-0D91-4BE3-A653-98C70ED63948}">
      <dgm:prSet custT="1"/>
      <dgm:spPr/>
      <dgm:t>
        <a:bodyPr/>
        <a:lstStyle/>
        <a:p>
          <a:pPr>
            <a:buNone/>
          </a:pPr>
          <a:endParaRPr lang="fr-CA" sz="1600" u="sng"/>
        </a:p>
      </dgm:t>
    </dgm:pt>
    <dgm:pt modelId="{A96E9F87-E121-486F-9BC2-A64E828266D5}" type="sibTrans" cxnId="{E627819F-542E-408C-8607-5D740D2626C2}">
      <dgm:prSet/>
      <dgm:spPr/>
      <dgm:t>
        <a:bodyPr/>
        <a:lstStyle/>
        <a:p>
          <a:endParaRPr lang="fr-CA"/>
        </a:p>
      </dgm:t>
    </dgm:pt>
    <dgm:pt modelId="{BECC93E1-F3FB-46A3-9B45-8FC6D44196B9}" type="parTrans" cxnId="{E627819F-542E-408C-8607-5D740D2626C2}">
      <dgm:prSet/>
      <dgm:spPr/>
      <dgm:t>
        <a:bodyPr/>
        <a:lstStyle/>
        <a:p>
          <a:endParaRPr lang="fr-CA"/>
        </a:p>
      </dgm:t>
    </dgm:pt>
    <dgm:pt modelId="{BF117D36-4410-4E1F-A730-28AF0190F209}">
      <dgm:prSet custT="1"/>
      <dgm:spPr/>
      <dgm:t>
        <a:bodyPr/>
        <a:lstStyle/>
        <a:p>
          <a:r>
            <a:rPr lang="fr-CA" sz="1600"/>
            <a:t>Étape </a:t>
          </a:r>
          <a:r>
            <a:rPr lang="fr-CA" sz="1600" b="1" u="none"/>
            <a:t>finale et obligatoire </a:t>
          </a:r>
          <a:r>
            <a:rPr lang="fr-CA" sz="1600"/>
            <a:t>d’une mise en production et</a:t>
          </a:r>
          <a:r>
            <a:rPr lang="fr-CA" sz="1600" b="1" u="none"/>
            <a:t> essentielle </a:t>
          </a:r>
          <a:r>
            <a:rPr lang="fr-CA" sz="1600" b="1"/>
            <a:t>pour réduire nos risques </a:t>
          </a:r>
          <a:r>
            <a:rPr lang="fr-CA" sz="1600"/>
            <a:t>d’exécution liés à des développements ou configuration qui causeraient des effets néfastes sur l’échelle du processus en entier</a:t>
          </a:r>
        </a:p>
      </dgm:t>
    </dgm:pt>
    <dgm:pt modelId="{E092154D-1AB8-46ED-A6CC-E80F73AB37DD}" type="sibTrans" cxnId="{7C90557B-F449-42BA-80ED-2EB066AE48AC}">
      <dgm:prSet/>
      <dgm:spPr/>
      <dgm:t>
        <a:bodyPr/>
        <a:lstStyle/>
        <a:p>
          <a:endParaRPr lang="fr-CA"/>
        </a:p>
      </dgm:t>
    </dgm:pt>
    <dgm:pt modelId="{6B510F23-3F20-41A2-AFC6-096341D4F680}" type="parTrans" cxnId="{7C90557B-F449-42BA-80ED-2EB066AE48AC}">
      <dgm:prSet/>
      <dgm:spPr/>
      <dgm:t>
        <a:bodyPr/>
        <a:lstStyle/>
        <a:p>
          <a:endParaRPr lang="fr-CA"/>
        </a:p>
      </dgm:t>
    </dgm:pt>
    <dgm:pt modelId="{F3D0DD71-DE19-4838-AF85-90F49DABB822}">
      <dgm:prSet custT="1"/>
      <dgm:spPr/>
      <dgm:t>
        <a:bodyPr/>
        <a:lstStyle/>
        <a:p>
          <a:r>
            <a:rPr lang="fr-CA" sz="1600"/>
            <a:t>Validation par les utilisateurs finaux, point de vue absolument nécessaire et nécessitant la mobilisation de tous les secteurs</a:t>
          </a:r>
        </a:p>
      </dgm:t>
    </dgm:pt>
    <dgm:pt modelId="{6096A10D-5A1B-4E1B-8875-8B0009F8A64A}" type="sibTrans" cxnId="{F751F838-645F-4F81-9C69-8F7E1ACB4C93}">
      <dgm:prSet/>
      <dgm:spPr/>
      <dgm:t>
        <a:bodyPr/>
        <a:lstStyle/>
        <a:p>
          <a:endParaRPr lang="fr-CA"/>
        </a:p>
      </dgm:t>
    </dgm:pt>
    <dgm:pt modelId="{285AE4E5-CB1A-459D-8815-1EE956FA52E8}" type="parTrans" cxnId="{F751F838-645F-4F81-9C69-8F7E1ACB4C93}">
      <dgm:prSet/>
      <dgm:spPr/>
      <dgm:t>
        <a:bodyPr/>
        <a:lstStyle/>
        <a:p>
          <a:endParaRPr lang="fr-CA"/>
        </a:p>
      </dgm:t>
    </dgm:pt>
    <dgm:pt modelId="{30F80B80-5DBE-49E8-BBAF-43198629350D}">
      <dgm:prSet/>
      <dgm:spPr/>
      <dgm:t>
        <a:bodyPr/>
        <a:lstStyle/>
        <a:p>
          <a:r>
            <a:rPr lang="fr-CA" sz="1600"/>
            <a:t>Nécessaire pour les audits</a:t>
          </a:r>
        </a:p>
      </dgm:t>
    </dgm:pt>
    <dgm:pt modelId="{8C1AA1A7-604D-4F35-82B6-09D4CCCD9320}" type="sibTrans" cxnId="{EE2DDC38-3731-4692-A382-981A5598073F}">
      <dgm:prSet/>
      <dgm:spPr/>
      <dgm:t>
        <a:bodyPr/>
        <a:lstStyle/>
        <a:p>
          <a:endParaRPr lang="fr-CA"/>
        </a:p>
      </dgm:t>
    </dgm:pt>
    <dgm:pt modelId="{A13B37F7-B33C-45FD-ADED-5CC425B21A56}" type="parTrans" cxnId="{EE2DDC38-3731-4692-A382-981A5598073F}">
      <dgm:prSet/>
      <dgm:spPr/>
      <dgm:t>
        <a:bodyPr/>
        <a:lstStyle/>
        <a:p>
          <a:endParaRPr lang="fr-CA"/>
        </a:p>
      </dgm:t>
    </dgm:pt>
    <dgm:pt modelId="{C7D67869-38C9-4131-8527-C9D2C3017606}" type="pres">
      <dgm:prSet presAssocID="{974793C0-E9E8-4122-8715-ADFCA4D35F67}" presName="linear" presStyleCnt="0">
        <dgm:presLayoutVars>
          <dgm:animLvl val="lvl"/>
          <dgm:resizeHandles val="exact"/>
        </dgm:presLayoutVars>
      </dgm:prSet>
      <dgm:spPr/>
    </dgm:pt>
    <dgm:pt modelId="{62210FA5-9602-49D9-8A8D-0AB533588F2D}" type="pres">
      <dgm:prSet presAssocID="{68C59B08-8443-446F-8976-24BD42734631}" presName="parentText" presStyleLbl="node1" presStyleIdx="0" presStyleCnt="1" custScaleY="37547">
        <dgm:presLayoutVars>
          <dgm:chMax val="0"/>
          <dgm:bulletEnabled val="1"/>
        </dgm:presLayoutVars>
      </dgm:prSet>
      <dgm:spPr/>
    </dgm:pt>
    <dgm:pt modelId="{399D3470-B646-4FAD-9A7A-52B4ABA13834}" type="pres">
      <dgm:prSet presAssocID="{68C59B08-8443-446F-8976-24BD4273463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0458A1C-0C48-42AA-A7B5-45A695F98FAF}" type="presOf" srcId="{F3D0DD71-DE19-4838-AF85-90F49DABB822}" destId="{399D3470-B646-4FAD-9A7A-52B4ABA13834}" srcOrd="0" destOrd="5" presId="urn:microsoft.com/office/officeart/2005/8/layout/vList2"/>
    <dgm:cxn modelId="{ED232F21-1021-4F5D-BBA2-66049D26A129}" type="presOf" srcId="{4ABDC14C-FC02-49F3-879E-248FDFD32A28}" destId="{399D3470-B646-4FAD-9A7A-52B4ABA13834}" srcOrd="0" destOrd="0" presId="urn:microsoft.com/office/officeart/2005/8/layout/vList2"/>
    <dgm:cxn modelId="{635E262C-55B3-440D-97D5-99CB554E35C5}" type="presOf" srcId="{7F7E150D-4DA2-42A9-A461-A8ED1066A71A}" destId="{399D3470-B646-4FAD-9A7A-52B4ABA13834}" srcOrd="0" destOrd="1" presId="urn:microsoft.com/office/officeart/2005/8/layout/vList2"/>
    <dgm:cxn modelId="{B2C0822C-5464-48F3-81AB-C75FC0798505}" type="presOf" srcId="{68C59B08-8443-446F-8976-24BD42734631}" destId="{62210FA5-9602-49D9-8A8D-0AB533588F2D}" srcOrd="0" destOrd="0" presId="urn:microsoft.com/office/officeart/2005/8/layout/vList2"/>
    <dgm:cxn modelId="{EE2DDC38-3731-4692-A382-981A5598073F}" srcId="{68C59B08-8443-446F-8976-24BD42734631}" destId="{30F80B80-5DBE-49E8-BBAF-43198629350D}" srcOrd="6" destOrd="0" parTransId="{A13B37F7-B33C-45FD-ADED-5CC425B21A56}" sibTransId="{8C1AA1A7-604D-4F35-82B6-09D4CCCD9320}"/>
    <dgm:cxn modelId="{F751F838-645F-4F81-9C69-8F7E1ACB4C93}" srcId="{68C59B08-8443-446F-8976-24BD42734631}" destId="{F3D0DD71-DE19-4838-AF85-90F49DABB822}" srcOrd="5" destOrd="0" parTransId="{285AE4E5-CB1A-459D-8815-1EE956FA52E8}" sibTransId="{6096A10D-5A1B-4E1B-8875-8B0009F8A64A}"/>
    <dgm:cxn modelId="{A3281B39-FFBF-4215-9387-EB837918E969}" srcId="{68C59B08-8443-446F-8976-24BD42734631}" destId="{7F7E150D-4DA2-42A9-A461-A8ED1066A71A}" srcOrd="1" destOrd="0" parTransId="{EC45B711-E502-45BF-993D-3D98D8B4A085}" sibTransId="{80196801-6B5C-4BFA-B650-547963C1F967}"/>
    <dgm:cxn modelId="{5DF6FD74-E89F-41AC-97C4-C2F3A749204E}" srcId="{68C59B08-8443-446F-8976-24BD42734631}" destId="{4ABDC14C-FC02-49F3-879E-248FDFD32A28}" srcOrd="0" destOrd="0" parTransId="{5242CC76-D29E-4A76-B209-1D660A896519}" sibTransId="{E94C584B-4428-409D-B16B-594B8A82F1A1}"/>
    <dgm:cxn modelId="{7C90557B-F449-42BA-80ED-2EB066AE48AC}" srcId="{68C59B08-8443-446F-8976-24BD42734631}" destId="{BF117D36-4410-4E1F-A730-28AF0190F209}" srcOrd="4" destOrd="0" parTransId="{6B510F23-3F20-41A2-AFC6-096341D4F680}" sibTransId="{E092154D-1AB8-46ED-A6CC-E80F73AB37DD}"/>
    <dgm:cxn modelId="{F4CEAB7D-A6EF-4879-B3B5-99F85A799401}" srcId="{68C59B08-8443-446F-8976-24BD42734631}" destId="{825DC6FD-B1BE-416B-B500-349F7FBCFAA8}" srcOrd="2" destOrd="0" parTransId="{B16D6A6A-13D1-4607-999B-7712C8CA4438}" sibTransId="{DABB508E-DA73-4FDD-B403-E01D4C2563E5}"/>
    <dgm:cxn modelId="{1159A686-C5E8-4137-A7AC-936516887775}" srcId="{974793C0-E9E8-4122-8715-ADFCA4D35F67}" destId="{68C59B08-8443-446F-8976-24BD42734631}" srcOrd="0" destOrd="0" parTransId="{0384D640-EE06-44B2-8AE4-492A519F060D}" sibTransId="{4C5BAA51-B081-4E0F-900C-6DF1B1637B8A}"/>
    <dgm:cxn modelId="{06E11F8C-961F-492F-8DD6-E6A6AF4F8411}" type="presOf" srcId="{BF117D36-4410-4E1F-A730-28AF0190F209}" destId="{399D3470-B646-4FAD-9A7A-52B4ABA13834}" srcOrd="0" destOrd="4" presId="urn:microsoft.com/office/officeart/2005/8/layout/vList2"/>
    <dgm:cxn modelId="{E627819F-542E-408C-8607-5D740D2626C2}" srcId="{68C59B08-8443-446F-8976-24BD42734631}" destId="{2E6F6EC6-0D91-4BE3-A653-98C70ED63948}" srcOrd="3" destOrd="0" parTransId="{BECC93E1-F3FB-46A3-9B45-8FC6D44196B9}" sibTransId="{A96E9F87-E121-486F-9BC2-A64E828266D5}"/>
    <dgm:cxn modelId="{3008A8B6-886D-47BF-ABB4-BC77530697BC}" type="presOf" srcId="{30F80B80-5DBE-49E8-BBAF-43198629350D}" destId="{399D3470-B646-4FAD-9A7A-52B4ABA13834}" srcOrd="0" destOrd="6" presId="urn:microsoft.com/office/officeart/2005/8/layout/vList2"/>
    <dgm:cxn modelId="{B3738DE0-258D-4326-BC5F-2F7BD5189D79}" type="presOf" srcId="{2E6F6EC6-0D91-4BE3-A653-98C70ED63948}" destId="{399D3470-B646-4FAD-9A7A-52B4ABA13834}" srcOrd="0" destOrd="3" presId="urn:microsoft.com/office/officeart/2005/8/layout/vList2"/>
    <dgm:cxn modelId="{20C051E4-22BB-45C8-A0E9-81C64E9DC149}" type="presOf" srcId="{974793C0-E9E8-4122-8715-ADFCA4D35F67}" destId="{C7D67869-38C9-4131-8527-C9D2C3017606}" srcOrd="0" destOrd="0" presId="urn:microsoft.com/office/officeart/2005/8/layout/vList2"/>
    <dgm:cxn modelId="{2EFF60EE-42FB-4BD8-A76E-62305A22D1A7}" type="presOf" srcId="{825DC6FD-B1BE-416B-B500-349F7FBCFAA8}" destId="{399D3470-B646-4FAD-9A7A-52B4ABA13834}" srcOrd="0" destOrd="2" presId="urn:microsoft.com/office/officeart/2005/8/layout/vList2"/>
    <dgm:cxn modelId="{EE88EBAC-42B8-4A8A-9DF0-3DC60550DC65}" type="presParOf" srcId="{C7D67869-38C9-4131-8527-C9D2C3017606}" destId="{62210FA5-9602-49D9-8A8D-0AB533588F2D}" srcOrd="0" destOrd="0" presId="urn:microsoft.com/office/officeart/2005/8/layout/vList2"/>
    <dgm:cxn modelId="{18EBACB7-B207-46AF-8AAA-6D517A973EDC}" type="presParOf" srcId="{C7D67869-38C9-4131-8527-C9D2C3017606}" destId="{399D3470-B646-4FAD-9A7A-52B4ABA1383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F1305E-54A5-4527-B1AD-C05F469D7308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B1400E9E-F654-4875-92A3-20219638BC1A}">
      <dgm:prSet phldrT="[Texte]">
        <dgm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fr-CA"/>
            <a:t>½ semaine</a:t>
          </a:r>
          <a:br>
            <a:rPr lang="fr-CA"/>
          </a:br>
          <a:r>
            <a:rPr lang="fr-CA"/>
            <a:t>début bancaire</a:t>
          </a:r>
        </a:p>
      </dgm:t>
    </dgm:pt>
    <dgm:pt modelId="{263AB2C5-E6DD-4D94-9B25-902A29352F64}" type="parTrans" cxnId="{92809962-F071-4900-8C96-287C443F9A76}">
      <dgm:prSet/>
      <dgm:spPr/>
      <dgm:t>
        <a:bodyPr/>
        <a:lstStyle/>
        <a:p>
          <a:endParaRPr lang="fr-CA"/>
        </a:p>
      </dgm:t>
    </dgm:pt>
    <dgm:pt modelId="{2189D854-095A-40BA-A973-A844817348BF}" type="sibTrans" cxnId="{92809962-F071-4900-8C96-287C443F9A76}">
      <dgm:prSet/>
      <dgm:spPr/>
      <dgm:t>
        <a:bodyPr/>
        <a:lstStyle/>
        <a:p>
          <a:endParaRPr lang="fr-CA"/>
        </a:p>
      </dgm:t>
    </dgm:pt>
    <dgm:pt modelId="{7B3E0B31-BD63-4583-966A-EDE3CC9EE21F}">
      <dgm:prSet phldrT="[Texte]"/>
      <dgm:spPr>
        <a:solidFill>
          <a:srgbClr val="003DA5"/>
        </a:solidFill>
      </dgm:spPr>
      <dgm:t>
        <a:bodyPr/>
        <a:lstStyle/>
        <a:p>
          <a:r>
            <a:rPr lang="fr-CA"/>
            <a:t>Semaine d’essais</a:t>
          </a:r>
          <a:br>
            <a:rPr lang="fr-CA"/>
          </a:br>
          <a:r>
            <a:rPr lang="fr-CA"/>
            <a:t>2 </a:t>
          </a:r>
          <a:r>
            <a:rPr lang="fr-CA" err="1"/>
            <a:t>fév</a:t>
          </a:r>
          <a:r>
            <a:rPr lang="fr-CA"/>
            <a:t> – 2 </a:t>
          </a:r>
          <a:r>
            <a:rPr lang="fr-CA" err="1"/>
            <a:t>sem</a:t>
          </a:r>
          <a:endParaRPr lang="fr-CA"/>
        </a:p>
      </dgm:t>
    </dgm:pt>
    <dgm:pt modelId="{D8E1E624-4F13-46BE-84AB-FB80FEBAA966}" type="parTrans" cxnId="{E5DABC12-2845-470F-AD16-98309F0D9822}">
      <dgm:prSet/>
      <dgm:spPr/>
      <dgm:t>
        <a:bodyPr/>
        <a:lstStyle/>
        <a:p>
          <a:endParaRPr lang="fr-CA"/>
        </a:p>
      </dgm:t>
    </dgm:pt>
    <dgm:pt modelId="{F4D46B06-C17F-4831-87DE-552C54598651}" type="sibTrans" cxnId="{E5DABC12-2845-470F-AD16-98309F0D9822}">
      <dgm:prSet/>
      <dgm:spPr/>
      <dgm:t>
        <a:bodyPr/>
        <a:lstStyle/>
        <a:p>
          <a:endParaRPr lang="fr-CA"/>
        </a:p>
      </dgm:t>
    </dgm:pt>
    <dgm:pt modelId="{75865DA8-4A74-4F91-965E-5B4E7BB40819}">
      <dgm:prSet phldrT="[Texte]"/>
      <dgm:spPr/>
      <dgm:t>
        <a:bodyPr/>
        <a:lstStyle/>
        <a:p>
          <a:r>
            <a:rPr lang="fr-CA"/>
            <a:t>MEP</a:t>
          </a:r>
          <a:br>
            <a:rPr lang="fr-CA"/>
          </a:br>
          <a:r>
            <a:rPr lang="fr-CA"/>
            <a:t>9 mars – 1 sem</a:t>
          </a:r>
        </a:p>
      </dgm:t>
    </dgm:pt>
    <dgm:pt modelId="{39F11B36-84FE-45CD-981A-D53EC3C43086}" type="parTrans" cxnId="{9BDB9B7D-772D-48A0-8629-4C5EB5E3F15E}">
      <dgm:prSet/>
      <dgm:spPr/>
      <dgm:t>
        <a:bodyPr/>
        <a:lstStyle/>
        <a:p>
          <a:endParaRPr lang="fr-CA"/>
        </a:p>
      </dgm:t>
    </dgm:pt>
    <dgm:pt modelId="{4F957244-24D0-42FC-81AA-5675DDDB286B}" type="sibTrans" cxnId="{9BDB9B7D-772D-48A0-8629-4C5EB5E3F15E}">
      <dgm:prSet/>
      <dgm:spPr/>
      <dgm:t>
        <a:bodyPr/>
        <a:lstStyle/>
        <a:p>
          <a:endParaRPr lang="fr-CA"/>
        </a:p>
      </dgm:t>
    </dgm:pt>
    <dgm:pt modelId="{180925FE-6764-4F99-8EF7-AB6B5ACD3A4F}">
      <dgm:prSet phldrT="[Texte]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fr-CA"/>
            <a:t>Rafraichissement</a:t>
          </a:r>
          <a:br>
            <a:rPr lang="fr-CA"/>
          </a:br>
          <a:r>
            <a:rPr lang="fr-CA"/>
            <a:t>16-19 mars</a:t>
          </a:r>
        </a:p>
      </dgm:t>
    </dgm:pt>
    <dgm:pt modelId="{56309CA2-F7A7-4B75-A188-7E52AD830BAB}" type="parTrans" cxnId="{9599BD13-9433-41DF-9CB0-EB0EBF94BBF9}">
      <dgm:prSet/>
      <dgm:spPr/>
      <dgm:t>
        <a:bodyPr/>
        <a:lstStyle/>
        <a:p>
          <a:endParaRPr lang="fr-CA"/>
        </a:p>
      </dgm:t>
    </dgm:pt>
    <dgm:pt modelId="{826F641C-EE7B-4D5D-8FD7-FC475FF13B35}" type="sibTrans" cxnId="{9599BD13-9433-41DF-9CB0-EB0EBF94BBF9}">
      <dgm:prSet/>
      <dgm:spPr/>
      <dgm:t>
        <a:bodyPr/>
        <a:lstStyle/>
        <a:p>
          <a:endParaRPr lang="fr-CA"/>
        </a:p>
      </dgm:t>
    </dgm:pt>
    <dgm:pt modelId="{B5B73770-00F4-4C4E-A5EE-E22F309D5B7B}">
      <dgm:prSet phldrT="[Texte]"/>
      <dgm:spPr>
        <a:solidFill>
          <a:srgbClr val="003DA5"/>
        </a:solidFill>
      </dgm:spPr>
      <dgm:t>
        <a:bodyPr/>
        <a:lstStyle/>
        <a:p>
          <a:r>
            <a:rPr lang="fr-CA" err="1"/>
            <a:t>Prépartion</a:t>
          </a:r>
          <a:r>
            <a:rPr lang="fr-CA"/>
            <a:t> MEP</a:t>
          </a:r>
          <a:br>
            <a:rPr lang="fr-CA"/>
          </a:br>
          <a:r>
            <a:rPr lang="fr-CA"/>
            <a:t>23 </a:t>
          </a:r>
          <a:r>
            <a:rPr lang="fr-CA" err="1"/>
            <a:t>fév</a:t>
          </a:r>
          <a:r>
            <a:rPr lang="fr-CA"/>
            <a:t> - 2 </a:t>
          </a:r>
          <a:r>
            <a:rPr lang="fr-CA" err="1"/>
            <a:t>sem</a:t>
          </a:r>
          <a:endParaRPr lang="fr-CA"/>
        </a:p>
      </dgm:t>
    </dgm:pt>
    <dgm:pt modelId="{DAEC4554-F6E9-415B-97E2-A504A8FE0A6B}" type="parTrans" cxnId="{58D12B60-F029-47A8-8DED-5B2BD33C7E81}">
      <dgm:prSet/>
      <dgm:spPr/>
      <dgm:t>
        <a:bodyPr/>
        <a:lstStyle/>
        <a:p>
          <a:endParaRPr lang="fr-CA"/>
        </a:p>
      </dgm:t>
    </dgm:pt>
    <dgm:pt modelId="{26EB7D1D-E77D-49D3-A6FB-824CDB49E4A1}" type="sibTrans" cxnId="{58D12B60-F029-47A8-8DED-5B2BD33C7E81}">
      <dgm:prSet/>
      <dgm:spPr/>
      <dgm:t>
        <a:bodyPr/>
        <a:lstStyle/>
        <a:p>
          <a:endParaRPr lang="fr-CA"/>
        </a:p>
      </dgm:t>
    </dgm:pt>
    <dgm:pt modelId="{47ABFD95-A595-4664-AD4A-8BF34591159E}">
      <dgm:prSet phldrT="[Texte]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fr-CA"/>
            <a:t>Essais </a:t>
          </a:r>
          <a:r>
            <a:rPr lang="fr-CA" err="1"/>
            <a:t>suplémentaire</a:t>
          </a:r>
          <a:r>
            <a:rPr lang="fr-CA"/>
            <a:t>?</a:t>
          </a:r>
          <a:br>
            <a:rPr lang="fr-CA"/>
          </a:br>
          <a:r>
            <a:rPr lang="fr-CA"/>
            <a:t>Bank </a:t>
          </a:r>
          <a:r>
            <a:rPr lang="fr-CA" err="1"/>
            <a:t>Fees</a:t>
          </a:r>
          <a:r>
            <a:rPr lang="fr-CA"/>
            <a:t>, </a:t>
          </a:r>
          <a:r>
            <a:rPr lang="fr-CA" err="1"/>
            <a:t>Securité</a:t>
          </a:r>
          <a:br>
            <a:rPr lang="fr-CA"/>
          </a:br>
          <a:r>
            <a:rPr lang="fr-CA"/>
            <a:t>16 </a:t>
          </a:r>
          <a:r>
            <a:rPr lang="fr-CA" err="1"/>
            <a:t>fév</a:t>
          </a:r>
          <a:r>
            <a:rPr lang="fr-CA"/>
            <a:t> - 1sem</a:t>
          </a:r>
        </a:p>
      </dgm:t>
    </dgm:pt>
    <dgm:pt modelId="{0B973F93-2231-4C4D-B8D4-700749462E13}" type="parTrans" cxnId="{DDD6D550-677E-4080-89A0-8F28EA46A0FC}">
      <dgm:prSet/>
      <dgm:spPr/>
      <dgm:t>
        <a:bodyPr/>
        <a:lstStyle/>
        <a:p>
          <a:endParaRPr lang="fr-CA"/>
        </a:p>
      </dgm:t>
    </dgm:pt>
    <dgm:pt modelId="{27542D1D-D5F5-47DA-BF5B-A1DAFA3A5BC1}" type="sibTrans" cxnId="{DDD6D550-677E-4080-89A0-8F28EA46A0FC}">
      <dgm:prSet/>
      <dgm:spPr/>
      <dgm:t>
        <a:bodyPr/>
        <a:lstStyle/>
        <a:p>
          <a:endParaRPr lang="fr-CA"/>
        </a:p>
      </dgm:t>
    </dgm:pt>
    <dgm:pt modelId="{2B83CEA0-46C9-4D52-A766-28D9E0F6C5E1}" type="pres">
      <dgm:prSet presAssocID="{72F1305E-54A5-4527-B1AD-C05F469D7308}" presName="Name0" presStyleCnt="0">
        <dgm:presLayoutVars>
          <dgm:dir/>
          <dgm:resizeHandles val="exact"/>
        </dgm:presLayoutVars>
      </dgm:prSet>
      <dgm:spPr/>
    </dgm:pt>
    <dgm:pt modelId="{A04278E4-1FB5-4494-86F3-E3086272AFC9}" type="pres">
      <dgm:prSet presAssocID="{B1400E9E-F654-4875-92A3-20219638BC1A}" presName="parTxOnly" presStyleLbl="node1" presStyleIdx="0" presStyleCnt="6">
        <dgm:presLayoutVars>
          <dgm:bulletEnabled val="1"/>
        </dgm:presLayoutVars>
      </dgm:prSet>
      <dgm:spPr/>
    </dgm:pt>
    <dgm:pt modelId="{F4298DBA-0FEF-480B-91BA-1CD5AC3E4FB1}" type="pres">
      <dgm:prSet presAssocID="{2189D854-095A-40BA-A973-A844817348BF}" presName="parSpace" presStyleCnt="0"/>
      <dgm:spPr/>
    </dgm:pt>
    <dgm:pt modelId="{5EE4F878-10D7-48EA-B431-A29FD49C040A}" type="pres">
      <dgm:prSet presAssocID="{7B3E0B31-BD63-4583-966A-EDE3CC9EE21F}" presName="parTxOnly" presStyleLbl="node1" presStyleIdx="1" presStyleCnt="6">
        <dgm:presLayoutVars>
          <dgm:bulletEnabled val="1"/>
        </dgm:presLayoutVars>
      </dgm:prSet>
      <dgm:spPr/>
    </dgm:pt>
    <dgm:pt modelId="{E0C334CE-2CD2-4385-A9CA-CA6294E8BFE6}" type="pres">
      <dgm:prSet presAssocID="{F4D46B06-C17F-4831-87DE-552C54598651}" presName="parSpace" presStyleCnt="0"/>
      <dgm:spPr/>
    </dgm:pt>
    <dgm:pt modelId="{D3AF4428-97F1-4DA8-92C5-CB3C52D8A01E}" type="pres">
      <dgm:prSet presAssocID="{47ABFD95-A595-4664-AD4A-8BF34591159E}" presName="parTxOnly" presStyleLbl="node1" presStyleIdx="2" presStyleCnt="6">
        <dgm:presLayoutVars>
          <dgm:bulletEnabled val="1"/>
        </dgm:presLayoutVars>
      </dgm:prSet>
      <dgm:spPr/>
    </dgm:pt>
    <dgm:pt modelId="{653C43A2-64A6-4081-B2E3-718AFEA29B2C}" type="pres">
      <dgm:prSet presAssocID="{27542D1D-D5F5-47DA-BF5B-A1DAFA3A5BC1}" presName="parSpace" presStyleCnt="0"/>
      <dgm:spPr/>
    </dgm:pt>
    <dgm:pt modelId="{EF387AE5-5B81-4E84-BE31-5EB5E0F7516C}" type="pres">
      <dgm:prSet presAssocID="{B5B73770-00F4-4C4E-A5EE-E22F309D5B7B}" presName="parTxOnly" presStyleLbl="node1" presStyleIdx="3" presStyleCnt="6">
        <dgm:presLayoutVars>
          <dgm:bulletEnabled val="1"/>
        </dgm:presLayoutVars>
      </dgm:prSet>
      <dgm:spPr/>
    </dgm:pt>
    <dgm:pt modelId="{9E3AC13E-C7F6-4C8D-B111-7C9D5FD70764}" type="pres">
      <dgm:prSet presAssocID="{26EB7D1D-E77D-49D3-A6FB-824CDB49E4A1}" presName="parSpace" presStyleCnt="0"/>
      <dgm:spPr/>
    </dgm:pt>
    <dgm:pt modelId="{B9DF724B-287A-4478-B6A4-92DF8C7660B6}" type="pres">
      <dgm:prSet presAssocID="{75865DA8-4A74-4F91-965E-5B4E7BB40819}" presName="parTxOnly" presStyleLbl="node1" presStyleIdx="4" presStyleCnt="6">
        <dgm:presLayoutVars>
          <dgm:bulletEnabled val="1"/>
        </dgm:presLayoutVars>
      </dgm:prSet>
      <dgm:spPr/>
    </dgm:pt>
    <dgm:pt modelId="{64CC272D-5925-49AD-88D9-EBDB71824223}" type="pres">
      <dgm:prSet presAssocID="{4F957244-24D0-42FC-81AA-5675DDDB286B}" presName="parSpace" presStyleCnt="0"/>
      <dgm:spPr/>
    </dgm:pt>
    <dgm:pt modelId="{2708458D-3992-4ABE-8819-F0783953EA28}" type="pres">
      <dgm:prSet presAssocID="{180925FE-6764-4F99-8EF7-AB6B5ACD3A4F}" presName="parTxOnly" presStyleLbl="node1" presStyleIdx="5" presStyleCnt="6">
        <dgm:presLayoutVars>
          <dgm:bulletEnabled val="1"/>
        </dgm:presLayoutVars>
      </dgm:prSet>
      <dgm:spPr/>
    </dgm:pt>
  </dgm:ptLst>
  <dgm:cxnLst>
    <dgm:cxn modelId="{E5DABC12-2845-470F-AD16-98309F0D9822}" srcId="{72F1305E-54A5-4527-B1AD-C05F469D7308}" destId="{7B3E0B31-BD63-4583-966A-EDE3CC9EE21F}" srcOrd="1" destOrd="0" parTransId="{D8E1E624-4F13-46BE-84AB-FB80FEBAA966}" sibTransId="{F4D46B06-C17F-4831-87DE-552C54598651}"/>
    <dgm:cxn modelId="{9599BD13-9433-41DF-9CB0-EB0EBF94BBF9}" srcId="{72F1305E-54A5-4527-B1AD-C05F469D7308}" destId="{180925FE-6764-4F99-8EF7-AB6B5ACD3A4F}" srcOrd="5" destOrd="0" parTransId="{56309CA2-F7A7-4B75-A188-7E52AD830BAB}" sibTransId="{826F641C-EE7B-4D5D-8FD7-FC475FF13B35}"/>
    <dgm:cxn modelId="{59A5EA38-7A8A-470B-B9D0-30FD89345306}" type="presOf" srcId="{180925FE-6764-4F99-8EF7-AB6B5ACD3A4F}" destId="{2708458D-3992-4ABE-8819-F0783953EA28}" srcOrd="0" destOrd="0" presId="urn:microsoft.com/office/officeart/2005/8/layout/hChevron3"/>
    <dgm:cxn modelId="{58D12B60-F029-47A8-8DED-5B2BD33C7E81}" srcId="{72F1305E-54A5-4527-B1AD-C05F469D7308}" destId="{B5B73770-00F4-4C4E-A5EE-E22F309D5B7B}" srcOrd="3" destOrd="0" parTransId="{DAEC4554-F6E9-415B-97E2-A504A8FE0A6B}" sibTransId="{26EB7D1D-E77D-49D3-A6FB-824CDB49E4A1}"/>
    <dgm:cxn modelId="{92809962-F071-4900-8C96-287C443F9A76}" srcId="{72F1305E-54A5-4527-B1AD-C05F469D7308}" destId="{B1400E9E-F654-4875-92A3-20219638BC1A}" srcOrd="0" destOrd="0" parTransId="{263AB2C5-E6DD-4D94-9B25-902A29352F64}" sibTransId="{2189D854-095A-40BA-A973-A844817348BF}"/>
    <dgm:cxn modelId="{97523E48-6E81-4895-B7FF-AD95BE6DFB07}" type="presOf" srcId="{47ABFD95-A595-4664-AD4A-8BF34591159E}" destId="{D3AF4428-97F1-4DA8-92C5-CB3C52D8A01E}" srcOrd="0" destOrd="0" presId="urn:microsoft.com/office/officeart/2005/8/layout/hChevron3"/>
    <dgm:cxn modelId="{E39A0B6D-FA73-4D63-A0DB-07C032798B84}" type="presOf" srcId="{72F1305E-54A5-4527-B1AD-C05F469D7308}" destId="{2B83CEA0-46C9-4D52-A766-28D9E0F6C5E1}" srcOrd="0" destOrd="0" presId="urn:microsoft.com/office/officeart/2005/8/layout/hChevron3"/>
    <dgm:cxn modelId="{3DD39470-48E4-42C8-93F8-7A7D9F6DC364}" type="presOf" srcId="{B5B73770-00F4-4C4E-A5EE-E22F309D5B7B}" destId="{EF387AE5-5B81-4E84-BE31-5EB5E0F7516C}" srcOrd="0" destOrd="0" presId="urn:microsoft.com/office/officeart/2005/8/layout/hChevron3"/>
    <dgm:cxn modelId="{DDD6D550-677E-4080-89A0-8F28EA46A0FC}" srcId="{72F1305E-54A5-4527-B1AD-C05F469D7308}" destId="{47ABFD95-A595-4664-AD4A-8BF34591159E}" srcOrd="2" destOrd="0" parTransId="{0B973F93-2231-4C4D-B8D4-700749462E13}" sibTransId="{27542D1D-D5F5-47DA-BF5B-A1DAFA3A5BC1}"/>
    <dgm:cxn modelId="{5D389578-16B6-4FD3-9091-14911249D849}" type="presOf" srcId="{B1400E9E-F654-4875-92A3-20219638BC1A}" destId="{A04278E4-1FB5-4494-86F3-E3086272AFC9}" srcOrd="0" destOrd="0" presId="urn:microsoft.com/office/officeart/2005/8/layout/hChevron3"/>
    <dgm:cxn modelId="{9BDB9B7D-772D-48A0-8629-4C5EB5E3F15E}" srcId="{72F1305E-54A5-4527-B1AD-C05F469D7308}" destId="{75865DA8-4A74-4F91-965E-5B4E7BB40819}" srcOrd="4" destOrd="0" parTransId="{39F11B36-84FE-45CD-981A-D53EC3C43086}" sibTransId="{4F957244-24D0-42FC-81AA-5675DDDB286B}"/>
    <dgm:cxn modelId="{7B02ADC3-AA84-422A-914C-648956BA3F8F}" type="presOf" srcId="{7B3E0B31-BD63-4583-966A-EDE3CC9EE21F}" destId="{5EE4F878-10D7-48EA-B431-A29FD49C040A}" srcOrd="0" destOrd="0" presId="urn:microsoft.com/office/officeart/2005/8/layout/hChevron3"/>
    <dgm:cxn modelId="{31843DD9-8A5A-4376-9EF7-6B67F1940607}" type="presOf" srcId="{75865DA8-4A74-4F91-965E-5B4E7BB40819}" destId="{B9DF724B-287A-4478-B6A4-92DF8C7660B6}" srcOrd="0" destOrd="0" presId="urn:microsoft.com/office/officeart/2005/8/layout/hChevron3"/>
    <dgm:cxn modelId="{D21D8DE8-6B73-4D6E-BD66-E4533A4C81B7}" type="presParOf" srcId="{2B83CEA0-46C9-4D52-A766-28D9E0F6C5E1}" destId="{A04278E4-1FB5-4494-86F3-E3086272AFC9}" srcOrd="0" destOrd="0" presId="urn:microsoft.com/office/officeart/2005/8/layout/hChevron3"/>
    <dgm:cxn modelId="{9AC88C33-391D-4870-9699-A41422F54487}" type="presParOf" srcId="{2B83CEA0-46C9-4D52-A766-28D9E0F6C5E1}" destId="{F4298DBA-0FEF-480B-91BA-1CD5AC3E4FB1}" srcOrd="1" destOrd="0" presId="urn:microsoft.com/office/officeart/2005/8/layout/hChevron3"/>
    <dgm:cxn modelId="{64E1F9F4-C8B5-45A6-8C0F-552562B3C427}" type="presParOf" srcId="{2B83CEA0-46C9-4D52-A766-28D9E0F6C5E1}" destId="{5EE4F878-10D7-48EA-B431-A29FD49C040A}" srcOrd="2" destOrd="0" presId="urn:microsoft.com/office/officeart/2005/8/layout/hChevron3"/>
    <dgm:cxn modelId="{2E180041-9E97-4E5F-A0AA-A83E986F56D7}" type="presParOf" srcId="{2B83CEA0-46C9-4D52-A766-28D9E0F6C5E1}" destId="{E0C334CE-2CD2-4385-A9CA-CA6294E8BFE6}" srcOrd="3" destOrd="0" presId="urn:microsoft.com/office/officeart/2005/8/layout/hChevron3"/>
    <dgm:cxn modelId="{D3DE3566-7870-4E83-AC24-BAE37D29F770}" type="presParOf" srcId="{2B83CEA0-46C9-4D52-A766-28D9E0F6C5E1}" destId="{D3AF4428-97F1-4DA8-92C5-CB3C52D8A01E}" srcOrd="4" destOrd="0" presId="urn:microsoft.com/office/officeart/2005/8/layout/hChevron3"/>
    <dgm:cxn modelId="{835B49A3-A343-4543-92A8-4EB6D45A35E4}" type="presParOf" srcId="{2B83CEA0-46C9-4D52-A766-28D9E0F6C5E1}" destId="{653C43A2-64A6-4081-B2E3-718AFEA29B2C}" srcOrd="5" destOrd="0" presId="urn:microsoft.com/office/officeart/2005/8/layout/hChevron3"/>
    <dgm:cxn modelId="{706854CA-F8D5-487D-A30B-7E0A7A27DC9D}" type="presParOf" srcId="{2B83CEA0-46C9-4D52-A766-28D9E0F6C5E1}" destId="{EF387AE5-5B81-4E84-BE31-5EB5E0F7516C}" srcOrd="6" destOrd="0" presId="urn:microsoft.com/office/officeart/2005/8/layout/hChevron3"/>
    <dgm:cxn modelId="{BB6448F6-CF8A-4C27-ACB7-F15B9B94888A}" type="presParOf" srcId="{2B83CEA0-46C9-4D52-A766-28D9E0F6C5E1}" destId="{9E3AC13E-C7F6-4C8D-B111-7C9D5FD70764}" srcOrd="7" destOrd="0" presId="urn:microsoft.com/office/officeart/2005/8/layout/hChevron3"/>
    <dgm:cxn modelId="{1BB984F6-0CCC-4764-B50A-151A96543997}" type="presParOf" srcId="{2B83CEA0-46C9-4D52-A766-28D9E0F6C5E1}" destId="{B9DF724B-287A-4478-B6A4-92DF8C7660B6}" srcOrd="8" destOrd="0" presId="urn:microsoft.com/office/officeart/2005/8/layout/hChevron3"/>
    <dgm:cxn modelId="{37E745C3-37E9-4894-9A10-C8DCF5BD70BA}" type="presParOf" srcId="{2B83CEA0-46C9-4D52-A766-28D9E0F6C5E1}" destId="{64CC272D-5925-49AD-88D9-EBDB71824223}" srcOrd="9" destOrd="0" presId="urn:microsoft.com/office/officeart/2005/8/layout/hChevron3"/>
    <dgm:cxn modelId="{915BEF8D-C025-4D6B-8680-0C330C665C3B}" type="presParOf" srcId="{2B83CEA0-46C9-4D52-A766-28D9E0F6C5E1}" destId="{2708458D-3992-4ABE-8819-F0783953EA28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45E1B1-C7FD-40D2-BCF0-BCDCF484A642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</dgm:pt>
    <dgm:pt modelId="{0373A910-098D-4CF6-A702-DCB543CC63FF}">
      <dgm:prSet phldrT="[Text]"/>
      <dgm:spPr/>
      <dgm:t>
        <a:bodyPr/>
        <a:lstStyle/>
        <a:p>
          <a:r>
            <a:rPr lang="fr-CA" b="0"/>
            <a:t>Exécuter un test</a:t>
          </a:r>
        </a:p>
      </dgm:t>
    </dgm:pt>
    <dgm:pt modelId="{1FE30A6E-1475-42DB-B22E-86E8145684EF}" type="parTrans" cxnId="{1CB633DD-1A48-46B6-A6F2-C80E28ABA8DE}">
      <dgm:prSet/>
      <dgm:spPr/>
      <dgm:t>
        <a:bodyPr/>
        <a:lstStyle/>
        <a:p>
          <a:endParaRPr lang="fr-CA" b="0"/>
        </a:p>
      </dgm:t>
    </dgm:pt>
    <dgm:pt modelId="{415B8F3D-9226-4DB4-8F81-A5E0D83E9752}" type="sibTrans" cxnId="{1CB633DD-1A48-46B6-A6F2-C80E28ABA8DE}">
      <dgm:prSet/>
      <dgm:spPr/>
      <dgm:t>
        <a:bodyPr/>
        <a:lstStyle/>
        <a:p>
          <a:endParaRPr lang="fr-CA" b="0"/>
        </a:p>
      </dgm:t>
    </dgm:pt>
    <dgm:pt modelId="{D238CA4B-1CFF-4678-81E4-D9DD776568B4}">
      <dgm:prSet phldrT="[Text]"/>
      <dgm:spPr/>
      <dgm:t>
        <a:bodyPr/>
        <a:lstStyle/>
        <a:p>
          <a:r>
            <a:rPr lang="fr-CA" b="0"/>
            <a:t>Déclarer un BUG</a:t>
          </a:r>
        </a:p>
      </dgm:t>
    </dgm:pt>
    <dgm:pt modelId="{3834F1D5-F92F-426C-BAE6-09231E87A539}" type="parTrans" cxnId="{9DEC9A0F-125F-478F-917C-8FAE0A5FA96C}">
      <dgm:prSet/>
      <dgm:spPr/>
      <dgm:t>
        <a:bodyPr/>
        <a:lstStyle/>
        <a:p>
          <a:endParaRPr lang="fr-CA" b="0"/>
        </a:p>
      </dgm:t>
    </dgm:pt>
    <dgm:pt modelId="{77D789C2-C00E-4E4E-9238-E028D09B48C4}" type="sibTrans" cxnId="{9DEC9A0F-125F-478F-917C-8FAE0A5FA96C}">
      <dgm:prSet/>
      <dgm:spPr/>
      <dgm:t>
        <a:bodyPr/>
        <a:lstStyle/>
        <a:p>
          <a:endParaRPr lang="fr-CA" b="0"/>
        </a:p>
      </dgm:t>
    </dgm:pt>
    <dgm:pt modelId="{A4B29FC0-1300-4B83-AACD-99E41266B048}">
      <dgm:prSet phldrT="[Text]"/>
      <dgm:spPr/>
      <dgm:t>
        <a:bodyPr/>
        <a:lstStyle/>
        <a:p>
          <a:r>
            <a:rPr lang="fr-CA" b="0"/>
            <a:t>Prioriser et aiguiller</a:t>
          </a:r>
          <a:br>
            <a:rPr lang="fr-CA" b="0"/>
          </a:br>
          <a:r>
            <a:rPr lang="fr-CA" b="0"/>
            <a:t>un BUG</a:t>
          </a:r>
        </a:p>
      </dgm:t>
    </dgm:pt>
    <dgm:pt modelId="{7643A10F-6C3A-46E0-BD02-A5CE43A92D69}" type="parTrans" cxnId="{71B79863-CA2C-495A-AB2B-52B54CAD542C}">
      <dgm:prSet/>
      <dgm:spPr/>
      <dgm:t>
        <a:bodyPr/>
        <a:lstStyle/>
        <a:p>
          <a:endParaRPr lang="fr-CA" b="0"/>
        </a:p>
      </dgm:t>
    </dgm:pt>
    <dgm:pt modelId="{90926B3F-709A-42A1-808D-03959966E701}" type="sibTrans" cxnId="{71B79863-CA2C-495A-AB2B-52B54CAD542C}">
      <dgm:prSet/>
      <dgm:spPr/>
      <dgm:t>
        <a:bodyPr/>
        <a:lstStyle/>
        <a:p>
          <a:endParaRPr lang="fr-CA" b="0"/>
        </a:p>
      </dgm:t>
    </dgm:pt>
    <dgm:pt modelId="{08FFC279-E6C6-42F8-A99D-402495102865}">
      <dgm:prSet phldrT="[Text]"/>
      <dgm:spPr/>
      <dgm:t>
        <a:bodyPr/>
        <a:lstStyle/>
        <a:p>
          <a:r>
            <a:rPr lang="fr-CA" b="0"/>
            <a:t>Corriger un BUG</a:t>
          </a:r>
        </a:p>
      </dgm:t>
    </dgm:pt>
    <dgm:pt modelId="{D88EFCBB-89D6-4A5E-994F-DCD3C8EEB3A1}" type="parTrans" cxnId="{69A393D8-CF0B-4857-B0F8-1C8ACBB0258A}">
      <dgm:prSet/>
      <dgm:spPr/>
      <dgm:t>
        <a:bodyPr/>
        <a:lstStyle/>
        <a:p>
          <a:endParaRPr lang="fr-CA" b="0"/>
        </a:p>
      </dgm:t>
    </dgm:pt>
    <dgm:pt modelId="{C5BC6741-1214-4342-A03E-23833FA41F28}" type="sibTrans" cxnId="{69A393D8-CF0B-4857-B0F8-1C8ACBB0258A}">
      <dgm:prSet/>
      <dgm:spPr/>
      <dgm:t>
        <a:bodyPr/>
        <a:lstStyle/>
        <a:p>
          <a:endParaRPr lang="fr-CA" b="0"/>
        </a:p>
      </dgm:t>
    </dgm:pt>
    <dgm:pt modelId="{CFC70BCC-BC31-4F2B-9051-37615A4E4C88}">
      <dgm:prSet phldrT="[Text]"/>
      <dgm:spPr/>
      <dgm:t>
        <a:bodyPr/>
        <a:lstStyle/>
        <a:p>
          <a:r>
            <a:rPr lang="fr-CA" b="0"/>
            <a:t>Tester la CORRECTION</a:t>
          </a:r>
        </a:p>
      </dgm:t>
    </dgm:pt>
    <dgm:pt modelId="{364F4CED-296C-4B9A-8579-5C71E74D87B5}" type="parTrans" cxnId="{6DC7DBDD-69C8-440A-967C-563DD5AFCCC1}">
      <dgm:prSet/>
      <dgm:spPr/>
      <dgm:t>
        <a:bodyPr/>
        <a:lstStyle/>
        <a:p>
          <a:endParaRPr lang="fr-CA" b="0"/>
        </a:p>
      </dgm:t>
    </dgm:pt>
    <dgm:pt modelId="{409EB88D-2C7B-4E0D-BDA4-060FB23762E9}" type="sibTrans" cxnId="{6DC7DBDD-69C8-440A-967C-563DD5AFCCC1}">
      <dgm:prSet/>
      <dgm:spPr/>
      <dgm:t>
        <a:bodyPr/>
        <a:lstStyle/>
        <a:p>
          <a:endParaRPr lang="fr-CA" b="0"/>
        </a:p>
      </dgm:t>
    </dgm:pt>
    <dgm:pt modelId="{886FD1C9-742A-4B38-98E7-3B2F9F451922}">
      <dgm:prSet phldrT="[Text]"/>
      <dgm:spPr/>
      <dgm:t>
        <a:bodyPr/>
        <a:lstStyle/>
        <a:p>
          <a:r>
            <a:rPr lang="fr-CA" b="0"/>
            <a:t>Déployer la CORRECTION</a:t>
          </a:r>
        </a:p>
      </dgm:t>
    </dgm:pt>
    <dgm:pt modelId="{DE557F9F-C7D3-40CF-AB42-6592A5B3613A}" type="parTrans" cxnId="{DA3AC600-ACE1-47B3-A047-2A00025B9242}">
      <dgm:prSet/>
      <dgm:spPr/>
      <dgm:t>
        <a:bodyPr/>
        <a:lstStyle/>
        <a:p>
          <a:endParaRPr lang="fr-CA" b="0"/>
        </a:p>
      </dgm:t>
    </dgm:pt>
    <dgm:pt modelId="{EBB466E6-8A90-4679-9A05-4B8B0E2CA057}" type="sibTrans" cxnId="{DA3AC600-ACE1-47B3-A047-2A00025B9242}">
      <dgm:prSet/>
      <dgm:spPr/>
      <dgm:t>
        <a:bodyPr/>
        <a:lstStyle/>
        <a:p>
          <a:endParaRPr lang="fr-CA" b="0"/>
        </a:p>
      </dgm:t>
    </dgm:pt>
    <dgm:pt modelId="{B0866CF5-FF38-4B69-8255-2C0A36C95657}">
      <dgm:prSet phldrT="[Text]" custT="1"/>
      <dgm:spPr/>
      <dgm:t>
        <a:bodyPr/>
        <a:lstStyle/>
        <a:p>
          <a:r>
            <a:rPr lang="fr-CA" sz="900" b="0"/>
            <a:t>Le TESTEUR exécute un test dans DevOps</a:t>
          </a:r>
        </a:p>
      </dgm:t>
    </dgm:pt>
    <dgm:pt modelId="{78EF0739-6732-45E6-8BAF-B8C8CDB23D3E}" type="parTrans" cxnId="{3566580F-BEB2-4FB0-B5BD-53C6152C4E93}">
      <dgm:prSet/>
      <dgm:spPr/>
      <dgm:t>
        <a:bodyPr/>
        <a:lstStyle/>
        <a:p>
          <a:endParaRPr lang="fr-CA" b="0"/>
        </a:p>
      </dgm:t>
    </dgm:pt>
    <dgm:pt modelId="{6BCD1BBE-3815-4DF4-9A9B-E9DD24549C22}" type="sibTrans" cxnId="{3566580F-BEB2-4FB0-B5BD-53C6152C4E93}">
      <dgm:prSet/>
      <dgm:spPr/>
      <dgm:t>
        <a:bodyPr/>
        <a:lstStyle/>
        <a:p>
          <a:endParaRPr lang="fr-CA" b="0"/>
        </a:p>
      </dgm:t>
    </dgm:pt>
    <dgm:pt modelId="{365DD552-2B26-4750-984A-70D44881C261}">
      <dgm:prSet phldrT="[Text]" custT="1"/>
      <dgm:spPr/>
      <dgm:t>
        <a:bodyPr/>
        <a:lstStyle/>
        <a:p>
          <a:r>
            <a:rPr lang="fr-CA" sz="900" b="0"/>
            <a:t>Si après révision avec un pair on confirme le problème, on créé un BUG</a:t>
          </a:r>
        </a:p>
      </dgm:t>
    </dgm:pt>
    <dgm:pt modelId="{27DE8507-D56A-4EAC-A31A-12497C9C1581}" type="parTrans" cxnId="{2E6AA121-E91B-483F-BCE4-A6B43BEDEA3D}">
      <dgm:prSet/>
      <dgm:spPr/>
      <dgm:t>
        <a:bodyPr/>
        <a:lstStyle/>
        <a:p>
          <a:endParaRPr lang="fr-CA" b="0"/>
        </a:p>
      </dgm:t>
    </dgm:pt>
    <dgm:pt modelId="{988AAA5E-B4C4-4659-A603-1C2C229B150E}" type="sibTrans" cxnId="{2E6AA121-E91B-483F-BCE4-A6B43BEDEA3D}">
      <dgm:prSet/>
      <dgm:spPr/>
      <dgm:t>
        <a:bodyPr/>
        <a:lstStyle/>
        <a:p>
          <a:endParaRPr lang="fr-CA" b="0"/>
        </a:p>
      </dgm:t>
    </dgm:pt>
    <dgm:pt modelId="{D3042249-942F-465F-A989-F9238E0548A5}">
      <dgm:prSet phldrT="[Text]" custT="1"/>
      <dgm:spPr/>
      <dgm:t>
        <a:bodyPr/>
        <a:lstStyle/>
        <a:p>
          <a:r>
            <a:rPr lang="fr-CA" sz="900" b="0"/>
            <a:t>On révise la priorité du BUG et assigne une personne pour correction</a:t>
          </a:r>
        </a:p>
      </dgm:t>
    </dgm:pt>
    <dgm:pt modelId="{010D2523-B8BF-4DFB-8C25-E9B23A4C0D30}" type="parTrans" cxnId="{5397405E-6DF7-436C-A282-CBA350C30117}">
      <dgm:prSet/>
      <dgm:spPr/>
      <dgm:t>
        <a:bodyPr/>
        <a:lstStyle/>
        <a:p>
          <a:endParaRPr lang="fr-CA" b="0"/>
        </a:p>
      </dgm:t>
    </dgm:pt>
    <dgm:pt modelId="{A7B8DFAE-D742-4360-8DE2-64FAA5DAC253}" type="sibTrans" cxnId="{5397405E-6DF7-436C-A282-CBA350C30117}">
      <dgm:prSet/>
      <dgm:spPr/>
      <dgm:t>
        <a:bodyPr/>
        <a:lstStyle/>
        <a:p>
          <a:endParaRPr lang="fr-CA" b="0"/>
        </a:p>
      </dgm:t>
    </dgm:pt>
    <dgm:pt modelId="{72F47D5E-31C6-4934-9C54-7C614A096F67}">
      <dgm:prSet phldrT="[Text]" custT="1"/>
      <dgm:spPr/>
      <dgm:t>
        <a:bodyPr/>
        <a:lstStyle/>
        <a:p>
          <a:r>
            <a:rPr lang="fr-CA" sz="900" b="0"/>
            <a:t>Le RÉALISATEUR (développeur ou configurateur) applique une correction</a:t>
          </a:r>
        </a:p>
      </dgm:t>
    </dgm:pt>
    <dgm:pt modelId="{9CE01531-D98E-4621-BF96-610958262F5B}" type="parTrans" cxnId="{BC69F7BB-48ED-41D9-9F82-DDB90E95703A}">
      <dgm:prSet/>
      <dgm:spPr/>
      <dgm:t>
        <a:bodyPr/>
        <a:lstStyle/>
        <a:p>
          <a:endParaRPr lang="fr-CA" b="0"/>
        </a:p>
      </dgm:t>
    </dgm:pt>
    <dgm:pt modelId="{7F9B49D9-353A-4F75-BFC4-B94CE48E10E9}" type="sibTrans" cxnId="{BC69F7BB-48ED-41D9-9F82-DDB90E95703A}">
      <dgm:prSet/>
      <dgm:spPr/>
      <dgm:t>
        <a:bodyPr/>
        <a:lstStyle/>
        <a:p>
          <a:endParaRPr lang="fr-CA" b="0"/>
        </a:p>
      </dgm:t>
    </dgm:pt>
    <dgm:pt modelId="{1A8764C8-E4F2-48BC-BC31-4959642A487E}">
      <dgm:prSet phldrT="[Text]" custT="1"/>
      <dgm:spPr/>
      <dgm:t>
        <a:bodyPr/>
        <a:lstStyle/>
        <a:p>
          <a:r>
            <a:rPr lang="fr-CA" sz="900" b="0"/>
            <a:t>Le TESTEUR ayant découvert le problème teste la correction</a:t>
          </a:r>
        </a:p>
      </dgm:t>
    </dgm:pt>
    <dgm:pt modelId="{41ED26CC-D780-43CD-BF95-034549916814}" type="parTrans" cxnId="{AB0686B3-0095-4B4D-8130-1DA2C839A667}">
      <dgm:prSet/>
      <dgm:spPr/>
      <dgm:t>
        <a:bodyPr/>
        <a:lstStyle/>
        <a:p>
          <a:endParaRPr lang="fr-CA" b="0"/>
        </a:p>
      </dgm:t>
    </dgm:pt>
    <dgm:pt modelId="{880684E4-D12B-42F8-A71E-83D00579EB81}" type="sibTrans" cxnId="{AB0686B3-0095-4B4D-8130-1DA2C839A667}">
      <dgm:prSet/>
      <dgm:spPr/>
      <dgm:t>
        <a:bodyPr/>
        <a:lstStyle/>
        <a:p>
          <a:endParaRPr lang="fr-CA" b="0"/>
        </a:p>
      </dgm:t>
    </dgm:pt>
    <dgm:pt modelId="{1C6F05E1-A221-4770-8FAF-2DC2BE395C8A}">
      <dgm:prSet phldrT="[Text]" custT="1"/>
      <dgm:spPr/>
      <dgm:t>
        <a:bodyPr/>
        <a:lstStyle/>
        <a:p>
          <a:r>
            <a:rPr lang="fr-CA" sz="900" b="0"/>
            <a:t>Le développeur ou configurateur déploie la correction</a:t>
          </a:r>
        </a:p>
      </dgm:t>
    </dgm:pt>
    <dgm:pt modelId="{88B54BAD-7279-42F1-9BA3-DDBC211D8494}" type="parTrans" cxnId="{6E49D11A-7AFC-4CF9-9B82-AF9B1613FD18}">
      <dgm:prSet/>
      <dgm:spPr/>
      <dgm:t>
        <a:bodyPr/>
        <a:lstStyle/>
        <a:p>
          <a:endParaRPr lang="fr-CA" b="0"/>
        </a:p>
      </dgm:t>
    </dgm:pt>
    <dgm:pt modelId="{826BF007-0FB6-4BB8-AE39-35868E875DF9}" type="sibTrans" cxnId="{6E49D11A-7AFC-4CF9-9B82-AF9B1613FD18}">
      <dgm:prSet/>
      <dgm:spPr/>
      <dgm:t>
        <a:bodyPr/>
        <a:lstStyle/>
        <a:p>
          <a:endParaRPr lang="fr-CA" b="0"/>
        </a:p>
      </dgm:t>
    </dgm:pt>
    <dgm:pt modelId="{6CD64D13-E2BA-4901-A1C6-9682B677032E}" type="pres">
      <dgm:prSet presAssocID="{6D45E1B1-C7FD-40D2-BCF0-BCDCF484A642}" presName="Name0" presStyleCnt="0">
        <dgm:presLayoutVars>
          <dgm:dir/>
          <dgm:animOne val="branch"/>
          <dgm:animLvl val="lvl"/>
        </dgm:presLayoutVars>
      </dgm:prSet>
      <dgm:spPr/>
    </dgm:pt>
    <dgm:pt modelId="{280A1A16-9644-40C3-8905-E7950683101C}" type="pres">
      <dgm:prSet presAssocID="{0373A910-098D-4CF6-A702-DCB543CC63FF}" presName="chaos" presStyleCnt="0"/>
      <dgm:spPr/>
    </dgm:pt>
    <dgm:pt modelId="{77357307-8383-44B5-B378-EAE72BCFAAEC}" type="pres">
      <dgm:prSet presAssocID="{0373A910-098D-4CF6-A702-DCB543CC63FF}" presName="parTx1" presStyleLbl="revTx" presStyleIdx="0" presStyleCnt="11"/>
      <dgm:spPr/>
    </dgm:pt>
    <dgm:pt modelId="{2FB07D7F-81BD-4909-AFAA-FFC082EEF521}" type="pres">
      <dgm:prSet presAssocID="{0373A910-098D-4CF6-A702-DCB543CC63FF}" presName="desTx1" presStyleLbl="revTx" presStyleIdx="1" presStyleCnt="11">
        <dgm:presLayoutVars>
          <dgm:bulletEnabled val="1"/>
        </dgm:presLayoutVars>
      </dgm:prSet>
      <dgm:spPr/>
    </dgm:pt>
    <dgm:pt modelId="{3B252001-54F8-470B-93C7-4058F0FB12FB}" type="pres">
      <dgm:prSet presAssocID="{0373A910-098D-4CF6-A702-DCB543CC63FF}" presName="c1" presStyleLbl="node1" presStyleIdx="0" presStyleCnt="19"/>
      <dgm:spPr/>
    </dgm:pt>
    <dgm:pt modelId="{9CE67458-0D9E-4558-8991-27BCCC6185E7}" type="pres">
      <dgm:prSet presAssocID="{0373A910-098D-4CF6-A702-DCB543CC63FF}" presName="c2" presStyleLbl="node1" presStyleIdx="1" presStyleCnt="19"/>
      <dgm:spPr/>
    </dgm:pt>
    <dgm:pt modelId="{7D906F8A-A739-44F0-B131-FB4CD1EBCFBD}" type="pres">
      <dgm:prSet presAssocID="{0373A910-098D-4CF6-A702-DCB543CC63FF}" presName="c3" presStyleLbl="node1" presStyleIdx="2" presStyleCnt="19"/>
      <dgm:spPr/>
    </dgm:pt>
    <dgm:pt modelId="{DF28EE4C-93BF-4880-80C0-A928B3985C64}" type="pres">
      <dgm:prSet presAssocID="{0373A910-098D-4CF6-A702-DCB543CC63FF}" presName="c4" presStyleLbl="node1" presStyleIdx="3" presStyleCnt="19"/>
      <dgm:spPr/>
    </dgm:pt>
    <dgm:pt modelId="{63F94946-3DF0-42FC-8940-3069B613CD1B}" type="pres">
      <dgm:prSet presAssocID="{0373A910-098D-4CF6-A702-DCB543CC63FF}" presName="c5" presStyleLbl="node1" presStyleIdx="4" presStyleCnt="19"/>
      <dgm:spPr/>
    </dgm:pt>
    <dgm:pt modelId="{E3D3D5A4-18A1-43C3-B435-42E9B77DBDE4}" type="pres">
      <dgm:prSet presAssocID="{0373A910-098D-4CF6-A702-DCB543CC63FF}" presName="c6" presStyleLbl="node1" presStyleIdx="5" presStyleCnt="19"/>
      <dgm:spPr/>
    </dgm:pt>
    <dgm:pt modelId="{7B27338E-053B-436D-ACD9-AB0C174194A0}" type="pres">
      <dgm:prSet presAssocID="{0373A910-098D-4CF6-A702-DCB543CC63FF}" presName="c7" presStyleLbl="node1" presStyleIdx="6" presStyleCnt="19"/>
      <dgm:spPr/>
    </dgm:pt>
    <dgm:pt modelId="{2F5C4A7C-E9BE-46B9-BD3C-D880368E1002}" type="pres">
      <dgm:prSet presAssocID="{0373A910-098D-4CF6-A702-DCB543CC63FF}" presName="c8" presStyleLbl="node1" presStyleIdx="7" presStyleCnt="19"/>
      <dgm:spPr/>
    </dgm:pt>
    <dgm:pt modelId="{5788855D-DE74-462D-AE52-9FF9F41ADD2E}" type="pres">
      <dgm:prSet presAssocID="{0373A910-098D-4CF6-A702-DCB543CC63FF}" presName="c9" presStyleLbl="node1" presStyleIdx="8" presStyleCnt="19"/>
      <dgm:spPr/>
    </dgm:pt>
    <dgm:pt modelId="{BDF4192D-7619-4F83-A599-DF31531EE3EF}" type="pres">
      <dgm:prSet presAssocID="{0373A910-098D-4CF6-A702-DCB543CC63FF}" presName="c10" presStyleLbl="node1" presStyleIdx="9" presStyleCnt="19"/>
      <dgm:spPr/>
    </dgm:pt>
    <dgm:pt modelId="{A27079B2-B42B-4BC6-857D-C790ED0811A1}" type="pres">
      <dgm:prSet presAssocID="{0373A910-098D-4CF6-A702-DCB543CC63FF}" presName="c11" presStyleLbl="node1" presStyleIdx="10" presStyleCnt="19"/>
      <dgm:spPr/>
    </dgm:pt>
    <dgm:pt modelId="{C341D38D-CD4C-45EA-8295-28829E634B32}" type="pres">
      <dgm:prSet presAssocID="{0373A910-098D-4CF6-A702-DCB543CC63FF}" presName="c12" presStyleLbl="node1" presStyleIdx="11" presStyleCnt="19"/>
      <dgm:spPr/>
    </dgm:pt>
    <dgm:pt modelId="{74820BF2-CE71-46EE-8863-3364DF9C87D8}" type="pres">
      <dgm:prSet presAssocID="{0373A910-098D-4CF6-A702-DCB543CC63FF}" presName="c13" presStyleLbl="node1" presStyleIdx="12" presStyleCnt="19"/>
      <dgm:spPr/>
    </dgm:pt>
    <dgm:pt modelId="{1A5C5F0E-31A8-48FE-BC3F-A1029760C791}" type="pres">
      <dgm:prSet presAssocID="{0373A910-098D-4CF6-A702-DCB543CC63FF}" presName="c14" presStyleLbl="node1" presStyleIdx="13" presStyleCnt="19"/>
      <dgm:spPr/>
    </dgm:pt>
    <dgm:pt modelId="{47CFC299-6815-4067-A487-CC68B84C6E0B}" type="pres">
      <dgm:prSet presAssocID="{0373A910-098D-4CF6-A702-DCB543CC63FF}" presName="c15" presStyleLbl="node1" presStyleIdx="14" presStyleCnt="19"/>
      <dgm:spPr/>
    </dgm:pt>
    <dgm:pt modelId="{0B145C18-75AB-4850-A41A-0514A0F98FA7}" type="pres">
      <dgm:prSet presAssocID="{0373A910-098D-4CF6-A702-DCB543CC63FF}" presName="c16" presStyleLbl="node1" presStyleIdx="15" presStyleCnt="19"/>
      <dgm:spPr/>
    </dgm:pt>
    <dgm:pt modelId="{93930F5C-0F59-43EE-AC72-07DD12E093F4}" type="pres">
      <dgm:prSet presAssocID="{0373A910-098D-4CF6-A702-DCB543CC63FF}" presName="c17" presStyleLbl="node1" presStyleIdx="16" presStyleCnt="19"/>
      <dgm:spPr/>
    </dgm:pt>
    <dgm:pt modelId="{6C27C2AB-22BA-4B3A-B726-AF5B39259FCF}" type="pres">
      <dgm:prSet presAssocID="{0373A910-098D-4CF6-A702-DCB543CC63FF}" presName="c18" presStyleLbl="node1" presStyleIdx="17" presStyleCnt="19"/>
      <dgm:spPr/>
    </dgm:pt>
    <dgm:pt modelId="{EB825CE5-9E65-4260-8CFE-7934A47E71FB}" type="pres">
      <dgm:prSet presAssocID="{415B8F3D-9226-4DB4-8F81-A5E0D83E9752}" presName="chevronComposite1" presStyleCnt="0"/>
      <dgm:spPr/>
    </dgm:pt>
    <dgm:pt modelId="{453F3C27-0820-4EF8-8156-6F605FBC8DBF}" type="pres">
      <dgm:prSet presAssocID="{415B8F3D-9226-4DB4-8F81-A5E0D83E9752}" presName="chevron1" presStyleLbl="sibTrans2D1" presStyleIdx="0" presStyleCnt="5"/>
      <dgm:spPr/>
    </dgm:pt>
    <dgm:pt modelId="{3864A887-0839-42C2-BEAD-8452ADE8CEA9}" type="pres">
      <dgm:prSet presAssocID="{415B8F3D-9226-4DB4-8F81-A5E0D83E9752}" presName="spChevron1" presStyleCnt="0"/>
      <dgm:spPr/>
    </dgm:pt>
    <dgm:pt modelId="{14F34FCB-1380-4830-AEBA-76BAA2D940E3}" type="pres">
      <dgm:prSet presAssocID="{D238CA4B-1CFF-4678-81E4-D9DD776568B4}" presName="middle" presStyleCnt="0"/>
      <dgm:spPr/>
    </dgm:pt>
    <dgm:pt modelId="{F0A84DE6-193E-4204-8155-9A75AF17B209}" type="pres">
      <dgm:prSet presAssocID="{D238CA4B-1CFF-4678-81E4-D9DD776568B4}" presName="parTxMid" presStyleLbl="revTx" presStyleIdx="2" presStyleCnt="11"/>
      <dgm:spPr/>
    </dgm:pt>
    <dgm:pt modelId="{C266B19E-69D3-4799-A546-385A617F7126}" type="pres">
      <dgm:prSet presAssocID="{D238CA4B-1CFF-4678-81E4-D9DD776568B4}" presName="desTxMid" presStyleLbl="revTx" presStyleIdx="3" presStyleCnt="11">
        <dgm:presLayoutVars>
          <dgm:bulletEnabled val="1"/>
        </dgm:presLayoutVars>
      </dgm:prSet>
      <dgm:spPr/>
    </dgm:pt>
    <dgm:pt modelId="{C330537B-B512-4C2D-8D20-8344F6C22FFA}" type="pres">
      <dgm:prSet presAssocID="{D238CA4B-1CFF-4678-81E4-D9DD776568B4}" presName="spMid" presStyleCnt="0"/>
      <dgm:spPr/>
    </dgm:pt>
    <dgm:pt modelId="{C8FFA7E0-22EA-4950-84A2-697FF206D638}" type="pres">
      <dgm:prSet presAssocID="{77D789C2-C00E-4E4E-9238-E028D09B48C4}" presName="chevronComposite1" presStyleCnt="0"/>
      <dgm:spPr/>
    </dgm:pt>
    <dgm:pt modelId="{EA1AD4EF-4300-4631-B7DA-01496953E405}" type="pres">
      <dgm:prSet presAssocID="{77D789C2-C00E-4E4E-9238-E028D09B48C4}" presName="chevron1" presStyleLbl="sibTrans2D1" presStyleIdx="1" presStyleCnt="5"/>
      <dgm:spPr/>
    </dgm:pt>
    <dgm:pt modelId="{8B709DFC-F8A0-43B6-A445-B4D709D21B98}" type="pres">
      <dgm:prSet presAssocID="{77D789C2-C00E-4E4E-9238-E028D09B48C4}" presName="spChevron1" presStyleCnt="0"/>
      <dgm:spPr/>
    </dgm:pt>
    <dgm:pt modelId="{092C6B7B-72D2-40A1-8EF5-C68FDD16520D}" type="pres">
      <dgm:prSet presAssocID="{A4B29FC0-1300-4B83-AACD-99E41266B048}" presName="middle" presStyleCnt="0"/>
      <dgm:spPr/>
    </dgm:pt>
    <dgm:pt modelId="{692AC50F-D96D-4D6F-9ED2-78391BD5A625}" type="pres">
      <dgm:prSet presAssocID="{A4B29FC0-1300-4B83-AACD-99E41266B048}" presName="parTxMid" presStyleLbl="revTx" presStyleIdx="4" presStyleCnt="11"/>
      <dgm:spPr/>
    </dgm:pt>
    <dgm:pt modelId="{8AB50BDA-6C7A-42D9-8896-225AA753D737}" type="pres">
      <dgm:prSet presAssocID="{A4B29FC0-1300-4B83-AACD-99E41266B048}" presName="desTxMid" presStyleLbl="revTx" presStyleIdx="5" presStyleCnt="11">
        <dgm:presLayoutVars>
          <dgm:bulletEnabled val="1"/>
        </dgm:presLayoutVars>
      </dgm:prSet>
      <dgm:spPr/>
    </dgm:pt>
    <dgm:pt modelId="{EEEBE884-A907-4E5D-8C35-ED86262B6142}" type="pres">
      <dgm:prSet presAssocID="{A4B29FC0-1300-4B83-AACD-99E41266B048}" presName="spMid" presStyleCnt="0"/>
      <dgm:spPr/>
    </dgm:pt>
    <dgm:pt modelId="{1C30217C-F5B5-4946-8A4B-498A07F87449}" type="pres">
      <dgm:prSet presAssocID="{90926B3F-709A-42A1-808D-03959966E701}" presName="chevronComposite1" presStyleCnt="0"/>
      <dgm:spPr/>
    </dgm:pt>
    <dgm:pt modelId="{37EA14BC-AD7D-41BB-B13C-C5D21D243B6D}" type="pres">
      <dgm:prSet presAssocID="{90926B3F-709A-42A1-808D-03959966E701}" presName="chevron1" presStyleLbl="sibTrans2D1" presStyleIdx="2" presStyleCnt="5"/>
      <dgm:spPr/>
    </dgm:pt>
    <dgm:pt modelId="{FED47B16-DD7A-4D6F-A697-C453C896FDF4}" type="pres">
      <dgm:prSet presAssocID="{90926B3F-709A-42A1-808D-03959966E701}" presName="spChevron1" presStyleCnt="0"/>
      <dgm:spPr/>
    </dgm:pt>
    <dgm:pt modelId="{161FB169-8E4B-4501-A7F1-0FD38720A738}" type="pres">
      <dgm:prSet presAssocID="{08FFC279-E6C6-42F8-A99D-402495102865}" presName="middle" presStyleCnt="0"/>
      <dgm:spPr/>
    </dgm:pt>
    <dgm:pt modelId="{AE70BEAC-EB77-4D72-A963-98A1FF514AF8}" type="pres">
      <dgm:prSet presAssocID="{08FFC279-E6C6-42F8-A99D-402495102865}" presName="parTxMid" presStyleLbl="revTx" presStyleIdx="6" presStyleCnt="11"/>
      <dgm:spPr/>
    </dgm:pt>
    <dgm:pt modelId="{8056E320-A99A-4F46-AFF8-594E98727EC9}" type="pres">
      <dgm:prSet presAssocID="{08FFC279-E6C6-42F8-A99D-402495102865}" presName="desTxMid" presStyleLbl="revTx" presStyleIdx="7" presStyleCnt="11">
        <dgm:presLayoutVars>
          <dgm:bulletEnabled val="1"/>
        </dgm:presLayoutVars>
      </dgm:prSet>
      <dgm:spPr/>
    </dgm:pt>
    <dgm:pt modelId="{DA136142-1DF1-462A-BBEC-6B8741E71B47}" type="pres">
      <dgm:prSet presAssocID="{08FFC279-E6C6-42F8-A99D-402495102865}" presName="spMid" presStyleCnt="0"/>
      <dgm:spPr/>
    </dgm:pt>
    <dgm:pt modelId="{E63D88AF-6438-44FD-AD2B-D45C291CF5EE}" type="pres">
      <dgm:prSet presAssocID="{C5BC6741-1214-4342-A03E-23833FA41F28}" presName="chevronComposite1" presStyleCnt="0"/>
      <dgm:spPr/>
    </dgm:pt>
    <dgm:pt modelId="{67477EE5-7314-4B6E-BE3D-FC711DFF6E02}" type="pres">
      <dgm:prSet presAssocID="{C5BC6741-1214-4342-A03E-23833FA41F28}" presName="chevron1" presStyleLbl="sibTrans2D1" presStyleIdx="3" presStyleCnt="5"/>
      <dgm:spPr/>
    </dgm:pt>
    <dgm:pt modelId="{BF656A23-E5F5-4EFF-B07E-520B9D1DC4FE}" type="pres">
      <dgm:prSet presAssocID="{C5BC6741-1214-4342-A03E-23833FA41F28}" presName="spChevron1" presStyleCnt="0"/>
      <dgm:spPr/>
    </dgm:pt>
    <dgm:pt modelId="{539495C8-8A35-473E-97CD-E31A66C1F36E}" type="pres">
      <dgm:prSet presAssocID="{CFC70BCC-BC31-4F2B-9051-37615A4E4C88}" presName="middle" presStyleCnt="0"/>
      <dgm:spPr/>
    </dgm:pt>
    <dgm:pt modelId="{045B879F-04B8-4694-9E0C-7C22BF1A2363}" type="pres">
      <dgm:prSet presAssocID="{CFC70BCC-BC31-4F2B-9051-37615A4E4C88}" presName="parTxMid" presStyleLbl="revTx" presStyleIdx="8" presStyleCnt="11"/>
      <dgm:spPr/>
    </dgm:pt>
    <dgm:pt modelId="{25A5EAA7-A64C-4603-B457-8B12F287411D}" type="pres">
      <dgm:prSet presAssocID="{CFC70BCC-BC31-4F2B-9051-37615A4E4C88}" presName="desTxMid" presStyleLbl="revTx" presStyleIdx="9" presStyleCnt="11">
        <dgm:presLayoutVars>
          <dgm:bulletEnabled val="1"/>
        </dgm:presLayoutVars>
      </dgm:prSet>
      <dgm:spPr/>
    </dgm:pt>
    <dgm:pt modelId="{7D032D77-E565-4F32-B3D1-3D31BC88D241}" type="pres">
      <dgm:prSet presAssocID="{CFC70BCC-BC31-4F2B-9051-37615A4E4C88}" presName="spMid" presStyleCnt="0"/>
      <dgm:spPr/>
    </dgm:pt>
    <dgm:pt modelId="{75E2E498-D476-42B0-A5A2-BCEB34AB2613}" type="pres">
      <dgm:prSet presAssocID="{409EB88D-2C7B-4E0D-BDA4-060FB23762E9}" presName="chevronComposite1" presStyleCnt="0"/>
      <dgm:spPr/>
    </dgm:pt>
    <dgm:pt modelId="{DC49A1BE-612B-4621-AC45-937FAD6A0ADE}" type="pres">
      <dgm:prSet presAssocID="{409EB88D-2C7B-4E0D-BDA4-060FB23762E9}" presName="chevron1" presStyleLbl="sibTrans2D1" presStyleIdx="4" presStyleCnt="5"/>
      <dgm:spPr/>
    </dgm:pt>
    <dgm:pt modelId="{18FB200B-9944-4A0C-9BC1-5D7E400933C5}" type="pres">
      <dgm:prSet presAssocID="{409EB88D-2C7B-4E0D-BDA4-060FB23762E9}" presName="spChevron1" presStyleCnt="0"/>
      <dgm:spPr/>
    </dgm:pt>
    <dgm:pt modelId="{18C8571B-6D98-4578-90C2-3C922E6D03C7}" type="pres">
      <dgm:prSet presAssocID="{886FD1C9-742A-4B38-98E7-3B2F9F451922}" presName="last" presStyleCnt="0"/>
      <dgm:spPr/>
    </dgm:pt>
    <dgm:pt modelId="{0440FB00-7F19-4EA9-894B-734C26C46EA0}" type="pres">
      <dgm:prSet presAssocID="{886FD1C9-742A-4B38-98E7-3B2F9F451922}" presName="circleTx" presStyleLbl="node1" presStyleIdx="18" presStyleCnt="19"/>
      <dgm:spPr/>
    </dgm:pt>
    <dgm:pt modelId="{98ACBF4B-4F52-4265-A806-A035071B87EE}" type="pres">
      <dgm:prSet presAssocID="{886FD1C9-742A-4B38-98E7-3B2F9F451922}" presName="desTxN" presStyleLbl="revTx" presStyleIdx="10" presStyleCnt="11">
        <dgm:presLayoutVars>
          <dgm:bulletEnabled val="1"/>
        </dgm:presLayoutVars>
      </dgm:prSet>
      <dgm:spPr/>
    </dgm:pt>
    <dgm:pt modelId="{26016866-B6EC-47DE-96BA-3BED69DEC41F}" type="pres">
      <dgm:prSet presAssocID="{886FD1C9-742A-4B38-98E7-3B2F9F451922}" presName="spN" presStyleCnt="0"/>
      <dgm:spPr/>
    </dgm:pt>
  </dgm:ptLst>
  <dgm:cxnLst>
    <dgm:cxn modelId="{DA3AC600-ACE1-47B3-A047-2A00025B9242}" srcId="{6D45E1B1-C7FD-40D2-BCF0-BCDCF484A642}" destId="{886FD1C9-742A-4B38-98E7-3B2F9F451922}" srcOrd="5" destOrd="0" parTransId="{DE557F9F-C7D3-40CF-AB42-6592A5B3613A}" sibTransId="{EBB466E6-8A90-4679-9A05-4B8B0E2CA057}"/>
    <dgm:cxn modelId="{3566580F-BEB2-4FB0-B5BD-53C6152C4E93}" srcId="{0373A910-098D-4CF6-A702-DCB543CC63FF}" destId="{B0866CF5-FF38-4B69-8255-2C0A36C95657}" srcOrd="0" destOrd="0" parTransId="{78EF0739-6732-45E6-8BAF-B8C8CDB23D3E}" sibTransId="{6BCD1BBE-3815-4DF4-9A9B-E9DD24549C22}"/>
    <dgm:cxn modelId="{9DEC9A0F-125F-478F-917C-8FAE0A5FA96C}" srcId="{6D45E1B1-C7FD-40D2-BCF0-BCDCF484A642}" destId="{D238CA4B-1CFF-4678-81E4-D9DD776568B4}" srcOrd="1" destOrd="0" parTransId="{3834F1D5-F92F-426C-BAE6-09231E87A539}" sibTransId="{77D789C2-C00E-4E4E-9238-E028D09B48C4}"/>
    <dgm:cxn modelId="{6E49D11A-7AFC-4CF9-9B82-AF9B1613FD18}" srcId="{886FD1C9-742A-4B38-98E7-3B2F9F451922}" destId="{1C6F05E1-A221-4770-8FAF-2DC2BE395C8A}" srcOrd="0" destOrd="0" parTransId="{88B54BAD-7279-42F1-9BA3-DDBC211D8494}" sibTransId="{826BF007-0FB6-4BB8-AE39-35868E875DF9}"/>
    <dgm:cxn modelId="{3FE1C61D-E949-4398-9F62-20DFAB457C76}" type="presOf" srcId="{1A8764C8-E4F2-48BC-BC31-4959642A487E}" destId="{25A5EAA7-A64C-4603-B457-8B12F287411D}" srcOrd="0" destOrd="0" presId="urn:microsoft.com/office/officeart/2009/3/layout/RandomtoResultProcess"/>
    <dgm:cxn modelId="{2E6AA121-E91B-483F-BCE4-A6B43BEDEA3D}" srcId="{D238CA4B-1CFF-4678-81E4-D9DD776568B4}" destId="{365DD552-2B26-4750-984A-70D44881C261}" srcOrd="0" destOrd="0" parTransId="{27DE8507-D56A-4EAC-A31A-12497C9C1581}" sibTransId="{988AAA5E-B4C4-4659-A603-1C2C229B150E}"/>
    <dgm:cxn modelId="{F3D09530-CB45-490A-A5E9-A7A86A178996}" type="presOf" srcId="{72F47D5E-31C6-4934-9C54-7C614A096F67}" destId="{8056E320-A99A-4F46-AFF8-594E98727EC9}" srcOrd="0" destOrd="0" presId="urn:microsoft.com/office/officeart/2009/3/layout/RandomtoResultProcess"/>
    <dgm:cxn modelId="{5397405E-6DF7-436C-A282-CBA350C30117}" srcId="{A4B29FC0-1300-4B83-AACD-99E41266B048}" destId="{D3042249-942F-465F-A989-F9238E0548A5}" srcOrd="0" destOrd="0" parTransId="{010D2523-B8BF-4DFB-8C25-E9B23A4C0D30}" sibTransId="{A7B8DFAE-D742-4360-8DE2-64FAA5DAC253}"/>
    <dgm:cxn modelId="{306FB561-2532-4A26-A96E-FD0749DE3BA4}" type="presOf" srcId="{6D45E1B1-C7FD-40D2-BCF0-BCDCF484A642}" destId="{6CD64D13-E2BA-4901-A1C6-9682B677032E}" srcOrd="0" destOrd="0" presId="urn:microsoft.com/office/officeart/2009/3/layout/RandomtoResultProcess"/>
    <dgm:cxn modelId="{71B79863-CA2C-495A-AB2B-52B54CAD542C}" srcId="{6D45E1B1-C7FD-40D2-BCF0-BCDCF484A642}" destId="{A4B29FC0-1300-4B83-AACD-99E41266B048}" srcOrd="2" destOrd="0" parTransId="{7643A10F-6C3A-46E0-BD02-A5CE43A92D69}" sibTransId="{90926B3F-709A-42A1-808D-03959966E701}"/>
    <dgm:cxn modelId="{DF834348-F5B6-4068-980E-B2C156E64C3D}" type="presOf" srcId="{886FD1C9-742A-4B38-98E7-3B2F9F451922}" destId="{0440FB00-7F19-4EA9-894B-734C26C46EA0}" srcOrd="0" destOrd="0" presId="urn:microsoft.com/office/officeart/2009/3/layout/RandomtoResultProcess"/>
    <dgm:cxn modelId="{DDD52369-4461-4E47-B147-69382D4A88DD}" type="presOf" srcId="{A4B29FC0-1300-4B83-AACD-99E41266B048}" destId="{692AC50F-D96D-4D6F-9ED2-78391BD5A625}" srcOrd="0" destOrd="0" presId="urn:microsoft.com/office/officeart/2009/3/layout/RandomtoResultProcess"/>
    <dgm:cxn modelId="{88587854-A7DA-4902-AFDC-CF9B22CA5AC7}" type="presOf" srcId="{0373A910-098D-4CF6-A702-DCB543CC63FF}" destId="{77357307-8383-44B5-B378-EAE72BCFAAEC}" srcOrd="0" destOrd="0" presId="urn:microsoft.com/office/officeart/2009/3/layout/RandomtoResultProcess"/>
    <dgm:cxn modelId="{E1269156-7B37-4B4D-90BF-9BD3D31842EE}" type="presOf" srcId="{1C6F05E1-A221-4770-8FAF-2DC2BE395C8A}" destId="{98ACBF4B-4F52-4265-A806-A035071B87EE}" srcOrd="0" destOrd="0" presId="urn:microsoft.com/office/officeart/2009/3/layout/RandomtoResultProcess"/>
    <dgm:cxn modelId="{A2B68C98-FEA8-4558-B6FE-FF7EE8F2CCF9}" type="presOf" srcId="{B0866CF5-FF38-4B69-8255-2C0A36C95657}" destId="{2FB07D7F-81BD-4909-AFAA-FFC082EEF521}" srcOrd="0" destOrd="0" presId="urn:microsoft.com/office/officeart/2009/3/layout/RandomtoResultProcess"/>
    <dgm:cxn modelId="{4E2957A8-C661-4FDC-B748-60A0B742F064}" type="presOf" srcId="{08FFC279-E6C6-42F8-A99D-402495102865}" destId="{AE70BEAC-EB77-4D72-A963-98A1FF514AF8}" srcOrd="0" destOrd="0" presId="urn:microsoft.com/office/officeart/2009/3/layout/RandomtoResultProcess"/>
    <dgm:cxn modelId="{AB0686B3-0095-4B4D-8130-1DA2C839A667}" srcId="{CFC70BCC-BC31-4F2B-9051-37615A4E4C88}" destId="{1A8764C8-E4F2-48BC-BC31-4959642A487E}" srcOrd="0" destOrd="0" parTransId="{41ED26CC-D780-43CD-BF95-034549916814}" sibTransId="{880684E4-D12B-42F8-A71E-83D00579EB81}"/>
    <dgm:cxn modelId="{BC69F7BB-48ED-41D9-9F82-DDB90E95703A}" srcId="{08FFC279-E6C6-42F8-A99D-402495102865}" destId="{72F47D5E-31C6-4934-9C54-7C614A096F67}" srcOrd="0" destOrd="0" parTransId="{9CE01531-D98E-4621-BF96-610958262F5B}" sibTransId="{7F9B49D9-353A-4F75-BFC4-B94CE48E10E9}"/>
    <dgm:cxn modelId="{69A393D8-CF0B-4857-B0F8-1C8ACBB0258A}" srcId="{6D45E1B1-C7FD-40D2-BCF0-BCDCF484A642}" destId="{08FFC279-E6C6-42F8-A99D-402495102865}" srcOrd="3" destOrd="0" parTransId="{D88EFCBB-89D6-4A5E-994F-DCD3C8EEB3A1}" sibTransId="{C5BC6741-1214-4342-A03E-23833FA41F28}"/>
    <dgm:cxn modelId="{1CB633DD-1A48-46B6-A6F2-C80E28ABA8DE}" srcId="{6D45E1B1-C7FD-40D2-BCF0-BCDCF484A642}" destId="{0373A910-098D-4CF6-A702-DCB543CC63FF}" srcOrd="0" destOrd="0" parTransId="{1FE30A6E-1475-42DB-B22E-86E8145684EF}" sibTransId="{415B8F3D-9226-4DB4-8F81-A5E0D83E9752}"/>
    <dgm:cxn modelId="{6DC7DBDD-69C8-440A-967C-563DD5AFCCC1}" srcId="{6D45E1B1-C7FD-40D2-BCF0-BCDCF484A642}" destId="{CFC70BCC-BC31-4F2B-9051-37615A4E4C88}" srcOrd="4" destOrd="0" parTransId="{364F4CED-296C-4B9A-8579-5C71E74D87B5}" sibTransId="{409EB88D-2C7B-4E0D-BDA4-060FB23762E9}"/>
    <dgm:cxn modelId="{56F95FDF-4AF9-4A71-B2F7-99F4CFA38BA4}" type="presOf" srcId="{CFC70BCC-BC31-4F2B-9051-37615A4E4C88}" destId="{045B879F-04B8-4694-9E0C-7C22BF1A2363}" srcOrd="0" destOrd="0" presId="urn:microsoft.com/office/officeart/2009/3/layout/RandomtoResultProcess"/>
    <dgm:cxn modelId="{1EAB53EE-DB56-435A-935C-4B39916A7A6B}" type="presOf" srcId="{D238CA4B-1CFF-4678-81E4-D9DD776568B4}" destId="{F0A84DE6-193E-4204-8155-9A75AF17B209}" srcOrd="0" destOrd="0" presId="urn:microsoft.com/office/officeart/2009/3/layout/RandomtoResultProcess"/>
    <dgm:cxn modelId="{705C7EEF-A065-4731-93DB-A1E63CC89BA1}" type="presOf" srcId="{365DD552-2B26-4750-984A-70D44881C261}" destId="{C266B19E-69D3-4799-A546-385A617F7126}" srcOrd="0" destOrd="0" presId="urn:microsoft.com/office/officeart/2009/3/layout/RandomtoResultProcess"/>
    <dgm:cxn modelId="{CC57CAF4-4F4C-4DD5-960E-A8E844AA3BD9}" type="presOf" srcId="{D3042249-942F-465F-A989-F9238E0548A5}" destId="{8AB50BDA-6C7A-42D9-8896-225AA753D737}" srcOrd="0" destOrd="0" presId="urn:microsoft.com/office/officeart/2009/3/layout/RandomtoResultProcess"/>
    <dgm:cxn modelId="{878F2338-05E4-4D39-8656-6E181C7471C5}" type="presParOf" srcId="{6CD64D13-E2BA-4901-A1C6-9682B677032E}" destId="{280A1A16-9644-40C3-8905-E7950683101C}" srcOrd="0" destOrd="0" presId="urn:microsoft.com/office/officeart/2009/3/layout/RandomtoResultProcess"/>
    <dgm:cxn modelId="{DB24F2FB-EC25-419F-9E90-79DAB1BA00C4}" type="presParOf" srcId="{280A1A16-9644-40C3-8905-E7950683101C}" destId="{77357307-8383-44B5-B378-EAE72BCFAAEC}" srcOrd="0" destOrd="0" presId="urn:microsoft.com/office/officeart/2009/3/layout/RandomtoResultProcess"/>
    <dgm:cxn modelId="{D15316E4-434F-46AC-B4C0-B8749DD51011}" type="presParOf" srcId="{280A1A16-9644-40C3-8905-E7950683101C}" destId="{2FB07D7F-81BD-4909-AFAA-FFC082EEF521}" srcOrd="1" destOrd="0" presId="urn:microsoft.com/office/officeart/2009/3/layout/RandomtoResultProcess"/>
    <dgm:cxn modelId="{85CB5C47-4F3E-4B8E-8837-631B477871E5}" type="presParOf" srcId="{280A1A16-9644-40C3-8905-E7950683101C}" destId="{3B252001-54F8-470B-93C7-4058F0FB12FB}" srcOrd="2" destOrd="0" presId="urn:microsoft.com/office/officeart/2009/3/layout/RandomtoResultProcess"/>
    <dgm:cxn modelId="{EBDEA299-633F-4E99-8BE3-F7B2700E7AE2}" type="presParOf" srcId="{280A1A16-9644-40C3-8905-E7950683101C}" destId="{9CE67458-0D9E-4558-8991-27BCCC6185E7}" srcOrd="3" destOrd="0" presId="urn:microsoft.com/office/officeart/2009/3/layout/RandomtoResultProcess"/>
    <dgm:cxn modelId="{FE3FAA56-D8BA-470E-BA67-DC4AADC5B62B}" type="presParOf" srcId="{280A1A16-9644-40C3-8905-E7950683101C}" destId="{7D906F8A-A739-44F0-B131-FB4CD1EBCFBD}" srcOrd="4" destOrd="0" presId="urn:microsoft.com/office/officeart/2009/3/layout/RandomtoResultProcess"/>
    <dgm:cxn modelId="{C111478E-3F98-4DCB-A10A-9F4757A6F75B}" type="presParOf" srcId="{280A1A16-9644-40C3-8905-E7950683101C}" destId="{DF28EE4C-93BF-4880-80C0-A928B3985C64}" srcOrd="5" destOrd="0" presId="urn:microsoft.com/office/officeart/2009/3/layout/RandomtoResultProcess"/>
    <dgm:cxn modelId="{247AF44E-81A6-45F6-8FC1-8AE5DF329503}" type="presParOf" srcId="{280A1A16-9644-40C3-8905-E7950683101C}" destId="{63F94946-3DF0-42FC-8940-3069B613CD1B}" srcOrd="6" destOrd="0" presId="urn:microsoft.com/office/officeart/2009/3/layout/RandomtoResultProcess"/>
    <dgm:cxn modelId="{B7B3CB86-0AB5-45DD-A6A0-D167146E5481}" type="presParOf" srcId="{280A1A16-9644-40C3-8905-E7950683101C}" destId="{E3D3D5A4-18A1-43C3-B435-42E9B77DBDE4}" srcOrd="7" destOrd="0" presId="urn:microsoft.com/office/officeart/2009/3/layout/RandomtoResultProcess"/>
    <dgm:cxn modelId="{8C214647-47BC-4F6C-B6C6-6BBD14D07BF9}" type="presParOf" srcId="{280A1A16-9644-40C3-8905-E7950683101C}" destId="{7B27338E-053B-436D-ACD9-AB0C174194A0}" srcOrd="8" destOrd="0" presId="urn:microsoft.com/office/officeart/2009/3/layout/RandomtoResultProcess"/>
    <dgm:cxn modelId="{D9D41CDF-E27B-4022-8E81-60293782EC23}" type="presParOf" srcId="{280A1A16-9644-40C3-8905-E7950683101C}" destId="{2F5C4A7C-E9BE-46B9-BD3C-D880368E1002}" srcOrd="9" destOrd="0" presId="urn:microsoft.com/office/officeart/2009/3/layout/RandomtoResultProcess"/>
    <dgm:cxn modelId="{CE499BEB-DEFF-4E75-A158-3320E7ECD74D}" type="presParOf" srcId="{280A1A16-9644-40C3-8905-E7950683101C}" destId="{5788855D-DE74-462D-AE52-9FF9F41ADD2E}" srcOrd="10" destOrd="0" presId="urn:microsoft.com/office/officeart/2009/3/layout/RandomtoResultProcess"/>
    <dgm:cxn modelId="{5C2597ED-6247-4C0B-A635-D4A0C59D20C3}" type="presParOf" srcId="{280A1A16-9644-40C3-8905-E7950683101C}" destId="{BDF4192D-7619-4F83-A599-DF31531EE3EF}" srcOrd="11" destOrd="0" presId="urn:microsoft.com/office/officeart/2009/3/layout/RandomtoResultProcess"/>
    <dgm:cxn modelId="{C5D27769-6088-4CFB-9DFC-689DCB030F90}" type="presParOf" srcId="{280A1A16-9644-40C3-8905-E7950683101C}" destId="{A27079B2-B42B-4BC6-857D-C790ED0811A1}" srcOrd="12" destOrd="0" presId="urn:microsoft.com/office/officeart/2009/3/layout/RandomtoResultProcess"/>
    <dgm:cxn modelId="{9B0F236F-79D3-4C86-A942-D37978A06523}" type="presParOf" srcId="{280A1A16-9644-40C3-8905-E7950683101C}" destId="{C341D38D-CD4C-45EA-8295-28829E634B32}" srcOrd="13" destOrd="0" presId="urn:microsoft.com/office/officeart/2009/3/layout/RandomtoResultProcess"/>
    <dgm:cxn modelId="{0B15446C-6527-4294-9653-BAE754459B2A}" type="presParOf" srcId="{280A1A16-9644-40C3-8905-E7950683101C}" destId="{74820BF2-CE71-46EE-8863-3364DF9C87D8}" srcOrd="14" destOrd="0" presId="urn:microsoft.com/office/officeart/2009/3/layout/RandomtoResultProcess"/>
    <dgm:cxn modelId="{C1940288-1A75-48C5-A4F2-7B1CECC97F7D}" type="presParOf" srcId="{280A1A16-9644-40C3-8905-E7950683101C}" destId="{1A5C5F0E-31A8-48FE-BC3F-A1029760C791}" srcOrd="15" destOrd="0" presId="urn:microsoft.com/office/officeart/2009/3/layout/RandomtoResultProcess"/>
    <dgm:cxn modelId="{72D6709A-08E1-4F4D-9E6A-F0C8AE82D1B4}" type="presParOf" srcId="{280A1A16-9644-40C3-8905-E7950683101C}" destId="{47CFC299-6815-4067-A487-CC68B84C6E0B}" srcOrd="16" destOrd="0" presId="urn:microsoft.com/office/officeart/2009/3/layout/RandomtoResultProcess"/>
    <dgm:cxn modelId="{5B74F51D-C6EB-4E71-BA81-F8C96AC2A551}" type="presParOf" srcId="{280A1A16-9644-40C3-8905-E7950683101C}" destId="{0B145C18-75AB-4850-A41A-0514A0F98FA7}" srcOrd="17" destOrd="0" presId="urn:microsoft.com/office/officeart/2009/3/layout/RandomtoResultProcess"/>
    <dgm:cxn modelId="{AAB21E22-254C-4D4B-B539-9DA83394C744}" type="presParOf" srcId="{280A1A16-9644-40C3-8905-E7950683101C}" destId="{93930F5C-0F59-43EE-AC72-07DD12E093F4}" srcOrd="18" destOrd="0" presId="urn:microsoft.com/office/officeart/2009/3/layout/RandomtoResultProcess"/>
    <dgm:cxn modelId="{14ABFD46-E7A2-4EFB-9A88-05CA14B1ECC7}" type="presParOf" srcId="{280A1A16-9644-40C3-8905-E7950683101C}" destId="{6C27C2AB-22BA-4B3A-B726-AF5B39259FCF}" srcOrd="19" destOrd="0" presId="urn:microsoft.com/office/officeart/2009/3/layout/RandomtoResultProcess"/>
    <dgm:cxn modelId="{A48634B8-DC36-4C34-9DB6-B3B78E6911C7}" type="presParOf" srcId="{6CD64D13-E2BA-4901-A1C6-9682B677032E}" destId="{EB825CE5-9E65-4260-8CFE-7934A47E71FB}" srcOrd="1" destOrd="0" presId="urn:microsoft.com/office/officeart/2009/3/layout/RandomtoResultProcess"/>
    <dgm:cxn modelId="{95AB6C53-DECD-4B12-9E54-66D973F7CB27}" type="presParOf" srcId="{EB825CE5-9E65-4260-8CFE-7934A47E71FB}" destId="{453F3C27-0820-4EF8-8156-6F605FBC8DBF}" srcOrd="0" destOrd="0" presId="urn:microsoft.com/office/officeart/2009/3/layout/RandomtoResultProcess"/>
    <dgm:cxn modelId="{F50B661C-A691-4502-945A-38B098E68827}" type="presParOf" srcId="{EB825CE5-9E65-4260-8CFE-7934A47E71FB}" destId="{3864A887-0839-42C2-BEAD-8452ADE8CEA9}" srcOrd="1" destOrd="0" presId="urn:microsoft.com/office/officeart/2009/3/layout/RandomtoResultProcess"/>
    <dgm:cxn modelId="{E40A4EE0-5CB8-44C4-869A-5051F4DBD7D9}" type="presParOf" srcId="{6CD64D13-E2BA-4901-A1C6-9682B677032E}" destId="{14F34FCB-1380-4830-AEBA-76BAA2D940E3}" srcOrd="2" destOrd="0" presId="urn:microsoft.com/office/officeart/2009/3/layout/RandomtoResultProcess"/>
    <dgm:cxn modelId="{717B575B-C7FC-4A6E-89DB-18782605009A}" type="presParOf" srcId="{14F34FCB-1380-4830-AEBA-76BAA2D940E3}" destId="{F0A84DE6-193E-4204-8155-9A75AF17B209}" srcOrd="0" destOrd="0" presId="urn:microsoft.com/office/officeart/2009/3/layout/RandomtoResultProcess"/>
    <dgm:cxn modelId="{1A03AB2A-5D16-4845-BE2C-77488CBF3FB1}" type="presParOf" srcId="{14F34FCB-1380-4830-AEBA-76BAA2D940E3}" destId="{C266B19E-69D3-4799-A546-385A617F7126}" srcOrd="1" destOrd="0" presId="urn:microsoft.com/office/officeart/2009/3/layout/RandomtoResultProcess"/>
    <dgm:cxn modelId="{D320CA88-325F-4169-A3A1-F438C3AB2EF0}" type="presParOf" srcId="{14F34FCB-1380-4830-AEBA-76BAA2D940E3}" destId="{C330537B-B512-4C2D-8D20-8344F6C22FFA}" srcOrd="2" destOrd="0" presId="urn:microsoft.com/office/officeart/2009/3/layout/RandomtoResultProcess"/>
    <dgm:cxn modelId="{577BC31A-B608-4F2E-B691-9289BBD634D6}" type="presParOf" srcId="{6CD64D13-E2BA-4901-A1C6-9682B677032E}" destId="{C8FFA7E0-22EA-4950-84A2-697FF206D638}" srcOrd="3" destOrd="0" presId="urn:microsoft.com/office/officeart/2009/3/layout/RandomtoResultProcess"/>
    <dgm:cxn modelId="{E600D4F7-0ABD-45A3-AF35-E34B3679B2E0}" type="presParOf" srcId="{C8FFA7E0-22EA-4950-84A2-697FF206D638}" destId="{EA1AD4EF-4300-4631-B7DA-01496953E405}" srcOrd="0" destOrd="0" presId="urn:microsoft.com/office/officeart/2009/3/layout/RandomtoResultProcess"/>
    <dgm:cxn modelId="{9B8194BE-81DE-4BBF-B8E1-34B0BEB383FC}" type="presParOf" srcId="{C8FFA7E0-22EA-4950-84A2-697FF206D638}" destId="{8B709DFC-F8A0-43B6-A445-B4D709D21B98}" srcOrd="1" destOrd="0" presId="urn:microsoft.com/office/officeart/2009/3/layout/RandomtoResultProcess"/>
    <dgm:cxn modelId="{AE4EFC46-246C-4339-9FF1-39646A467E34}" type="presParOf" srcId="{6CD64D13-E2BA-4901-A1C6-9682B677032E}" destId="{092C6B7B-72D2-40A1-8EF5-C68FDD16520D}" srcOrd="4" destOrd="0" presId="urn:microsoft.com/office/officeart/2009/3/layout/RandomtoResultProcess"/>
    <dgm:cxn modelId="{5689104A-48FC-412D-83E6-835E774F7A90}" type="presParOf" srcId="{092C6B7B-72D2-40A1-8EF5-C68FDD16520D}" destId="{692AC50F-D96D-4D6F-9ED2-78391BD5A625}" srcOrd="0" destOrd="0" presId="urn:microsoft.com/office/officeart/2009/3/layout/RandomtoResultProcess"/>
    <dgm:cxn modelId="{288E0A31-C7F8-4C4B-9460-C9077C77C86F}" type="presParOf" srcId="{092C6B7B-72D2-40A1-8EF5-C68FDD16520D}" destId="{8AB50BDA-6C7A-42D9-8896-225AA753D737}" srcOrd="1" destOrd="0" presId="urn:microsoft.com/office/officeart/2009/3/layout/RandomtoResultProcess"/>
    <dgm:cxn modelId="{1D001974-B1E2-4B0D-899C-698BA84BB0DB}" type="presParOf" srcId="{092C6B7B-72D2-40A1-8EF5-C68FDD16520D}" destId="{EEEBE884-A907-4E5D-8C35-ED86262B6142}" srcOrd="2" destOrd="0" presId="urn:microsoft.com/office/officeart/2009/3/layout/RandomtoResultProcess"/>
    <dgm:cxn modelId="{6AF10FF8-6394-49D0-99E3-36B775D211CD}" type="presParOf" srcId="{6CD64D13-E2BA-4901-A1C6-9682B677032E}" destId="{1C30217C-F5B5-4946-8A4B-498A07F87449}" srcOrd="5" destOrd="0" presId="urn:microsoft.com/office/officeart/2009/3/layout/RandomtoResultProcess"/>
    <dgm:cxn modelId="{B57A682A-7577-4A8D-B940-ABDF1B82ECF0}" type="presParOf" srcId="{1C30217C-F5B5-4946-8A4B-498A07F87449}" destId="{37EA14BC-AD7D-41BB-B13C-C5D21D243B6D}" srcOrd="0" destOrd="0" presId="urn:microsoft.com/office/officeart/2009/3/layout/RandomtoResultProcess"/>
    <dgm:cxn modelId="{A8CE1FFF-ABB5-4034-AB27-D620A57FA42D}" type="presParOf" srcId="{1C30217C-F5B5-4946-8A4B-498A07F87449}" destId="{FED47B16-DD7A-4D6F-A697-C453C896FDF4}" srcOrd="1" destOrd="0" presId="urn:microsoft.com/office/officeart/2009/3/layout/RandomtoResultProcess"/>
    <dgm:cxn modelId="{395614B0-246C-4343-8013-28439D3F050D}" type="presParOf" srcId="{6CD64D13-E2BA-4901-A1C6-9682B677032E}" destId="{161FB169-8E4B-4501-A7F1-0FD38720A738}" srcOrd="6" destOrd="0" presId="urn:microsoft.com/office/officeart/2009/3/layout/RandomtoResultProcess"/>
    <dgm:cxn modelId="{BCB3EAC6-25DB-47F4-B82B-3316FC3C4847}" type="presParOf" srcId="{161FB169-8E4B-4501-A7F1-0FD38720A738}" destId="{AE70BEAC-EB77-4D72-A963-98A1FF514AF8}" srcOrd="0" destOrd="0" presId="urn:microsoft.com/office/officeart/2009/3/layout/RandomtoResultProcess"/>
    <dgm:cxn modelId="{06ED9E7D-23E0-494B-94E2-5C9695B2CC0A}" type="presParOf" srcId="{161FB169-8E4B-4501-A7F1-0FD38720A738}" destId="{8056E320-A99A-4F46-AFF8-594E98727EC9}" srcOrd="1" destOrd="0" presId="urn:microsoft.com/office/officeart/2009/3/layout/RandomtoResultProcess"/>
    <dgm:cxn modelId="{49B12993-1C66-4770-94A2-2F21B606CA81}" type="presParOf" srcId="{161FB169-8E4B-4501-A7F1-0FD38720A738}" destId="{DA136142-1DF1-462A-BBEC-6B8741E71B47}" srcOrd="2" destOrd="0" presId="urn:microsoft.com/office/officeart/2009/3/layout/RandomtoResultProcess"/>
    <dgm:cxn modelId="{9E98C5DD-3B3A-40C6-BC76-8FB9A3BFC387}" type="presParOf" srcId="{6CD64D13-E2BA-4901-A1C6-9682B677032E}" destId="{E63D88AF-6438-44FD-AD2B-D45C291CF5EE}" srcOrd="7" destOrd="0" presId="urn:microsoft.com/office/officeart/2009/3/layout/RandomtoResultProcess"/>
    <dgm:cxn modelId="{00FEFC2B-1508-44F3-B232-2EABB20D0B00}" type="presParOf" srcId="{E63D88AF-6438-44FD-AD2B-D45C291CF5EE}" destId="{67477EE5-7314-4B6E-BE3D-FC711DFF6E02}" srcOrd="0" destOrd="0" presId="urn:microsoft.com/office/officeart/2009/3/layout/RandomtoResultProcess"/>
    <dgm:cxn modelId="{68368B92-EB20-41E2-9F45-B9FAE1F12445}" type="presParOf" srcId="{E63D88AF-6438-44FD-AD2B-D45C291CF5EE}" destId="{BF656A23-E5F5-4EFF-B07E-520B9D1DC4FE}" srcOrd="1" destOrd="0" presId="urn:microsoft.com/office/officeart/2009/3/layout/RandomtoResultProcess"/>
    <dgm:cxn modelId="{D063E637-E657-406B-B861-2CF4A1ECFB0A}" type="presParOf" srcId="{6CD64D13-E2BA-4901-A1C6-9682B677032E}" destId="{539495C8-8A35-473E-97CD-E31A66C1F36E}" srcOrd="8" destOrd="0" presId="urn:microsoft.com/office/officeart/2009/3/layout/RandomtoResultProcess"/>
    <dgm:cxn modelId="{F998A0C4-9E1F-499D-881B-7A6C8F939FA2}" type="presParOf" srcId="{539495C8-8A35-473E-97CD-E31A66C1F36E}" destId="{045B879F-04B8-4694-9E0C-7C22BF1A2363}" srcOrd="0" destOrd="0" presId="urn:microsoft.com/office/officeart/2009/3/layout/RandomtoResultProcess"/>
    <dgm:cxn modelId="{D4FE17CD-B709-4F5D-83C2-DDEF41DAD386}" type="presParOf" srcId="{539495C8-8A35-473E-97CD-E31A66C1F36E}" destId="{25A5EAA7-A64C-4603-B457-8B12F287411D}" srcOrd="1" destOrd="0" presId="urn:microsoft.com/office/officeart/2009/3/layout/RandomtoResultProcess"/>
    <dgm:cxn modelId="{52F86CB0-493F-4C52-95C4-C33939F2A3DC}" type="presParOf" srcId="{539495C8-8A35-473E-97CD-E31A66C1F36E}" destId="{7D032D77-E565-4F32-B3D1-3D31BC88D241}" srcOrd="2" destOrd="0" presId="urn:microsoft.com/office/officeart/2009/3/layout/RandomtoResultProcess"/>
    <dgm:cxn modelId="{5C83C8FE-6264-4FC4-8DFA-B3C8F53EB0AA}" type="presParOf" srcId="{6CD64D13-E2BA-4901-A1C6-9682B677032E}" destId="{75E2E498-D476-42B0-A5A2-BCEB34AB2613}" srcOrd="9" destOrd="0" presId="urn:microsoft.com/office/officeart/2009/3/layout/RandomtoResultProcess"/>
    <dgm:cxn modelId="{FF0BDBEA-7157-4C81-9154-83BD7913436A}" type="presParOf" srcId="{75E2E498-D476-42B0-A5A2-BCEB34AB2613}" destId="{DC49A1BE-612B-4621-AC45-937FAD6A0ADE}" srcOrd="0" destOrd="0" presId="urn:microsoft.com/office/officeart/2009/3/layout/RandomtoResultProcess"/>
    <dgm:cxn modelId="{48CAC127-0E8C-4565-AF50-D4E2DE8EA092}" type="presParOf" srcId="{75E2E498-D476-42B0-A5A2-BCEB34AB2613}" destId="{18FB200B-9944-4A0C-9BC1-5D7E400933C5}" srcOrd="1" destOrd="0" presId="urn:microsoft.com/office/officeart/2009/3/layout/RandomtoResultProcess"/>
    <dgm:cxn modelId="{23D30FCE-003A-481C-8E8D-339553C0295B}" type="presParOf" srcId="{6CD64D13-E2BA-4901-A1C6-9682B677032E}" destId="{18C8571B-6D98-4578-90C2-3C922E6D03C7}" srcOrd="10" destOrd="0" presId="urn:microsoft.com/office/officeart/2009/3/layout/RandomtoResultProcess"/>
    <dgm:cxn modelId="{8F65A736-D63D-4C73-B584-AB7206ED73D8}" type="presParOf" srcId="{18C8571B-6D98-4578-90C2-3C922E6D03C7}" destId="{0440FB00-7F19-4EA9-894B-734C26C46EA0}" srcOrd="0" destOrd="0" presId="urn:microsoft.com/office/officeart/2009/3/layout/RandomtoResultProcess"/>
    <dgm:cxn modelId="{C5F86DF7-25C2-451C-B14C-FE090F6BBF33}" type="presParOf" srcId="{18C8571B-6D98-4578-90C2-3C922E6D03C7}" destId="{98ACBF4B-4F52-4265-A806-A035071B87EE}" srcOrd="1" destOrd="0" presId="urn:microsoft.com/office/officeart/2009/3/layout/RandomtoResultProcess"/>
    <dgm:cxn modelId="{41A8370C-BBE7-4CCF-A9D9-3B02FAE325D7}" type="presParOf" srcId="{18C8571B-6D98-4578-90C2-3C922E6D03C7}" destId="{26016866-B6EC-47DE-96BA-3BED69DEC41F}" srcOrd="2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BD3A854-48B2-4934-8D76-659FEDB92D0D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D0672E8-CB2D-4DC8-BF88-DFB26126265B}">
      <dgm:prSet/>
      <dgm:spPr/>
      <dgm:t>
        <a:bodyPr/>
        <a:lstStyle/>
        <a:p>
          <a:r>
            <a:rPr lang="fr-CA"/>
            <a:t>RESOLVED</a:t>
          </a:r>
        </a:p>
      </dgm:t>
    </dgm:pt>
    <dgm:pt modelId="{F4A5A7D9-9496-42D3-90A4-688A27B8BA83}" type="parTrans" cxnId="{B651ECC2-D0CD-4FD5-8F04-AB14C57FD163}">
      <dgm:prSet/>
      <dgm:spPr/>
      <dgm:t>
        <a:bodyPr/>
        <a:lstStyle/>
        <a:p>
          <a:endParaRPr lang="fr-CA"/>
        </a:p>
      </dgm:t>
    </dgm:pt>
    <dgm:pt modelId="{84180946-1D2E-48F6-9BD1-A3CC95DD5FD4}" type="sibTrans" cxnId="{B651ECC2-D0CD-4FD5-8F04-AB14C57FD163}">
      <dgm:prSet/>
      <dgm:spPr/>
      <dgm:t>
        <a:bodyPr/>
        <a:lstStyle/>
        <a:p>
          <a:endParaRPr lang="fr-CA"/>
        </a:p>
      </dgm:t>
    </dgm:pt>
    <dgm:pt modelId="{551CD8A3-A727-4865-AC24-1AD26069B032}">
      <dgm:prSet phldr="0"/>
      <dgm:spPr/>
      <dgm:t>
        <a:bodyPr/>
        <a:lstStyle/>
        <a:p>
          <a:pPr rtl="0"/>
          <a:r>
            <a:rPr lang="en-US"/>
            <a:t>CLOSED</a:t>
          </a:r>
        </a:p>
      </dgm:t>
    </dgm:pt>
    <dgm:pt modelId="{4212B9C9-1C4D-4223-901B-30021985F6FF}" type="parTrans" cxnId="{3A12AA41-E41B-4374-A414-B7DDCE604A2C}">
      <dgm:prSet/>
      <dgm:spPr/>
      <dgm:t>
        <a:bodyPr/>
        <a:lstStyle/>
        <a:p>
          <a:endParaRPr lang="fr-CA"/>
        </a:p>
      </dgm:t>
    </dgm:pt>
    <dgm:pt modelId="{0BF3D554-9D3C-4841-8568-343434716658}" type="sibTrans" cxnId="{3A12AA41-E41B-4374-A414-B7DDCE604A2C}">
      <dgm:prSet/>
      <dgm:spPr/>
      <dgm:t>
        <a:bodyPr/>
        <a:lstStyle/>
        <a:p>
          <a:endParaRPr lang="fr-CA"/>
        </a:p>
      </dgm:t>
    </dgm:pt>
    <dgm:pt modelId="{AB55F6EE-BCBB-400F-9CF3-35E67C8C4C1B}">
      <dgm:prSet phldrT="[Text]" phldr="0"/>
      <dgm:spPr/>
      <dgm:t>
        <a:bodyPr/>
        <a:lstStyle/>
        <a:p>
          <a:pPr rtl="0"/>
          <a:r>
            <a:rPr lang="en-US"/>
            <a:t>ACTIVE</a:t>
          </a:r>
        </a:p>
      </dgm:t>
    </dgm:pt>
    <dgm:pt modelId="{903C4CF3-996F-4A5B-8FEC-5FD025B5E014}" type="parTrans" cxnId="{267C6229-DE90-437E-A1DB-757C99451DCA}">
      <dgm:prSet/>
      <dgm:spPr/>
      <dgm:t>
        <a:bodyPr/>
        <a:lstStyle/>
        <a:p>
          <a:endParaRPr lang="fr-CA"/>
        </a:p>
      </dgm:t>
    </dgm:pt>
    <dgm:pt modelId="{DAACC3FF-35CA-4CCE-AB7C-0719EF4F5716}" type="sibTrans" cxnId="{267C6229-DE90-437E-A1DB-757C99451DCA}">
      <dgm:prSet/>
      <dgm:spPr/>
      <dgm:t>
        <a:bodyPr/>
        <a:lstStyle/>
        <a:p>
          <a:endParaRPr lang="fr-CA"/>
        </a:p>
      </dgm:t>
    </dgm:pt>
    <dgm:pt modelId="{84625AE1-8094-4FD2-A40F-3338E81891BA}">
      <dgm:prSet phldrT="[Text]" phldr="0"/>
      <dgm:spPr/>
      <dgm:t>
        <a:bodyPr/>
        <a:lstStyle/>
        <a:p>
          <a:r>
            <a:rPr lang="en-US"/>
            <a:t>NEW</a:t>
          </a:r>
        </a:p>
      </dgm:t>
    </dgm:pt>
    <dgm:pt modelId="{0FA12F42-965D-4B24-919B-80A6D393A5E2}" type="parTrans" cxnId="{021CDB2C-8775-435C-A1BD-D7D83919715C}">
      <dgm:prSet/>
      <dgm:spPr/>
      <dgm:t>
        <a:bodyPr/>
        <a:lstStyle/>
        <a:p>
          <a:endParaRPr lang="fr-CA"/>
        </a:p>
      </dgm:t>
    </dgm:pt>
    <dgm:pt modelId="{5AEEA52C-8E0F-4CCE-B9AF-620340048B3A}" type="sibTrans" cxnId="{021CDB2C-8775-435C-A1BD-D7D83919715C}">
      <dgm:prSet/>
      <dgm:spPr/>
      <dgm:t>
        <a:bodyPr/>
        <a:lstStyle/>
        <a:p>
          <a:endParaRPr lang="fr-CA"/>
        </a:p>
      </dgm:t>
    </dgm:pt>
    <dgm:pt modelId="{343F9095-E4D5-4276-8497-D3C896FCCF28}" type="pres">
      <dgm:prSet presAssocID="{ABD3A854-48B2-4934-8D76-659FEDB92D0D}" presName="Name0" presStyleCnt="0">
        <dgm:presLayoutVars>
          <dgm:dir/>
          <dgm:animLvl val="lvl"/>
          <dgm:resizeHandles val="exact"/>
        </dgm:presLayoutVars>
      </dgm:prSet>
      <dgm:spPr/>
    </dgm:pt>
    <dgm:pt modelId="{E1C1FB71-F8A9-480D-BF08-6F3D364A4AD4}" type="pres">
      <dgm:prSet presAssocID="{84625AE1-8094-4FD2-A40F-3338E81891BA}" presName="parTxOnly" presStyleLbl="node1" presStyleIdx="0" presStyleCnt="4" custScaleX="194872">
        <dgm:presLayoutVars>
          <dgm:chMax val="0"/>
          <dgm:chPref val="0"/>
          <dgm:bulletEnabled val="1"/>
        </dgm:presLayoutVars>
      </dgm:prSet>
      <dgm:spPr/>
    </dgm:pt>
    <dgm:pt modelId="{53263058-9DB6-48B1-9B87-5F759B4B362A}" type="pres">
      <dgm:prSet presAssocID="{5AEEA52C-8E0F-4CCE-B9AF-620340048B3A}" presName="parTxOnlySpace" presStyleCnt="0"/>
      <dgm:spPr/>
    </dgm:pt>
    <dgm:pt modelId="{BA2ED3B6-8E06-4A54-AEED-A7CB6A68D2F5}" type="pres">
      <dgm:prSet presAssocID="{AB55F6EE-BCBB-400F-9CF3-35E67C8C4C1B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02F504A-ED2C-4AF5-84A2-40C572D70270}" type="pres">
      <dgm:prSet presAssocID="{DAACC3FF-35CA-4CCE-AB7C-0719EF4F5716}" presName="parTxOnlySpace" presStyleCnt="0"/>
      <dgm:spPr/>
    </dgm:pt>
    <dgm:pt modelId="{0E8999FA-8CC0-4F51-84EB-8B2787468293}" type="pres">
      <dgm:prSet presAssocID="{AD0672E8-CB2D-4DC8-BF88-DFB26126265B}" presName="parTxOnly" presStyleLbl="node1" presStyleIdx="2" presStyleCnt="4" custLinFactNeighborY="-1574">
        <dgm:presLayoutVars>
          <dgm:chMax val="0"/>
          <dgm:chPref val="0"/>
          <dgm:bulletEnabled val="1"/>
        </dgm:presLayoutVars>
      </dgm:prSet>
      <dgm:spPr/>
    </dgm:pt>
    <dgm:pt modelId="{82D543CA-6832-4D46-B05D-30862EB86923}" type="pres">
      <dgm:prSet presAssocID="{84180946-1D2E-48F6-9BD1-A3CC95DD5FD4}" presName="parTxOnlySpace" presStyleCnt="0"/>
      <dgm:spPr/>
    </dgm:pt>
    <dgm:pt modelId="{A8E0971D-B1A4-42C8-9C0C-13727936DC27}" type="pres">
      <dgm:prSet presAssocID="{551CD8A3-A727-4865-AC24-1AD26069B032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0EE8C22-7181-43F7-8516-74B1B35F5213}" type="presOf" srcId="{AD0672E8-CB2D-4DC8-BF88-DFB26126265B}" destId="{0E8999FA-8CC0-4F51-84EB-8B2787468293}" srcOrd="0" destOrd="0" presId="urn:microsoft.com/office/officeart/2005/8/layout/chevron1"/>
    <dgm:cxn modelId="{267C6229-DE90-437E-A1DB-757C99451DCA}" srcId="{ABD3A854-48B2-4934-8D76-659FEDB92D0D}" destId="{AB55F6EE-BCBB-400F-9CF3-35E67C8C4C1B}" srcOrd="1" destOrd="0" parTransId="{903C4CF3-996F-4A5B-8FEC-5FD025B5E014}" sibTransId="{DAACC3FF-35CA-4CCE-AB7C-0719EF4F5716}"/>
    <dgm:cxn modelId="{021CDB2C-8775-435C-A1BD-D7D83919715C}" srcId="{ABD3A854-48B2-4934-8D76-659FEDB92D0D}" destId="{84625AE1-8094-4FD2-A40F-3338E81891BA}" srcOrd="0" destOrd="0" parTransId="{0FA12F42-965D-4B24-919B-80A6D393A5E2}" sibTransId="{5AEEA52C-8E0F-4CCE-B9AF-620340048B3A}"/>
    <dgm:cxn modelId="{3A12AA41-E41B-4374-A414-B7DDCE604A2C}" srcId="{ABD3A854-48B2-4934-8D76-659FEDB92D0D}" destId="{551CD8A3-A727-4865-AC24-1AD26069B032}" srcOrd="3" destOrd="0" parTransId="{4212B9C9-1C4D-4223-901B-30021985F6FF}" sibTransId="{0BF3D554-9D3C-4841-8568-343434716658}"/>
    <dgm:cxn modelId="{25BC6C48-3A1C-43E0-921C-85CA3A7684F6}" type="presOf" srcId="{551CD8A3-A727-4865-AC24-1AD26069B032}" destId="{A8E0971D-B1A4-42C8-9C0C-13727936DC27}" srcOrd="0" destOrd="0" presId="urn:microsoft.com/office/officeart/2005/8/layout/chevron1"/>
    <dgm:cxn modelId="{850F7870-B074-4B68-B39F-20427EC42F1B}" type="presOf" srcId="{ABD3A854-48B2-4934-8D76-659FEDB92D0D}" destId="{343F9095-E4D5-4276-8497-D3C896FCCF28}" srcOrd="0" destOrd="0" presId="urn:microsoft.com/office/officeart/2005/8/layout/chevron1"/>
    <dgm:cxn modelId="{324D6C57-94B8-42A2-A04F-C0F8A0367E38}" type="presOf" srcId="{84625AE1-8094-4FD2-A40F-3338E81891BA}" destId="{E1C1FB71-F8A9-480D-BF08-6F3D364A4AD4}" srcOrd="0" destOrd="0" presId="urn:microsoft.com/office/officeart/2005/8/layout/chevron1"/>
    <dgm:cxn modelId="{B651ECC2-D0CD-4FD5-8F04-AB14C57FD163}" srcId="{ABD3A854-48B2-4934-8D76-659FEDB92D0D}" destId="{AD0672E8-CB2D-4DC8-BF88-DFB26126265B}" srcOrd="2" destOrd="0" parTransId="{F4A5A7D9-9496-42D3-90A4-688A27B8BA83}" sibTransId="{84180946-1D2E-48F6-9BD1-A3CC95DD5FD4}"/>
    <dgm:cxn modelId="{B2F1E2DE-BF5D-42AE-B1A5-BC90B665E1B8}" type="presOf" srcId="{AB55F6EE-BCBB-400F-9CF3-35E67C8C4C1B}" destId="{BA2ED3B6-8E06-4A54-AEED-A7CB6A68D2F5}" srcOrd="0" destOrd="0" presId="urn:microsoft.com/office/officeart/2005/8/layout/chevron1"/>
    <dgm:cxn modelId="{40D40B0D-E4F8-4D21-AB90-DD6A4B115A4B}" type="presParOf" srcId="{343F9095-E4D5-4276-8497-D3C896FCCF28}" destId="{E1C1FB71-F8A9-480D-BF08-6F3D364A4AD4}" srcOrd="0" destOrd="0" presId="urn:microsoft.com/office/officeart/2005/8/layout/chevron1"/>
    <dgm:cxn modelId="{0D65E45E-4DAB-4588-B9EE-D48C03DF70EC}" type="presParOf" srcId="{343F9095-E4D5-4276-8497-D3C896FCCF28}" destId="{53263058-9DB6-48B1-9B87-5F759B4B362A}" srcOrd="1" destOrd="0" presId="urn:microsoft.com/office/officeart/2005/8/layout/chevron1"/>
    <dgm:cxn modelId="{DAB6A6E2-2140-418F-8359-E5CBF623B166}" type="presParOf" srcId="{343F9095-E4D5-4276-8497-D3C896FCCF28}" destId="{BA2ED3B6-8E06-4A54-AEED-A7CB6A68D2F5}" srcOrd="2" destOrd="0" presId="urn:microsoft.com/office/officeart/2005/8/layout/chevron1"/>
    <dgm:cxn modelId="{8EB186FA-1B50-40E6-A092-2D34906AB665}" type="presParOf" srcId="{343F9095-E4D5-4276-8497-D3C896FCCF28}" destId="{102F504A-ED2C-4AF5-84A2-40C572D70270}" srcOrd="3" destOrd="0" presId="urn:microsoft.com/office/officeart/2005/8/layout/chevron1"/>
    <dgm:cxn modelId="{8E8BA835-B444-49AD-9AAD-DC64B86BD278}" type="presParOf" srcId="{343F9095-E4D5-4276-8497-D3C896FCCF28}" destId="{0E8999FA-8CC0-4F51-84EB-8B2787468293}" srcOrd="4" destOrd="0" presId="urn:microsoft.com/office/officeart/2005/8/layout/chevron1"/>
    <dgm:cxn modelId="{BCD6CDC0-D822-45FB-85DB-5B4362DE9E0B}" type="presParOf" srcId="{343F9095-E4D5-4276-8497-D3C896FCCF28}" destId="{82D543CA-6832-4D46-B05D-30862EB86923}" srcOrd="5" destOrd="0" presId="urn:microsoft.com/office/officeart/2005/8/layout/chevron1"/>
    <dgm:cxn modelId="{33B4C789-3969-4F61-8717-2DC4C1A2E518}" type="presParOf" srcId="{343F9095-E4D5-4276-8497-D3C896FCCF28}" destId="{A8E0971D-B1A4-42C8-9C0C-13727936DC27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D3A854-48B2-4934-8D76-659FEDB92D0D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D0672E8-CB2D-4DC8-BF88-DFB26126265B}">
      <dgm:prSet/>
      <dgm:spPr>
        <a:solidFill>
          <a:schemeClr val="accent4"/>
        </a:solidFill>
      </dgm:spPr>
      <dgm:t>
        <a:bodyPr/>
        <a:lstStyle/>
        <a:p>
          <a:r>
            <a:rPr lang="fr-CA"/>
            <a:t>TESTEUR</a:t>
          </a:r>
        </a:p>
      </dgm:t>
    </dgm:pt>
    <dgm:pt modelId="{F4A5A7D9-9496-42D3-90A4-688A27B8BA83}" type="parTrans" cxnId="{B651ECC2-D0CD-4FD5-8F04-AB14C57FD163}">
      <dgm:prSet/>
      <dgm:spPr/>
      <dgm:t>
        <a:bodyPr/>
        <a:lstStyle/>
        <a:p>
          <a:endParaRPr lang="fr-CA"/>
        </a:p>
      </dgm:t>
    </dgm:pt>
    <dgm:pt modelId="{84180946-1D2E-48F6-9BD1-A3CC95DD5FD4}" type="sibTrans" cxnId="{B651ECC2-D0CD-4FD5-8F04-AB14C57FD163}">
      <dgm:prSet/>
      <dgm:spPr/>
      <dgm:t>
        <a:bodyPr/>
        <a:lstStyle/>
        <a:p>
          <a:endParaRPr lang="fr-CA"/>
        </a:p>
      </dgm:t>
    </dgm:pt>
    <dgm:pt modelId="{551CD8A3-A727-4865-AC24-1AD26069B032}">
      <dgm:prSet phldr="0"/>
      <dgm:spPr>
        <a:solidFill>
          <a:schemeClr val="accent5"/>
        </a:solidFill>
      </dgm:spPr>
      <dgm:t>
        <a:bodyPr/>
        <a:lstStyle/>
        <a:p>
          <a:pPr rtl="0"/>
          <a:r>
            <a:rPr lang="en-US" err="1"/>
            <a:t>Responsable</a:t>
          </a:r>
          <a:r>
            <a:rPr lang="en-US"/>
            <a:t> QA</a:t>
          </a:r>
        </a:p>
      </dgm:t>
    </dgm:pt>
    <dgm:pt modelId="{4212B9C9-1C4D-4223-901B-30021985F6FF}" type="parTrans" cxnId="{3A12AA41-E41B-4374-A414-B7DDCE604A2C}">
      <dgm:prSet/>
      <dgm:spPr/>
      <dgm:t>
        <a:bodyPr/>
        <a:lstStyle/>
        <a:p>
          <a:endParaRPr lang="fr-CA"/>
        </a:p>
      </dgm:t>
    </dgm:pt>
    <dgm:pt modelId="{0BF3D554-9D3C-4841-8568-343434716658}" type="sibTrans" cxnId="{3A12AA41-E41B-4374-A414-B7DDCE604A2C}">
      <dgm:prSet/>
      <dgm:spPr/>
      <dgm:t>
        <a:bodyPr/>
        <a:lstStyle/>
        <a:p>
          <a:endParaRPr lang="fr-CA"/>
        </a:p>
      </dgm:t>
    </dgm:pt>
    <dgm:pt modelId="{AB55F6EE-BCBB-400F-9CF3-35E67C8C4C1B}">
      <dgm:prSet phldrT="[Text]" phldr="0"/>
      <dgm:spPr>
        <a:solidFill>
          <a:schemeClr val="accent3"/>
        </a:solidFill>
      </dgm:spPr>
      <dgm:t>
        <a:bodyPr/>
        <a:lstStyle/>
        <a:p>
          <a:pPr rtl="0"/>
          <a:r>
            <a:rPr lang="en-US"/>
            <a:t>RÉALISATEUR</a:t>
          </a:r>
        </a:p>
      </dgm:t>
    </dgm:pt>
    <dgm:pt modelId="{903C4CF3-996F-4A5B-8FEC-5FD025B5E014}" type="parTrans" cxnId="{267C6229-DE90-437E-A1DB-757C99451DCA}">
      <dgm:prSet/>
      <dgm:spPr/>
      <dgm:t>
        <a:bodyPr/>
        <a:lstStyle/>
        <a:p>
          <a:endParaRPr lang="fr-CA"/>
        </a:p>
      </dgm:t>
    </dgm:pt>
    <dgm:pt modelId="{DAACC3FF-35CA-4CCE-AB7C-0719EF4F5716}" type="sibTrans" cxnId="{267C6229-DE90-437E-A1DB-757C99451DCA}">
      <dgm:prSet/>
      <dgm:spPr/>
      <dgm:t>
        <a:bodyPr/>
        <a:lstStyle/>
        <a:p>
          <a:endParaRPr lang="fr-CA"/>
        </a:p>
      </dgm:t>
    </dgm:pt>
    <dgm:pt modelId="{86B290C6-FCFE-4F61-ADA6-DAB035651E44}">
      <dgm:prSet phldrT="[Text]" phldr="0"/>
      <dgm:spPr/>
      <dgm:t>
        <a:bodyPr/>
        <a:lstStyle/>
        <a:p>
          <a:r>
            <a:rPr lang="en-US"/>
            <a:t>TESTEUR</a:t>
          </a:r>
        </a:p>
      </dgm:t>
    </dgm:pt>
    <dgm:pt modelId="{71028FE7-1B67-4F90-B8BB-4DD048D4C291}" type="parTrans" cxnId="{7D2F72FB-4305-4328-AB57-F4725333AE8C}">
      <dgm:prSet/>
      <dgm:spPr/>
      <dgm:t>
        <a:bodyPr/>
        <a:lstStyle/>
        <a:p>
          <a:endParaRPr lang="fr-CA"/>
        </a:p>
      </dgm:t>
    </dgm:pt>
    <dgm:pt modelId="{659F7EE4-233A-4B21-BADB-1E3EC332DC51}" type="sibTrans" cxnId="{7D2F72FB-4305-4328-AB57-F4725333AE8C}">
      <dgm:prSet/>
      <dgm:spPr/>
      <dgm:t>
        <a:bodyPr/>
        <a:lstStyle/>
        <a:p>
          <a:endParaRPr lang="fr-CA"/>
        </a:p>
      </dgm:t>
    </dgm:pt>
    <dgm:pt modelId="{96739E73-0886-43FA-84CE-D22AAC5C14C2}">
      <dgm:prSet phldrT="[Text]" phldr="0"/>
      <dgm:spPr>
        <a:solidFill>
          <a:schemeClr val="accent2"/>
        </a:solidFill>
      </dgm:spPr>
      <dgm:t>
        <a:bodyPr/>
        <a:lstStyle/>
        <a:p>
          <a:r>
            <a:rPr lang="en-US"/>
            <a:t>PO</a:t>
          </a:r>
        </a:p>
      </dgm:t>
    </dgm:pt>
    <dgm:pt modelId="{EBF6B7D5-6B91-4052-822A-34EE5486A774}" type="parTrans" cxnId="{807F0F4B-00B5-4A33-B2D0-337417C15294}">
      <dgm:prSet/>
      <dgm:spPr/>
      <dgm:t>
        <a:bodyPr/>
        <a:lstStyle/>
        <a:p>
          <a:endParaRPr lang="fr-CA"/>
        </a:p>
      </dgm:t>
    </dgm:pt>
    <dgm:pt modelId="{6CA5B66B-7665-4B55-8694-EE2182A0F7A4}" type="sibTrans" cxnId="{807F0F4B-00B5-4A33-B2D0-337417C15294}">
      <dgm:prSet/>
      <dgm:spPr/>
      <dgm:t>
        <a:bodyPr/>
        <a:lstStyle/>
        <a:p>
          <a:endParaRPr lang="fr-CA"/>
        </a:p>
      </dgm:t>
    </dgm:pt>
    <dgm:pt modelId="{343F9095-E4D5-4276-8497-D3C896FCCF28}" type="pres">
      <dgm:prSet presAssocID="{ABD3A854-48B2-4934-8D76-659FEDB92D0D}" presName="Name0" presStyleCnt="0">
        <dgm:presLayoutVars>
          <dgm:dir/>
          <dgm:animLvl val="lvl"/>
          <dgm:resizeHandles val="exact"/>
        </dgm:presLayoutVars>
      </dgm:prSet>
      <dgm:spPr/>
    </dgm:pt>
    <dgm:pt modelId="{D5336978-429E-4833-80A5-A21D40802CF3}" type="pres">
      <dgm:prSet presAssocID="{86B290C6-FCFE-4F61-ADA6-DAB035651E44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4567D684-E7F9-4A88-96A5-E2B980AC7FF0}" type="pres">
      <dgm:prSet presAssocID="{659F7EE4-233A-4B21-BADB-1E3EC332DC51}" presName="parTxOnlySpace" presStyleCnt="0"/>
      <dgm:spPr/>
    </dgm:pt>
    <dgm:pt modelId="{CF9F3442-05CD-4AF0-A738-9B5714524233}" type="pres">
      <dgm:prSet presAssocID="{96739E73-0886-43FA-84CE-D22AAC5C14C2}" presName="parTxOnly" presStyleLbl="node1" presStyleIdx="1" presStyleCnt="5" custLinFactNeighborX="4385" custLinFactNeighborY="-14163">
        <dgm:presLayoutVars>
          <dgm:chMax val="0"/>
          <dgm:chPref val="0"/>
          <dgm:bulletEnabled val="1"/>
        </dgm:presLayoutVars>
      </dgm:prSet>
      <dgm:spPr/>
    </dgm:pt>
    <dgm:pt modelId="{61B26160-C1DA-4A78-98E0-2BB08BA489E4}" type="pres">
      <dgm:prSet presAssocID="{6CA5B66B-7665-4B55-8694-EE2182A0F7A4}" presName="parTxOnlySpace" presStyleCnt="0"/>
      <dgm:spPr/>
    </dgm:pt>
    <dgm:pt modelId="{BA2ED3B6-8E06-4A54-AEED-A7CB6A68D2F5}" type="pres">
      <dgm:prSet presAssocID="{AB55F6EE-BCBB-400F-9CF3-35E67C8C4C1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02F504A-ED2C-4AF5-84A2-40C572D70270}" type="pres">
      <dgm:prSet presAssocID="{DAACC3FF-35CA-4CCE-AB7C-0719EF4F5716}" presName="parTxOnlySpace" presStyleCnt="0"/>
      <dgm:spPr/>
    </dgm:pt>
    <dgm:pt modelId="{0E8999FA-8CC0-4F51-84EB-8B2787468293}" type="pres">
      <dgm:prSet presAssocID="{AD0672E8-CB2D-4DC8-BF88-DFB26126265B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2D543CA-6832-4D46-B05D-30862EB86923}" type="pres">
      <dgm:prSet presAssocID="{84180946-1D2E-48F6-9BD1-A3CC95DD5FD4}" presName="parTxOnlySpace" presStyleCnt="0"/>
      <dgm:spPr/>
    </dgm:pt>
    <dgm:pt modelId="{A8E0971D-B1A4-42C8-9C0C-13727936DC27}" type="pres">
      <dgm:prSet presAssocID="{551CD8A3-A727-4865-AC24-1AD26069B03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7D6D320-B4D6-4D93-B89C-132F91AC575E}" type="presOf" srcId="{86B290C6-FCFE-4F61-ADA6-DAB035651E44}" destId="{D5336978-429E-4833-80A5-A21D40802CF3}" srcOrd="0" destOrd="0" presId="urn:microsoft.com/office/officeart/2005/8/layout/chevron1"/>
    <dgm:cxn modelId="{50EE8C22-7181-43F7-8516-74B1B35F5213}" type="presOf" srcId="{AD0672E8-CB2D-4DC8-BF88-DFB26126265B}" destId="{0E8999FA-8CC0-4F51-84EB-8B2787468293}" srcOrd="0" destOrd="0" presId="urn:microsoft.com/office/officeart/2005/8/layout/chevron1"/>
    <dgm:cxn modelId="{267C6229-DE90-437E-A1DB-757C99451DCA}" srcId="{ABD3A854-48B2-4934-8D76-659FEDB92D0D}" destId="{AB55F6EE-BCBB-400F-9CF3-35E67C8C4C1B}" srcOrd="2" destOrd="0" parTransId="{903C4CF3-996F-4A5B-8FEC-5FD025B5E014}" sibTransId="{DAACC3FF-35CA-4CCE-AB7C-0719EF4F5716}"/>
    <dgm:cxn modelId="{3A12AA41-E41B-4374-A414-B7DDCE604A2C}" srcId="{ABD3A854-48B2-4934-8D76-659FEDB92D0D}" destId="{551CD8A3-A727-4865-AC24-1AD26069B032}" srcOrd="4" destOrd="0" parTransId="{4212B9C9-1C4D-4223-901B-30021985F6FF}" sibTransId="{0BF3D554-9D3C-4841-8568-343434716658}"/>
    <dgm:cxn modelId="{25BC6C48-3A1C-43E0-921C-85CA3A7684F6}" type="presOf" srcId="{551CD8A3-A727-4865-AC24-1AD26069B032}" destId="{A8E0971D-B1A4-42C8-9C0C-13727936DC27}" srcOrd="0" destOrd="0" presId="urn:microsoft.com/office/officeart/2005/8/layout/chevron1"/>
    <dgm:cxn modelId="{807F0F4B-00B5-4A33-B2D0-337417C15294}" srcId="{ABD3A854-48B2-4934-8D76-659FEDB92D0D}" destId="{96739E73-0886-43FA-84CE-D22AAC5C14C2}" srcOrd="1" destOrd="0" parTransId="{EBF6B7D5-6B91-4052-822A-34EE5486A774}" sibTransId="{6CA5B66B-7665-4B55-8694-EE2182A0F7A4}"/>
    <dgm:cxn modelId="{850F7870-B074-4B68-B39F-20427EC42F1B}" type="presOf" srcId="{ABD3A854-48B2-4934-8D76-659FEDB92D0D}" destId="{343F9095-E4D5-4276-8497-D3C896FCCF28}" srcOrd="0" destOrd="0" presId="urn:microsoft.com/office/officeart/2005/8/layout/chevron1"/>
    <dgm:cxn modelId="{32F96FA5-3CB6-44D1-A7A2-21A8AB18BB5C}" type="presOf" srcId="{96739E73-0886-43FA-84CE-D22AAC5C14C2}" destId="{CF9F3442-05CD-4AF0-A738-9B5714524233}" srcOrd="0" destOrd="0" presId="urn:microsoft.com/office/officeart/2005/8/layout/chevron1"/>
    <dgm:cxn modelId="{B651ECC2-D0CD-4FD5-8F04-AB14C57FD163}" srcId="{ABD3A854-48B2-4934-8D76-659FEDB92D0D}" destId="{AD0672E8-CB2D-4DC8-BF88-DFB26126265B}" srcOrd="3" destOrd="0" parTransId="{F4A5A7D9-9496-42D3-90A4-688A27B8BA83}" sibTransId="{84180946-1D2E-48F6-9BD1-A3CC95DD5FD4}"/>
    <dgm:cxn modelId="{B2F1E2DE-BF5D-42AE-B1A5-BC90B665E1B8}" type="presOf" srcId="{AB55F6EE-BCBB-400F-9CF3-35E67C8C4C1B}" destId="{BA2ED3B6-8E06-4A54-AEED-A7CB6A68D2F5}" srcOrd="0" destOrd="0" presId="urn:microsoft.com/office/officeart/2005/8/layout/chevron1"/>
    <dgm:cxn modelId="{7D2F72FB-4305-4328-AB57-F4725333AE8C}" srcId="{ABD3A854-48B2-4934-8D76-659FEDB92D0D}" destId="{86B290C6-FCFE-4F61-ADA6-DAB035651E44}" srcOrd="0" destOrd="0" parTransId="{71028FE7-1B67-4F90-B8BB-4DD048D4C291}" sibTransId="{659F7EE4-233A-4B21-BADB-1E3EC332DC51}"/>
    <dgm:cxn modelId="{C0936D39-D1A3-426E-B816-CDA88707AAD9}" type="presParOf" srcId="{343F9095-E4D5-4276-8497-D3C896FCCF28}" destId="{D5336978-429E-4833-80A5-A21D40802CF3}" srcOrd="0" destOrd="0" presId="urn:microsoft.com/office/officeart/2005/8/layout/chevron1"/>
    <dgm:cxn modelId="{B9B2C1F2-6C0A-4F58-A82A-42E4C50ABA60}" type="presParOf" srcId="{343F9095-E4D5-4276-8497-D3C896FCCF28}" destId="{4567D684-E7F9-4A88-96A5-E2B980AC7FF0}" srcOrd="1" destOrd="0" presId="urn:microsoft.com/office/officeart/2005/8/layout/chevron1"/>
    <dgm:cxn modelId="{23894477-AF65-4773-965C-44B354B45625}" type="presParOf" srcId="{343F9095-E4D5-4276-8497-D3C896FCCF28}" destId="{CF9F3442-05CD-4AF0-A738-9B5714524233}" srcOrd="2" destOrd="0" presId="urn:microsoft.com/office/officeart/2005/8/layout/chevron1"/>
    <dgm:cxn modelId="{EBD18A87-3E9A-455C-A17D-F4BE3FB8F0CA}" type="presParOf" srcId="{343F9095-E4D5-4276-8497-D3C896FCCF28}" destId="{61B26160-C1DA-4A78-98E0-2BB08BA489E4}" srcOrd="3" destOrd="0" presId="urn:microsoft.com/office/officeart/2005/8/layout/chevron1"/>
    <dgm:cxn modelId="{DAB6A6E2-2140-418F-8359-E5CBF623B166}" type="presParOf" srcId="{343F9095-E4D5-4276-8497-D3C896FCCF28}" destId="{BA2ED3B6-8E06-4A54-AEED-A7CB6A68D2F5}" srcOrd="4" destOrd="0" presId="urn:microsoft.com/office/officeart/2005/8/layout/chevron1"/>
    <dgm:cxn modelId="{8EB186FA-1B50-40E6-A092-2D34906AB665}" type="presParOf" srcId="{343F9095-E4D5-4276-8497-D3C896FCCF28}" destId="{102F504A-ED2C-4AF5-84A2-40C572D70270}" srcOrd="5" destOrd="0" presId="urn:microsoft.com/office/officeart/2005/8/layout/chevron1"/>
    <dgm:cxn modelId="{8E8BA835-B444-49AD-9AAD-DC64B86BD278}" type="presParOf" srcId="{343F9095-E4D5-4276-8497-D3C896FCCF28}" destId="{0E8999FA-8CC0-4F51-84EB-8B2787468293}" srcOrd="6" destOrd="0" presId="urn:microsoft.com/office/officeart/2005/8/layout/chevron1"/>
    <dgm:cxn modelId="{BCD6CDC0-D822-45FB-85DB-5B4362DE9E0B}" type="presParOf" srcId="{343F9095-E4D5-4276-8497-D3C896FCCF28}" destId="{82D543CA-6832-4D46-B05D-30862EB86923}" srcOrd="7" destOrd="0" presId="urn:microsoft.com/office/officeart/2005/8/layout/chevron1"/>
    <dgm:cxn modelId="{33B4C789-3969-4F61-8717-2DC4C1A2E518}" type="presParOf" srcId="{343F9095-E4D5-4276-8497-D3C896FCCF28}" destId="{A8E0971D-B1A4-42C8-9C0C-13727936DC27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BD3A854-48B2-4934-8D76-659FEDB92D0D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D0672E8-CB2D-4DC8-BF88-DFB26126265B}">
      <dgm:prSet/>
      <dgm:spPr>
        <a:solidFill>
          <a:schemeClr val="accent4"/>
        </a:solidFill>
      </dgm:spPr>
      <dgm:t>
        <a:bodyPr/>
        <a:lstStyle/>
        <a:p>
          <a:r>
            <a:rPr lang="en-US"/>
            <a:t>Francois, Anastasia, Catherine</a:t>
          </a:r>
          <a:endParaRPr lang="fr-CA"/>
        </a:p>
      </dgm:t>
    </dgm:pt>
    <dgm:pt modelId="{F4A5A7D9-9496-42D3-90A4-688A27B8BA83}" type="parTrans" cxnId="{B651ECC2-D0CD-4FD5-8F04-AB14C57FD163}">
      <dgm:prSet/>
      <dgm:spPr/>
      <dgm:t>
        <a:bodyPr/>
        <a:lstStyle/>
        <a:p>
          <a:endParaRPr lang="fr-CA"/>
        </a:p>
      </dgm:t>
    </dgm:pt>
    <dgm:pt modelId="{84180946-1D2E-48F6-9BD1-A3CC95DD5FD4}" type="sibTrans" cxnId="{B651ECC2-D0CD-4FD5-8F04-AB14C57FD163}">
      <dgm:prSet/>
      <dgm:spPr/>
      <dgm:t>
        <a:bodyPr/>
        <a:lstStyle/>
        <a:p>
          <a:endParaRPr lang="fr-CA"/>
        </a:p>
      </dgm:t>
    </dgm:pt>
    <dgm:pt modelId="{551CD8A3-A727-4865-AC24-1AD26069B032}">
      <dgm:prSet phldr="0"/>
      <dgm:spPr>
        <a:solidFill>
          <a:schemeClr val="accent5"/>
        </a:solidFill>
      </dgm:spPr>
      <dgm:t>
        <a:bodyPr/>
        <a:lstStyle/>
        <a:p>
          <a:pPr rtl="0"/>
          <a:r>
            <a:rPr lang="en-US"/>
            <a:t>Benoit</a:t>
          </a:r>
        </a:p>
      </dgm:t>
    </dgm:pt>
    <dgm:pt modelId="{4212B9C9-1C4D-4223-901B-30021985F6FF}" type="parTrans" cxnId="{3A12AA41-E41B-4374-A414-B7DDCE604A2C}">
      <dgm:prSet/>
      <dgm:spPr/>
      <dgm:t>
        <a:bodyPr/>
        <a:lstStyle/>
        <a:p>
          <a:endParaRPr lang="fr-CA"/>
        </a:p>
      </dgm:t>
    </dgm:pt>
    <dgm:pt modelId="{0BF3D554-9D3C-4841-8568-343434716658}" type="sibTrans" cxnId="{3A12AA41-E41B-4374-A414-B7DDCE604A2C}">
      <dgm:prSet/>
      <dgm:spPr/>
      <dgm:t>
        <a:bodyPr/>
        <a:lstStyle/>
        <a:p>
          <a:endParaRPr lang="fr-CA"/>
        </a:p>
      </dgm:t>
    </dgm:pt>
    <dgm:pt modelId="{AB55F6EE-BCBB-400F-9CF3-35E67C8C4C1B}">
      <dgm:prSet phldrT="[Text]" phldr="0"/>
      <dgm:spPr>
        <a:solidFill>
          <a:schemeClr val="accent3"/>
        </a:solidFill>
      </dgm:spPr>
      <dgm:t>
        <a:bodyPr/>
        <a:lstStyle/>
        <a:p>
          <a:pPr rtl="0"/>
          <a:r>
            <a:rPr lang="en-US"/>
            <a:t>Olivier et Faten</a:t>
          </a:r>
          <a:br>
            <a:rPr lang="en-US"/>
          </a:br>
          <a:r>
            <a:rPr lang="en-US"/>
            <a:t>Jean-Daniel</a:t>
          </a:r>
        </a:p>
      </dgm:t>
    </dgm:pt>
    <dgm:pt modelId="{903C4CF3-996F-4A5B-8FEC-5FD025B5E014}" type="parTrans" cxnId="{267C6229-DE90-437E-A1DB-757C99451DCA}">
      <dgm:prSet/>
      <dgm:spPr/>
      <dgm:t>
        <a:bodyPr/>
        <a:lstStyle/>
        <a:p>
          <a:endParaRPr lang="fr-CA"/>
        </a:p>
      </dgm:t>
    </dgm:pt>
    <dgm:pt modelId="{DAACC3FF-35CA-4CCE-AB7C-0719EF4F5716}" type="sibTrans" cxnId="{267C6229-DE90-437E-A1DB-757C99451DCA}">
      <dgm:prSet/>
      <dgm:spPr/>
      <dgm:t>
        <a:bodyPr/>
        <a:lstStyle/>
        <a:p>
          <a:endParaRPr lang="fr-CA"/>
        </a:p>
      </dgm:t>
    </dgm:pt>
    <dgm:pt modelId="{86B290C6-FCFE-4F61-ADA6-DAB035651E44}">
      <dgm:prSet phldrT="[Text]" phldr="0"/>
      <dgm:spPr/>
      <dgm:t>
        <a:bodyPr/>
        <a:lstStyle/>
        <a:p>
          <a:r>
            <a:rPr lang="en-US"/>
            <a:t>Francois, Anastasia, Catherine</a:t>
          </a:r>
        </a:p>
      </dgm:t>
    </dgm:pt>
    <dgm:pt modelId="{71028FE7-1B67-4F90-B8BB-4DD048D4C291}" type="parTrans" cxnId="{7D2F72FB-4305-4328-AB57-F4725333AE8C}">
      <dgm:prSet/>
      <dgm:spPr/>
      <dgm:t>
        <a:bodyPr/>
        <a:lstStyle/>
        <a:p>
          <a:endParaRPr lang="fr-CA"/>
        </a:p>
      </dgm:t>
    </dgm:pt>
    <dgm:pt modelId="{659F7EE4-233A-4B21-BADB-1E3EC332DC51}" type="sibTrans" cxnId="{7D2F72FB-4305-4328-AB57-F4725333AE8C}">
      <dgm:prSet/>
      <dgm:spPr/>
      <dgm:t>
        <a:bodyPr/>
        <a:lstStyle/>
        <a:p>
          <a:endParaRPr lang="fr-CA"/>
        </a:p>
      </dgm:t>
    </dgm:pt>
    <dgm:pt modelId="{96739E73-0886-43FA-84CE-D22AAC5C14C2}">
      <dgm:prSet phldrT="[Text]" phldr="0"/>
      <dgm:spPr>
        <a:solidFill>
          <a:schemeClr val="accent2"/>
        </a:solidFill>
      </dgm:spPr>
      <dgm:t>
        <a:bodyPr/>
        <a:lstStyle/>
        <a:p>
          <a:r>
            <a:rPr lang="en-US"/>
            <a:t>Elliott et Guy</a:t>
          </a:r>
          <a:endParaRPr lang="en-US" dirty="0"/>
        </a:p>
      </dgm:t>
    </dgm:pt>
    <dgm:pt modelId="{EBF6B7D5-6B91-4052-822A-34EE5486A774}" type="parTrans" cxnId="{DDA48B8C-50AC-4462-946F-B35FAF16197F}">
      <dgm:prSet/>
      <dgm:spPr/>
      <dgm:t>
        <a:bodyPr/>
        <a:lstStyle/>
        <a:p>
          <a:endParaRPr lang="fr-CA"/>
        </a:p>
      </dgm:t>
    </dgm:pt>
    <dgm:pt modelId="{6CA5B66B-7665-4B55-8694-EE2182A0F7A4}" type="sibTrans" cxnId="{DDA48B8C-50AC-4462-946F-B35FAF16197F}">
      <dgm:prSet/>
      <dgm:spPr/>
      <dgm:t>
        <a:bodyPr/>
        <a:lstStyle/>
        <a:p>
          <a:endParaRPr lang="fr-CA"/>
        </a:p>
      </dgm:t>
    </dgm:pt>
    <dgm:pt modelId="{343F9095-E4D5-4276-8497-D3C896FCCF28}" type="pres">
      <dgm:prSet presAssocID="{ABD3A854-48B2-4934-8D76-659FEDB92D0D}" presName="Name0" presStyleCnt="0">
        <dgm:presLayoutVars>
          <dgm:dir/>
          <dgm:animLvl val="lvl"/>
          <dgm:resizeHandles val="exact"/>
        </dgm:presLayoutVars>
      </dgm:prSet>
      <dgm:spPr/>
    </dgm:pt>
    <dgm:pt modelId="{D5336978-429E-4833-80A5-A21D40802CF3}" type="pres">
      <dgm:prSet presAssocID="{86B290C6-FCFE-4F61-ADA6-DAB035651E44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4567D684-E7F9-4A88-96A5-E2B980AC7FF0}" type="pres">
      <dgm:prSet presAssocID="{659F7EE4-233A-4B21-BADB-1E3EC332DC51}" presName="parTxOnlySpace" presStyleCnt="0"/>
      <dgm:spPr/>
    </dgm:pt>
    <dgm:pt modelId="{CF9F3442-05CD-4AF0-A738-9B5714524233}" type="pres">
      <dgm:prSet presAssocID="{96739E73-0886-43FA-84CE-D22AAC5C14C2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61B26160-C1DA-4A78-98E0-2BB08BA489E4}" type="pres">
      <dgm:prSet presAssocID="{6CA5B66B-7665-4B55-8694-EE2182A0F7A4}" presName="parTxOnlySpace" presStyleCnt="0"/>
      <dgm:spPr/>
    </dgm:pt>
    <dgm:pt modelId="{BA2ED3B6-8E06-4A54-AEED-A7CB6A68D2F5}" type="pres">
      <dgm:prSet presAssocID="{AB55F6EE-BCBB-400F-9CF3-35E67C8C4C1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02F504A-ED2C-4AF5-84A2-40C572D70270}" type="pres">
      <dgm:prSet presAssocID="{DAACC3FF-35CA-4CCE-AB7C-0719EF4F5716}" presName="parTxOnlySpace" presStyleCnt="0"/>
      <dgm:spPr/>
    </dgm:pt>
    <dgm:pt modelId="{0E8999FA-8CC0-4F51-84EB-8B2787468293}" type="pres">
      <dgm:prSet presAssocID="{AD0672E8-CB2D-4DC8-BF88-DFB26126265B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2D543CA-6832-4D46-B05D-30862EB86923}" type="pres">
      <dgm:prSet presAssocID="{84180946-1D2E-48F6-9BD1-A3CC95DD5FD4}" presName="parTxOnlySpace" presStyleCnt="0"/>
      <dgm:spPr/>
    </dgm:pt>
    <dgm:pt modelId="{A8E0971D-B1A4-42C8-9C0C-13727936DC27}" type="pres">
      <dgm:prSet presAssocID="{551CD8A3-A727-4865-AC24-1AD26069B03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7D6D320-B4D6-4D93-B89C-132F91AC575E}" type="presOf" srcId="{86B290C6-FCFE-4F61-ADA6-DAB035651E44}" destId="{D5336978-429E-4833-80A5-A21D40802CF3}" srcOrd="0" destOrd="0" presId="urn:microsoft.com/office/officeart/2005/8/layout/chevron1"/>
    <dgm:cxn modelId="{50EE8C22-7181-43F7-8516-74B1B35F5213}" type="presOf" srcId="{AD0672E8-CB2D-4DC8-BF88-DFB26126265B}" destId="{0E8999FA-8CC0-4F51-84EB-8B2787468293}" srcOrd="0" destOrd="0" presId="urn:microsoft.com/office/officeart/2005/8/layout/chevron1"/>
    <dgm:cxn modelId="{267C6229-DE90-437E-A1DB-757C99451DCA}" srcId="{ABD3A854-48B2-4934-8D76-659FEDB92D0D}" destId="{AB55F6EE-BCBB-400F-9CF3-35E67C8C4C1B}" srcOrd="2" destOrd="0" parTransId="{903C4CF3-996F-4A5B-8FEC-5FD025B5E014}" sibTransId="{DAACC3FF-35CA-4CCE-AB7C-0719EF4F5716}"/>
    <dgm:cxn modelId="{AFCC995C-1B3A-41C4-83FB-E1CF722CC6CD}" type="presOf" srcId="{96739E73-0886-43FA-84CE-D22AAC5C14C2}" destId="{CF9F3442-05CD-4AF0-A738-9B5714524233}" srcOrd="0" destOrd="0" presId="urn:microsoft.com/office/officeart/2005/8/layout/chevron1"/>
    <dgm:cxn modelId="{3A12AA41-E41B-4374-A414-B7DDCE604A2C}" srcId="{ABD3A854-48B2-4934-8D76-659FEDB92D0D}" destId="{551CD8A3-A727-4865-AC24-1AD26069B032}" srcOrd="4" destOrd="0" parTransId="{4212B9C9-1C4D-4223-901B-30021985F6FF}" sibTransId="{0BF3D554-9D3C-4841-8568-343434716658}"/>
    <dgm:cxn modelId="{25BC6C48-3A1C-43E0-921C-85CA3A7684F6}" type="presOf" srcId="{551CD8A3-A727-4865-AC24-1AD26069B032}" destId="{A8E0971D-B1A4-42C8-9C0C-13727936DC27}" srcOrd="0" destOrd="0" presId="urn:microsoft.com/office/officeart/2005/8/layout/chevron1"/>
    <dgm:cxn modelId="{850F7870-B074-4B68-B39F-20427EC42F1B}" type="presOf" srcId="{ABD3A854-48B2-4934-8D76-659FEDB92D0D}" destId="{343F9095-E4D5-4276-8497-D3C896FCCF28}" srcOrd="0" destOrd="0" presId="urn:microsoft.com/office/officeart/2005/8/layout/chevron1"/>
    <dgm:cxn modelId="{DDA48B8C-50AC-4462-946F-B35FAF16197F}" srcId="{ABD3A854-48B2-4934-8D76-659FEDB92D0D}" destId="{96739E73-0886-43FA-84CE-D22AAC5C14C2}" srcOrd="1" destOrd="0" parTransId="{EBF6B7D5-6B91-4052-822A-34EE5486A774}" sibTransId="{6CA5B66B-7665-4B55-8694-EE2182A0F7A4}"/>
    <dgm:cxn modelId="{B651ECC2-D0CD-4FD5-8F04-AB14C57FD163}" srcId="{ABD3A854-48B2-4934-8D76-659FEDB92D0D}" destId="{AD0672E8-CB2D-4DC8-BF88-DFB26126265B}" srcOrd="3" destOrd="0" parTransId="{F4A5A7D9-9496-42D3-90A4-688A27B8BA83}" sibTransId="{84180946-1D2E-48F6-9BD1-A3CC95DD5FD4}"/>
    <dgm:cxn modelId="{B2F1E2DE-BF5D-42AE-B1A5-BC90B665E1B8}" type="presOf" srcId="{AB55F6EE-BCBB-400F-9CF3-35E67C8C4C1B}" destId="{BA2ED3B6-8E06-4A54-AEED-A7CB6A68D2F5}" srcOrd="0" destOrd="0" presId="urn:microsoft.com/office/officeart/2005/8/layout/chevron1"/>
    <dgm:cxn modelId="{7D2F72FB-4305-4328-AB57-F4725333AE8C}" srcId="{ABD3A854-48B2-4934-8D76-659FEDB92D0D}" destId="{86B290C6-FCFE-4F61-ADA6-DAB035651E44}" srcOrd="0" destOrd="0" parTransId="{71028FE7-1B67-4F90-B8BB-4DD048D4C291}" sibTransId="{659F7EE4-233A-4B21-BADB-1E3EC332DC51}"/>
    <dgm:cxn modelId="{C0936D39-D1A3-426E-B816-CDA88707AAD9}" type="presParOf" srcId="{343F9095-E4D5-4276-8497-D3C896FCCF28}" destId="{D5336978-429E-4833-80A5-A21D40802CF3}" srcOrd="0" destOrd="0" presId="urn:microsoft.com/office/officeart/2005/8/layout/chevron1"/>
    <dgm:cxn modelId="{B9B2C1F2-6C0A-4F58-A82A-42E4C50ABA60}" type="presParOf" srcId="{343F9095-E4D5-4276-8497-D3C896FCCF28}" destId="{4567D684-E7F9-4A88-96A5-E2B980AC7FF0}" srcOrd="1" destOrd="0" presId="urn:microsoft.com/office/officeart/2005/8/layout/chevron1"/>
    <dgm:cxn modelId="{FE864F48-21D5-4CC9-8CDA-0479AB8FE4D8}" type="presParOf" srcId="{343F9095-E4D5-4276-8497-D3C896FCCF28}" destId="{CF9F3442-05CD-4AF0-A738-9B5714524233}" srcOrd="2" destOrd="0" presId="urn:microsoft.com/office/officeart/2005/8/layout/chevron1"/>
    <dgm:cxn modelId="{12FDC933-C4B4-4151-A6A6-95C11A9B77ED}" type="presParOf" srcId="{343F9095-E4D5-4276-8497-D3C896FCCF28}" destId="{61B26160-C1DA-4A78-98E0-2BB08BA489E4}" srcOrd="3" destOrd="0" presId="urn:microsoft.com/office/officeart/2005/8/layout/chevron1"/>
    <dgm:cxn modelId="{DAB6A6E2-2140-418F-8359-E5CBF623B166}" type="presParOf" srcId="{343F9095-E4D5-4276-8497-D3C896FCCF28}" destId="{BA2ED3B6-8E06-4A54-AEED-A7CB6A68D2F5}" srcOrd="4" destOrd="0" presId="urn:microsoft.com/office/officeart/2005/8/layout/chevron1"/>
    <dgm:cxn modelId="{8EB186FA-1B50-40E6-A092-2D34906AB665}" type="presParOf" srcId="{343F9095-E4D5-4276-8497-D3C896FCCF28}" destId="{102F504A-ED2C-4AF5-84A2-40C572D70270}" srcOrd="5" destOrd="0" presId="urn:microsoft.com/office/officeart/2005/8/layout/chevron1"/>
    <dgm:cxn modelId="{8E8BA835-B444-49AD-9AAD-DC64B86BD278}" type="presParOf" srcId="{343F9095-E4D5-4276-8497-D3C896FCCF28}" destId="{0E8999FA-8CC0-4F51-84EB-8B2787468293}" srcOrd="6" destOrd="0" presId="urn:microsoft.com/office/officeart/2005/8/layout/chevron1"/>
    <dgm:cxn modelId="{BCD6CDC0-D822-45FB-85DB-5B4362DE9E0B}" type="presParOf" srcId="{343F9095-E4D5-4276-8497-D3C896FCCF28}" destId="{82D543CA-6832-4D46-B05D-30862EB86923}" srcOrd="7" destOrd="0" presId="urn:microsoft.com/office/officeart/2005/8/layout/chevron1"/>
    <dgm:cxn modelId="{33B4C789-3969-4F61-8717-2DC4C1A2E518}" type="presParOf" srcId="{343F9095-E4D5-4276-8497-D3C896FCCF28}" destId="{A8E0971D-B1A4-42C8-9C0C-13727936DC27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10FA5-9602-49D9-8A8D-0AB533588F2D}">
      <dsp:nvSpPr>
        <dsp:cNvPr id="0" name=""/>
        <dsp:cNvSpPr/>
      </dsp:nvSpPr>
      <dsp:spPr>
        <a:xfrm>
          <a:off x="0" y="277830"/>
          <a:ext cx="8458199" cy="449843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/>
            <a:t>Pourquoi faire des essais </a:t>
          </a:r>
          <a:r>
            <a:rPr lang="fr-CA" sz="2000" b="1" kern="1200"/>
            <a:t>d’acceptation (UAT) </a:t>
          </a:r>
          <a:r>
            <a:rPr lang="fr-CA" sz="2000" kern="1200"/>
            <a:t>?</a:t>
          </a:r>
        </a:p>
      </dsp:txBody>
      <dsp:txXfrm>
        <a:off x="21960" y="299790"/>
        <a:ext cx="8414279" cy="405923"/>
      </dsp:txXfrm>
    </dsp:sp>
    <dsp:sp modelId="{399D3470-B646-4FAD-9A7A-52B4ABA13834}">
      <dsp:nvSpPr>
        <dsp:cNvPr id="0" name=""/>
        <dsp:cNvSpPr/>
      </dsp:nvSpPr>
      <dsp:spPr>
        <a:xfrm>
          <a:off x="0" y="727673"/>
          <a:ext cx="8458199" cy="3047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548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fr-CA" sz="1600" i="1" kern="1200"/>
            <a:t>Cette étape fait suite aux essais de composant et système (SIT) qui eux, permettaient de valider les développements et les configurations en dehors du contexte de nos processus.</a:t>
          </a:r>
          <a:endParaRPr lang="fr-CA" sz="1600" u="none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fr-CA" sz="1600" i="1" kern="1200"/>
            <a:t>Les </a:t>
          </a:r>
          <a:r>
            <a:rPr lang="fr-CA" sz="1600" i="1" u="sng" kern="1200"/>
            <a:t>scénarios bout-en-bout,</a:t>
          </a:r>
          <a:r>
            <a:rPr lang="fr-CA" sz="1600" i="1" u="none" kern="1200"/>
            <a:t> </a:t>
          </a:r>
          <a:r>
            <a:rPr lang="fr-CA" sz="1600" i="1" kern="1200"/>
            <a:t>permettent de valider et confirmer que nos processus</a:t>
          </a:r>
          <a:r>
            <a:rPr lang="fr-CA" sz="1600" i="1" u="none" kern="1200"/>
            <a:t> fonctionnent</a:t>
          </a:r>
          <a:endParaRPr lang="fr-CA" sz="1600" u="none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fr-CA" sz="1600" i="1" u="none" kern="1200"/>
            <a:t>Les </a:t>
          </a:r>
          <a:r>
            <a:rPr lang="fr-CA" sz="1600" i="1" u="sng" kern="1200"/>
            <a:t>scénarios par fonction</a:t>
          </a:r>
          <a:r>
            <a:rPr lang="fr-CA" sz="1600" i="1" u="none" kern="1200"/>
            <a:t>, permettent de valider les actions que vous devrez faire au quotidien dans les nouveaux outils mis à votre disposition.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fr-CA" sz="1600" u="sng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1600" kern="1200"/>
            <a:t>Étape </a:t>
          </a:r>
          <a:r>
            <a:rPr lang="fr-CA" sz="1600" b="1" u="none" kern="1200"/>
            <a:t>finale et obligatoire </a:t>
          </a:r>
          <a:r>
            <a:rPr lang="fr-CA" sz="1600" kern="1200"/>
            <a:t>d’une mise en production et</a:t>
          </a:r>
          <a:r>
            <a:rPr lang="fr-CA" sz="1600" b="1" u="none" kern="1200"/>
            <a:t> essentielle </a:t>
          </a:r>
          <a:r>
            <a:rPr lang="fr-CA" sz="1600" b="1" kern="1200"/>
            <a:t>pour réduire nos risques </a:t>
          </a:r>
          <a:r>
            <a:rPr lang="fr-CA" sz="1600" kern="1200"/>
            <a:t>d’exécution liés à des développements ou configuration qui causeraient des effets néfastes sur l’échelle du processus en entier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1600" kern="1200"/>
            <a:t>Validation par les utilisateurs finaux, point de vue absolument nécessaire et nécessitant la mobilisation de tous les secteurs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1600" kern="1200"/>
            <a:t>Nécessaire pour les audits</a:t>
          </a:r>
        </a:p>
      </dsp:txBody>
      <dsp:txXfrm>
        <a:off x="0" y="727673"/>
        <a:ext cx="8458199" cy="3047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278E4-1FB5-4494-86F3-E3086272AFC9}">
      <dsp:nvSpPr>
        <dsp:cNvPr id="0" name=""/>
        <dsp:cNvSpPr/>
      </dsp:nvSpPr>
      <dsp:spPr>
        <a:xfrm>
          <a:off x="744" y="579703"/>
          <a:ext cx="1218902" cy="487560"/>
        </a:xfrm>
        <a:prstGeom prst="homePlate">
          <a:avLst/>
        </a:prstGeom>
        <a:solidFill>
          <a:schemeClr val="dk1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dk1"/>
        </a:fillRef>
        <a:effectRef idx="1">
          <a:schemeClr val="dk1"/>
        </a:effectRef>
        <a:fontRef idx="minor">
          <a:schemeClr val="lt1"/>
        </a:fontRef>
      </dsp:style>
      <dsp:txBody>
        <a:bodyPr spcFirstLastPara="0" vert="horz" wrap="square" lIns="32004" tIns="16002" rIns="8001" bIns="1600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00" kern="1200"/>
            <a:t>½ semaine</a:t>
          </a:r>
          <a:br>
            <a:rPr lang="fr-CA" sz="600" kern="1200"/>
          </a:br>
          <a:r>
            <a:rPr lang="fr-CA" sz="600" kern="1200"/>
            <a:t>début bancaire</a:t>
          </a:r>
        </a:p>
      </dsp:txBody>
      <dsp:txXfrm>
        <a:off x="744" y="579703"/>
        <a:ext cx="1097012" cy="487560"/>
      </dsp:txXfrm>
    </dsp:sp>
    <dsp:sp modelId="{5EE4F878-10D7-48EA-B431-A29FD49C040A}">
      <dsp:nvSpPr>
        <dsp:cNvPr id="0" name=""/>
        <dsp:cNvSpPr/>
      </dsp:nvSpPr>
      <dsp:spPr>
        <a:xfrm>
          <a:off x="975866" y="579703"/>
          <a:ext cx="1218902" cy="487560"/>
        </a:xfrm>
        <a:prstGeom prst="chevron">
          <a:avLst/>
        </a:prstGeom>
        <a:solidFill>
          <a:srgbClr val="003DA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16002" rIns="8001" bIns="1600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00" kern="1200"/>
            <a:t>Semaine d’essais</a:t>
          </a:r>
          <a:br>
            <a:rPr lang="fr-CA" sz="600" kern="1200"/>
          </a:br>
          <a:r>
            <a:rPr lang="fr-CA" sz="600" kern="1200"/>
            <a:t>2 </a:t>
          </a:r>
          <a:r>
            <a:rPr lang="fr-CA" sz="600" kern="1200" err="1"/>
            <a:t>fév</a:t>
          </a:r>
          <a:r>
            <a:rPr lang="fr-CA" sz="600" kern="1200"/>
            <a:t> – 2 </a:t>
          </a:r>
          <a:r>
            <a:rPr lang="fr-CA" sz="600" kern="1200" err="1"/>
            <a:t>sem</a:t>
          </a:r>
          <a:endParaRPr lang="fr-CA" sz="600" kern="1200"/>
        </a:p>
      </dsp:txBody>
      <dsp:txXfrm>
        <a:off x="1219646" y="579703"/>
        <a:ext cx="731342" cy="487560"/>
      </dsp:txXfrm>
    </dsp:sp>
    <dsp:sp modelId="{D3AF4428-97F1-4DA8-92C5-CB3C52D8A01E}">
      <dsp:nvSpPr>
        <dsp:cNvPr id="0" name=""/>
        <dsp:cNvSpPr/>
      </dsp:nvSpPr>
      <dsp:spPr>
        <a:xfrm>
          <a:off x="1950987" y="579703"/>
          <a:ext cx="1218902" cy="487560"/>
        </a:xfrm>
        <a:prstGeom prst="chevron">
          <a:avLst/>
        </a:prstGeom>
        <a:solidFill>
          <a:schemeClr val="accent1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24003" tIns="16002" rIns="8001" bIns="1600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00" kern="1200"/>
            <a:t>Essais </a:t>
          </a:r>
          <a:r>
            <a:rPr lang="fr-CA" sz="600" kern="1200" err="1"/>
            <a:t>suplémentaire</a:t>
          </a:r>
          <a:r>
            <a:rPr lang="fr-CA" sz="600" kern="1200"/>
            <a:t>?</a:t>
          </a:r>
          <a:br>
            <a:rPr lang="fr-CA" sz="600" kern="1200"/>
          </a:br>
          <a:r>
            <a:rPr lang="fr-CA" sz="600" kern="1200"/>
            <a:t>Bank </a:t>
          </a:r>
          <a:r>
            <a:rPr lang="fr-CA" sz="600" kern="1200" err="1"/>
            <a:t>Fees</a:t>
          </a:r>
          <a:r>
            <a:rPr lang="fr-CA" sz="600" kern="1200"/>
            <a:t>, </a:t>
          </a:r>
          <a:r>
            <a:rPr lang="fr-CA" sz="600" kern="1200" err="1"/>
            <a:t>Securité</a:t>
          </a:r>
          <a:br>
            <a:rPr lang="fr-CA" sz="600" kern="1200"/>
          </a:br>
          <a:r>
            <a:rPr lang="fr-CA" sz="600" kern="1200"/>
            <a:t>16 </a:t>
          </a:r>
          <a:r>
            <a:rPr lang="fr-CA" sz="600" kern="1200" err="1"/>
            <a:t>fév</a:t>
          </a:r>
          <a:r>
            <a:rPr lang="fr-CA" sz="600" kern="1200"/>
            <a:t> - 1sem</a:t>
          </a:r>
        </a:p>
      </dsp:txBody>
      <dsp:txXfrm>
        <a:off x="2194767" y="579703"/>
        <a:ext cx="731342" cy="487560"/>
      </dsp:txXfrm>
    </dsp:sp>
    <dsp:sp modelId="{EF387AE5-5B81-4E84-BE31-5EB5E0F7516C}">
      <dsp:nvSpPr>
        <dsp:cNvPr id="0" name=""/>
        <dsp:cNvSpPr/>
      </dsp:nvSpPr>
      <dsp:spPr>
        <a:xfrm>
          <a:off x="2926109" y="579703"/>
          <a:ext cx="1218902" cy="487560"/>
        </a:xfrm>
        <a:prstGeom prst="chevron">
          <a:avLst/>
        </a:prstGeom>
        <a:solidFill>
          <a:srgbClr val="003DA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16002" rIns="8001" bIns="1600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00" kern="1200" err="1"/>
            <a:t>Prépartion</a:t>
          </a:r>
          <a:r>
            <a:rPr lang="fr-CA" sz="600" kern="1200"/>
            <a:t> MEP</a:t>
          </a:r>
          <a:br>
            <a:rPr lang="fr-CA" sz="600" kern="1200"/>
          </a:br>
          <a:r>
            <a:rPr lang="fr-CA" sz="600" kern="1200"/>
            <a:t>23 </a:t>
          </a:r>
          <a:r>
            <a:rPr lang="fr-CA" sz="600" kern="1200" err="1"/>
            <a:t>fév</a:t>
          </a:r>
          <a:r>
            <a:rPr lang="fr-CA" sz="600" kern="1200"/>
            <a:t> - 2 </a:t>
          </a:r>
          <a:r>
            <a:rPr lang="fr-CA" sz="600" kern="1200" err="1"/>
            <a:t>sem</a:t>
          </a:r>
          <a:endParaRPr lang="fr-CA" sz="600" kern="1200"/>
        </a:p>
      </dsp:txBody>
      <dsp:txXfrm>
        <a:off x="3169889" y="579703"/>
        <a:ext cx="731342" cy="487560"/>
      </dsp:txXfrm>
    </dsp:sp>
    <dsp:sp modelId="{B9DF724B-287A-4478-B6A4-92DF8C7660B6}">
      <dsp:nvSpPr>
        <dsp:cNvPr id="0" name=""/>
        <dsp:cNvSpPr/>
      </dsp:nvSpPr>
      <dsp:spPr>
        <a:xfrm>
          <a:off x="3901231" y="579703"/>
          <a:ext cx="1218902" cy="4875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16002" rIns="8001" bIns="1600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00" kern="1200"/>
            <a:t>MEP</a:t>
          </a:r>
          <a:br>
            <a:rPr lang="fr-CA" sz="600" kern="1200"/>
          </a:br>
          <a:r>
            <a:rPr lang="fr-CA" sz="600" kern="1200"/>
            <a:t>9 mars – 1 sem</a:t>
          </a:r>
        </a:p>
      </dsp:txBody>
      <dsp:txXfrm>
        <a:off x="4145011" y="579703"/>
        <a:ext cx="731342" cy="487560"/>
      </dsp:txXfrm>
    </dsp:sp>
    <dsp:sp modelId="{2708458D-3992-4ABE-8819-F0783953EA28}">
      <dsp:nvSpPr>
        <dsp:cNvPr id="0" name=""/>
        <dsp:cNvSpPr/>
      </dsp:nvSpPr>
      <dsp:spPr>
        <a:xfrm>
          <a:off x="4876353" y="579703"/>
          <a:ext cx="1218902" cy="487560"/>
        </a:xfrm>
        <a:prstGeom prst="chevron">
          <a:avLst/>
        </a:prstGeom>
        <a:solidFill>
          <a:schemeClr val="accent5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24003" tIns="16002" rIns="8001" bIns="1600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00" kern="1200"/>
            <a:t>Rafraichissement</a:t>
          </a:r>
          <a:br>
            <a:rPr lang="fr-CA" sz="600" kern="1200"/>
          </a:br>
          <a:r>
            <a:rPr lang="fr-CA" sz="600" kern="1200"/>
            <a:t>16-19 mars</a:t>
          </a:r>
        </a:p>
      </dsp:txBody>
      <dsp:txXfrm>
        <a:off x="5120133" y="579703"/>
        <a:ext cx="731342" cy="487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57307-8383-44B5-B378-EAE72BCFAAEC}">
      <dsp:nvSpPr>
        <dsp:cNvPr id="0" name=""/>
        <dsp:cNvSpPr/>
      </dsp:nvSpPr>
      <dsp:spPr>
        <a:xfrm>
          <a:off x="79016" y="758419"/>
          <a:ext cx="1113247" cy="36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Exécuter un test</a:t>
          </a:r>
        </a:p>
      </dsp:txBody>
      <dsp:txXfrm>
        <a:off x="79016" y="758419"/>
        <a:ext cx="1113247" cy="366865"/>
      </dsp:txXfrm>
    </dsp:sp>
    <dsp:sp modelId="{2FB07D7F-81BD-4909-AFAA-FFC082EEF521}">
      <dsp:nvSpPr>
        <dsp:cNvPr id="0" name=""/>
        <dsp:cNvSpPr/>
      </dsp:nvSpPr>
      <dsp:spPr>
        <a:xfrm>
          <a:off x="79016" y="1532012"/>
          <a:ext cx="1113247" cy="68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Le TESTEUR exécute un test dans DevOps</a:t>
          </a:r>
        </a:p>
      </dsp:txBody>
      <dsp:txXfrm>
        <a:off x="79016" y="1532012"/>
        <a:ext cx="1113247" cy="687327"/>
      </dsp:txXfrm>
    </dsp:sp>
    <dsp:sp modelId="{3B252001-54F8-470B-93C7-4058F0FB12FB}">
      <dsp:nvSpPr>
        <dsp:cNvPr id="0" name=""/>
        <dsp:cNvSpPr/>
      </dsp:nvSpPr>
      <dsp:spPr>
        <a:xfrm>
          <a:off x="77751" y="646841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67458-0D9E-4558-8991-27BCCC6185E7}">
      <dsp:nvSpPr>
        <dsp:cNvPr id="0" name=""/>
        <dsp:cNvSpPr/>
      </dsp:nvSpPr>
      <dsp:spPr>
        <a:xfrm>
          <a:off x="139739" y="522866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06F8A-A739-44F0-B131-FB4CD1EBCFBD}">
      <dsp:nvSpPr>
        <dsp:cNvPr id="0" name=""/>
        <dsp:cNvSpPr/>
      </dsp:nvSpPr>
      <dsp:spPr>
        <a:xfrm>
          <a:off x="288509" y="547661"/>
          <a:ext cx="139155" cy="139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8EE4C-93BF-4880-80C0-A928B3985C64}">
      <dsp:nvSpPr>
        <dsp:cNvPr id="0" name=""/>
        <dsp:cNvSpPr/>
      </dsp:nvSpPr>
      <dsp:spPr>
        <a:xfrm>
          <a:off x="412484" y="411288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94946-3DF0-42FC-8940-3069B613CD1B}">
      <dsp:nvSpPr>
        <dsp:cNvPr id="0" name=""/>
        <dsp:cNvSpPr/>
      </dsp:nvSpPr>
      <dsp:spPr>
        <a:xfrm>
          <a:off x="573652" y="361698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3D5A4-18A1-43C3-B435-42E9B77DBDE4}">
      <dsp:nvSpPr>
        <dsp:cNvPr id="0" name=""/>
        <dsp:cNvSpPr/>
      </dsp:nvSpPr>
      <dsp:spPr>
        <a:xfrm>
          <a:off x="772012" y="448480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7338E-053B-436D-ACD9-AB0C174194A0}">
      <dsp:nvSpPr>
        <dsp:cNvPr id="0" name=""/>
        <dsp:cNvSpPr/>
      </dsp:nvSpPr>
      <dsp:spPr>
        <a:xfrm>
          <a:off x="895988" y="510468"/>
          <a:ext cx="139155" cy="139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C4A7C-E9BE-46B9-BD3C-D880368E1002}">
      <dsp:nvSpPr>
        <dsp:cNvPr id="0" name=""/>
        <dsp:cNvSpPr/>
      </dsp:nvSpPr>
      <dsp:spPr>
        <a:xfrm>
          <a:off x="1069553" y="646841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8855D-DE74-462D-AE52-9FF9F41ADD2E}">
      <dsp:nvSpPr>
        <dsp:cNvPr id="0" name=""/>
        <dsp:cNvSpPr/>
      </dsp:nvSpPr>
      <dsp:spPr>
        <a:xfrm>
          <a:off x="1143938" y="783214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4192D-7619-4F83-A599-DF31531EE3EF}">
      <dsp:nvSpPr>
        <dsp:cNvPr id="0" name=""/>
        <dsp:cNvSpPr/>
      </dsp:nvSpPr>
      <dsp:spPr>
        <a:xfrm>
          <a:off x="499267" y="522866"/>
          <a:ext cx="227709" cy="2277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079B2-B42B-4BC6-857D-C790ED0811A1}">
      <dsp:nvSpPr>
        <dsp:cNvPr id="0" name=""/>
        <dsp:cNvSpPr/>
      </dsp:nvSpPr>
      <dsp:spPr>
        <a:xfrm>
          <a:off x="15763" y="993972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1D38D-CD4C-45EA-8295-28829E634B32}">
      <dsp:nvSpPr>
        <dsp:cNvPr id="0" name=""/>
        <dsp:cNvSpPr/>
      </dsp:nvSpPr>
      <dsp:spPr>
        <a:xfrm>
          <a:off x="90148" y="1105549"/>
          <a:ext cx="139155" cy="139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20BF2-CE71-46EE-8863-3364DF9C87D8}">
      <dsp:nvSpPr>
        <dsp:cNvPr id="0" name=""/>
        <dsp:cNvSpPr/>
      </dsp:nvSpPr>
      <dsp:spPr>
        <a:xfrm>
          <a:off x="276111" y="1204730"/>
          <a:ext cx="202408" cy="2024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5C5F0E-31A8-48FE-BC3F-A1029760C791}">
      <dsp:nvSpPr>
        <dsp:cNvPr id="0" name=""/>
        <dsp:cNvSpPr/>
      </dsp:nvSpPr>
      <dsp:spPr>
        <a:xfrm>
          <a:off x="536459" y="1365898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CFC299-6815-4067-A487-CC68B84C6E0B}">
      <dsp:nvSpPr>
        <dsp:cNvPr id="0" name=""/>
        <dsp:cNvSpPr/>
      </dsp:nvSpPr>
      <dsp:spPr>
        <a:xfrm>
          <a:off x="586050" y="1204730"/>
          <a:ext cx="139155" cy="139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45C18-75AB-4850-A41A-0514A0F98FA7}">
      <dsp:nvSpPr>
        <dsp:cNvPr id="0" name=""/>
        <dsp:cNvSpPr/>
      </dsp:nvSpPr>
      <dsp:spPr>
        <a:xfrm>
          <a:off x="710025" y="1378295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930F5C-0F59-43EE-AC72-07DD12E093F4}">
      <dsp:nvSpPr>
        <dsp:cNvPr id="0" name=""/>
        <dsp:cNvSpPr/>
      </dsp:nvSpPr>
      <dsp:spPr>
        <a:xfrm>
          <a:off x="821603" y="1179935"/>
          <a:ext cx="202408" cy="2024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7C2AB-22BA-4B3A-B726-AF5B39259FCF}">
      <dsp:nvSpPr>
        <dsp:cNvPr id="0" name=""/>
        <dsp:cNvSpPr/>
      </dsp:nvSpPr>
      <dsp:spPr>
        <a:xfrm>
          <a:off x="1094348" y="1130344"/>
          <a:ext cx="139155" cy="139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F3C27-0820-4EF8-8156-6F605FBC8DBF}">
      <dsp:nvSpPr>
        <dsp:cNvPr id="0" name=""/>
        <dsp:cNvSpPr/>
      </dsp:nvSpPr>
      <dsp:spPr>
        <a:xfrm>
          <a:off x="1233504" y="547454"/>
          <a:ext cx="408681" cy="780216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84DE6-193E-4204-8155-9A75AF17B209}">
      <dsp:nvSpPr>
        <dsp:cNvPr id="0" name=""/>
        <dsp:cNvSpPr/>
      </dsp:nvSpPr>
      <dsp:spPr>
        <a:xfrm>
          <a:off x="1642185" y="547833"/>
          <a:ext cx="1114584" cy="780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Déclarer un BUG</a:t>
          </a:r>
        </a:p>
      </dsp:txBody>
      <dsp:txXfrm>
        <a:off x="1642185" y="547833"/>
        <a:ext cx="1114584" cy="780209"/>
      </dsp:txXfrm>
    </dsp:sp>
    <dsp:sp modelId="{C266B19E-69D3-4799-A546-385A617F7126}">
      <dsp:nvSpPr>
        <dsp:cNvPr id="0" name=""/>
        <dsp:cNvSpPr/>
      </dsp:nvSpPr>
      <dsp:spPr>
        <a:xfrm>
          <a:off x="1642185" y="1532012"/>
          <a:ext cx="1114584" cy="68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Si après révision avec un pair on confirme le problème, on créé un BUG</a:t>
          </a:r>
        </a:p>
      </dsp:txBody>
      <dsp:txXfrm>
        <a:off x="1642185" y="1532012"/>
        <a:ext cx="1114584" cy="687327"/>
      </dsp:txXfrm>
    </dsp:sp>
    <dsp:sp modelId="{EA1AD4EF-4300-4631-B7DA-01496953E405}">
      <dsp:nvSpPr>
        <dsp:cNvPr id="0" name=""/>
        <dsp:cNvSpPr/>
      </dsp:nvSpPr>
      <dsp:spPr>
        <a:xfrm>
          <a:off x="2756770" y="547454"/>
          <a:ext cx="408681" cy="780216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AC50F-D96D-4D6F-9ED2-78391BD5A625}">
      <dsp:nvSpPr>
        <dsp:cNvPr id="0" name=""/>
        <dsp:cNvSpPr/>
      </dsp:nvSpPr>
      <dsp:spPr>
        <a:xfrm>
          <a:off x="3165451" y="547833"/>
          <a:ext cx="1114584" cy="780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Prioriser et aiguiller</a:t>
          </a:r>
          <a:br>
            <a:rPr lang="fr-CA" sz="900" b="0" kern="1200"/>
          </a:br>
          <a:r>
            <a:rPr lang="fr-CA" sz="900" b="0" kern="1200"/>
            <a:t>un BUG</a:t>
          </a:r>
        </a:p>
      </dsp:txBody>
      <dsp:txXfrm>
        <a:off x="3165451" y="547833"/>
        <a:ext cx="1114584" cy="780209"/>
      </dsp:txXfrm>
    </dsp:sp>
    <dsp:sp modelId="{8AB50BDA-6C7A-42D9-8896-225AA753D737}">
      <dsp:nvSpPr>
        <dsp:cNvPr id="0" name=""/>
        <dsp:cNvSpPr/>
      </dsp:nvSpPr>
      <dsp:spPr>
        <a:xfrm>
          <a:off x="3165451" y="1532012"/>
          <a:ext cx="1114584" cy="68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On révise la priorité du BUG et assigne une personne pour correction</a:t>
          </a:r>
        </a:p>
      </dsp:txBody>
      <dsp:txXfrm>
        <a:off x="3165451" y="1532012"/>
        <a:ext cx="1114584" cy="687327"/>
      </dsp:txXfrm>
    </dsp:sp>
    <dsp:sp modelId="{37EA14BC-AD7D-41BB-B13C-C5D21D243B6D}">
      <dsp:nvSpPr>
        <dsp:cNvPr id="0" name=""/>
        <dsp:cNvSpPr/>
      </dsp:nvSpPr>
      <dsp:spPr>
        <a:xfrm>
          <a:off x="4280036" y="547454"/>
          <a:ext cx="408681" cy="780216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0BEAC-EB77-4D72-A963-98A1FF514AF8}">
      <dsp:nvSpPr>
        <dsp:cNvPr id="0" name=""/>
        <dsp:cNvSpPr/>
      </dsp:nvSpPr>
      <dsp:spPr>
        <a:xfrm>
          <a:off x="4688718" y="547833"/>
          <a:ext cx="1114584" cy="780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Corriger un BUG</a:t>
          </a:r>
        </a:p>
      </dsp:txBody>
      <dsp:txXfrm>
        <a:off x="4688718" y="547833"/>
        <a:ext cx="1114584" cy="780209"/>
      </dsp:txXfrm>
    </dsp:sp>
    <dsp:sp modelId="{8056E320-A99A-4F46-AFF8-594E98727EC9}">
      <dsp:nvSpPr>
        <dsp:cNvPr id="0" name=""/>
        <dsp:cNvSpPr/>
      </dsp:nvSpPr>
      <dsp:spPr>
        <a:xfrm>
          <a:off x="4688718" y="1532012"/>
          <a:ext cx="1114584" cy="68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Le RÉALISATEUR (développeur ou configurateur) applique une correction</a:t>
          </a:r>
        </a:p>
      </dsp:txBody>
      <dsp:txXfrm>
        <a:off x="4688718" y="1532012"/>
        <a:ext cx="1114584" cy="687327"/>
      </dsp:txXfrm>
    </dsp:sp>
    <dsp:sp modelId="{67477EE5-7314-4B6E-BE3D-FC711DFF6E02}">
      <dsp:nvSpPr>
        <dsp:cNvPr id="0" name=""/>
        <dsp:cNvSpPr/>
      </dsp:nvSpPr>
      <dsp:spPr>
        <a:xfrm>
          <a:off x="5803303" y="547454"/>
          <a:ext cx="408681" cy="780216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B879F-04B8-4694-9E0C-7C22BF1A2363}">
      <dsp:nvSpPr>
        <dsp:cNvPr id="0" name=""/>
        <dsp:cNvSpPr/>
      </dsp:nvSpPr>
      <dsp:spPr>
        <a:xfrm>
          <a:off x="6211984" y="547833"/>
          <a:ext cx="1114584" cy="780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Tester la CORRECTION</a:t>
          </a:r>
        </a:p>
      </dsp:txBody>
      <dsp:txXfrm>
        <a:off x="6211984" y="547833"/>
        <a:ext cx="1114584" cy="780209"/>
      </dsp:txXfrm>
    </dsp:sp>
    <dsp:sp modelId="{25A5EAA7-A64C-4603-B457-8B12F287411D}">
      <dsp:nvSpPr>
        <dsp:cNvPr id="0" name=""/>
        <dsp:cNvSpPr/>
      </dsp:nvSpPr>
      <dsp:spPr>
        <a:xfrm>
          <a:off x="6211984" y="1532012"/>
          <a:ext cx="1114584" cy="68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Le TESTEUR ayant découvert le problème teste la correction</a:t>
          </a:r>
        </a:p>
      </dsp:txBody>
      <dsp:txXfrm>
        <a:off x="6211984" y="1532012"/>
        <a:ext cx="1114584" cy="687327"/>
      </dsp:txXfrm>
    </dsp:sp>
    <dsp:sp modelId="{DC49A1BE-612B-4621-AC45-937FAD6A0ADE}">
      <dsp:nvSpPr>
        <dsp:cNvPr id="0" name=""/>
        <dsp:cNvSpPr/>
      </dsp:nvSpPr>
      <dsp:spPr>
        <a:xfrm>
          <a:off x="7326569" y="547454"/>
          <a:ext cx="408681" cy="780216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40FB00-7F19-4EA9-894B-734C26C46EA0}">
      <dsp:nvSpPr>
        <dsp:cNvPr id="0" name=""/>
        <dsp:cNvSpPr/>
      </dsp:nvSpPr>
      <dsp:spPr>
        <a:xfrm>
          <a:off x="7818844" y="492104"/>
          <a:ext cx="947397" cy="94739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Déployer la CORRECTION</a:t>
          </a:r>
        </a:p>
      </dsp:txBody>
      <dsp:txXfrm>
        <a:off x="7957587" y="630847"/>
        <a:ext cx="669911" cy="669911"/>
      </dsp:txXfrm>
    </dsp:sp>
    <dsp:sp modelId="{98ACBF4B-4F52-4265-A806-A035071B87EE}">
      <dsp:nvSpPr>
        <dsp:cNvPr id="0" name=""/>
        <dsp:cNvSpPr/>
      </dsp:nvSpPr>
      <dsp:spPr>
        <a:xfrm>
          <a:off x="7735250" y="1532012"/>
          <a:ext cx="1114584" cy="68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Le développeur ou configurateur déploie la correction</a:t>
          </a:r>
        </a:p>
      </dsp:txBody>
      <dsp:txXfrm>
        <a:off x="7735250" y="1532012"/>
        <a:ext cx="1114584" cy="6873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C1FB71-F8A9-480D-BF08-6F3D364A4AD4}">
      <dsp:nvSpPr>
        <dsp:cNvPr id="0" name=""/>
        <dsp:cNvSpPr/>
      </dsp:nvSpPr>
      <dsp:spPr>
        <a:xfrm>
          <a:off x="430" y="0"/>
          <a:ext cx="3094772" cy="47609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NEW</a:t>
          </a:r>
        </a:p>
      </dsp:txBody>
      <dsp:txXfrm>
        <a:off x="238477" y="0"/>
        <a:ext cx="2618678" cy="476094"/>
      </dsp:txXfrm>
    </dsp:sp>
    <dsp:sp modelId="{BA2ED3B6-8E06-4A54-AEED-A7CB6A68D2F5}">
      <dsp:nvSpPr>
        <dsp:cNvPr id="0" name=""/>
        <dsp:cNvSpPr/>
      </dsp:nvSpPr>
      <dsp:spPr>
        <a:xfrm>
          <a:off x="2936392" y="0"/>
          <a:ext cx="1588105" cy="47609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ACTIVE</a:t>
          </a:r>
        </a:p>
      </dsp:txBody>
      <dsp:txXfrm>
        <a:off x="3174439" y="0"/>
        <a:ext cx="1112011" cy="476094"/>
      </dsp:txXfrm>
    </dsp:sp>
    <dsp:sp modelId="{0E8999FA-8CC0-4F51-84EB-8B2787468293}">
      <dsp:nvSpPr>
        <dsp:cNvPr id="0" name=""/>
        <dsp:cNvSpPr/>
      </dsp:nvSpPr>
      <dsp:spPr>
        <a:xfrm>
          <a:off x="4365686" y="0"/>
          <a:ext cx="1588105" cy="47609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RESOLVED</a:t>
          </a:r>
        </a:p>
      </dsp:txBody>
      <dsp:txXfrm>
        <a:off x="4603733" y="0"/>
        <a:ext cx="1112011" cy="476094"/>
      </dsp:txXfrm>
    </dsp:sp>
    <dsp:sp modelId="{A8E0971D-B1A4-42C8-9C0C-13727936DC27}">
      <dsp:nvSpPr>
        <dsp:cNvPr id="0" name=""/>
        <dsp:cNvSpPr/>
      </dsp:nvSpPr>
      <dsp:spPr>
        <a:xfrm>
          <a:off x="5794981" y="0"/>
          <a:ext cx="1588105" cy="476094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CLOSED</a:t>
          </a:r>
        </a:p>
      </dsp:txBody>
      <dsp:txXfrm>
        <a:off x="6033028" y="0"/>
        <a:ext cx="1112011" cy="4760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336978-429E-4833-80A5-A21D40802CF3}">
      <dsp:nvSpPr>
        <dsp:cNvPr id="0" name=""/>
        <dsp:cNvSpPr/>
      </dsp:nvSpPr>
      <dsp:spPr>
        <a:xfrm>
          <a:off x="1802" y="0"/>
          <a:ext cx="1604328" cy="47609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TESTEUR</a:t>
          </a:r>
        </a:p>
      </dsp:txBody>
      <dsp:txXfrm>
        <a:off x="239849" y="0"/>
        <a:ext cx="1128234" cy="476094"/>
      </dsp:txXfrm>
    </dsp:sp>
    <dsp:sp modelId="{CF9F3442-05CD-4AF0-A738-9B5714524233}">
      <dsp:nvSpPr>
        <dsp:cNvPr id="0" name=""/>
        <dsp:cNvSpPr/>
      </dsp:nvSpPr>
      <dsp:spPr>
        <a:xfrm>
          <a:off x="1452733" y="0"/>
          <a:ext cx="1604328" cy="476094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PO</a:t>
          </a:r>
        </a:p>
      </dsp:txBody>
      <dsp:txXfrm>
        <a:off x="1690780" y="0"/>
        <a:ext cx="1128234" cy="476094"/>
      </dsp:txXfrm>
    </dsp:sp>
    <dsp:sp modelId="{BA2ED3B6-8E06-4A54-AEED-A7CB6A68D2F5}">
      <dsp:nvSpPr>
        <dsp:cNvPr id="0" name=""/>
        <dsp:cNvSpPr/>
      </dsp:nvSpPr>
      <dsp:spPr>
        <a:xfrm>
          <a:off x="2889594" y="0"/>
          <a:ext cx="1604328" cy="476094"/>
        </a:xfrm>
        <a:prstGeom prst="chevron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RÉALISATEUR</a:t>
          </a:r>
        </a:p>
      </dsp:txBody>
      <dsp:txXfrm>
        <a:off x="3127641" y="0"/>
        <a:ext cx="1128234" cy="476094"/>
      </dsp:txXfrm>
    </dsp:sp>
    <dsp:sp modelId="{0E8999FA-8CC0-4F51-84EB-8B2787468293}">
      <dsp:nvSpPr>
        <dsp:cNvPr id="0" name=""/>
        <dsp:cNvSpPr/>
      </dsp:nvSpPr>
      <dsp:spPr>
        <a:xfrm>
          <a:off x="4333489" y="0"/>
          <a:ext cx="1604328" cy="476094"/>
        </a:xfrm>
        <a:prstGeom prst="chevron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/>
            <a:t>TESTEUR</a:t>
          </a:r>
        </a:p>
      </dsp:txBody>
      <dsp:txXfrm>
        <a:off x="4571536" y="0"/>
        <a:ext cx="1128234" cy="476094"/>
      </dsp:txXfrm>
    </dsp:sp>
    <dsp:sp modelId="{A8E0971D-B1A4-42C8-9C0C-13727936DC27}">
      <dsp:nvSpPr>
        <dsp:cNvPr id="0" name=""/>
        <dsp:cNvSpPr/>
      </dsp:nvSpPr>
      <dsp:spPr>
        <a:xfrm>
          <a:off x="5777385" y="0"/>
          <a:ext cx="1604328" cy="476094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err="1"/>
            <a:t>Responsable</a:t>
          </a:r>
          <a:r>
            <a:rPr lang="en-US" sz="1500" kern="1200"/>
            <a:t> QA</a:t>
          </a:r>
        </a:p>
      </dsp:txBody>
      <dsp:txXfrm>
        <a:off x="6015432" y="0"/>
        <a:ext cx="1128234" cy="4760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336978-429E-4833-80A5-A21D40802CF3}">
      <dsp:nvSpPr>
        <dsp:cNvPr id="0" name=""/>
        <dsp:cNvSpPr/>
      </dsp:nvSpPr>
      <dsp:spPr>
        <a:xfrm>
          <a:off x="1802" y="0"/>
          <a:ext cx="1604328" cy="47609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Francois, Anastasia, Catherine</a:t>
          </a:r>
        </a:p>
      </dsp:txBody>
      <dsp:txXfrm>
        <a:off x="239849" y="0"/>
        <a:ext cx="1128234" cy="476094"/>
      </dsp:txXfrm>
    </dsp:sp>
    <dsp:sp modelId="{CF9F3442-05CD-4AF0-A738-9B5714524233}">
      <dsp:nvSpPr>
        <dsp:cNvPr id="0" name=""/>
        <dsp:cNvSpPr/>
      </dsp:nvSpPr>
      <dsp:spPr>
        <a:xfrm>
          <a:off x="1445698" y="0"/>
          <a:ext cx="1604328" cy="476094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Elliott et Guy</a:t>
          </a:r>
          <a:endParaRPr lang="en-US" sz="1000" kern="1200" dirty="0"/>
        </a:p>
      </dsp:txBody>
      <dsp:txXfrm>
        <a:off x="1683745" y="0"/>
        <a:ext cx="1128234" cy="476094"/>
      </dsp:txXfrm>
    </dsp:sp>
    <dsp:sp modelId="{BA2ED3B6-8E06-4A54-AEED-A7CB6A68D2F5}">
      <dsp:nvSpPr>
        <dsp:cNvPr id="0" name=""/>
        <dsp:cNvSpPr/>
      </dsp:nvSpPr>
      <dsp:spPr>
        <a:xfrm>
          <a:off x="2889594" y="0"/>
          <a:ext cx="1604328" cy="476094"/>
        </a:xfrm>
        <a:prstGeom prst="chevron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Olivier et Faten</a:t>
          </a:r>
          <a:br>
            <a:rPr lang="en-US" sz="1000" kern="1200"/>
          </a:br>
          <a:r>
            <a:rPr lang="en-US" sz="1000" kern="1200"/>
            <a:t>Jean-Daniel</a:t>
          </a:r>
        </a:p>
      </dsp:txBody>
      <dsp:txXfrm>
        <a:off x="3127641" y="0"/>
        <a:ext cx="1128234" cy="476094"/>
      </dsp:txXfrm>
    </dsp:sp>
    <dsp:sp modelId="{0E8999FA-8CC0-4F51-84EB-8B2787468293}">
      <dsp:nvSpPr>
        <dsp:cNvPr id="0" name=""/>
        <dsp:cNvSpPr/>
      </dsp:nvSpPr>
      <dsp:spPr>
        <a:xfrm>
          <a:off x="4333489" y="0"/>
          <a:ext cx="1604328" cy="476094"/>
        </a:xfrm>
        <a:prstGeom prst="chevron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Francois, Anastasia, Catherine</a:t>
          </a:r>
          <a:endParaRPr lang="fr-CA" sz="1000" kern="1200"/>
        </a:p>
      </dsp:txBody>
      <dsp:txXfrm>
        <a:off x="4571536" y="0"/>
        <a:ext cx="1128234" cy="476094"/>
      </dsp:txXfrm>
    </dsp:sp>
    <dsp:sp modelId="{A8E0971D-B1A4-42C8-9C0C-13727936DC27}">
      <dsp:nvSpPr>
        <dsp:cNvPr id="0" name=""/>
        <dsp:cNvSpPr/>
      </dsp:nvSpPr>
      <dsp:spPr>
        <a:xfrm>
          <a:off x="5777385" y="0"/>
          <a:ext cx="1604328" cy="476094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Benoit</a:t>
          </a:r>
        </a:p>
      </dsp:txBody>
      <dsp:txXfrm>
        <a:off x="6015432" y="0"/>
        <a:ext cx="1128234" cy="476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62309" cy="3502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308170" y="0"/>
            <a:ext cx="4062309" cy="3502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15F95-026D-42C1-BF86-2C86F329C27E}" type="datetimeFigureOut">
              <a:rPr lang="fr-FR" smtClean="0"/>
              <a:pPr/>
              <a:t>06/02/2026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6658930"/>
            <a:ext cx="4062309" cy="3502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0520"/>
          </a:xfrm>
          <a:prstGeom prst="rect">
            <a:avLst/>
          </a:prstGeom>
        </p:spPr>
        <p:txBody>
          <a:bodyPr vert="horz" lIns="93616" tIns="46808" rIns="93616" bIns="4680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0520"/>
          </a:xfrm>
          <a:prstGeom prst="rect">
            <a:avLst/>
          </a:prstGeom>
        </p:spPr>
        <p:txBody>
          <a:bodyPr vert="horz" lIns="93616" tIns="46808" rIns="93616" bIns="46808" rtlCol="0"/>
          <a:lstStyle>
            <a:lvl1pPr algn="r">
              <a:defRPr sz="1200"/>
            </a:lvl1pPr>
          </a:lstStyle>
          <a:p>
            <a:fld id="{D8D5AE57-63D6-485A-B73E-24D05ED6D8D1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525463"/>
            <a:ext cx="46736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16" tIns="46808" rIns="93616" bIns="468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29940"/>
            <a:ext cx="7498080" cy="3154680"/>
          </a:xfrm>
          <a:prstGeom prst="rect">
            <a:avLst/>
          </a:prstGeom>
        </p:spPr>
        <p:txBody>
          <a:bodyPr vert="horz" lIns="93616" tIns="46808" rIns="93616" bIns="4680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3"/>
            <a:ext cx="4061460" cy="350520"/>
          </a:xfrm>
          <a:prstGeom prst="rect">
            <a:avLst/>
          </a:prstGeom>
        </p:spPr>
        <p:txBody>
          <a:bodyPr vert="horz" lIns="93616" tIns="46808" rIns="93616" bIns="4680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658663"/>
            <a:ext cx="4061460" cy="350520"/>
          </a:xfrm>
          <a:prstGeom prst="rect">
            <a:avLst/>
          </a:prstGeom>
        </p:spPr>
        <p:txBody>
          <a:bodyPr vert="horz" lIns="93616" tIns="46808" rIns="93616" bIns="46808" rtlCol="0" anchor="b"/>
          <a:lstStyle>
            <a:lvl1pPr algn="r">
              <a:defRPr sz="1200"/>
            </a:lvl1pPr>
          </a:lstStyle>
          <a:p>
            <a:fld id="{02AF3B2A-F821-4FE3-8FB8-DA5134B26F6E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2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2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4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26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81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75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47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98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34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34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Assurez-vous d’avoir les accès avant le début des essais</a:t>
            </a:r>
            <a:endParaRPr lang="fr-CA">
              <a:cs typeface="Calibri"/>
            </a:endParaRPr>
          </a:p>
          <a:p>
            <a:r>
              <a:rPr lang="fr-CA"/>
              <a:t>On leur demande d’essayer les liens lors de la présentation.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32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Rencontres de suivi quotidiennes</a:t>
            </a:r>
            <a:endParaRPr lang="fr-CA" sz="2000"/>
          </a:p>
          <a:p>
            <a:pPr lvl="0"/>
            <a:r>
              <a:rPr lang="fr-CA" sz="2000"/>
              <a:t>- A quelle étape </a:t>
            </a:r>
            <a:r>
              <a:rPr lang="fr-CA"/>
              <a:t>êtes-vous rendu?</a:t>
            </a:r>
          </a:p>
          <a:p>
            <a:pPr lvl="0"/>
            <a:r>
              <a:rPr lang="fr-CA" sz="2000"/>
              <a:t>- Vérifier l’avancement des essais versus l’exécution dans </a:t>
            </a:r>
            <a:r>
              <a:rPr lang="fr-CA" sz="2000" err="1"/>
              <a:t>Appworks</a:t>
            </a:r>
            <a:endParaRPr lang="fr-CA" sz="2000"/>
          </a:p>
          <a:p>
            <a:pPr lvl="0"/>
            <a:r>
              <a:rPr lang="fr-CA" sz="2000"/>
              <a:t>-Avez-vous des bloquants?</a:t>
            </a:r>
          </a:p>
          <a:p>
            <a:pPr lvl="0"/>
            <a:r>
              <a:rPr lang="fr-CA" sz="2000"/>
              <a:t>- S’assurer que les problèmes communs sont portés à l’attention de tous</a:t>
            </a:r>
          </a:p>
          <a:p>
            <a:pPr lvl="0"/>
            <a:r>
              <a:rPr lang="fr-CA"/>
              <a:t>- Avez-vous déclarer des bogues?</a:t>
            </a:r>
          </a:p>
          <a:p>
            <a:pPr lvl="0"/>
            <a:r>
              <a:rPr lang="fr-CA" sz="2000"/>
              <a:t>- S’assure que le bogue est bien documenté et associer au bonnes personnes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33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02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DB79F-7685-5F7D-C0DC-33F180FCB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EBEE4DA-2FAF-1D99-D1A1-97CB8671D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5436F0A-B7D9-0BBB-5F77-F24919A3C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65C9C1B-4E2F-73B5-5219-C24A996BC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96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31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AF3B2A-F821-4FE3-8FB8-DA5134B26F6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205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200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002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Ajouter en marge les critères nécessaires à la création du BUG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82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Les critères de Go </a:t>
            </a:r>
            <a:r>
              <a:rPr lang="fr-CA" err="1"/>
              <a:t>NoGo</a:t>
            </a:r>
            <a:r>
              <a:rPr lang="fr-CA"/>
              <a:t> pour le QA sont :</a:t>
            </a:r>
          </a:p>
          <a:p>
            <a:pPr lvl="1"/>
            <a:r>
              <a:rPr lang="fr-CA"/>
              <a:t>Tout les essais sont exécutés (</a:t>
            </a:r>
            <a:r>
              <a:rPr lang="fr-CA" err="1"/>
              <a:t>success</a:t>
            </a:r>
            <a:r>
              <a:rPr lang="fr-CA"/>
              <a:t>, fail ou non applicable)</a:t>
            </a:r>
          </a:p>
          <a:p>
            <a:pPr lvl="1"/>
            <a:r>
              <a:rPr lang="fr-CA"/>
              <a:t>Tout les essais à fail doivent avoir un Bogues associé</a:t>
            </a:r>
          </a:p>
          <a:p>
            <a:pPr lvl="1"/>
            <a:r>
              <a:rPr lang="fr-CA"/>
              <a:t>Tout les Bogues bloquant (P1) ou matériel (P2) doivent avoir été corrigés et retesté</a:t>
            </a:r>
          </a:p>
          <a:p>
            <a:pPr lvl="1"/>
            <a:r>
              <a:rPr lang="fr-CA"/>
              <a:t>Le reste des Bogues (P3, P4) doivent avoir été présenté et accepté par les utilisateurs</a:t>
            </a:r>
          </a:p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9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220CA-C977-1CBB-FD22-582F11656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1197468-F660-9512-1D10-7E8D83B89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D5FD99E-2747-138F-1C77-196AFC693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0080F0-F583-F0D3-52B4-3A14417D2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11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3C1CA6-DCC3-6640-9F22-2306CDE9C1A1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5D9E6E5-7144-9147-8196-DA4BB44A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274638"/>
            <a:ext cx="5486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82BFCE22-C758-E148-B3E4-8959961A88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29000" y="1428750"/>
            <a:ext cx="5486400" cy="29718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</a:t>
            </a:r>
            <a:br>
              <a:rPr lang="fr-FR"/>
            </a:br>
            <a:r>
              <a:rPr lang="fr-FR"/>
              <a:t>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77053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262CBF-96FD-2044-B564-E2C9A3FF2DD6}"/>
              </a:ext>
            </a:extLst>
          </p:cNvPr>
          <p:cNvSpPr/>
          <p:nvPr userDrawn="1"/>
        </p:nvSpPr>
        <p:spPr>
          <a:xfrm>
            <a:off x="0" y="740366"/>
            <a:ext cx="4191000" cy="3662771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C7DF5142-B16E-1049-9201-07BA37C5F1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794" y="1047750"/>
            <a:ext cx="3485606" cy="993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E560253B-3C24-E446-A570-64B91F7482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794" y="2259297"/>
            <a:ext cx="3485606" cy="84267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</a:t>
            </a:r>
            <a:br>
              <a:rPr lang="fr-FR"/>
            </a:br>
            <a:r>
              <a:rPr lang="fr-FR"/>
              <a:t>sous-titres du masque</a:t>
            </a:r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9D97464-88D7-F44C-8CB0-EE79D5F070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94" y="3781123"/>
            <a:ext cx="666206" cy="44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11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C6DC9D68-6B6A-E047-8ADF-E7D4397E12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" y="4175953"/>
            <a:ext cx="1208734" cy="654077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C349E387-184C-9C4F-8901-4D9CEA5216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13470"/>
            <a:ext cx="4495800" cy="993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D4F1ED48-2A68-E948-A0CA-231AFC1EBD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1525017"/>
            <a:ext cx="4495800" cy="241833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</a:t>
            </a:r>
            <a:br>
              <a:rPr lang="fr-FR"/>
            </a:br>
            <a:r>
              <a:rPr lang="fr-FR"/>
              <a:t>sous-titres du masque</a:t>
            </a:r>
            <a:endParaRPr lang="fr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52C65F-9E49-AF47-9192-24BE1D562E84}"/>
              </a:ext>
            </a:extLst>
          </p:cNvPr>
          <p:cNvSpPr/>
          <p:nvPr userDrawn="1"/>
        </p:nvSpPr>
        <p:spPr>
          <a:xfrm>
            <a:off x="417653" y="4095750"/>
            <a:ext cx="1371600" cy="838200"/>
          </a:xfrm>
          <a:prstGeom prst="rect">
            <a:avLst/>
          </a:prstGeom>
          <a:solidFill>
            <a:srgbClr val="0019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6627A53-BBCC-AE48-BB70-4804BF0D02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493625"/>
            <a:ext cx="666206" cy="44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2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- Agend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0F260EE9-F0FD-B641-963F-E43B5038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274638"/>
            <a:ext cx="6172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C05878B-CD2D-5949-A357-467037367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400" y="1370013"/>
            <a:ext cx="6172200" cy="32623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pic>
        <p:nvPicPr>
          <p:cNvPr id="3" name="Image 2" descr="Une image contenant texte, horloge, montre&#10;&#10;Description générée automatiquement">
            <a:extLst>
              <a:ext uri="{FF2B5EF4-FFF2-40B4-BE49-F238E27FC236}">
                <a16:creationId xmlns:a16="http://schemas.microsoft.com/office/drawing/2014/main" id="{B034951C-422A-C741-8227-6AD195D5F0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2082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02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- Chapt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6172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79" y="1428750"/>
            <a:ext cx="6172200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9391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458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78" y="1428750"/>
            <a:ext cx="8458199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11190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138809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79" y="1428750"/>
            <a:ext cx="3964022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A5A8260-B6ED-BA4C-A8CC-B30A3E301A8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31987" y="1428750"/>
            <a:ext cx="3964022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5517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138809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FE3A23-E747-2D45-B04C-A7E31968E5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428750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5384E274-23B7-4749-B101-739D01568C6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2050366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CCF91BC2-6913-D348-A745-7FD9B0C4B9B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7200" y="2671982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97B50FCF-CFA4-F849-935D-B4E4F655D3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3293598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E5DF3D5E-CF11-8149-A220-9473D891FEA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3915214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C9A82577-C40E-304A-9D8A-F1741A9530E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536832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19754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4384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819150"/>
            <a:ext cx="6322977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5BBC0945-7537-F24E-91B1-41FCD7054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" y="133350"/>
            <a:ext cx="2286000" cy="4953000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2E5C01DB-D6C0-7F43-80C1-C2DAF3CD12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422" y="133350"/>
            <a:ext cx="6322978" cy="533400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fr-FR"/>
              <a:t>Modifiez le style du sous-titre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1042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438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422" y="133350"/>
            <a:ext cx="6322978" cy="533400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fr-FR"/>
              <a:t>Modifiez le style du sous-titre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A20B3A-6159-BD43-862D-E2E1668B9C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" y="133350"/>
            <a:ext cx="2286000" cy="4953000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D8272E43-24F1-944E-B10A-2647B1B00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819150"/>
            <a:ext cx="6322977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29900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38862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6422" y="285750"/>
            <a:ext cx="4798978" cy="993775"/>
          </a:xfrm>
        </p:spPr>
        <p:txBody>
          <a:bodyPr/>
          <a:lstStyle/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sous-titre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428750"/>
            <a:ext cx="4798977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5778D4F0-C5AD-414D-AF69-C66D2C976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" y="133350"/>
            <a:ext cx="3733800" cy="4953000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 ou du texte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7090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E8F280E-43CA-AD4D-8287-D43BF3F5F18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09600" y="419100"/>
            <a:ext cx="3962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A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9A15D0A-BD21-D046-BCE0-8266515068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0600" y="419100"/>
            <a:ext cx="3962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B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373623B-843E-024C-898E-A40EB0FCF98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09600" y="971550"/>
            <a:ext cx="39624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4587B536-8982-C340-880F-E3F058E2A88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800600" y="971550"/>
            <a:ext cx="39624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1129859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4E5909-B7EB-4D4B-B0CF-63A90B5BFAD7}"/>
              </a:ext>
            </a:extLst>
          </p:cNvPr>
          <p:cNvSpPr/>
          <p:nvPr userDrawn="1"/>
        </p:nvSpPr>
        <p:spPr>
          <a:xfrm>
            <a:off x="4648200" y="0"/>
            <a:ext cx="4495800" cy="5143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E8F280E-43CA-AD4D-8287-D43BF3F5F18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09600" y="419100"/>
            <a:ext cx="3962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A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9A15D0A-BD21-D046-BCE0-8266515068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0600" y="419100"/>
            <a:ext cx="3962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B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373623B-843E-024C-898E-A40EB0FCF98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09600" y="971550"/>
            <a:ext cx="39624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4587B536-8982-C340-880F-E3F058E2A88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800600" y="971550"/>
            <a:ext cx="39624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304571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138809" cy="9334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5F53DC0-3346-B441-8B6B-EE2EBAFDD2A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7201" y="2038350"/>
            <a:ext cx="2209800" cy="28956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CF72D2D-E488-E845-A55D-5E91A93C2714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20639" y="2038350"/>
            <a:ext cx="2209800" cy="28956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1F647D7-4D66-CE45-A91F-147D89768941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6384078" y="2038350"/>
            <a:ext cx="2209800" cy="28956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DFA55C-19D1-D844-8284-DEE01CE3131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57200" y="14287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A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067F026-8AEE-984E-8F99-11D202D945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04653" y="14287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B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B0298874-06B2-B248-B6FC-4C38D4DBE8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4078" y="14287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C</a:t>
            </a:r>
          </a:p>
        </p:txBody>
      </p:sp>
    </p:spTree>
    <p:extLst>
      <p:ext uri="{BB962C8B-B14F-4D97-AF65-F5344CB8AC3E}">
        <p14:creationId xmlns:p14="http://schemas.microsoft.com/office/powerpoint/2010/main" val="2534156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1"/>
            <a:ext cx="8138809" cy="609600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5F53DC0-3346-B441-8B6B-EE2EBAFDD2A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7200" y="1638299"/>
            <a:ext cx="2209800" cy="3295651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CF72D2D-E488-E845-A55D-5E91A93C2714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20639" y="1638299"/>
            <a:ext cx="2209800" cy="3295651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1F647D7-4D66-CE45-A91F-147D89768941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6384078" y="1638299"/>
            <a:ext cx="2209800" cy="3295651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A548073-0FCA-5449-800C-FBB3021C9C2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57200" y="106680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A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C0B914C-0B37-1446-A693-6781A45A6F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92397" y="106680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B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E6DCE657-9204-2943-B56C-F84443B690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4078" y="106680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C</a:t>
            </a:r>
          </a:p>
        </p:txBody>
      </p:sp>
    </p:spTree>
    <p:extLst>
      <p:ext uri="{BB962C8B-B14F-4D97-AF65-F5344CB8AC3E}">
        <p14:creationId xmlns:p14="http://schemas.microsoft.com/office/powerpoint/2010/main" val="3368355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D951E-8A45-274C-B1F9-A8514E3D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7" name="Espace réservé du graphique 6">
            <a:extLst>
              <a:ext uri="{FF2B5EF4-FFF2-40B4-BE49-F238E27FC236}">
                <a16:creationId xmlns:a16="http://schemas.microsoft.com/office/drawing/2014/main" id="{7B608734-1D2D-0C44-8141-ADF0334A2BF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352550"/>
            <a:ext cx="7886700" cy="3516312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52341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88ACF-2EBB-BD49-B117-014496534D5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22590DAA-19E5-FD4E-B5BE-27CB01C9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3350"/>
            <a:ext cx="8534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E9411033-4B83-3F4F-A088-CD595353D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8724"/>
            <a:ext cx="3886200" cy="37814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83686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88ACF-2EBB-BD49-B117-014496534D5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22590DAA-19E5-FD4E-B5BE-27CB01C9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3350"/>
            <a:ext cx="8534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E9411033-4B83-3F4F-A088-CD595353D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8724"/>
            <a:ext cx="3886200" cy="37814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223804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88ACF-2EBB-BD49-B117-014496534D5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22590DAA-19E5-FD4E-B5BE-27CB01C9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3350"/>
            <a:ext cx="8534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E9411033-4B83-3F4F-A088-CD595353D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8724"/>
            <a:ext cx="5257800" cy="37814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90434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984613E-1375-3949-891B-11093851F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4638"/>
            <a:ext cx="8610600" cy="993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15DF2B5C-DF22-A643-B581-71D52D958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4800" y="1428750"/>
            <a:ext cx="8610600" cy="344011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</a:t>
            </a:r>
            <a:br>
              <a:rPr lang="fr-FR"/>
            </a:br>
            <a:r>
              <a:rPr lang="fr-FR"/>
              <a:t>ou du texte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6914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clé - Key message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BAA702-E011-B143-A8C9-2C10877D6218}"/>
              </a:ext>
            </a:extLst>
          </p:cNvPr>
          <p:cNvSpPr/>
          <p:nvPr userDrawn="1"/>
        </p:nvSpPr>
        <p:spPr>
          <a:xfrm>
            <a:off x="458525" y="819150"/>
            <a:ext cx="3124200" cy="35052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E12269EF-16EC-F641-A0FC-113447BFE8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3400" y="1047750"/>
            <a:ext cx="2743200" cy="304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textes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17843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clé - Key mess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8FD3851-ACAB-DB4B-80C0-67B430B933A5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850FCE00-17F3-8545-8A5E-599F97AE3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0" y="285751"/>
            <a:ext cx="4190999" cy="685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1A114E7E-D9B6-7D45-AF51-50A6ABB3E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1123950"/>
            <a:ext cx="4189378" cy="381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78015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clé - Key messag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Circle with left arrow outline">
            <a:extLst>
              <a:ext uri="{FF2B5EF4-FFF2-40B4-BE49-F238E27FC236}">
                <a16:creationId xmlns:a16="http://schemas.microsoft.com/office/drawing/2014/main" id="{C42E5827-5981-9F46-BCC2-090CE9C247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684" y="1735191"/>
            <a:ext cx="457200" cy="457200"/>
          </a:xfrm>
          <a:prstGeom prst="rect">
            <a:avLst/>
          </a:prstGeom>
        </p:spPr>
      </p:pic>
      <p:pic>
        <p:nvPicPr>
          <p:cNvPr id="13" name="Graphic 12" descr="Circle with left arrow outline">
            <a:extLst>
              <a:ext uri="{FF2B5EF4-FFF2-40B4-BE49-F238E27FC236}">
                <a16:creationId xmlns:a16="http://schemas.microsoft.com/office/drawing/2014/main" id="{426DD812-7A79-8848-92F1-72CF6B27B7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684" y="2876121"/>
            <a:ext cx="457200" cy="457200"/>
          </a:xfrm>
          <a:prstGeom prst="rect">
            <a:avLst/>
          </a:prstGeom>
        </p:spPr>
      </p:pic>
      <p:pic>
        <p:nvPicPr>
          <p:cNvPr id="14" name="Graphic 13" descr="Circle with left arrow outline">
            <a:extLst>
              <a:ext uri="{FF2B5EF4-FFF2-40B4-BE49-F238E27FC236}">
                <a16:creationId xmlns:a16="http://schemas.microsoft.com/office/drawing/2014/main" id="{CED3E46A-D28B-3D49-A172-FA037FD83E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684" y="4010664"/>
            <a:ext cx="457200" cy="457200"/>
          </a:xfrm>
          <a:prstGeom prst="rect">
            <a:avLst/>
          </a:prstGeom>
        </p:spPr>
      </p:pic>
      <p:pic>
        <p:nvPicPr>
          <p:cNvPr id="19" name="Graphic 18" descr="Circle with left arrow outline">
            <a:extLst>
              <a:ext uri="{FF2B5EF4-FFF2-40B4-BE49-F238E27FC236}">
                <a16:creationId xmlns:a16="http://schemas.microsoft.com/office/drawing/2014/main" id="{7ADDF37D-3AB2-624D-87FC-AB07B9C804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684" y="596504"/>
            <a:ext cx="457200" cy="4572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624A572-01A1-514C-B3C8-ABAD5EE1D072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pic>
        <p:nvPicPr>
          <p:cNvPr id="6" name="Image 5" descr="Une image contenant personne, mur, intérieur, souriant&#10;&#10;Description générée automatiquement">
            <a:extLst>
              <a:ext uri="{FF2B5EF4-FFF2-40B4-BE49-F238E27FC236}">
                <a16:creationId xmlns:a16="http://schemas.microsoft.com/office/drawing/2014/main" id="{04AE7760-FE59-CC42-A28F-2675135F53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0"/>
            <a:ext cx="5228819" cy="51435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658727A-2189-B648-A4DC-82391FB730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67200" y="195235"/>
            <a:ext cx="462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E549447-2F83-9C48-B0B1-26139B710C8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67200" y="1419346"/>
            <a:ext cx="462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4CF7525A-5EF2-6E4D-A45A-DE292CF06929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67200" y="2643248"/>
            <a:ext cx="462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A91B877B-C2D0-5F4F-A09B-8E10D84F0114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267200" y="3867150"/>
            <a:ext cx="462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92134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essage clé - Key messag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personne, homme, complet, habits&#10;&#10;Description générée automatiquement">
            <a:extLst>
              <a:ext uri="{FF2B5EF4-FFF2-40B4-BE49-F238E27FC236}">
                <a16:creationId xmlns:a16="http://schemas.microsoft.com/office/drawing/2014/main" id="{87FCBFE9-B017-AD40-B976-FBC58C29D7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6513" y="0"/>
            <a:ext cx="4107487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0B8F80E-1FB5-5D47-AC03-1184EBED628D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08F591F-13EA-0F44-95F2-A87D8A4EA54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45776" y="195235"/>
            <a:ext cx="4045913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C52EFCD-3700-D744-98B0-4E777B656B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45776" y="1419346"/>
            <a:ext cx="4045913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0206FD36-622A-794B-B1E3-1E9E8393465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45776" y="2643248"/>
            <a:ext cx="4045913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FB9E6A-CBE7-8343-BFF2-2F70A623B4C9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45776" y="3867150"/>
            <a:ext cx="4045913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39733366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clé - Key messag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personne, homme, complet, habits&#10;&#10;Description générée automatiquement">
            <a:extLst>
              <a:ext uri="{FF2B5EF4-FFF2-40B4-BE49-F238E27FC236}">
                <a16:creationId xmlns:a16="http://schemas.microsoft.com/office/drawing/2014/main" id="{87FCBFE9-B017-AD40-B976-FBC58C29D7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6513" y="0"/>
            <a:ext cx="4107487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0B8F80E-1FB5-5D47-AC03-1184EBED628D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08F591F-13EA-0F44-95F2-A87D8A4EA54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81000" y="195235"/>
            <a:ext cx="4610689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C52EFCD-3700-D744-98B0-4E777B656B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81000" y="1419346"/>
            <a:ext cx="4610689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0206FD36-622A-794B-B1E3-1E9E8393465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1000" y="2643248"/>
            <a:ext cx="4610689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FB9E6A-CBE7-8343-BFF2-2F70A623B4C9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81000" y="3867150"/>
            <a:ext cx="4610689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10810383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458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89D0536-A144-B847-8706-644545D3391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" y="1419346"/>
            <a:ext cx="843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136591-998A-0F42-A838-1337E2548918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57200" y="2643248"/>
            <a:ext cx="843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DEDE3D5-4DCD-C84C-95D4-91CCA660FD3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57200" y="3867150"/>
            <a:ext cx="843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1890127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38862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0800" y="285750"/>
            <a:ext cx="4714600" cy="99377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fr-FR"/>
              <a:t>Modifiez le style du sous-titre</a:t>
            </a:r>
            <a:endParaRPr lang="fr-CA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89D0536-A144-B847-8706-644545D3391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191000" y="1419346"/>
            <a:ext cx="47022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136591-998A-0F42-A838-1337E2548918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191000" y="2643248"/>
            <a:ext cx="47022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DEDE3D5-4DCD-C84C-95D4-91CCA660FD3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191000" y="3867150"/>
            <a:ext cx="47022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F747ADE3-8580-9349-AFDC-E6F1556B44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0743" y="1428750"/>
            <a:ext cx="3483057" cy="344011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</a:t>
            </a:r>
            <a:br>
              <a:rPr lang="fr-FR"/>
            </a:br>
            <a:r>
              <a:rPr lang="fr-FR"/>
              <a:t>sous-titres ou du texte</a:t>
            </a:r>
            <a:br>
              <a:rPr lang="fr-FR"/>
            </a:br>
            <a:r>
              <a:rPr lang="fr-FR"/>
              <a:t>du masque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2E07FB-7DFC-DE4E-972A-5BEF6C7151B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50825" y="209550"/>
            <a:ext cx="3482975" cy="1069975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1336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clé - Key messag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EBAD56-46DD-6547-B7F9-3882B77AF550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094CEFC-5E38-D74E-884A-B1AB051F3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33528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6CE18B0-67CD-BC4B-BD6E-A3000919A8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" y="1419346"/>
            <a:ext cx="3352800" cy="3514604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DFA1F463-3369-1B4F-A54E-B1EF80F2F3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38600" y="404103"/>
            <a:ext cx="4472559" cy="4472559"/>
          </a:xfrm>
          <a:prstGeom prst="ellipse">
            <a:avLst/>
          </a:prstGeom>
          <a:solidFill>
            <a:schemeClr val="tx1"/>
          </a:solidFill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du texte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42180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- Quot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077EB0-B8FA-7843-8032-9C4906BCD205}"/>
              </a:ext>
            </a:extLst>
          </p:cNvPr>
          <p:cNvSpPr/>
          <p:nvPr userDrawn="1"/>
        </p:nvSpPr>
        <p:spPr>
          <a:xfrm>
            <a:off x="228600" y="0"/>
            <a:ext cx="282210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91679D7D-26BD-A544-B82A-A2CCFEC271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3400" y="819150"/>
            <a:ext cx="2667000" cy="3429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textes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004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re et contenu - énumér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FD0BC0B-8033-7240-A106-1E296D5C098A}"/>
              </a:ext>
            </a:extLst>
          </p:cNvPr>
          <p:cNvSpPr/>
          <p:nvPr userDrawn="1"/>
        </p:nvSpPr>
        <p:spPr>
          <a:xfrm>
            <a:off x="0" y="0"/>
            <a:ext cx="22098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D29D3-DD67-1E4D-B234-EB043C614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0" y="3540367"/>
            <a:ext cx="3733800" cy="3744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fr-CA" noProof="0"/>
              <a:t>Ajoutez de l’information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1E8E638-DEDB-0B46-84A9-82D7C99359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0" y="4048367"/>
            <a:ext cx="3733800" cy="3744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fr-CA" noProof="0"/>
              <a:t>Ajoutez de l’information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9B37F38-214E-874A-A822-D69167292F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000" y="4556367"/>
            <a:ext cx="3733800" cy="3744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fr-CA" noProof="0"/>
              <a:t>Ajoutez de l’information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5C8A52A0-A83D-B248-A14B-D258781D4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313" y="133350"/>
            <a:ext cx="6324600" cy="326262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B9D980-E5C3-1142-B2FB-F44B68469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133350"/>
            <a:ext cx="2057400" cy="4876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33812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E701C2-1F0E-6244-B726-BB9B661168BF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72085E7-D941-9940-B08A-E49A2808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8534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E28F2670-A4C2-0B4A-8E14-FCB0F2B056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1428750"/>
            <a:ext cx="8534400" cy="35052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</a:t>
            </a:r>
            <a:br>
              <a:rPr lang="fr-FR"/>
            </a:br>
            <a:r>
              <a:rPr lang="fr-FR"/>
              <a:t>ou du texte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676348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9_Titre et contenu - énumér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personne, mur, intérieur, souriant&#10;&#10;Description générée automatiquement">
            <a:extLst>
              <a:ext uri="{FF2B5EF4-FFF2-40B4-BE49-F238E27FC236}">
                <a16:creationId xmlns:a16="http://schemas.microsoft.com/office/drawing/2014/main" id="{B5C9BAFF-64F1-A540-B4B6-80F915EBD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228819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5194E5F-7939-A246-B28E-7BD7E2DCDEAD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solidFill>
                <a:srgbClr val="003DA5"/>
              </a:solidFill>
            </a:endParaRP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D0026D5D-6B45-4C4B-A7FC-4F2C3B0B8A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79620" y="971550"/>
            <a:ext cx="2797580" cy="31242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textes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51418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35052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solidFill>
                <a:srgbClr val="003DA5"/>
              </a:solidFill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5BD7971C-2E9D-0E49-AF41-68AED313F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" y="133350"/>
            <a:ext cx="3276600" cy="838200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 ou du texte</a:t>
            </a:r>
            <a:endParaRPr lang="fr-CA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CBF0357A-32BA-9A45-84B1-0B7EDBF089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" y="1104900"/>
            <a:ext cx="3276600" cy="39052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texte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13922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7076D3-0ECD-5E43-B400-E9F163C14B7D}"/>
              </a:ext>
            </a:extLst>
          </p:cNvPr>
          <p:cNvSpPr/>
          <p:nvPr userDrawn="1"/>
        </p:nvSpPr>
        <p:spPr>
          <a:xfrm>
            <a:off x="0" y="0"/>
            <a:ext cx="38862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82809428-A383-D64A-B10E-509A97B5E5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" y="895350"/>
            <a:ext cx="3429000" cy="3429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textes</a:t>
            </a:r>
            <a:br>
              <a:rPr lang="fr-FR"/>
            </a:br>
            <a:r>
              <a:rPr lang="fr-FR"/>
              <a:t>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322013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rme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CAAB67-6E12-1041-ABDB-E3341C80B073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22271903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0D749A-A668-43EE-988B-18037EC5F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AF57923-3EB9-40EC-BB0D-8460EF8B0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A1DAF9-5ECE-46BC-9FF9-3276B623F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AAFC1D-9E09-4626-900E-33132C12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173E5E-B801-4EB1-8D6F-B38C01397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596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73CF1B-3BE2-458D-807E-6EB2BDFAC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59E86C-89B6-4C6E-9578-5F9577834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BE6B7F-1D4C-4938-A827-088F50F29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8A24C-A8B7-4636-B856-6A67A311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606821-462D-41EB-9ED1-32C5D9D6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107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E45D75-C68C-4F93-B9A5-5DDB8255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B9729C-E37F-4C39-A94C-73DF64363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ECD774-AE07-4910-93A5-06DFC500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6A336D-8BDB-4814-A41F-D8D7CBF4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C86A98-08E6-4C79-BE30-7470AC0A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25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97E739-9EB5-47D1-A60A-FA463E474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2F684E-7AFF-4085-BB90-FD594DF29B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17C088-B21A-473E-BE6F-6BE2B594F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1763C2-7AFA-44DF-B8AA-5055F3DEC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C7AA92-A7B8-498E-A938-2DC1F1E8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51B4D0-5E02-4A26-8333-370085372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381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4E0951-24D0-4176-97B4-1D45167E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E3D755-2A2A-486B-8F5E-8FC746CF0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892505-43EE-45D3-9862-C8869F372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7BCB8C0-1D1D-49C6-BE99-1165991E7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65A9F8-8F30-4D50-A86A-4BDCF2271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5D2D418-514E-4256-A7D0-3088F771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52EA601-EBC6-4926-B6B9-DF454AC46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FC51DA-8317-477A-832A-E6E8EB19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184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044393-8D76-4F07-8D73-47E297DD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52039F6-27F3-4D6B-874B-4048D42F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04A997-F4AF-4768-952C-824B4AD39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3F3C76-3A7B-4A39-A921-A347FCD7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B24C911-4525-41E5-BD00-5F5AA53A78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40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40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4079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211E11D-2852-461E-A66D-26B4919C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86F7DF1-F898-4F5D-B391-49EF8198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0A45ED-DB63-4D06-BE8E-3383B22A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063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0C9DE4-2E00-447E-9682-A67F7FE54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71EC66-7A44-48BA-A33E-B9572CF8F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D78D87-EF77-4A5C-B880-240FFFE48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113F8C-63BB-4176-9483-C0962C76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6CFA83-A3D5-497B-BCF2-7A1496C9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900BFB-A7BF-466E-851D-C2E96B78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824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43BFBD-8DD0-46E0-961C-C7DA6B0B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B2937A6-4768-46C7-9A37-ECC093F79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B11391-F1A1-49B7-8A9F-0F337FD2C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6C7D1C-ACEF-4941-B188-21F5C3AE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D5059A-DDA4-4DC8-9D6D-06F0E4DB1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7CAD9F-38CE-4C22-A19E-34E9B4E0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980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DAE9AF-A72A-45E1-929B-B61F2E01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13E6B0B-9AA7-40CC-946A-BF7FFDAAA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D9302C-32ED-4093-8F02-2FCC16D64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95F7B3-81B8-49EC-A526-85D386B0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D81A3A-535A-4099-B5B6-9EBD85A4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762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3F784B6-F695-4492-9140-CA9AD385A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34B2756-8D4E-41E2-9210-E6DBD0048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5C735F-F32D-47B8-9B61-6D0E36105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83FAD9-F0C4-4A13-BBC4-1C04A0E6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274247-3C6A-4EDB-A98E-4CA653332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76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914400" y="1123950"/>
            <a:ext cx="5638800" cy="1543050"/>
          </a:xfrm>
          <a:prstGeom prst="rect">
            <a:avLst/>
          </a:prstGeom>
        </p:spPr>
        <p:txBody>
          <a:bodyPr lIns="0" anchor="t"/>
          <a:lstStyle>
            <a:lvl1pPr>
              <a:lnSpc>
                <a:spcPts val="4000"/>
              </a:lnSpc>
              <a:defRPr lang="fr-FR" sz="4000" b="1" kern="1200" baseline="0" smtClean="0">
                <a:solidFill>
                  <a:schemeClr val="bg1"/>
                </a:solidFill>
                <a:latin typeface="Calibri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CA"/>
              <a:t>Titre de la</a:t>
            </a:r>
            <a:br>
              <a:rPr lang="fr-CA"/>
            </a:br>
            <a:r>
              <a:rPr lang="fr-CA"/>
              <a:t>présentation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914400" y="2724150"/>
            <a:ext cx="5638800" cy="1066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16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A" noProof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014935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de section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40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40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599" b="1" baseline="0">
                <a:solidFill>
                  <a:srgbClr val="003E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738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" y="1536786"/>
            <a:ext cx="3581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0" y="1536786"/>
            <a:ext cx="3581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114550"/>
            <a:ext cx="3581400" cy="2514601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5029200" y="2114551"/>
            <a:ext cx="3581400" cy="2514600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B2E9167-3171-2B49-91A0-ACD76D8A2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B478C89F-008D-F143-AADA-A63AF74E9F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4753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28601"/>
            <a:ext cx="7467600" cy="5877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299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40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40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228600" y="971550"/>
            <a:ext cx="8229600" cy="3943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900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2399" b="1" baseline="0">
                <a:solidFill>
                  <a:srgbClr val="003DA5"/>
                </a:solidFill>
                <a:latin typeface="Calibri" pitchFamily="34" charset="0"/>
              </a:defRPr>
            </a:lvl1pPr>
            <a:lvl2pPr>
              <a:lnSpc>
                <a:spcPct val="100000"/>
              </a:lnSpc>
              <a:spcAft>
                <a:spcPts val="900"/>
              </a:spcAft>
              <a:buClr>
                <a:srgbClr val="7D878C"/>
              </a:buClr>
              <a:buSzPct val="100000"/>
              <a:buFont typeface="Wingdings" pitchFamily="2" charset="2"/>
              <a:buChar char="§"/>
              <a:defRPr sz="2099" baseline="0">
                <a:solidFill>
                  <a:srgbClr val="003DA5"/>
                </a:solidFill>
                <a:latin typeface="Calibri" pitchFamily="34" charset="0"/>
              </a:defRPr>
            </a:lvl2pPr>
            <a:lvl3pPr>
              <a:lnSpc>
                <a:spcPct val="100000"/>
              </a:lnSpc>
              <a:spcAft>
                <a:spcPts val="900"/>
              </a:spcAft>
              <a:buClr>
                <a:srgbClr val="7D878C"/>
              </a:buClr>
              <a:buSzPct val="100000"/>
              <a:buFont typeface="Courier New" pitchFamily="49" charset="0"/>
              <a:buChar char="o"/>
              <a:defRPr sz="1799" baseline="0">
                <a:solidFill>
                  <a:srgbClr val="003DA5"/>
                </a:solidFill>
                <a:latin typeface="Calibri" pitchFamily="34" charset="0"/>
              </a:defRPr>
            </a:lvl3pPr>
            <a:lvl4pPr>
              <a:lnSpc>
                <a:spcPct val="100000"/>
              </a:lnSpc>
              <a:spcAft>
                <a:spcPts val="900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1799" baseline="0">
                <a:solidFill>
                  <a:srgbClr val="003DA5"/>
                </a:solidFill>
                <a:latin typeface="Calibri" pitchFamily="34" charset="0"/>
              </a:defRPr>
            </a:lvl4pPr>
            <a:lvl5pPr>
              <a:defRPr sz="1799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</a:t>
            </a:r>
            <a:r>
              <a:rPr lang="fr-CA" err="1"/>
              <a:t>liquez</a:t>
            </a:r>
            <a:r>
              <a:rPr lang="fr-CA"/>
              <a:t> pour ajouter un titre</a:t>
            </a:r>
            <a:endParaRPr lang="en-US"/>
          </a:p>
          <a:p>
            <a:pPr lvl="1"/>
            <a:r>
              <a:rPr lang="en-US" err="1"/>
              <a:t>Deuxième</a:t>
            </a:r>
            <a:r>
              <a:rPr lang="en-US"/>
              <a:t> </a:t>
            </a:r>
            <a:r>
              <a:rPr lang="en-US" err="1"/>
              <a:t>niveau</a:t>
            </a:r>
            <a:endParaRPr lang="en-US"/>
          </a:p>
          <a:p>
            <a:pPr lvl="2"/>
            <a:r>
              <a:rPr lang="en-US" err="1"/>
              <a:t>Troisième</a:t>
            </a:r>
            <a:r>
              <a:rPr lang="en-US"/>
              <a:t> </a:t>
            </a:r>
            <a:r>
              <a:rPr lang="en-US" err="1"/>
              <a:t>niveau</a:t>
            </a:r>
            <a:endParaRPr lang="en-US"/>
          </a:p>
          <a:p>
            <a:pPr lvl="3"/>
            <a:r>
              <a:rPr lang="en-US" err="1"/>
              <a:t>Quatrième</a:t>
            </a:r>
            <a:r>
              <a:rPr lang="en-US"/>
              <a:t> </a:t>
            </a:r>
            <a:r>
              <a:rPr lang="en-US" err="1"/>
              <a:t>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9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de secti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599" b="1" baseline="0">
                <a:solidFill>
                  <a:srgbClr val="003D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40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40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48000" y="1433236"/>
            <a:ext cx="533400" cy="38088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ts val="4600"/>
              </a:lnSpc>
              <a:defRPr sz="4800" b="1">
                <a:solidFill>
                  <a:srgbClr val="003EA5"/>
                </a:solidFill>
                <a:latin typeface="+mn-lt"/>
              </a:defRPr>
            </a:lvl1pPr>
          </a:lstStyle>
          <a:p>
            <a:pPr algn="ctr"/>
            <a:endParaRPr lang="fr-CA" sz="3599" b="1" kern="1200">
              <a:solidFill>
                <a:srgbClr val="003EA5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245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609600" y="1314450"/>
            <a:ext cx="6781800" cy="1543050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lang="fr-FR" sz="4399" b="1" kern="1200" baseline="0" smtClean="0">
                <a:solidFill>
                  <a:schemeClr val="bg1"/>
                </a:solidFill>
                <a:latin typeface="Calibri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CA"/>
              <a:t>Titre de la</a:t>
            </a:r>
            <a:br>
              <a:rPr lang="fr-CA"/>
            </a:br>
            <a:r>
              <a:rPr lang="fr-CA"/>
              <a:t>présentation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99" b="1">
                <a:solidFill>
                  <a:schemeClr val="bg1"/>
                </a:solidFill>
                <a:latin typeface="+mj-lt"/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</a:t>
            </a:r>
          </a:p>
          <a:p>
            <a:r>
              <a:rPr lang="fr-FR"/>
              <a:t>des sous-titres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31622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28601"/>
            <a:ext cx="7467600" cy="5877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299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40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40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162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3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400" b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400" b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599" b="1" baseline="0">
                <a:solidFill>
                  <a:srgbClr val="003D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pic>
        <p:nvPicPr>
          <p:cNvPr id="12" name="Image 11" descr="Rectangle arrondi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1" y="1413105"/>
            <a:ext cx="473203" cy="47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2815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914400" y="1123950"/>
            <a:ext cx="5638800" cy="1543050"/>
          </a:xfrm>
          <a:prstGeom prst="rect">
            <a:avLst/>
          </a:prstGeom>
        </p:spPr>
        <p:txBody>
          <a:bodyPr lIns="0" anchor="t"/>
          <a:lstStyle>
            <a:lvl1pPr>
              <a:lnSpc>
                <a:spcPts val="4000"/>
              </a:lnSpc>
              <a:defRPr lang="fr-FR" sz="4000" b="1" kern="1200" baseline="0" smtClean="0">
                <a:solidFill>
                  <a:schemeClr val="bg1"/>
                </a:solidFill>
                <a:latin typeface="Calibri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CA"/>
              <a:t>Titre de la</a:t>
            </a:r>
            <a:br>
              <a:rPr lang="fr-CA"/>
            </a:br>
            <a:r>
              <a:rPr lang="fr-CA"/>
              <a:t>présentation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914400" y="2724150"/>
            <a:ext cx="5638800" cy="1066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16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A" noProof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07750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914400" y="1123950"/>
            <a:ext cx="5638800" cy="1543050"/>
          </a:xfrm>
          <a:prstGeom prst="rect">
            <a:avLst/>
          </a:prstGeom>
        </p:spPr>
        <p:txBody>
          <a:bodyPr lIns="0" anchor="t"/>
          <a:lstStyle>
            <a:lvl1pPr>
              <a:lnSpc>
                <a:spcPts val="4000"/>
              </a:lnSpc>
              <a:defRPr lang="fr-FR" sz="4000" b="1" kern="1200" baseline="0" smtClean="0">
                <a:solidFill>
                  <a:schemeClr val="bg1"/>
                </a:solidFill>
                <a:latin typeface="Calibri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CA"/>
              <a:t>Titre de la</a:t>
            </a:r>
            <a:br>
              <a:rPr lang="fr-CA"/>
            </a:br>
            <a:r>
              <a:rPr lang="fr-CA"/>
              <a:t>présentation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914400" y="2724150"/>
            <a:ext cx="5638800" cy="1066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16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A" noProof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591746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 - énumérati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" y="15811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05200" y="15811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324600" y="15811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609600" y="2158915"/>
            <a:ext cx="2209800" cy="2546436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3505200" y="2158914"/>
            <a:ext cx="2209800" cy="2546437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16" hasCustomPrompt="1"/>
          </p:nvPr>
        </p:nvSpPr>
        <p:spPr>
          <a:xfrm>
            <a:off x="6324600" y="2158914"/>
            <a:ext cx="2209800" cy="2546437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6F2DC6-0639-624C-8DB1-EDDA03F36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B35FE31E-33FA-9C49-9C01-B6FA294FDB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85568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2F378D-B4C3-0648-820B-661FFA34D9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2BB06-9916-7E46-8FBE-5651618B54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28600" y="1197142"/>
            <a:ext cx="8077200" cy="36799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266700" indent="-266700">
              <a:spcAft>
                <a:spcPts val="1875"/>
              </a:spcAft>
              <a:buClr>
                <a:srgbClr val="434343"/>
              </a:buClr>
              <a:buFont typeface="ArialMT" charset="0"/>
              <a:buChar char="—"/>
              <a:tabLst/>
              <a:defRPr sz="18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652820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228600" y="1051063"/>
            <a:ext cx="7848600" cy="3943350"/>
          </a:xfrm>
          <a:prstGeom prst="rect">
            <a:avLst/>
          </a:prstGeom>
        </p:spPr>
        <p:txBody>
          <a:bodyPr>
            <a:noAutofit/>
          </a:bodyPr>
          <a:lstStyle>
            <a:lvl1pPr marL="333375" indent="-333375">
              <a:lnSpc>
                <a:spcPct val="100000"/>
              </a:lnSpc>
              <a:spcAft>
                <a:spcPts val="675"/>
              </a:spcAft>
              <a:buClr>
                <a:srgbClr val="484848"/>
              </a:buClr>
              <a:buSzPct val="100000"/>
              <a:buFont typeface="Calibri" pitchFamily="34" charset="0"/>
              <a:buChar char="—"/>
              <a:defRPr sz="1800" b="1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6972" indent="-214313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Wingdings" pitchFamily="2" charset="2"/>
              <a:buChar char="§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0569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ourier New" pitchFamily="49" charset="0"/>
              <a:buChar char="o"/>
              <a:tabLst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40594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F61108-0ED6-0B46-A295-5B74BB57A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617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3C01622-63B6-C544-9583-F61A951B892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228600" y="1051063"/>
            <a:ext cx="7848600" cy="3943350"/>
          </a:xfrm>
          <a:prstGeom prst="rect">
            <a:avLst/>
          </a:prstGeom>
        </p:spPr>
        <p:txBody>
          <a:bodyPr>
            <a:noAutofit/>
          </a:bodyPr>
          <a:lstStyle>
            <a:lvl1pPr marL="333375" indent="-333375">
              <a:lnSpc>
                <a:spcPct val="100000"/>
              </a:lnSpc>
              <a:spcAft>
                <a:spcPts val="675"/>
              </a:spcAft>
              <a:buClr>
                <a:srgbClr val="484848"/>
              </a:buClr>
              <a:buSzPct val="100000"/>
              <a:buFont typeface="Calibri" pitchFamily="34" charset="0"/>
              <a:buChar char="—"/>
              <a:defRPr sz="1800" b="1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6972" indent="-214313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Wingdings" pitchFamily="2" charset="2"/>
              <a:buChar char="§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0569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ourier New" pitchFamily="49" charset="0"/>
              <a:buChar char="o"/>
              <a:tabLst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40594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897D476-5261-784A-BABE-3CAAEC595D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34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BE388BE-AC1C-AA40-94EC-D65F9441A6D5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228600" y="1051063"/>
            <a:ext cx="7848600" cy="39433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484848"/>
              </a:buClr>
              <a:buSzPct val="100000"/>
              <a:buFont typeface="Calibri" pitchFamily="34" charset="0"/>
              <a:buNone/>
              <a:tabLst/>
              <a:defRPr sz="1800" b="1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6972" indent="-214313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Wingdings" pitchFamily="2" charset="2"/>
              <a:buChar char="§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0569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ourier New" pitchFamily="49" charset="0"/>
              <a:buChar char="o"/>
              <a:tabLst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40594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marL="333375" marR="0" lvl="0" indent="-333375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484848"/>
              </a:buClr>
              <a:buSzPct val="100000"/>
              <a:buFont typeface="Calibri" pitchFamily="34" charset="0"/>
              <a:buChar char="—"/>
              <a:tabLst/>
              <a:defRPr/>
            </a:pPr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64A9933-56E6-F640-8D79-214E5F15B9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40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1DFD2B-B0AA-8C46-B1F6-C231C96E352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228600" y="1051063"/>
            <a:ext cx="7848600" cy="39433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484848"/>
              </a:buClr>
              <a:buSzPct val="100000"/>
              <a:buFont typeface="Calibri" pitchFamily="34" charset="0"/>
              <a:buNone/>
              <a:tabLst/>
              <a:defRPr sz="1800" b="1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6972" indent="-214313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Wingdings" pitchFamily="2" charset="2"/>
              <a:buChar char="§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0569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ourier New" pitchFamily="49" charset="0"/>
              <a:buChar char="o"/>
              <a:tabLst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40594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marL="333375" marR="0" lvl="0" indent="-333375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484848"/>
              </a:buClr>
              <a:buSzPct val="100000"/>
              <a:buFont typeface="Calibri" pitchFamily="34" charset="0"/>
              <a:buChar char="—"/>
              <a:tabLst/>
              <a:defRPr/>
            </a:pPr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B2914C-F409-0348-ACE6-D0374AB79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19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3810000" y="9024"/>
            <a:ext cx="4495800" cy="5143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2475"/>
              </a:spcAft>
              <a:buClr>
                <a:srgbClr val="484848"/>
              </a:buClr>
              <a:buSzPct val="100000"/>
              <a:buFont typeface="Calibri" pitchFamily="34" charset="0"/>
              <a:buNone/>
              <a:defRPr lang="fr-CA" sz="2100" b="1" i="1" smtClean="0"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6972" indent="-214313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Wingdings" pitchFamily="2" charset="2"/>
              <a:buChar char="§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0569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ourier New" pitchFamily="49" charset="0"/>
              <a:buChar char="o"/>
              <a:tabLst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40594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Ajoutez votre citation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F61108-0ED6-0B46-A295-5B74BB57A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0"/>
            <a:ext cx="2590800" cy="5143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62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F61108-0ED6-0B46-A295-5B74BB57A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0"/>
            <a:ext cx="2590800" cy="5143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2A6F0E5-3C46-784C-A0D4-A1215938835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0" y="0"/>
            <a:ext cx="4495800" cy="5143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271463" marR="0" indent="-2714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>
                <a:srgbClr val="434343"/>
              </a:buClr>
              <a:buSzPct val="80000"/>
              <a:buFont typeface="ArialMT" charset="0"/>
              <a:buChar char="—"/>
              <a:tabLst/>
              <a:defRPr sz="18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marL="271463" marR="0" lvl="0" indent="-2714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>
                <a:srgbClr val="434343"/>
              </a:buClr>
              <a:buSzPct val="80000"/>
              <a:buFont typeface="ArialMT" charset="0"/>
              <a:buChar char="—"/>
              <a:tabLst/>
              <a:defRPr/>
            </a:pPr>
            <a:r>
              <a:rPr lang="fr-CA" noProof="0"/>
              <a:t>Cliquez pour ajouter du texte</a:t>
            </a:r>
          </a:p>
          <a:p>
            <a:pPr marL="271463" marR="0" lvl="0" indent="-2714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>
                <a:srgbClr val="434343"/>
              </a:buClr>
              <a:buSzPct val="80000"/>
              <a:buFont typeface="ArialMT" charset="0"/>
              <a:buChar char="—"/>
              <a:tabLst/>
              <a:defRPr/>
            </a:pPr>
            <a:r>
              <a:rPr lang="fr-CA" noProof="0"/>
              <a:t>Cliquez pour ajouter du texte</a:t>
            </a:r>
          </a:p>
          <a:p>
            <a:pPr lvl="0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441976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2F378D-B4C3-0648-820B-661FFA34D9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2BB06-9916-7E46-8FBE-5651618B54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428541"/>
            <a:ext cx="7848600" cy="8382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538163" indent="0">
              <a:spcAft>
                <a:spcPts val="1875"/>
              </a:spcAft>
              <a:buClr>
                <a:srgbClr val="434343"/>
              </a:buClr>
              <a:buSzPct val="230000"/>
              <a:buFontTx/>
              <a:buNone/>
              <a:tabLst/>
              <a:defRPr lang="fr-CA" smtClean="0">
                <a:effectLst/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Lorem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ipsum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dolor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sit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amet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,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consectetur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adipiscing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elit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,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sed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do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eiusmod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tempor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incididunt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ut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labore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et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dolore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magna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aliqua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346F5F3-6527-7746-BC8E-83205ED062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86276"/>
            <a:ext cx="533400" cy="522732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DBEC883-CAF2-224E-9053-CB1D6E5EC21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65221" y="2539288"/>
            <a:ext cx="7848600" cy="8382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538163" indent="0">
              <a:spcAft>
                <a:spcPts val="1875"/>
              </a:spcAft>
              <a:buClr>
                <a:srgbClr val="434343"/>
              </a:buClr>
              <a:buSzPct val="230000"/>
              <a:buFontTx/>
              <a:buNone/>
              <a:tabLst/>
              <a:defRPr lang="fr-CA" smtClean="0">
                <a:effectLst/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Lorem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ipsum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dolor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sit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amet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,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consectetur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adipiscing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elit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,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sed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do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eiusmod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tempor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incididunt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ut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labore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et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dolore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magna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aliqua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.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B273AA8-42CE-D541-A051-DDDDC48FA6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21" y="2697023"/>
            <a:ext cx="533400" cy="522732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C408896-F55D-7744-A163-681A6CE63A51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57200" y="3650035"/>
            <a:ext cx="7848600" cy="8382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538163" indent="0">
              <a:spcAft>
                <a:spcPts val="1875"/>
              </a:spcAft>
              <a:buClr>
                <a:srgbClr val="434343"/>
              </a:buClr>
              <a:buSzPct val="230000"/>
              <a:buFontTx/>
              <a:buNone/>
              <a:tabLst/>
              <a:defRPr lang="fr-CA" smtClean="0">
                <a:effectLst/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Lorem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ipsum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dolor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sit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amet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,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consectetur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adipiscing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elit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,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sed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do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eiusmod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tempor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incididunt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ut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labore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et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dolore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magna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aliqua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.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50428E0-8358-8746-B093-9F205526BB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807770"/>
            <a:ext cx="533400" cy="52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40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F61108-0ED6-0B46-A295-5B74BB57A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0"/>
            <a:ext cx="2590800" cy="5143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rgbClr val="003D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2A6F0E5-3C46-784C-A0D4-A1215938835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0" y="0"/>
            <a:ext cx="4495800" cy="5143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271463" marR="0" indent="-2714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Tx/>
              <a:buSzPct val="80000"/>
              <a:buFont typeface="ArialMT" charset="0"/>
              <a:buChar char="—"/>
              <a:tabLst/>
              <a:defRPr sz="1800">
                <a:solidFill>
                  <a:schemeClr val="bg1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marL="271463" marR="0" lvl="0" indent="-2714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Tx/>
              <a:buSzPct val="80000"/>
              <a:buFont typeface="ArialMT" charset="0"/>
              <a:buChar char="—"/>
              <a:tabLst/>
              <a:defRPr/>
            </a:pPr>
            <a:r>
              <a:rPr lang="fr-CA" noProof="0"/>
              <a:t>Cliquez pour ajouter du texte</a:t>
            </a:r>
          </a:p>
          <a:p>
            <a:pPr marL="271463" marR="0" lvl="0" indent="-2714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Tx/>
              <a:buSzPct val="80000"/>
              <a:buFont typeface="ArialMT" charset="0"/>
              <a:buChar char="—"/>
              <a:tabLst/>
              <a:defRPr/>
            </a:pPr>
            <a:r>
              <a:rPr lang="fr-CA" noProof="0"/>
              <a:t>Cliquez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3753082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3216" y="1809749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467100" y="1815009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477000" y="1809749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3216" y="2387514"/>
            <a:ext cx="2209800" cy="2546436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3467100" y="2392773"/>
            <a:ext cx="2209800" cy="2546437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16" hasCustomPrompt="1"/>
          </p:nvPr>
        </p:nvSpPr>
        <p:spPr>
          <a:xfrm>
            <a:off x="6477000" y="2387513"/>
            <a:ext cx="2209800" cy="2546437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6F2DC6-0639-624C-8DB1-EDDA03F36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86868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3000" b="0">
                <a:solidFill>
                  <a:srgbClr val="003D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9A5EDD4F-C26A-8048-B08A-ADA9EBD315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6879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724400" y="165187"/>
            <a:ext cx="4267200" cy="27296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724400" y="618237"/>
            <a:ext cx="4267200" cy="18011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434343"/>
              </a:buClr>
              <a:buFont typeface="ArialMT" charset="0"/>
              <a:buNone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6642302-D5F7-2745-AD04-44E8B5B339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2724151"/>
            <a:ext cx="4267200" cy="27296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43953CD-DA85-794B-B8C1-D8ABD79015B1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724400" y="3177201"/>
            <a:ext cx="4267200" cy="18011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434343"/>
              </a:buClr>
              <a:buFont typeface="ArialMT" charset="0"/>
              <a:buNone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4096B85-31F2-354B-9907-DB812DBBAE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850985"/>
            <a:ext cx="3962400" cy="202556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ctr">
              <a:lnSpc>
                <a:spcPct val="100000"/>
              </a:lnSpc>
              <a:defRPr sz="3000" b="0">
                <a:solidFill>
                  <a:srgbClr val="003D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A53EF91-AF68-8540-9FE3-36459E769F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76400" y="225588"/>
            <a:ext cx="1219200" cy="272964"/>
          </a:xfrm>
          <a:prstGeom prst="rect">
            <a:avLst/>
          </a:prstGeom>
          <a:solidFill>
            <a:srgbClr val="003DA5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/>
              <a:t>Titre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605D37-5AA8-A949-B5F5-61FC4B1C99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01976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" y="1765385"/>
            <a:ext cx="2209800" cy="34916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/>
              <a:t>Titre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609600" y="2190750"/>
            <a:ext cx="2209800" cy="8128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434343"/>
              </a:buClr>
              <a:buFont typeface="ArialMT" charset="0"/>
              <a:buNone/>
              <a:defRPr sz="1400">
                <a:solidFill>
                  <a:schemeClr val="bg1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08BCEF6-21FE-1543-8CCC-A349B052DB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67100" y="1765385"/>
            <a:ext cx="2209800" cy="34916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/>
              <a:t>Titre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36460CD-0AB6-0D4D-A968-6A628450A8FC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67100" y="2190750"/>
            <a:ext cx="2209800" cy="8128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434343"/>
              </a:buClr>
              <a:buFont typeface="ArialMT" charset="0"/>
              <a:buNone/>
              <a:defRPr sz="1400">
                <a:solidFill>
                  <a:schemeClr val="bg1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A5560CD-B592-F449-AF97-76751810BD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24600" y="1765385"/>
            <a:ext cx="2209800" cy="34916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/>
              <a:t>Titre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2466106-64FF-3B49-B65E-C0F9350823C3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6324600" y="2190750"/>
            <a:ext cx="2209800" cy="8128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434343"/>
              </a:buClr>
              <a:buFont typeface="ArialMT" charset="0"/>
              <a:buNone/>
              <a:defRPr sz="1400">
                <a:solidFill>
                  <a:schemeClr val="bg1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6D9B417-5CB2-CE41-A860-994A17E78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28600" y="3562350"/>
            <a:ext cx="8077200" cy="131475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spcAft>
                <a:spcPts val="1875"/>
              </a:spcAft>
              <a:buClr>
                <a:srgbClr val="434343"/>
              </a:buClr>
              <a:buFont typeface="ArialMT" charset="0"/>
              <a:buNone/>
              <a:defRPr sz="14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FF1E814-9EA2-9A45-B800-033DCB98F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86868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3000" b="0">
                <a:solidFill>
                  <a:srgbClr val="003D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826344BC-CDD3-424C-B2C0-3DBD89FC9CC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5514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2209800" y="1581150"/>
            <a:ext cx="48006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2209800" y="2158915"/>
            <a:ext cx="4800600" cy="17844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434343"/>
              </a:buClr>
              <a:buFont typeface="ArialMT" charset="0"/>
              <a:buNone/>
              <a:defRPr sz="1500">
                <a:solidFill>
                  <a:schemeClr val="bg1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E6C3F3D-2A3C-1F4A-93A6-CDCE40381C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06293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4000"/>
              </a:lnSpc>
              <a:defRPr sz="4000" b="1">
                <a:solidFill>
                  <a:srgbClr val="003EA5"/>
                </a:solidFill>
                <a:latin typeface="+mn-lt"/>
              </a:defRPr>
            </a:lvl1pPr>
          </a:lstStyle>
          <a:p>
            <a:r>
              <a:rPr lang="fr-CA" noProof="0"/>
              <a:t>Cliquez pour ajouter</a:t>
            </a:r>
            <a:br>
              <a:rPr lang="fr-CA" noProof="0"/>
            </a:br>
            <a:r>
              <a:rPr lang="fr-CA" noProof="0"/>
              <a:t>un titre</a:t>
            </a:r>
          </a:p>
        </p:txBody>
      </p:sp>
    </p:spTree>
    <p:extLst>
      <p:ext uri="{BB962C8B-B14F-4D97-AF65-F5344CB8AC3E}">
        <p14:creationId xmlns:p14="http://schemas.microsoft.com/office/powerpoint/2010/main" val="408491987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6BB592-8B05-C44A-A3DB-DB78CBC8E7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4000"/>
              </a:lnSpc>
              <a:defRPr sz="4000" b="1">
                <a:solidFill>
                  <a:srgbClr val="003EA5"/>
                </a:solidFill>
                <a:latin typeface="+mn-lt"/>
              </a:defRPr>
            </a:lvl1pPr>
          </a:lstStyle>
          <a:p>
            <a:r>
              <a:rPr lang="fr-CA" noProof="0"/>
              <a:t>Cliquez pour ajouter</a:t>
            </a:r>
            <a:br>
              <a:rPr lang="fr-CA" noProof="0"/>
            </a:br>
            <a:r>
              <a:rPr lang="fr-CA" noProof="0"/>
              <a:t>un titre</a:t>
            </a:r>
          </a:p>
        </p:txBody>
      </p:sp>
    </p:spTree>
    <p:extLst>
      <p:ext uri="{BB962C8B-B14F-4D97-AF65-F5344CB8AC3E}">
        <p14:creationId xmlns:p14="http://schemas.microsoft.com/office/powerpoint/2010/main" val="25757777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00C7CE-317C-CE4A-9C89-3A27C28668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4000"/>
              </a:lnSpc>
              <a:defRPr sz="4000" b="1">
                <a:solidFill>
                  <a:srgbClr val="003EA5"/>
                </a:solidFill>
                <a:latin typeface="+mn-lt"/>
              </a:defRPr>
            </a:lvl1pPr>
          </a:lstStyle>
          <a:p>
            <a:r>
              <a:rPr lang="fr-CA" noProof="0"/>
              <a:t>Cliquez pour ajouter</a:t>
            </a:r>
            <a:br>
              <a:rPr lang="fr-CA" noProof="0"/>
            </a:br>
            <a:r>
              <a:rPr lang="fr-CA" noProof="0"/>
              <a:t>un titre</a:t>
            </a:r>
          </a:p>
        </p:txBody>
      </p:sp>
    </p:spTree>
    <p:extLst>
      <p:ext uri="{BB962C8B-B14F-4D97-AF65-F5344CB8AC3E}">
        <p14:creationId xmlns:p14="http://schemas.microsoft.com/office/powerpoint/2010/main" val="61817960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de 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66E4F4-5434-5F43-9670-5EDBECAA1A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4000"/>
              </a:lnSpc>
              <a:defRPr sz="4000" b="1">
                <a:solidFill>
                  <a:srgbClr val="003EA5"/>
                </a:solidFill>
                <a:latin typeface="+mn-lt"/>
              </a:defRPr>
            </a:lvl1pPr>
          </a:lstStyle>
          <a:p>
            <a:r>
              <a:rPr lang="fr-CA" noProof="0"/>
              <a:t>Cliquez pour ajouter</a:t>
            </a:r>
            <a:br>
              <a:rPr lang="fr-CA" noProof="0"/>
            </a:br>
            <a:r>
              <a:rPr lang="fr-CA" noProof="0"/>
              <a:t>un titre</a:t>
            </a:r>
          </a:p>
        </p:txBody>
      </p:sp>
    </p:spTree>
    <p:extLst>
      <p:ext uri="{BB962C8B-B14F-4D97-AF65-F5344CB8AC3E}">
        <p14:creationId xmlns:p14="http://schemas.microsoft.com/office/powerpoint/2010/main" val="33794543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888AAD1-0410-B845-8B86-FE4C9C6FF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4000"/>
              </a:lnSpc>
              <a:defRPr sz="4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 noProof="0"/>
              <a:t>Cliquez pour ajouter</a:t>
            </a:r>
            <a:br>
              <a:rPr lang="fr-CA" noProof="0"/>
            </a:br>
            <a:r>
              <a:rPr lang="fr-CA" noProof="0"/>
              <a:t>un titre</a:t>
            </a:r>
          </a:p>
        </p:txBody>
      </p:sp>
    </p:spTree>
    <p:extLst>
      <p:ext uri="{BB962C8B-B14F-4D97-AF65-F5344CB8AC3E}">
        <p14:creationId xmlns:p14="http://schemas.microsoft.com/office/powerpoint/2010/main" val="297036071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rme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8230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64A8DC-C4AF-4652-AC32-ADFAD1738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47FE07-1509-4618-BFDD-2F2A07A12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83199F-26E1-4DB1-9CA8-7E8CED47D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8972CB-BD9A-4995-92F2-5CC190BF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0CFE87-B16B-4990-9241-968139C6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0694126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2E0A43-A785-43F0-8AA7-AC17391A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85E074-1D09-47C4-A46B-064D1B3C8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640D95-E024-4ACF-95D4-78E3288C9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D43D00-AD54-43BB-8A14-13A12C3F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467E55-6C86-4043-BBFB-E556A28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028367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63D82C-E584-4782-931A-D51D73EA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127DEC-569E-438D-9D27-57F5BA6D4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2A6EAB-7978-428A-BCCC-2035D003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D8126A-EF0E-41E0-8629-D6C6B7CBC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CCED88-001B-4D14-BB72-1D848781A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761777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A8DA14-A54C-4B6C-8BFD-6480D448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EBBF4F-1C1D-4B75-BCF6-827B12EBB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3D5836-D4AE-4771-B4E8-FA427937C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A8E883-F68A-46FF-A17F-BE871585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A726C6-D85A-4303-B69F-95C43747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20E401-FF19-4C9C-938F-238749921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27465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CED65-165B-4F21-9346-DEEA150F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C55C23-F218-4028-82D4-26506EB7E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AA1FE5-6935-46E4-BAB5-F2102BA9D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925E6B-CC53-42AE-ABD6-24F6728EC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CA9E9DA-B1D6-4260-82D4-5DD5191202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4EF37AF-B11E-4861-8F3F-E7167F1D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D1A84F1-A5F7-4393-BD31-E7FFCC747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9911845-779A-4E9B-AA29-E6688FDC8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032404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417A0-29EC-4C25-ACD7-F57E45BF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955530-F545-40DA-B995-C8736F63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4A9854-DB18-4952-8D69-4FC903BB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A72ACA-943A-4870-9C84-070A0070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3154262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7955530-F545-40DA-B995-C8736F63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E4A9854-DB18-4952-8D69-4FC903BB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A72ACA-943A-4870-9C84-070A0070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7774748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E3CFBE-0450-4DCB-A2A4-33530269F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B87E0F-6A58-4F4B-8701-85A38AF3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AD191F1-2C4A-4163-9CFC-9E355CBB2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D4F01F-3C8D-4081-A8D6-1080982C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8FC714-3204-4BCF-BE19-1C5F41D3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748F61-7DCD-44C1-B55E-46842A45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903384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5A1516-2FDA-4214-AD7B-304867BC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1AB3FAF-630F-42F3-ACC3-86572AF5E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350950-C105-41DC-AE5B-8FD1234C5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119FC2-C928-42DD-8C06-688C404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25B4E9-BA30-4571-AB97-93CF700A7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EA017F-EFBE-433E-A23D-28DB8298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1251963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405F9-9DFF-4742-9857-F192A455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7E0B7C-2D83-463E-8FBF-B5C189680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8AF828-D8A2-445A-9F05-B6C6E20E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E58E7C-83BF-4AD8-9C5D-C6119982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E92182-C482-4E0F-B08D-1366FDD1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1294717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BE969EE-D58A-4102-801C-5E0126DD9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0D73470-3533-4D82-9B78-D347A794D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558D78-E782-4B90-BA62-E390635F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380A4C-292A-49BF-8242-23B985FB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B678AC-A9FC-4025-A2BA-C102B4D1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9514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9" Type="http://schemas.openxmlformats.org/officeDocument/2006/relationships/slideLayout" Target="../slideLayouts/slideLayout74.xml"/><Relationship Id="rId3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38" Type="http://schemas.openxmlformats.org/officeDocument/2006/relationships/slideLayout" Target="../slideLayouts/slideLayout73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41" Type="http://schemas.openxmlformats.org/officeDocument/2006/relationships/slideLayout" Target="../slideLayouts/slideLayout76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slideLayout" Target="../slideLayouts/slideLayout72.xml"/><Relationship Id="rId40" Type="http://schemas.openxmlformats.org/officeDocument/2006/relationships/slideLayout" Target="../slideLayouts/slideLayout75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slideLayout" Target="../slideLayouts/slideLayout7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B91BFAB-1641-0E40-B3D7-548914E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BCB3B1-A3B5-354D-B9B9-5616DD629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B0D97A-DE79-3443-8C78-13872A204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5A6CB-548C-3647-84CB-A0411F59A6BA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CA89CD-A725-7442-85BD-0DA6350D2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3C084D-F64A-AE45-ACA2-18E4F106D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219AB-6948-F34E-8E4E-7EEF56D88C6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4315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0" r:id="rId2"/>
    <p:sldLayoutId id="2147483713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1" r:id="rId13"/>
    <p:sldLayoutId id="2147483690" r:id="rId14"/>
    <p:sldLayoutId id="2147483692" r:id="rId15"/>
    <p:sldLayoutId id="2147483694" r:id="rId16"/>
    <p:sldLayoutId id="2147483718" r:id="rId17"/>
    <p:sldLayoutId id="2147483696" r:id="rId18"/>
    <p:sldLayoutId id="2147483716" r:id="rId19"/>
    <p:sldLayoutId id="2147483698" r:id="rId20"/>
    <p:sldLayoutId id="2147483699" r:id="rId21"/>
    <p:sldLayoutId id="2147483700" r:id="rId22"/>
    <p:sldLayoutId id="2147483701" r:id="rId23"/>
    <p:sldLayoutId id="2147483717" r:id="rId24"/>
    <p:sldLayoutId id="2147483703" r:id="rId25"/>
    <p:sldLayoutId id="214748369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0" r:id="rId33"/>
    <p:sldLayoutId id="2147483711" r:id="rId34"/>
    <p:sldLayoutId id="2147483712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8E4B47C-7306-4FD9-A9BE-B44917B0F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C2D356-0509-4601-A8EE-ED88AC5C1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9998CF-DF66-4DB0-BA88-2431BD674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17119D-6A51-47F9-BD74-1CE988DF6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6294B7-C564-41A0-99F0-D07B723A2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3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0" r:id="rId21"/>
    <p:sldLayoutId id="2147483741" r:id="rId22"/>
    <p:sldLayoutId id="2147483742" r:id="rId23"/>
    <p:sldLayoutId id="2147483743" r:id="rId24"/>
    <p:sldLayoutId id="2147483744" r:id="rId25"/>
    <p:sldLayoutId id="2147483745" r:id="rId26"/>
    <p:sldLayoutId id="2147483746" r:id="rId27"/>
    <p:sldLayoutId id="2147483747" r:id="rId28"/>
    <p:sldLayoutId id="2147483748" r:id="rId29"/>
    <p:sldLayoutId id="2147483749" r:id="rId30"/>
    <p:sldLayoutId id="2147483750" r:id="rId31"/>
    <p:sldLayoutId id="2147483751" r:id="rId32"/>
    <p:sldLayoutId id="2147483752" r:id="rId33"/>
    <p:sldLayoutId id="2147483753" r:id="rId34"/>
    <p:sldLayoutId id="2147483754" r:id="rId35"/>
    <p:sldLayoutId id="2147483755" r:id="rId36"/>
    <p:sldLayoutId id="2147483756" r:id="rId37"/>
    <p:sldLayoutId id="2147483757" r:id="rId38"/>
    <p:sldLayoutId id="2147483758" r:id="rId39"/>
    <p:sldLayoutId id="2147483759" r:id="rId40"/>
    <p:sldLayoutId id="2147483760" r:id="rId4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D239FE0-7C23-49D6-9493-47D4D11FD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032DBC-96EA-4E25-A233-66395E3D7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442B95-01A5-48D3-BC5F-4DF713F26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83F41A-0AC9-46AE-80E5-213A985D2FBC}" type="datetimeFigureOut">
              <a:rPr lang="fr-CA" smtClean="0"/>
              <a:t>2026-02-05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89C65C-841D-41BE-BA1A-DCEA6F77C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D1C6A3-3E42-4155-8258-05F0292F3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63402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CA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38DE346D.xml"/><Relationship Id="rId1" Type="http://schemas.openxmlformats.org/officeDocument/2006/relationships/slideLayout" Target="../slideLayouts/slideLayout7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miro.com/app/board/uXjVJwBe2NE=/" TargetMode="External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uroncg.sharepoint.com/:f:/r/sites/IndustrielleAlliance-TransformationCloud-Trsorie-Kyriba/Shared%20Documents/Tr%C3%A9sorerie%20%20Paiement%20-%20Kyriba/5%20-%20Test/UAT/R1?csf=1&amp;web=1&amp;e=5nWB0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8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A0E_A3D62F9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hyperlink" Target="https://teams.microsoft.com/l/chat/19:a561af8276724f368515b96931386b01@thread.v2/conversations?context=%7B%22contextType%22%3A%22chat%22%7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indall/ComptaFisca/_testPlans/define?planId=1686183&amp;suiteId=1686184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mmolite-sandbox.treasury-factory.com/user/logi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indall/ComptaFisca/_testManagement/analytics/progressrepor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indall/ComptaFisca/_testPlans/define?planId=1686183&amp;suiteId=1686184" TargetMode="External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9.png"/><Relationship Id="rId5" Type="http://schemas.openxmlformats.org/officeDocument/2006/relationships/hyperlink" Target="https://dev.azure.com/indall/ComptaFisca/_wiki/wikis/ComptaFisca.wiki/1498/Demande-d'acc%C3%A8s-DevOps" TargetMode="External"/><Relationship Id="rId4" Type="http://schemas.openxmlformats.org/officeDocument/2006/relationships/hyperlink" Target="https://dev.azure.com/indall/ComptaFisca/_wiki/wikis/ComptaFisca.wiki/1642/Ex%C3%A9cuter-des-essais-manuellement-dans-un-plan-de-tes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roncg.sharepoint.com/:f:/r/sites/IndustrielleAlliance-TransformationCloud-Trsorie-Kyriba/Shared%20Documents/Tr%C3%A9sorerie%20%20Paiement%20-%20Kyriba/6%20-%20Formation/Guides%20de%20Formation/Guides%20R1?csf=1&amp;web=1&amp;e=RCoFb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18" Type="http://schemas.openxmlformats.org/officeDocument/2006/relationships/diagramLayout" Target="../diagrams/layout5.xml"/><Relationship Id="rId26" Type="http://schemas.microsoft.com/office/2007/relationships/diagramDrawing" Target="../diagrams/drawing6.xml"/><Relationship Id="rId3" Type="http://schemas.openxmlformats.org/officeDocument/2006/relationships/tags" Target="../tags/tag3.xml"/><Relationship Id="rId21" Type="http://schemas.microsoft.com/office/2007/relationships/diagramDrawing" Target="../diagrams/drawing5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17" Type="http://schemas.openxmlformats.org/officeDocument/2006/relationships/diagramData" Target="../diagrams/data5.xml"/><Relationship Id="rId25" Type="http://schemas.openxmlformats.org/officeDocument/2006/relationships/diagramColors" Target="../diagrams/colors6.xml"/><Relationship Id="rId2" Type="http://schemas.openxmlformats.org/officeDocument/2006/relationships/tags" Target="../tags/tag2.xml"/><Relationship Id="rId16" Type="http://schemas.microsoft.com/office/2007/relationships/diagramDrawing" Target="../diagrams/drawing4.xml"/><Relationship Id="rId20" Type="http://schemas.openxmlformats.org/officeDocument/2006/relationships/diagramColors" Target="../diagrams/colors5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3.xml"/><Relationship Id="rId11" Type="http://schemas.microsoft.com/office/2007/relationships/diagramDrawing" Target="../diagrams/drawing3.xml"/><Relationship Id="rId24" Type="http://schemas.openxmlformats.org/officeDocument/2006/relationships/diagramQuickStyle" Target="../diagrams/quickStyle6.xml"/><Relationship Id="rId5" Type="http://schemas.openxmlformats.org/officeDocument/2006/relationships/slideLayout" Target="../slideLayouts/slideLayout50.xml"/><Relationship Id="rId15" Type="http://schemas.openxmlformats.org/officeDocument/2006/relationships/diagramColors" Target="../diagrams/colors4.xml"/><Relationship Id="rId23" Type="http://schemas.openxmlformats.org/officeDocument/2006/relationships/diagramLayout" Target="../diagrams/layout6.xml"/><Relationship Id="rId10" Type="http://schemas.openxmlformats.org/officeDocument/2006/relationships/diagramColors" Target="../diagrams/colors3.xml"/><Relationship Id="rId19" Type="http://schemas.openxmlformats.org/officeDocument/2006/relationships/diagramQuickStyle" Target="../diagrams/quickStyle5.xml"/><Relationship Id="rId4" Type="http://schemas.openxmlformats.org/officeDocument/2006/relationships/tags" Target="../tags/tag4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Relationship Id="rId22" Type="http://schemas.openxmlformats.org/officeDocument/2006/relationships/diagramData" Target="../diagrams/data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indall/ComptaFisca/_testManagement/analytics/progressrepor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.azure.com/indall/ComptaFisca/_dashboards/dashboard/44e913fe-3336-4997-9a40-a194d67d3f59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A15_8808B41C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FE530A-ED97-2F48-8121-72B7F242E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794" y="1055633"/>
            <a:ext cx="3485606" cy="993775"/>
          </a:xfrm>
        </p:spPr>
        <p:txBody>
          <a:bodyPr>
            <a:normAutofit/>
          </a:bodyPr>
          <a:lstStyle/>
          <a:p>
            <a:r>
              <a:rPr lang="fr-CA" err="1"/>
              <a:t>Kickoff</a:t>
            </a:r>
            <a:r>
              <a:rPr lang="fr-CA"/>
              <a:t> des essais d'acceptation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B195D18-7C9A-714E-A280-8D91D60CC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CA"/>
              <a:t>R1 – Processus de crédit interco</a:t>
            </a:r>
          </a:p>
          <a:p>
            <a:r>
              <a:rPr lang="fr-CA"/>
              <a:t>R1 – Processus de gestion des comptes de banque</a:t>
            </a:r>
          </a:p>
          <a:p>
            <a:r>
              <a:rPr lang="fr-CA"/>
              <a:t>R1 – Processus de gestion des frais bancaires (out of scope)</a:t>
            </a:r>
          </a:p>
        </p:txBody>
      </p:sp>
    </p:spTree>
    <p:extLst>
      <p:ext uri="{BB962C8B-B14F-4D97-AF65-F5344CB8AC3E}">
        <p14:creationId xmlns:p14="http://schemas.microsoft.com/office/powerpoint/2010/main" val="1048697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DBB4F-928A-2902-D9D5-12BA7662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Démarrage des essais d’acceptation</a:t>
            </a:r>
            <a:br>
              <a:rPr lang="fr-CA"/>
            </a:br>
            <a:r>
              <a:rPr lang="fr-CA"/>
              <a:t>de bout en bout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EA6163-C5D3-643A-C50F-8B435A10E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fr-CA"/>
              <a:t>Objectifs</a:t>
            </a:r>
          </a:p>
          <a:p>
            <a:pPr marL="342900" indent="-342900">
              <a:buFontTx/>
              <a:buChar char="-"/>
            </a:pPr>
            <a:r>
              <a:rPr lang="fr-CA"/>
              <a:t>Mode de Fonctionnement et calendrier</a:t>
            </a:r>
          </a:p>
          <a:p>
            <a:pPr marL="342900" indent="-342900">
              <a:buFontTx/>
              <a:buChar char="-"/>
            </a:pPr>
            <a:r>
              <a:rPr lang="fr-CA"/>
              <a:t>Périmètre / Portée</a:t>
            </a:r>
          </a:p>
          <a:p>
            <a:pPr marL="342900" indent="-342900">
              <a:buFontTx/>
              <a:buChar char="-"/>
            </a:pPr>
            <a:r>
              <a:rPr lang="fr-CA"/>
              <a:t>Environnement</a:t>
            </a:r>
          </a:p>
          <a:p>
            <a:pPr marL="342900" indent="-342900">
              <a:buFontTx/>
              <a:buChar char="-"/>
            </a:pPr>
            <a:r>
              <a:rPr lang="fr-CA"/>
              <a:t>Suivi du déroulement</a:t>
            </a:r>
          </a:p>
          <a:p>
            <a:pPr marL="342900" indent="-342900">
              <a:buFontTx/>
              <a:buChar char="-"/>
            </a:pPr>
            <a:r>
              <a:rPr lang="fr-CA"/>
              <a:t>Équipe de support</a:t>
            </a:r>
          </a:p>
          <a:p>
            <a:pPr marL="342900" indent="-342900">
              <a:buFontTx/>
              <a:buChar char="-"/>
            </a:pPr>
            <a:r>
              <a:rPr lang="fr-CA"/>
              <a:t>Plan de tests</a:t>
            </a:r>
          </a:p>
        </p:txBody>
      </p:sp>
    </p:spTree>
    <p:extLst>
      <p:ext uri="{BB962C8B-B14F-4D97-AF65-F5344CB8AC3E}">
        <p14:creationId xmlns:p14="http://schemas.microsoft.com/office/powerpoint/2010/main" val="154598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27DA06-5440-AD6E-916D-5099A5F9C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1"/>
            <a:ext cx="8458200" cy="515528"/>
          </a:xfrm>
        </p:spPr>
        <p:txBody>
          <a:bodyPr>
            <a:normAutofit/>
          </a:bodyPr>
          <a:lstStyle/>
          <a:p>
            <a:r>
              <a:rPr lang="fr-CA" sz="2400" b="1"/>
              <a:t>Objectifs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F53615AE-F737-AF75-D1A4-0E11CC3A9B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1497963"/>
              </p:ext>
            </p:extLst>
          </p:nvPr>
        </p:nvGraphicFramePr>
        <p:xfrm>
          <a:off x="462812" y="881406"/>
          <a:ext cx="8458199" cy="40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8977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5B1AD9-D81C-71B3-700B-90158CB5E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R1 – GO NOGO SIT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82906C91-6ED1-DAEE-761C-7DF86576F9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8487971"/>
              </p:ext>
            </p:extLst>
          </p:nvPr>
        </p:nvGraphicFramePr>
        <p:xfrm>
          <a:off x="628651" y="1369219"/>
          <a:ext cx="8154717" cy="237652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201758">
                  <a:extLst>
                    <a:ext uri="{9D8B030D-6E8A-4147-A177-3AD203B41FA5}">
                      <a16:colId xmlns:a16="http://schemas.microsoft.com/office/drawing/2014/main" val="3869651968"/>
                    </a:ext>
                  </a:extLst>
                </a:gridCol>
                <a:gridCol w="4028122">
                  <a:extLst>
                    <a:ext uri="{9D8B030D-6E8A-4147-A177-3AD203B41FA5}">
                      <a16:colId xmlns:a16="http://schemas.microsoft.com/office/drawing/2014/main" val="1363097672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2027358207"/>
                    </a:ext>
                  </a:extLst>
                </a:gridCol>
              </a:tblGrid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Étapes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Personnes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Go/no-go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10776072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Valider catalogue fonctionnel</a:t>
                      </a:r>
                      <a:endParaRPr lang="fr-FR" sz="10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Équipes Bancaires, Tréso et Systèmes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>
                          <a:highlight>
                            <a:srgbClr val="00FF00"/>
                          </a:highlight>
                        </a:rPr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60500120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Design Document</a:t>
                      </a:r>
                      <a:endParaRPr lang="fr-FR" sz="10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Équipes Bancaires, Tréso et Systèmes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>
                          <a:highlight>
                            <a:srgbClr val="00FF00"/>
                          </a:highlight>
                        </a:rPr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00644154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r>
                        <a:rPr lang="fr-CA" sz="1000"/>
                        <a:t>Valider SIT Tréso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François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>
                          <a:highlight>
                            <a:srgbClr val="00FF00"/>
                          </a:highlight>
                        </a:rPr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26155549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Valider SIT Bancaire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Anastasia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>
                          <a:highlight>
                            <a:srgbClr val="00FF00"/>
                          </a:highlight>
                        </a:rPr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60624113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Valider la fin du SIT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Benoit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>
                          <a:highlight>
                            <a:srgbClr val="00FF00"/>
                          </a:highlight>
                        </a:rPr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15074729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r>
                        <a:rPr lang="fr-CA" sz="1000"/>
                        <a:t>Corrections SIT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Huron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7352823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Dernier check SIT </a:t>
                      </a:r>
                    </a:p>
                    <a:p>
                      <a:pPr lvl="0">
                        <a:buNone/>
                      </a:pPr>
                      <a:r>
                        <a:rPr lang="fr-CA" sz="1000"/>
                        <a:t>+ Courriel Approbation pour Huron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Anastasia + François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Équipe Gestion iA  (Fernanda?)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0145526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SIT pour les frais bancaires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Jean-Daniel + Andréanne?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EN COURS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78103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0865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94065-2A1F-0894-E30B-D83803EF9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60B9D50-00E4-B91E-5386-A691B1212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442780"/>
              </p:ext>
            </p:extLst>
          </p:nvPr>
        </p:nvGraphicFramePr>
        <p:xfrm>
          <a:off x="719690" y="518350"/>
          <a:ext cx="7999858" cy="4106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40956">
                  <a:extLst>
                    <a:ext uri="{9D8B030D-6E8A-4147-A177-3AD203B41FA5}">
                      <a16:colId xmlns:a16="http://schemas.microsoft.com/office/drawing/2014/main" val="3869651968"/>
                    </a:ext>
                  </a:extLst>
                </a:gridCol>
                <a:gridCol w="3951628">
                  <a:extLst>
                    <a:ext uri="{9D8B030D-6E8A-4147-A177-3AD203B41FA5}">
                      <a16:colId xmlns:a16="http://schemas.microsoft.com/office/drawing/2014/main" val="1363097672"/>
                    </a:ext>
                  </a:extLst>
                </a:gridCol>
                <a:gridCol w="907274">
                  <a:extLst>
                    <a:ext uri="{9D8B030D-6E8A-4147-A177-3AD203B41FA5}">
                      <a16:colId xmlns:a16="http://schemas.microsoft.com/office/drawing/2014/main" val="2027358207"/>
                    </a:ext>
                  </a:extLst>
                </a:gridCol>
              </a:tblGrid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Étapes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Personnes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Go/no-go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10776072"/>
                  </a:ext>
                </a:extLst>
              </a:tr>
              <a:tr h="414947">
                <a:tc>
                  <a:txBody>
                    <a:bodyPr/>
                    <a:lstStyle/>
                    <a:p>
                      <a:r>
                        <a:rPr lang="fr-CA" sz="1000"/>
                        <a:t>Écrire UAT Bancaire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 err="1"/>
                        <a:t>Faten</a:t>
                      </a:r>
                      <a:r>
                        <a:rPr lang="fr-CA" sz="1000"/>
                        <a:t> + Benoit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07539819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Écrire UAT Tréso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François + Olivier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29592972"/>
                  </a:ext>
                </a:extLst>
              </a:tr>
              <a:tr h="414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Fournir données BAM</a:t>
                      </a:r>
                      <a:br>
                        <a:rPr lang="fr-CA" sz="1000"/>
                      </a:br>
                      <a:r>
                        <a:rPr lang="fr-CA" sz="1000"/>
                        <a:t>(compte de banque, signataires, pouvoirs)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Anastasia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38944015"/>
                  </a:ext>
                </a:extLst>
              </a:tr>
              <a:tr h="414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Fournir données </a:t>
                      </a:r>
                      <a:r>
                        <a:rPr lang="fr-CA" sz="1000" err="1"/>
                        <a:t>tréso</a:t>
                      </a:r>
                      <a:endParaRPr lang="fr-CA" sz="1000"/>
                    </a:p>
                    <a:p>
                      <a:pPr lvl="0">
                        <a:buNone/>
                      </a:pPr>
                      <a:r>
                        <a:rPr lang="fr-CA" sz="1000"/>
                        <a:t>(Ligne de crédit)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François + Sandra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55774112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Importer les données BAM</a:t>
                      </a:r>
                      <a:br>
                        <a:rPr lang="fr-CA" sz="1000"/>
                      </a:br>
                      <a:r>
                        <a:rPr lang="fr-CA" sz="1000"/>
                        <a:t>(compte de banque, signataires, pouvoirs)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Huron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EN COURS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88594296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Importer les données </a:t>
                      </a:r>
                      <a:r>
                        <a:rPr lang="fr-CA" sz="1000" err="1"/>
                        <a:t>tréso</a:t>
                      </a:r>
                      <a:endParaRPr lang="fr-CA" sz="1000"/>
                    </a:p>
                    <a:p>
                      <a:pPr lvl="0">
                        <a:buNone/>
                      </a:pPr>
                      <a:r>
                        <a:rPr lang="fr-CA" sz="1000"/>
                        <a:t>(Ligne de crédit)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Huron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EN COURS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2398270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Valider les rapports </a:t>
                      </a:r>
                      <a:r>
                        <a:rPr lang="fr-CA" sz="1000" err="1"/>
                        <a:t>tréso</a:t>
                      </a:r>
                      <a:br>
                        <a:rPr lang="fr-CA" sz="1000"/>
                      </a:br>
                      <a:r>
                        <a:rPr lang="fr-CA" sz="1000"/>
                        <a:t>(Excel </a:t>
                      </a:r>
                      <a:r>
                        <a:rPr lang="fr-CA" sz="1000" err="1"/>
                        <a:t>template</a:t>
                      </a:r>
                      <a:r>
                        <a:rPr lang="fr-CA" sz="1000"/>
                        <a:t>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François + Sandra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TO DO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99649193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Sécurité (rôles et accès) – Permettre aux testeurs d’accéder à la solution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Vincent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14705275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Communication Équipe iA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Guy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79766314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Communication </a:t>
                      </a:r>
                      <a:r>
                        <a:rPr lang="fr-CA" sz="1000" err="1"/>
                        <a:t>iA</a:t>
                      </a:r>
                      <a:r>
                        <a:rPr lang="fr-CA" sz="1000"/>
                        <a:t> - Huron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Guy, Lyne, Jean-Daniel, Benoit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02575442"/>
                  </a:ext>
                </a:extLst>
              </a:tr>
              <a:tr h="414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Personnes formations </a:t>
                      </a:r>
                      <a:endParaRPr lang="fr-FR" sz="1000"/>
                    </a:p>
                    <a:p>
                      <a:pPr lvl="0">
                        <a:buNone/>
                      </a:pPr>
                      <a:r>
                        <a:rPr lang="fr-CA" sz="900"/>
                        <a:t>(capacité confirmée, timeline, </a:t>
                      </a:r>
                      <a:r>
                        <a:rPr lang="fr-CA" sz="900" err="1"/>
                        <a:t>kickoff</a:t>
                      </a:r>
                      <a:r>
                        <a:rPr lang="fr-CA" sz="900"/>
                        <a:t> et attentes)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Bianca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462307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6B537CF2-B905-B366-3D0D-6CCFB3FD10D3}"/>
              </a:ext>
            </a:extLst>
          </p:cNvPr>
          <p:cNvSpPr txBox="1"/>
          <p:nvPr/>
        </p:nvSpPr>
        <p:spPr>
          <a:xfrm>
            <a:off x="1364" y="200358"/>
            <a:ext cx="656822" cy="5309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fr-CA" sz="3000">
                <a:solidFill>
                  <a:prstClr val="black"/>
                </a:solidFill>
                <a:latin typeface="Aptos" panose="020B0004020202020204"/>
              </a:rPr>
              <a:t>R1 </a:t>
            </a:r>
          </a:p>
        </p:txBody>
      </p:sp>
    </p:spTree>
    <p:extLst>
      <p:ext uri="{BB962C8B-B14F-4D97-AF65-F5344CB8AC3E}">
        <p14:creationId xmlns:p14="http://schemas.microsoft.com/office/powerpoint/2010/main" val="186996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85F6C9E-2162-E1F0-13D4-783AED320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2362756"/>
            <a:ext cx="6322977" cy="25711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CA" b="1"/>
              <a:t>R1</a:t>
            </a:r>
            <a:r>
              <a:rPr lang="fr-CA" sz="2400" b="1"/>
              <a:t> </a:t>
            </a:r>
            <a:r>
              <a:rPr lang="fr-CA" b="1"/>
              <a:t>Bancaire et Trésorerie </a:t>
            </a:r>
            <a:r>
              <a:rPr lang="fr-CA" sz="2400" b="1"/>
              <a:t>– </a:t>
            </a:r>
            <a:r>
              <a:rPr lang="fr-CA" b="1"/>
              <a:t>UAT</a:t>
            </a:r>
            <a:r>
              <a:rPr lang="fr-CA" sz="2400" b="1"/>
              <a:t> </a:t>
            </a:r>
            <a:r>
              <a:rPr lang="fr-CA" b="1"/>
              <a:t>Q2-2026</a:t>
            </a:r>
            <a:endParaRPr lang="fr-CA" sz="2400" b="1"/>
          </a:p>
          <a:p>
            <a:pPr lvl="1"/>
            <a:r>
              <a:rPr lang="fr-CA" sz="1600"/>
              <a:t>Go - </a:t>
            </a:r>
            <a:r>
              <a:rPr lang="fr-CA" sz="1600" err="1"/>
              <a:t>NoGo</a:t>
            </a:r>
            <a:r>
              <a:rPr lang="fr-CA" sz="1600"/>
              <a:t> : Mercredi le 28 janvier </a:t>
            </a:r>
            <a:endParaRPr lang="fr-CA" sz="1600">
              <a:ea typeface="Calibri"/>
              <a:cs typeface="Calibri"/>
            </a:endParaRPr>
          </a:p>
          <a:p>
            <a:pPr lvl="1"/>
            <a:r>
              <a:rPr lang="fr-CA" sz="1600"/>
              <a:t>Date rencontre « prêt à tester » : le 29 janvier </a:t>
            </a:r>
            <a:endParaRPr lang="fr-CA" sz="1600" b="1"/>
          </a:p>
          <a:p>
            <a:pPr lvl="1"/>
            <a:r>
              <a:rPr lang="fr-CA" sz="1600" b="1"/>
              <a:t>Date des essais : du  2 février au 13 février</a:t>
            </a:r>
            <a:endParaRPr lang="fr-CA" sz="1600" b="1">
              <a:ea typeface="Calibri"/>
              <a:cs typeface="Calibri"/>
            </a:endParaRPr>
          </a:p>
          <a:p>
            <a:pPr lvl="1"/>
            <a:r>
              <a:rPr lang="fr-CA" sz="1600"/>
              <a:t>Date de MEP : le 9 mars</a:t>
            </a:r>
            <a:endParaRPr lang="fr-CA" sz="1600">
              <a:ea typeface="Calibri"/>
              <a:cs typeface="Calibri"/>
            </a:endParaRPr>
          </a:p>
          <a:p>
            <a:pPr lvl="1"/>
            <a:endParaRPr lang="fr-CA" sz="1600">
              <a:ea typeface="Calibri"/>
              <a:cs typeface="Calibri"/>
            </a:endParaRPr>
          </a:p>
          <a:p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1DE586-8328-366B-43A8-378872CC5E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/>
          </a:bodyPr>
          <a:lstStyle/>
          <a:p>
            <a:r>
              <a:rPr lang="fr-CA" sz="1400"/>
              <a:t>Calendrier disponible dans le Miro : </a:t>
            </a:r>
            <a:r>
              <a:rPr lang="fr-CA" sz="140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 vers le plan Miro</a:t>
            </a:r>
            <a:endParaRPr lang="fr-CA" sz="1400" b="1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43E33541-63EF-7947-11B0-2538E790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b="1"/>
              <a:t>Calendrier à haut niveau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964A8E17-856B-1F29-E258-4C898906E1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90001"/>
              </p:ext>
            </p:extLst>
          </p:nvPr>
        </p:nvGraphicFramePr>
        <p:xfrm>
          <a:off x="2704288" y="796893"/>
          <a:ext cx="6096000" cy="164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A9DEF5A4-CE38-4B9A-9C95-B6443264FABF}"/>
              </a:ext>
            </a:extLst>
          </p:cNvPr>
          <p:cNvSpPr txBox="1"/>
          <p:nvPr/>
        </p:nvSpPr>
        <p:spPr>
          <a:xfrm>
            <a:off x="2589176" y="646031"/>
            <a:ext cx="45720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CA" sz="2400" b="1">
                <a:solidFill>
                  <a:schemeClr val="tx2">
                    <a:lumMod val="50000"/>
                  </a:schemeClr>
                </a:solidFill>
              </a:rPr>
              <a:t>Déroulement de la période de test</a:t>
            </a:r>
          </a:p>
        </p:txBody>
      </p:sp>
    </p:spTree>
    <p:extLst>
      <p:ext uri="{BB962C8B-B14F-4D97-AF65-F5344CB8AC3E}">
        <p14:creationId xmlns:p14="http://schemas.microsoft.com/office/powerpoint/2010/main" val="565332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B24C69-8AE1-0CA1-4AA2-54E52328B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458200" cy="993775"/>
          </a:xfrm>
        </p:spPr>
        <p:txBody>
          <a:bodyPr/>
          <a:lstStyle/>
          <a:p>
            <a:r>
              <a:rPr lang="fr-CA"/>
              <a:t>Mode de fonctionnement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14D92A-0C53-0462-6247-53073E5EE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3" y="1384462"/>
            <a:ext cx="8458200" cy="3082127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lvl="0"/>
            <a:r>
              <a:rPr lang="fr-CA"/>
              <a:t>Déroulement</a:t>
            </a:r>
          </a:p>
          <a:p>
            <a:pPr lvl="1"/>
            <a:r>
              <a:rPr lang="fr-CA"/>
              <a:t>Mercredi 28 janvier jusqu’au 13 février (2 semaines ½)</a:t>
            </a:r>
            <a:endParaRPr lang="fr-CA">
              <a:ea typeface="Calibri"/>
              <a:cs typeface="Calibri"/>
            </a:endParaRPr>
          </a:p>
          <a:p>
            <a:pPr lvl="1"/>
            <a:r>
              <a:rPr lang="fr-CA"/>
              <a:t>On propose de vous prévoir des plages de temps dédié en incluant Benoît</a:t>
            </a:r>
            <a:endParaRPr lang="fr-CA">
              <a:ea typeface="Calibri"/>
              <a:cs typeface="Calibri"/>
            </a:endParaRPr>
          </a:p>
          <a:p>
            <a:r>
              <a:rPr lang="fr-CA"/>
              <a:t>Suivi</a:t>
            </a:r>
            <a:endParaRPr lang="fr-CA">
              <a:ea typeface="Calibri"/>
              <a:cs typeface="Calibri"/>
            </a:endParaRPr>
          </a:p>
          <a:p>
            <a:pPr lvl="1"/>
            <a:r>
              <a:rPr lang="fr-CA"/>
              <a:t>Suivi iA au Scrum sur l’avancement et la déclaration des Bug</a:t>
            </a:r>
            <a:endParaRPr lang="fr-CA">
              <a:ea typeface="Calibri"/>
              <a:cs typeface="Calibri"/>
            </a:endParaRPr>
          </a:p>
          <a:p>
            <a:pPr lvl="1"/>
            <a:r>
              <a:rPr lang="fr-CA"/>
              <a:t>Rencontre iA – Huron à 13h tous les jours </a:t>
            </a:r>
          </a:p>
          <a:p>
            <a:pPr lvl="1"/>
            <a:r>
              <a:rPr lang="fr-CA" err="1">
                <a:ea typeface="Calibri"/>
                <a:cs typeface="Calibri"/>
              </a:rPr>
              <a:t>Extract</a:t>
            </a:r>
            <a:r>
              <a:rPr lang="fr-CA">
                <a:ea typeface="Calibri"/>
                <a:cs typeface="Calibri"/>
              </a:rPr>
              <a:t> des tests du DevOps vers le </a:t>
            </a:r>
            <a:r>
              <a:rPr lang="fr-CA">
                <a:ea typeface="Calibri"/>
                <a:cs typeface="Calibri"/>
                <a:hlinkClick r:id="rId3"/>
              </a:rPr>
              <a:t>répertoire Huron </a:t>
            </a:r>
            <a:endParaRPr lang="fr-CA">
              <a:ea typeface="Calibri"/>
              <a:cs typeface="Calibri"/>
            </a:endParaRPr>
          </a:p>
          <a:p>
            <a:r>
              <a:rPr lang="fr-CA"/>
              <a:t>Gestion des anomalies</a:t>
            </a:r>
            <a:endParaRPr lang="fr-CA">
              <a:ea typeface="Calibri"/>
              <a:cs typeface="Calibri"/>
            </a:endParaRPr>
          </a:p>
          <a:p>
            <a:pPr lvl="1"/>
            <a:r>
              <a:rPr lang="fr-CA"/>
              <a:t>Avant de déclarer un bug, vérifier avec un pair et appelez Benoît</a:t>
            </a:r>
            <a:endParaRPr lang="fr-CA">
              <a:ea typeface="Calibri"/>
              <a:cs typeface="Calibri"/>
            </a:endParaRPr>
          </a:p>
          <a:p>
            <a:pPr lvl="1"/>
            <a:r>
              <a:rPr lang="fr-CA"/>
              <a:t>Priorisation par le PO au Scrum pour la correction (</a:t>
            </a:r>
            <a:r>
              <a:rPr lang="fr-CA">
                <a:hlinkClick r:id="rId4" action="ppaction://hlinksldjump"/>
              </a:rPr>
              <a:t>voir les critères en annexe</a:t>
            </a:r>
            <a:r>
              <a:rPr lang="fr-CA"/>
              <a:t>) </a:t>
            </a:r>
            <a:endParaRPr lang="fr-CA">
              <a:ea typeface="Calibri"/>
              <a:cs typeface="Calibri"/>
            </a:endParaRPr>
          </a:p>
          <a:p>
            <a:pPr lvl="1"/>
            <a:r>
              <a:rPr lang="fr-CA"/>
              <a:t>Passage par Guy (SM) avant de transférer à Huron si nécessaire</a:t>
            </a:r>
            <a:endParaRPr lang="fr-CA">
              <a:ea typeface="Calibri"/>
              <a:cs typeface="Calibri"/>
            </a:endParaRPr>
          </a:p>
          <a:p>
            <a:endParaRPr lang="fr-CA"/>
          </a:p>
          <a:p>
            <a:pPr lvl="1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9285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29A1958F-53BD-475E-9D3F-5EAA47944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645185"/>
              </p:ext>
            </p:extLst>
          </p:nvPr>
        </p:nvGraphicFramePr>
        <p:xfrm>
          <a:off x="2827867" y="770289"/>
          <a:ext cx="5576237" cy="3536366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288239">
                  <a:extLst>
                    <a:ext uri="{9D8B030D-6E8A-4147-A177-3AD203B41FA5}">
                      <a16:colId xmlns:a16="http://schemas.microsoft.com/office/drawing/2014/main" val="3701903664"/>
                    </a:ext>
                  </a:extLst>
                </a:gridCol>
                <a:gridCol w="3287998">
                  <a:extLst>
                    <a:ext uri="{9D8B030D-6E8A-4147-A177-3AD203B41FA5}">
                      <a16:colId xmlns:a16="http://schemas.microsoft.com/office/drawing/2014/main" val="703782285"/>
                    </a:ext>
                  </a:extLst>
                </a:gridCol>
              </a:tblGrid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Activités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/>
                        <a:t>Contact de l’équipe GDA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1138488000"/>
                  </a:ext>
                </a:extLst>
              </a:tr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Écriture des essais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/>
                        <a:t>Olivier Petit (trésorerie)</a:t>
                      </a:r>
                    </a:p>
                    <a:p>
                      <a:r>
                        <a:rPr lang="fr-CA" sz="1300" err="1"/>
                        <a:t>Faten</a:t>
                      </a:r>
                      <a:r>
                        <a:rPr lang="fr-CA" sz="1300"/>
                        <a:t> </a:t>
                      </a:r>
                      <a:r>
                        <a:rPr lang="fr-CA" sz="1300" err="1"/>
                        <a:t>Nasfi</a:t>
                      </a:r>
                      <a:r>
                        <a:rPr lang="fr-CA" sz="1300"/>
                        <a:t> (bancaire)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3170808722"/>
                  </a:ext>
                </a:extLst>
              </a:tr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Exécution et documentation des essais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/>
                        <a:t>Anastasia (Bancaire) François (Tréso) </a:t>
                      </a:r>
                    </a:p>
                    <a:p>
                      <a:r>
                        <a:rPr lang="fr-CA" sz="1300"/>
                        <a:t>Catherine (système)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2393222085"/>
                  </a:ext>
                </a:extLst>
              </a:tr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Suivi des essais et des bogues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/>
                        <a:t>Fernanda / Elliott (priorités)</a:t>
                      </a:r>
                    </a:p>
                    <a:p>
                      <a:r>
                        <a:rPr lang="fr-CA" sz="1300"/>
                        <a:t>Guy Coté (équipes iA)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1655872001"/>
                  </a:ext>
                </a:extLst>
              </a:tr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Corrections et ajustements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/>
                        <a:t>Huron / Jean-Daniel (bug de configuration)</a:t>
                      </a:r>
                      <a:br>
                        <a:rPr lang="fr-CA" sz="1300"/>
                      </a:br>
                      <a:r>
                        <a:rPr lang="fr-CA" sz="1300"/>
                        <a:t>Olivier et Faten (procédure opérationnelles)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3775998593"/>
                  </a:ext>
                </a:extLst>
              </a:tr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Support et révision des essais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/>
                        <a:t>Benoit Cosials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2090657527"/>
                  </a:ext>
                </a:extLst>
              </a:tr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Approbation et Go/No Go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 b="0" i="0" u="none" strike="noStrike" noProof="0">
                          <a:solidFill>
                            <a:srgbClr val="003DA5"/>
                          </a:solidFill>
                          <a:latin typeface="Calibri"/>
                        </a:rPr>
                        <a:t>Fernanda / Elliott</a:t>
                      </a:r>
                      <a:endParaRPr lang="fr-FR"/>
                    </a:p>
                    <a:p>
                      <a:pPr lvl="0">
                        <a:buNone/>
                      </a:pPr>
                      <a:r>
                        <a:rPr lang="fr-CA" sz="1300"/>
                        <a:t>David Vaillancourt</a:t>
                      </a:r>
                      <a:br>
                        <a:rPr lang="fr-CA" sz="1300"/>
                      </a:br>
                      <a:r>
                        <a:rPr lang="fr-CA" sz="1300"/>
                        <a:t>Josianne Cloutier / Ana Maria 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2469444743"/>
                  </a:ext>
                </a:extLst>
              </a:tr>
            </a:tbl>
          </a:graphicData>
        </a:graphic>
      </p:graphicFrame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D728E1-F958-4FF4-96CA-511F86D3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/>
          </a:bodyPr>
          <a:lstStyle/>
          <a:p>
            <a:r>
              <a:rPr lang="fr-CA" sz="1600" b="1"/>
              <a:t>Communications</a:t>
            </a:r>
          </a:p>
          <a:p>
            <a:r>
              <a:rPr lang="fr-CA" sz="1600"/>
              <a:t>Conversation Teams :</a:t>
            </a:r>
            <a:r>
              <a:rPr lang="fr-CA" sz="1600" b="1"/>
              <a:t> </a:t>
            </a:r>
            <a:r>
              <a:rPr lang="fr-CA" sz="1600" b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UAT WS4 R1 Bancaire et Tréso</a:t>
            </a:r>
            <a:endParaRPr lang="fr-CA" sz="1600" b="1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FBEAB90-E77F-4FFA-B142-A8193E99F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/>
              <a:t>Support aux essais</a:t>
            </a:r>
          </a:p>
        </p:txBody>
      </p:sp>
      <p:pic>
        <p:nvPicPr>
          <p:cNvPr id="6" name="Graphique 5" descr="Sous-titres avec un remplissage uni">
            <a:extLst>
              <a:ext uri="{FF2B5EF4-FFF2-40B4-BE49-F238E27FC236}">
                <a16:creationId xmlns:a16="http://schemas.microsoft.com/office/drawing/2014/main" id="{FD502276-D85C-B8CC-1E62-66781C3B1F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1863" y="4272045"/>
            <a:ext cx="914400" cy="64633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9B0D8CB-2EA7-CEDB-AB8F-D9F620706204}"/>
              </a:ext>
            </a:extLst>
          </p:cNvPr>
          <p:cNvSpPr txBox="1"/>
          <p:nvPr/>
        </p:nvSpPr>
        <p:spPr>
          <a:xfrm>
            <a:off x="3933888" y="427204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>
                <a:cs typeface="Calibri"/>
              </a:rPr>
              <a:t>Autant qu’en Production, la communication avec les bons intervenants reste la clé! </a:t>
            </a:r>
            <a:endParaRPr lang="fr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76CF13-DA05-9174-3ABF-00CB1E958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28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300" b="1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  <a:t>UAT WS4 R1 Bancaire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9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7230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5F8B94-AF4C-49DE-A724-78133821E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 sz="2000"/>
              <a:t>Portée des essais UAT R1</a:t>
            </a:r>
          </a:p>
          <a:p>
            <a:pPr lvl="1"/>
            <a:r>
              <a:rPr lang="fr-CA" sz="1800"/>
              <a:t>R1 – Processus de gestion des comptes de banque</a:t>
            </a:r>
          </a:p>
          <a:p>
            <a:pPr lvl="2"/>
            <a:r>
              <a:rPr lang="fr-CA" sz="1600"/>
              <a:t>Opérations de gestion des comptes bancaire dans </a:t>
            </a:r>
            <a:r>
              <a:rPr lang="fr-CA" sz="1600" err="1"/>
              <a:t>Kyriba</a:t>
            </a:r>
            <a:r>
              <a:rPr lang="fr-CA" sz="1600"/>
              <a:t>, Gestion des signataires et des pouvoirs, rapport de contrôle des configurations</a:t>
            </a:r>
          </a:p>
          <a:p>
            <a:pPr lvl="2"/>
            <a:r>
              <a:rPr lang="fr-CA" sz="1600" b="1"/>
              <a:t>Essai de bout en bout </a:t>
            </a:r>
            <a:r>
              <a:rPr lang="fr-CA" sz="1600"/>
              <a:t>: Ouverture de compte pour une de nos filiales dans une de nos banques</a:t>
            </a:r>
          </a:p>
          <a:p>
            <a:pPr lvl="1"/>
            <a:r>
              <a:rPr lang="fr-CA" sz="1800"/>
              <a:t>R1 – Processus de crédit interco (</a:t>
            </a:r>
            <a:r>
              <a:rPr lang="fr-CA" sz="1800" err="1"/>
              <a:t>kickoff</a:t>
            </a:r>
            <a:r>
              <a:rPr lang="fr-CA" sz="1800"/>
              <a:t> </a:t>
            </a:r>
            <a:r>
              <a:rPr lang="fr-CA" sz="1800" err="1"/>
              <a:t>sem</a:t>
            </a:r>
            <a:r>
              <a:rPr lang="fr-CA" sz="1800"/>
              <a:t> : 2 </a:t>
            </a:r>
            <a:r>
              <a:rPr lang="fr-CA" sz="1800" err="1"/>
              <a:t>fev</a:t>
            </a:r>
            <a:r>
              <a:rPr lang="fr-CA" sz="1800"/>
              <a:t>)</a:t>
            </a:r>
          </a:p>
          <a:p>
            <a:pPr lvl="2"/>
            <a:r>
              <a:rPr lang="fr-CA" sz="1600"/>
              <a:t>Mise en place prêt inter-compagnie, Utiliser les lignes de crédit, Gérer les intérêts, Rapport de visibilité</a:t>
            </a:r>
          </a:p>
          <a:p>
            <a:pPr lvl="2"/>
            <a:r>
              <a:rPr lang="fr-CA" sz="1600" b="1"/>
              <a:t>Essai de bout en bout </a:t>
            </a:r>
            <a:r>
              <a:rPr lang="fr-CA" sz="1600"/>
              <a:t>: Tirage de crédit</a:t>
            </a:r>
          </a:p>
          <a:p>
            <a:pPr lvl="2"/>
            <a:endParaRPr lang="fr-CA" sz="1600"/>
          </a:p>
          <a:p>
            <a:r>
              <a:rPr lang="fr-CA" sz="2000"/>
              <a:t>Hors portée</a:t>
            </a:r>
          </a:p>
          <a:p>
            <a:pPr lvl="1"/>
            <a:r>
              <a:rPr lang="fr-CA" sz="1800"/>
              <a:t>R1 – Processus de gestion des frais bancaire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78A175-ED76-4022-80E8-9E5DFCE51B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/>
          </a:bodyPr>
          <a:lstStyle/>
          <a:p>
            <a:r>
              <a:rPr lang="fr-CA" sz="1600"/>
              <a:t>Détail du scope</a:t>
            </a:r>
          </a:p>
          <a:p>
            <a:r>
              <a:rPr lang="fr-CA" sz="1600" b="1"/>
              <a:t>Plan de test : </a:t>
            </a:r>
            <a:r>
              <a:rPr lang="fr-CA" sz="1600" b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Trésorerie d'entreprise - Phase 2</a:t>
            </a:r>
            <a:endParaRPr lang="fr-CA" sz="16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FBBF762-1ED6-426A-A94A-F4C5F37C5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/>
              <a:t>Périmètre de la livraison – Haut Niveau</a:t>
            </a:r>
          </a:p>
        </p:txBody>
      </p:sp>
    </p:spTree>
    <p:extLst>
      <p:ext uri="{BB962C8B-B14F-4D97-AF65-F5344CB8AC3E}">
        <p14:creationId xmlns:p14="http://schemas.microsoft.com/office/powerpoint/2010/main" val="1398263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4822E74-5982-F31C-8D48-8FF10719B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819150"/>
            <a:ext cx="6322977" cy="4114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/>
              <a:t>Les données</a:t>
            </a:r>
          </a:p>
          <a:p>
            <a:pPr lvl="1"/>
            <a:r>
              <a:rPr lang="fr-CA"/>
              <a:t>Bancaire</a:t>
            </a:r>
            <a:endParaRPr lang="fr-CA">
              <a:highlight>
                <a:srgbClr val="FFFF00"/>
              </a:highlight>
            </a:endParaRPr>
          </a:p>
          <a:p>
            <a:pPr lvl="2"/>
            <a:r>
              <a:rPr lang="fr-CA"/>
              <a:t>On utilisera l’exemple ouvert de compte RBC/1116, </a:t>
            </a:r>
          </a:p>
          <a:p>
            <a:pPr lvl="2"/>
            <a:r>
              <a:rPr lang="fr-CA"/>
              <a:t>Importation des données: compte de banque, signataires, pouvoirs</a:t>
            </a:r>
          </a:p>
          <a:p>
            <a:pPr lvl="1"/>
            <a:r>
              <a:rPr lang="fr-CA"/>
              <a:t>Trésorerie</a:t>
            </a:r>
          </a:p>
          <a:p>
            <a:pPr lvl="2"/>
            <a:r>
              <a:rPr lang="fr-CA"/>
              <a:t>On utilisera l’exemple d’IA GAM, </a:t>
            </a:r>
          </a:p>
          <a:p>
            <a:pPr lvl="2"/>
            <a:r>
              <a:rPr lang="fr-CA"/>
              <a:t>Importation des données : Ligne de crédit</a:t>
            </a:r>
          </a:p>
          <a:p>
            <a:r>
              <a:rPr lang="fr-CA"/>
              <a:t>L’environnement d’essais</a:t>
            </a:r>
          </a:p>
          <a:p>
            <a:pPr lvl="1"/>
            <a:r>
              <a:rPr lang="fr-CA"/>
              <a:t>Directement dans la </a:t>
            </a:r>
            <a:r>
              <a:rPr lang="fr-CA" err="1"/>
              <a:t>sandbox</a:t>
            </a:r>
            <a:r>
              <a:rPr lang="fr-CA"/>
              <a:t> de </a:t>
            </a:r>
            <a:r>
              <a:rPr lang="fr-CA" err="1"/>
              <a:t>Kyriba</a:t>
            </a:r>
            <a:endParaRPr lang="fr-CA"/>
          </a:p>
          <a:p>
            <a:pPr lvl="1"/>
            <a:r>
              <a:rPr lang="fr-CA"/>
              <a:t>BORYS FAIT UN NETTOYAGE EN CONTINUE (Huron)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99978F3-08E8-F71D-7DE3-37342D4E0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0" y="133350"/>
            <a:ext cx="2286000" cy="4953000"/>
          </a:xfrm>
        </p:spPr>
        <p:txBody>
          <a:bodyPr anchor="b">
            <a:normAutofit/>
          </a:bodyPr>
          <a:lstStyle/>
          <a:p>
            <a:r>
              <a:rPr lang="fr-CA" sz="1600"/>
              <a:t>Liens vers l’ environnement d’ACCP</a:t>
            </a:r>
          </a:p>
          <a:p>
            <a:r>
              <a:rPr lang="fr-CA" sz="160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Kyriba</a:t>
            </a:r>
            <a:r>
              <a:rPr lang="fr-CA" sz="160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fr-CA" sz="160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Sandbox</a:t>
            </a:r>
            <a:endParaRPr lang="fr-CA" sz="160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49F61B88-77F8-777A-93D9-3ED86588A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422" y="133350"/>
            <a:ext cx="6322978" cy="533400"/>
          </a:xfrm>
        </p:spPr>
        <p:txBody>
          <a:bodyPr/>
          <a:lstStyle/>
          <a:p>
            <a:r>
              <a:rPr lang="fr-CA"/>
              <a:t>L’environnement</a:t>
            </a:r>
          </a:p>
        </p:txBody>
      </p:sp>
    </p:spTree>
    <p:extLst>
      <p:ext uri="{BB962C8B-B14F-4D97-AF65-F5344CB8AC3E}">
        <p14:creationId xmlns:p14="http://schemas.microsoft.com/office/powerpoint/2010/main" val="3128243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9F14A0C-C0FC-D25C-D795-FF9713DF7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b="1"/>
              <a:t>Rencontres de suivi quotidiennes</a:t>
            </a:r>
            <a:br>
              <a:rPr lang="fr-CA"/>
            </a:br>
            <a:r>
              <a:rPr lang="fr-CA" sz="1800"/>
              <a:t>Similaire aux DMS de PROD, tribune pour se mettre à jour collectivement</a:t>
            </a:r>
          </a:p>
          <a:p>
            <a:pPr lvl="1"/>
            <a:r>
              <a:rPr lang="fr-CA" sz="1800"/>
              <a:t>A quelle étape êtes-vous rendu?</a:t>
            </a:r>
          </a:p>
          <a:p>
            <a:pPr lvl="1"/>
            <a:r>
              <a:rPr lang="fr-CA" sz="1800"/>
              <a:t>Avez-vous des bloquants?</a:t>
            </a:r>
          </a:p>
          <a:p>
            <a:pPr lvl="1"/>
            <a:r>
              <a:rPr lang="fr-CA" sz="1800"/>
              <a:t>Avez-vous déclaré des bogues?</a:t>
            </a:r>
          </a:p>
          <a:p>
            <a:pPr marL="0" indent="0">
              <a:buNone/>
            </a:pPr>
            <a:endParaRPr lang="fr-CA" b="1"/>
          </a:p>
          <a:p>
            <a:pPr marL="0" indent="0">
              <a:buNone/>
            </a:pPr>
            <a:r>
              <a:rPr lang="fr-CA" b="1"/>
              <a:t>Les outils</a:t>
            </a:r>
          </a:p>
          <a:p>
            <a:pPr lvl="1"/>
            <a:r>
              <a:rPr lang="fr-CA">
                <a:hlinkClick r:id="rId3"/>
              </a:rPr>
              <a:t>Liens vers le tableau de bord DevOps</a:t>
            </a:r>
            <a:endParaRPr lang="fr-CA"/>
          </a:p>
          <a:p>
            <a:pPr lvl="1"/>
            <a:r>
              <a:rPr lang="fr-CA"/>
              <a:t>Résumé quotidien du suivi d’exécution dans la conversation de la rencontre pour l’historique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6C121F-0717-E52D-0A75-B0CC03F2A0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/>
          </a:bodyPr>
          <a:lstStyle/>
          <a:p>
            <a:r>
              <a:rPr lang="fr-CA" sz="1600" b="1"/>
              <a:t>Pour voir l’avancement utiliser les paramètres suivants:</a:t>
            </a:r>
          </a:p>
          <a:p>
            <a:r>
              <a:rPr lang="fr-CA" sz="1600" b="1"/>
              <a:t>Test Plan: </a:t>
            </a:r>
            <a:br>
              <a:rPr lang="fr-CA" sz="1600" b="1"/>
            </a:br>
            <a:r>
              <a:rPr lang="fr-CA" sz="1200" b="1" i="1"/>
              <a:t>Trésorerie d’entreprise – Phase 2</a:t>
            </a:r>
          </a:p>
          <a:p>
            <a:r>
              <a:rPr lang="fr-CA" sz="1600" b="1"/>
              <a:t>Test Suites:  </a:t>
            </a:r>
            <a:br>
              <a:rPr lang="fr-CA" sz="1600" b="1"/>
            </a:br>
            <a:r>
              <a:rPr lang="fr-CA" sz="1200" b="1" i="1"/>
              <a:t>Sprint 2 / WS2 - Livraison R1 Trésorerie</a:t>
            </a:r>
            <a:br>
              <a:rPr lang="fr-CA" sz="1200" b="1" i="1"/>
            </a:br>
            <a:r>
              <a:rPr lang="fr-CA" sz="1200" b="1" i="1"/>
              <a:t>Sprint 2 / WS4 - Livraison R1 Bancaire</a:t>
            </a:r>
            <a:endParaRPr lang="fr-CA" sz="1600" b="1" i="1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5E9D28D-3EE1-0A7A-E922-945EE3A5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b="1"/>
              <a:t>Suivi et tableau de bord</a:t>
            </a:r>
          </a:p>
        </p:txBody>
      </p:sp>
    </p:spTree>
    <p:extLst>
      <p:ext uri="{BB962C8B-B14F-4D97-AF65-F5344CB8AC3E}">
        <p14:creationId xmlns:p14="http://schemas.microsoft.com/office/powerpoint/2010/main" val="3732832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FE6783A-9066-CE89-9F8C-C6788A1AF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819150"/>
            <a:ext cx="6322977" cy="28560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sz="1800"/>
              <a:t>Le plan de test est dans DevOps :</a:t>
            </a:r>
          </a:p>
          <a:p>
            <a:pPr lvl="1"/>
            <a:r>
              <a:rPr lang="fr-CA" b="1">
                <a:hlinkClick r:id="rId3"/>
              </a:rPr>
              <a:t>Trésorerie d'entreprise - Phase 2</a:t>
            </a:r>
            <a:endParaRPr lang="fr-CA" b="1"/>
          </a:p>
          <a:p>
            <a:pPr lvl="2"/>
            <a:r>
              <a:rPr lang="fr-CA" b="1"/>
              <a:t>Sprint 2</a:t>
            </a:r>
          </a:p>
          <a:p>
            <a:pPr lvl="3"/>
            <a:r>
              <a:rPr lang="fr-CA" b="1"/>
              <a:t>WS2 - Livraison R1 Trésorerie</a:t>
            </a:r>
          </a:p>
          <a:p>
            <a:pPr lvl="3"/>
            <a:r>
              <a:rPr lang="fr-CA" b="1"/>
              <a:t>WS4 - Livraison R1 Bancaire</a:t>
            </a:r>
          </a:p>
          <a:p>
            <a:r>
              <a:rPr lang="fr-CA" sz="1800"/>
              <a:t>Les essais vous concernant sont assignés à votre nom</a:t>
            </a:r>
          </a:p>
          <a:p>
            <a:r>
              <a:rPr lang="fr-CA" sz="1800"/>
              <a:t>Vous devez- ajouter des preuves de tests (copie intégrale de l’écran, fichiers de rapport, </a:t>
            </a:r>
            <a:r>
              <a:rPr lang="fr-CA" sz="1800" err="1"/>
              <a:t>etc</a:t>
            </a:r>
            <a:r>
              <a:rPr lang="fr-CA" sz="1800"/>
              <a:t>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E27DF1-1A1C-A970-FBE9-5D3A7D4617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/>
          </a:bodyPr>
          <a:lstStyle/>
          <a:p>
            <a:r>
              <a:rPr lang="fr-CA" sz="1600" b="1"/>
              <a:t>Documentation Wiki</a:t>
            </a:r>
            <a:endParaRPr lang="fr-CA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Exécution des essais</a:t>
            </a:r>
            <a:endParaRPr lang="fr-CA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Obtenir les accès DevOps</a:t>
            </a:r>
            <a:endParaRPr lang="fr-CA" sz="160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6EFC0E8-B398-3A7F-5A79-789FA44E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b="1"/>
              <a:t>Plan de test</a:t>
            </a:r>
          </a:p>
        </p:txBody>
      </p:sp>
      <p:pic>
        <p:nvPicPr>
          <p:cNvPr id="6" name="Graphique 5" descr="Drapeau de course avec un remplissage uni">
            <a:extLst>
              <a:ext uri="{FF2B5EF4-FFF2-40B4-BE49-F238E27FC236}">
                <a16:creationId xmlns:a16="http://schemas.microsoft.com/office/drawing/2014/main" id="{52E14D3D-48AA-4267-A9EE-5082433090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80946" y="3867150"/>
            <a:ext cx="914400" cy="9144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066320B-423B-C805-089A-8BBA1F5CE87A}"/>
              </a:ext>
            </a:extLst>
          </p:cNvPr>
          <p:cNvSpPr txBox="1"/>
          <p:nvPr/>
        </p:nvSpPr>
        <p:spPr>
          <a:xfrm>
            <a:off x="3960777" y="3858220"/>
            <a:ext cx="4873870" cy="923330"/>
          </a:xfrm>
          <a:prstGeom prst="rect">
            <a:avLst/>
          </a:prstGeom>
          <a:solidFill>
            <a:srgbClr val="003DA5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CA" b="1">
                <a:solidFill>
                  <a:schemeClr val="bg2">
                    <a:lumMod val="95000"/>
                  </a:schemeClr>
                </a:solidFill>
                <a:cs typeface="Calibri"/>
              </a:rPr>
              <a:t>Ligne d’arrivée</a:t>
            </a:r>
          </a:p>
          <a:p>
            <a:pPr marL="0" indent="0">
              <a:buNone/>
            </a:pPr>
            <a:r>
              <a:rPr lang="fr-CA">
                <a:solidFill>
                  <a:schemeClr val="bg2">
                    <a:lumMod val="95000"/>
                  </a:schemeClr>
                </a:solidFill>
                <a:cs typeface="Calibri"/>
              </a:rPr>
              <a:t>La complétion des UAT donnera lieu à un Go/No-Go pour confirmer la mise en Production</a:t>
            </a:r>
          </a:p>
        </p:txBody>
      </p:sp>
    </p:spTree>
    <p:extLst>
      <p:ext uri="{BB962C8B-B14F-4D97-AF65-F5344CB8AC3E}">
        <p14:creationId xmlns:p14="http://schemas.microsoft.com/office/powerpoint/2010/main" val="2583248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0B354-877D-E05F-0E53-F3407E9F7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E48C28F-0F6E-D915-E131-730A518A4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819150"/>
            <a:ext cx="6322977" cy="285603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fr-CA" sz="1800"/>
              <a:t>Les guides de formation produits par Huron sont disponibles :</a:t>
            </a:r>
          </a:p>
          <a:p>
            <a:pPr lvl="1"/>
            <a:r>
              <a:rPr lang="fr-CA" sz="1800">
                <a:hlinkClick r:id="rId3"/>
              </a:rPr>
              <a:t>Guides de formation</a:t>
            </a:r>
            <a:endParaRPr lang="fr-CA" sz="1800"/>
          </a:p>
          <a:p>
            <a:pPr lvl="1"/>
            <a:endParaRPr lang="fr-CA" sz="1800"/>
          </a:p>
          <a:p>
            <a:r>
              <a:rPr lang="fr-CA" sz="1800"/>
              <a:t>N’hésitez pas à mettre des commentaires dans le guide si des détails supplémentaires sont requis à votre compréhension.</a:t>
            </a:r>
          </a:p>
          <a:p>
            <a:endParaRPr lang="fr-CA" sz="1800"/>
          </a:p>
          <a:p>
            <a:r>
              <a:rPr lang="fr-CA" sz="1800"/>
              <a:t>Ces guides traitent uniquement des navigations dans les interfaces:</a:t>
            </a:r>
          </a:p>
          <a:p>
            <a:pPr lvl="1"/>
            <a:r>
              <a:rPr lang="fr-CA" sz="1800"/>
              <a:t>Les ajustements aux processus et procédures d’affaires doivent être documentés dans les tests pour donner de la visibilité aux analystes d’affaires</a:t>
            </a:r>
          </a:p>
          <a:p>
            <a:endParaRPr lang="fr-CA" sz="1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C251C8-D3FE-559C-3050-E21229AEB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/>
          </a:bodyPr>
          <a:lstStyle/>
          <a:p>
            <a:r>
              <a:rPr lang="fr-CA" sz="1600" b="1"/>
              <a:t>Document</a:t>
            </a:r>
            <a:r>
              <a:rPr lang="fr-CA" sz="1600" b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ation Guide</a:t>
            </a:r>
            <a:endParaRPr lang="fr-CA" sz="160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Guides</a:t>
            </a:r>
            <a:endParaRPr lang="fr-CA" sz="160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440C582-9090-C5EA-C1B8-C4EF3ABB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b="1"/>
              <a:t>Guide de formation</a:t>
            </a:r>
          </a:p>
        </p:txBody>
      </p:sp>
    </p:spTree>
    <p:extLst>
      <p:ext uri="{BB962C8B-B14F-4D97-AF65-F5344CB8AC3E}">
        <p14:creationId xmlns:p14="http://schemas.microsoft.com/office/powerpoint/2010/main" val="76791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FE530A-ED97-2F48-8121-72B7F242E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/>
              <a:t>MERCI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B195D18-7C9A-714E-A280-8D91D60CC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CA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895865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DBB4F-928A-2902-D9D5-12BA7662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Rencontre de suivi journalier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EA6163-C5D3-643A-C50F-8B435A10E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/>
              <a:t>L’objectif de cette rencontre est de </a:t>
            </a:r>
          </a:p>
          <a:p>
            <a:r>
              <a:rPr lang="fr-CA"/>
              <a:t>faire le suivi de l’avancement des essais</a:t>
            </a:r>
          </a:p>
          <a:p>
            <a:r>
              <a:rPr lang="fr-CA"/>
              <a:t>et de gérer les bogues découverts</a:t>
            </a:r>
          </a:p>
        </p:txBody>
      </p:sp>
    </p:spTree>
    <p:extLst>
      <p:ext uri="{BB962C8B-B14F-4D97-AF65-F5344CB8AC3E}">
        <p14:creationId xmlns:p14="http://schemas.microsoft.com/office/powerpoint/2010/main" val="3095409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BBB8-8559-497D-9629-EEF4793F434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2484" y="228601"/>
            <a:ext cx="7467600" cy="587700"/>
          </a:xfrm>
        </p:spPr>
        <p:txBody>
          <a:bodyPr/>
          <a:lstStyle/>
          <a:p>
            <a:r>
              <a:rPr lang="fr-CA"/>
              <a:t>Processus standard de gestion des bogues</a:t>
            </a:r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A9CC4B56-97B2-4EBC-B648-0EC2760288DA}"/>
              </a:ext>
            </a:extLst>
          </p:cNvPr>
          <p:cNvGraphicFramePr>
            <a:graphicFrameLocks noGrp="1"/>
          </p:cNvGraphicFramePr>
          <p:nvPr>
            <p:ph sz="half" idx="10"/>
            <p:extLst>
              <p:ext uri="{D42A27DB-BD31-4B8C-83A1-F6EECF244321}">
                <p14:modId xmlns:p14="http://schemas.microsoft.com/office/powerpoint/2010/main" val="2093314819"/>
              </p:ext>
            </p:extLst>
          </p:nvPr>
        </p:nvGraphicFramePr>
        <p:xfrm>
          <a:off x="135840" y="920840"/>
          <a:ext cx="8865599" cy="2581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" name="Diagram 4">
            <a:extLst>
              <a:ext uri="{FF2B5EF4-FFF2-40B4-BE49-F238E27FC236}">
                <a16:creationId xmlns:a16="http://schemas.microsoft.com/office/drawing/2014/main" id="{6A39F142-CBD8-4BB7-A1E2-43DE38F2AA45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27573714"/>
              </p:ext>
            </p:extLst>
          </p:nvPr>
        </p:nvGraphicFramePr>
        <p:xfrm>
          <a:off x="1617921" y="3344483"/>
          <a:ext cx="7383517" cy="476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ABB8F5C4-776D-4282-B978-34C172F7F175}"/>
              </a:ext>
            </a:extLst>
          </p:cNvPr>
          <p:cNvSpPr txBox="1"/>
          <p:nvPr/>
        </p:nvSpPr>
        <p:spPr>
          <a:xfrm>
            <a:off x="428224" y="3516450"/>
            <a:ext cx="1189697" cy="461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État</a:t>
            </a:r>
            <a:r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du BUG dans DevOps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6E6E7EB-5F0A-49B8-A9BC-31FE968302F0}"/>
              </a:ext>
            </a:extLst>
          </p:cNvPr>
          <p:cNvSpPr txBox="1"/>
          <p:nvPr/>
        </p:nvSpPr>
        <p:spPr>
          <a:xfrm>
            <a:off x="428224" y="4222660"/>
            <a:ext cx="1189697" cy="646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Assignation</a:t>
            </a:r>
            <a:r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des </a:t>
            </a:r>
            <a:r>
              <a:rPr kumimoji="0" lang="fr-CA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BUGs</a:t>
            </a:r>
            <a:r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dans DevOps</a:t>
            </a:r>
          </a:p>
        </p:txBody>
      </p:sp>
      <p:graphicFrame>
        <p:nvGraphicFramePr>
          <p:cNvPr id="7" name="Diagram 4">
            <a:extLst>
              <a:ext uri="{FF2B5EF4-FFF2-40B4-BE49-F238E27FC236}">
                <a16:creationId xmlns:a16="http://schemas.microsoft.com/office/drawing/2014/main" id="{BB1ADDEC-3A00-43C8-AC5A-F93F899154D9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602705643"/>
              </p:ext>
            </p:extLst>
          </p:nvPr>
        </p:nvGraphicFramePr>
        <p:xfrm>
          <a:off x="1617920" y="3976182"/>
          <a:ext cx="7383517" cy="476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5" name="Ellipse 4">
            <a:extLst>
              <a:ext uri="{FF2B5EF4-FFF2-40B4-BE49-F238E27FC236}">
                <a16:creationId xmlns:a16="http://schemas.microsoft.com/office/drawing/2014/main" id="{D53432B0-9A1C-9FD8-EC58-BFF3173CE95E}"/>
              </a:ext>
            </a:extLst>
          </p:cNvPr>
          <p:cNvSpPr/>
          <p:nvPr/>
        </p:nvSpPr>
        <p:spPr>
          <a:xfrm>
            <a:off x="3070654" y="1035752"/>
            <a:ext cx="1569308" cy="1521426"/>
          </a:xfrm>
          <a:prstGeom prst="ellipse">
            <a:avLst/>
          </a:prstGeom>
          <a:noFill/>
          <a:ln w="57150">
            <a:solidFill>
              <a:srgbClr val="FF33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aphicFrame>
        <p:nvGraphicFramePr>
          <p:cNvPr id="10" name="Diagram 4">
            <a:extLst>
              <a:ext uri="{FF2B5EF4-FFF2-40B4-BE49-F238E27FC236}">
                <a16:creationId xmlns:a16="http://schemas.microsoft.com/office/drawing/2014/main" id="{EA10AB02-4978-DFEE-5D1B-2DD45BA91542}"/>
              </a:ext>
            </a:extLst>
          </p:cNvPr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73194792"/>
              </p:ext>
            </p:extLst>
          </p:nvPr>
        </p:nvGraphicFramePr>
        <p:xfrm>
          <a:off x="1617920" y="4607882"/>
          <a:ext cx="7383517" cy="476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</p:spTree>
    <p:extLst>
      <p:ext uri="{BB962C8B-B14F-4D97-AF65-F5344CB8AC3E}">
        <p14:creationId xmlns:p14="http://schemas.microsoft.com/office/powerpoint/2010/main" val="1417335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9F14A0C-C0FC-D25C-D795-FF9713DF7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Suivi des essais</a:t>
            </a:r>
          </a:p>
          <a:p>
            <a:pPr lvl="1"/>
            <a:r>
              <a:rPr lang="fr-CA">
                <a:hlinkClick r:id="rId3"/>
              </a:rPr>
              <a:t>Liens vers le tableau d'avancement des essais</a:t>
            </a:r>
            <a:endParaRPr lang="fr-CA"/>
          </a:p>
          <a:p>
            <a:pPr lvl="1"/>
            <a:r>
              <a:rPr lang="fr-CA"/>
              <a:t>A quelle étape êtes-vous rendu?</a:t>
            </a:r>
          </a:p>
          <a:p>
            <a:pPr lvl="1"/>
            <a:r>
              <a:rPr lang="fr-CA"/>
              <a:t>Avez-vous des bloquants? </a:t>
            </a:r>
          </a:p>
          <a:p>
            <a:r>
              <a:rPr lang="fr-CA"/>
              <a:t>Suivi des bugs</a:t>
            </a:r>
          </a:p>
          <a:p>
            <a:pPr lvl="1"/>
            <a:r>
              <a:rPr lang="fr-CA">
                <a:hlinkClick r:id="rId4"/>
              </a:rPr>
              <a:t>Liens vers le tableau de bord des bogues</a:t>
            </a:r>
            <a:endParaRPr lang="fr-CA"/>
          </a:p>
          <a:p>
            <a:pPr lvl="1"/>
            <a:r>
              <a:rPr lang="fr-CA"/>
              <a:t>Avez-vous déclaré des bogues?</a:t>
            </a:r>
          </a:p>
          <a:p>
            <a:pPr lvl="1"/>
            <a:r>
              <a:rPr lang="fr-CA"/>
              <a:t>On confirme la priorité du bogue ensemble.</a:t>
            </a:r>
          </a:p>
          <a:p>
            <a:pPr lvl="1"/>
            <a:r>
              <a:rPr lang="fr-CA"/>
              <a:t>On l’assigne à l’équipe qui devra faire la correction</a:t>
            </a:r>
          </a:p>
          <a:p>
            <a:endParaRPr lang="fr-CA"/>
          </a:p>
          <a:p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6C121F-0717-E52D-0A75-B0CC03F2A0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/>
          </a:bodyPr>
          <a:lstStyle/>
          <a:p>
            <a:r>
              <a:rPr lang="fr-CA" sz="1800"/>
              <a:t>Résumé quotidien du suivi d’exécution dans la conversation de la rencontre pour l’historique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5E9D28D-3EE1-0A7A-E922-945EE3A5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Suivi et tableau de bord</a:t>
            </a:r>
          </a:p>
        </p:txBody>
      </p:sp>
    </p:spTree>
    <p:extLst>
      <p:ext uri="{BB962C8B-B14F-4D97-AF65-F5344CB8AC3E}">
        <p14:creationId xmlns:p14="http://schemas.microsoft.com/office/powerpoint/2010/main" val="409871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2572842D-A0B1-5445-E807-C7897B63A4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720527"/>
              </p:ext>
            </p:extLst>
          </p:nvPr>
        </p:nvGraphicFramePr>
        <p:xfrm>
          <a:off x="2590800" y="819150"/>
          <a:ext cx="6323014" cy="2869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08">
                  <a:extLst>
                    <a:ext uri="{9D8B030D-6E8A-4147-A177-3AD203B41FA5}">
                      <a16:colId xmlns:a16="http://schemas.microsoft.com/office/drawing/2014/main" val="4276523914"/>
                    </a:ext>
                  </a:extLst>
                </a:gridCol>
                <a:gridCol w="2757853">
                  <a:extLst>
                    <a:ext uri="{9D8B030D-6E8A-4147-A177-3AD203B41FA5}">
                      <a16:colId xmlns:a16="http://schemas.microsoft.com/office/drawing/2014/main" val="1054894234"/>
                    </a:ext>
                  </a:extLst>
                </a:gridCol>
                <a:gridCol w="2757853">
                  <a:extLst>
                    <a:ext uri="{9D8B030D-6E8A-4147-A177-3AD203B41FA5}">
                      <a16:colId xmlns:a16="http://schemas.microsoft.com/office/drawing/2014/main" val="2011581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400" b="1" kern="1200">
                          <a:solidFill>
                            <a:srgbClr val="003EA5"/>
                          </a:solidFill>
                        </a:rPr>
                        <a:t>Priorité</a:t>
                      </a:r>
                      <a:endParaRPr lang="fr-CA" sz="1400" b="1" kern="1200">
                        <a:solidFill>
                          <a:srgbClr val="003EA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400" b="1" kern="1200">
                          <a:solidFill>
                            <a:srgbClr val="003EA5"/>
                          </a:solidFill>
                        </a:rPr>
                        <a:t>Critères</a:t>
                      </a:r>
                      <a:endParaRPr lang="fr-CA" sz="1400" b="1" kern="1200">
                        <a:solidFill>
                          <a:srgbClr val="003EA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fr-CA" sz="1400" b="1" kern="1200">
                          <a:solidFill>
                            <a:srgbClr val="003EA5"/>
                          </a:solidFill>
                        </a:rPr>
                        <a:t>Actions</a:t>
                      </a:r>
                      <a:endParaRPr lang="fr-CA" sz="1400" b="1" kern="1200">
                        <a:solidFill>
                          <a:srgbClr val="003EA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076" marR="91076" marT="45692" marB="45692" anchor="ctr"/>
                </a:tc>
                <a:extLst>
                  <a:ext uri="{0D108BD9-81ED-4DB2-BD59-A6C34878D82A}">
                    <a16:rowId xmlns:a16="http://schemas.microsoft.com/office/drawing/2014/main" val="3371505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400" b="1">
                          <a:solidFill>
                            <a:srgbClr val="003EA5"/>
                          </a:solidFill>
                        </a:rPr>
                        <a:t>P1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Bloquant pour la suite de l’exécution des essais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À régler immédiatement.</a:t>
                      </a:r>
                      <a:b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Passe devant toute autre tâche.</a:t>
                      </a:r>
                    </a:p>
                  </a:txBody>
                  <a:tcPr marL="91076" marR="91076" marT="45692" marB="45692" anchor="ctr"/>
                </a:tc>
                <a:extLst>
                  <a:ext uri="{0D108BD9-81ED-4DB2-BD59-A6C34878D82A}">
                    <a16:rowId xmlns:a16="http://schemas.microsoft.com/office/drawing/2014/main" val="1221368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400" b="1">
                          <a:solidFill>
                            <a:srgbClr val="003EA5"/>
                          </a:solidFill>
                        </a:rPr>
                        <a:t>P2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Bloquant ou ayant un impact important pour les opérations en production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Doit être corrigée avant la mise en production</a:t>
                      </a:r>
                    </a:p>
                  </a:txBody>
                  <a:tcPr marL="91076" marR="91076" marT="45692" marB="45692" anchor="ctr"/>
                </a:tc>
                <a:extLst>
                  <a:ext uri="{0D108BD9-81ED-4DB2-BD59-A6C34878D82A}">
                    <a16:rowId xmlns:a16="http://schemas.microsoft.com/office/drawing/2014/main" val="1080423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400" b="1">
                          <a:solidFill>
                            <a:srgbClr val="003EA5"/>
                          </a:solidFill>
                        </a:rPr>
                        <a:t>P3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Gênant, mais un contournement existe et est acceptable par l’équipe d’opération.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Doit être planifier pour une correction et une livraison subséquente</a:t>
                      </a:r>
                    </a:p>
                  </a:txBody>
                  <a:tcPr marL="91076" marR="91076" marT="45692" marB="45692" anchor="ctr"/>
                </a:tc>
                <a:extLst>
                  <a:ext uri="{0D108BD9-81ED-4DB2-BD59-A6C34878D82A}">
                    <a16:rowId xmlns:a16="http://schemas.microsoft.com/office/drawing/2014/main" val="4222599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400" b="1">
                          <a:solidFill>
                            <a:srgbClr val="003EA5"/>
                          </a:solidFill>
                        </a:rPr>
                        <a:t>P4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Améliorations souhaitables</a:t>
                      </a:r>
                    </a:p>
                  </a:txBody>
                  <a:tcPr marL="123825" marR="123825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Peut être étudié et planifier en dehors du projet</a:t>
                      </a:r>
                    </a:p>
                  </a:txBody>
                  <a:tcPr marL="91076" marR="91076" marT="45692" marB="45692" anchor="ctr"/>
                </a:tc>
                <a:extLst>
                  <a:ext uri="{0D108BD9-81ED-4DB2-BD59-A6C34878D82A}">
                    <a16:rowId xmlns:a16="http://schemas.microsoft.com/office/drawing/2014/main" val="2887802550"/>
                  </a:ext>
                </a:extLst>
              </a:tr>
            </a:tbl>
          </a:graphicData>
        </a:graphic>
      </p:graphicFrame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4C506B0-21D6-611F-C4FA-D79B68886C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0" y="133350"/>
            <a:ext cx="2286000" cy="4953000"/>
          </a:xfrm>
        </p:spPr>
        <p:txBody>
          <a:bodyPr anchor="b">
            <a:normAutofit/>
          </a:bodyPr>
          <a:lstStyle/>
          <a:p>
            <a:r>
              <a:rPr lang="fr-CA"/>
              <a:t>Grille de décision a utiliser par le PO et les SME pour évaluer la priorité des BUG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C20B2F3-4BEB-E66F-8A08-BC5CFD2C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422" y="133350"/>
            <a:ext cx="6322978" cy="533400"/>
          </a:xfrm>
        </p:spPr>
        <p:txBody>
          <a:bodyPr/>
          <a:lstStyle/>
          <a:p>
            <a:r>
              <a:rPr lang="fr-CA"/>
              <a:t>La gestion des Bugs</a:t>
            </a:r>
          </a:p>
        </p:txBody>
      </p:sp>
    </p:spTree>
    <p:extLst>
      <p:ext uri="{BB962C8B-B14F-4D97-AF65-F5344CB8AC3E}">
        <p14:creationId xmlns:p14="http://schemas.microsoft.com/office/powerpoint/2010/main" val="2343458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DBB4F-928A-2902-D9D5-12BA7662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Rencontre de Go </a:t>
            </a:r>
            <a:r>
              <a:rPr lang="fr-CA" err="1"/>
              <a:t>NoGo</a:t>
            </a:r>
            <a:r>
              <a:rPr lang="fr-CA"/>
              <a:t> pour les MEP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EA6163-C5D3-643A-C50F-8B435A10E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96230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B26D4F7-C5AC-705C-B1D0-B4A372646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r-CA"/>
              <a:t>Tous les essais doivent être exécuté (fail ou </a:t>
            </a:r>
            <a:r>
              <a:rPr lang="fr-CA" err="1"/>
              <a:t>pass</a:t>
            </a:r>
            <a:r>
              <a:rPr lang="fr-CA"/>
              <a:t>) et documenté dans DevOps avec leurs preuves d'essais.</a:t>
            </a:r>
          </a:p>
          <a:p>
            <a:pPr marL="457200" indent="-457200">
              <a:buFont typeface="+mj-lt"/>
              <a:buAutoNum type="arabicPeriod"/>
            </a:pPr>
            <a:r>
              <a:rPr lang="fr-CA"/>
              <a:t>Les essais fail doivent tous avoir un bug documenté et priorisé suivant la grille de la chaine de valeur.</a:t>
            </a:r>
          </a:p>
          <a:p>
            <a:pPr marL="457200" indent="-457200">
              <a:buFont typeface="+mj-lt"/>
              <a:buAutoNum type="arabicPeriod"/>
            </a:pPr>
            <a:r>
              <a:rPr lang="fr-CA"/>
              <a:t>Les bug P1, P2 sont tous corrigés, testé et clos</a:t>
            </a:r>
          </a:p>
          <a:p>
            <a:pPr marL="457200" indent="-457200">
              <a:buFont typeface="+mj-lt"/>
              <a:buAutoNum type="arabicPeriod"/>
            </a:pPr>
            <a:r>
              <a:rPr lang="fr-CA"/>
              <a:t>Les bug P3 et P4 sont présentés et acceptés par les utilisateurs et dans le </a:t>
            </a:r>
            <a:r>
              <a:rPr lang="fr-CA" err="1"/>
              <a:t>backlog</a:t>
            </a:r>
            <a:r>
              <a:rPr lang="fr-CA"/>
              <a:t>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781AAC-DB4E-8ABE-8E4D-0A03971A0E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A"/>
              <a:t>Change ServiceNow </a:t>
            </a:r>
          </a:p>
          <a:p>
            <a:r>
              <a:rPr lang="fr-CA"/>
              <a:t>Approbation affaires?</a:t>
            </a:r>
          </a:p>
          <a:p>
            <a:r>
              <a:rPr lang="fr-CA"/>
              <a:t>Ou gardons trace des Go </a:t>
            </a:r>
            <a:r>
              <a:rPr lang="fr-CA" err="1"/>
              <a:t>NoGo</a:t>
            </a:r>
            <a:r>
              <a:rPr lang="fr-CA"/>
              <a:t>?</a:t>
            </a:r>
          </a:p>
          <a:p>
            <a:endParaRPr lang="fr-CA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1EC1D-A1C3-C81A-ED87-477D6D64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Go </a:t>
            </a:r>
            <a:r>
              <a:rPr lang="fr-CA" err="1"/>
              <a:t>NoGo</a:t>
            </a:r>
            <a:r>
              <a:rPr lang="fr-CA"/>
              <a:t> pour les MEP</a:t>
            </a:r>
          </a:p>
        </p:txBody>
      </p:sp>
    </p:spTree>
    <p:extLst>
      <p:ext uri="{BB962C8B-B14F-4D97-AF65-F5344CB8AC3E}">
        <p14:creationId xmlns:p14="http://schemas.microsoft.com/office/powerpoint/2010/main" val="1526757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D537C-28FE-3D05-CACA-6347A37CD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0FB77FC-682A-3BFE-21EE-60661FE8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993775"/>
          </a:xfrm>
        </p:spPr>
        <p:txBody>
          <a:bodyPr/>
          <a:lstStyle/>
          <a:p>
            <a:r>
              <a:rPr lang="fr-CA"/>
              <a:t>Rappel échéancier R1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548EDFB-B1DD-837A-D013-43192DEE4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7413"/>
            <a:ext cx="9144000" cy="2448674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9F95548A-0FD0-C69B-AB19-C4D5BDC3E0A7}"/>
              </a:ext>
            </a:extLst>
          </p:cNvPr>
          <p:cNvCxnSpPr>
            <a:cxnSpLocks/>
          </p:cNvCxnSpPr>
          <p:nvPr/>
        </p:nvCxnSpPr>
        <p:spPr>
          <a:xfrm>
            <a:off x="4514850" y="2269332"/>
            <a:ext cx="0" cy="16240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ECE44B0C-2B3F-4C32-2FCE-26A752DD96F1}"/>
              </a:ext>
            </a:extLst>
          </p:cNvPr>
          <p:cNvSpPr/>
          <p:nvPr/>
        </p:nvSpPr>
        <p:spPr>
          <a:xfrm rot="19916847">
            <a:off x="4362451" y="3932824"/>
            <a:ext cx="195263" cy="109538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699F60D-4DA5-B938-F669-6D1A962930B6}"/>
              </a:ext>
            </a:extLst>
          </p:cNvPr>
          <p:cNvSpPr txBox="1"/>
          <p:nvPr/>
        </p:nvSpPr>
        <p:spPr>
          <a:xfrm>
            <a:off x="3788410" y="4005104"/>
            <a:ext cx="1452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>
                <a:solidFill>
                  <a:schemeClr val="accent5">
                    <a:lumMod val="50000"/>
                  </a:schemeClr>
                </a:solidFill>
              </a:rPr>
              <a:t>Nous sommes ici</a:t>
            </a:r>
          </a:p>
        </p:txBody>
      </p:sp>
    </p:spTree>
    <p:extLst>
      <p:ext uri="{BB962C8B-B14F-4D97-AF65-F5344CB8AC3E}">
        <p14:creationId xmlns:p14="http://schemas.microsoft.com/office/powerpoint/2010/main" val="22822717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Conception personnalisée">
  <a:themeElements>
    <a:clrScheme name="iA">
      <a:dk1>
        <a:srgbClr val="003DA5"/>
      </a:dk1>
      <a:lt1>
        <a:srgbClr val="FFFFFF"/>
      </a:lt1>
      <a:dk2>
        <a:srgbClr val="7C878E"/>
      </a:dk2>
      <a:lt2>
        <a:srgbClr val="FFFFFF"/>
      </a:lt2>
      <a:accent1>
        <a:srgbClr val="B6B8DC"/>
      </a:accent1>
      <a:accent2>
        <a:srgbClr val="99D6EA"/>
      </a:accent2>
      <a:accent3>
        <a:srgbClr val="EBE49A"/>
      </a:accent3>
      <a:accent4>
        <a:srgbClr val="B9DCD2"/>
      </a:accent4>
      <a:accent5>
        <a:srgbClr val="FF585D"/>
      </a:accent5>
      <a:accent6>
        <a:srgbClr val="DBDE70"/>
      </a:accent6>
      <a:hlink>
        <a:srgbClr val="003DA5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0B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ccdaeb6-5c34-4b07-a10a-0f75b6699d81" xsi:nil="true"/>
    <lcf76f155ced4ddcb4097134ff3c332f xmlns="d839c6eb-e223-487d-9639-f8591947363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B6BA656C419D4EBA49D1474C2D5157" ma:contentTypeVersion="11" ma:contentTypeDescription="Crée un document." ma:contentTypeScope="" ma:versionID="b22b3951fd8f36d08077f045f88c7257">
  <xsd:schema xmlns:xsd="http://www.w3.org/2001/XMLSchema" xmlns:xs="http://www.w3.org/2001/XMLSchema" xmlns:p="http://schemas.microsoft.com/office/2006/metadata/properties" xmlns:ns2="d839c6eb-e223-487d-9639-f85919473635" xmlns:ns3="accdaeb6-5c34-4b07-a10a-0f75b6699d81" targetNamespace="http://schemas.microsoft.com/office/2006/metadata/properties" ma:root="true" ma:fieldsID="8c22017ce363574e2194755fe764436d" ns2:_="" ns3:_="">
    <xsd:import namespace="d839c6eb-e223-487d-9639-f85919473635"/>
    <xsd:import namespace="accdaeb6-5c34-4b07-a10a-0f75b6699d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39c6eb-e223-487d-9639-f859194736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9c3984d-6c88-459e-875d-1e42fc5375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cdaeb6-5c34-4b07-a10a-0f75b6699d8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717f542-0037-42e1-8fe3-7314c1a4aacc}" ma:internalName="TaxCatchAll" ma:showField="CatchAllData" ma:web="accdaeb6-5c34-4b07-a10a-0f75b6699d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8781F1-95F6-4CE8-AA96-B7177165E238}">
  <ds:schemaRefs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dcmitype/"/>
    <ds:schemaRef ds:uri="d839c6eb-e223-487d-9639-f85919473635"/>
    <ds:schemaRef ds:uri="http://purl.org/dc/elements/1.1/"/>
    <ds:schemaRef ds:uri="http://schemas.microsoft.com/office/infopath/2007/PartnerControls"/>
    <ds:schemaRef ds:uri="accdaeb6-5c34-4b07-a10a-0f75b6699d8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A10D8C6-718B-4A5F-AF73-775BB072DA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E045B5-D727-49B0-8FE5-B1996DD1CB92}">
  <ds:schemaRefs>
    <ds:schemaRef ds:uri="accdaeb6-5c34-4b07-a10a-0f75b6699d81"/>
    <ds:schemaRef ds:uri="d839c6eb-e223-487d-9639-f859194736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1784</Words>
  <Application>Microsoft Office PowerPoint</Application>
  <PresentationFormat>Affichage à l'écran (16:9)</PresentationFormat>
  <Paragraphs>307</Paragraphs>
  <Slides>21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21</vt:i4>
      </vt:variant>
    </vt:vector>
  </HeadingPairs>
  <TitlesOfParts>
    <vt:vector size="34" baseType="lpstr">
      <vt:lpstr>-apple-system</vt:lpstr>
      <vt:lpstr>Aptos</vt:lpstr>
      <vt:lpstr>Aptos Display</vt:lpstr>
      <vt:lpstr>Arial</vt:lpstr>
      <vt:lpstr>ArialMT</vt:lpstr>
      <vt:lpstr>Calibri</vt:lpstr>
      <vt:lpstr>Calibri Light</vt:lpstr>
      <vt:lpstr>Courier New</vt:lpstr>
      <vt:lpstr>Helvetica</vt:lpstr>
      <vt:lpstr>Wingdings</vt:lpstr>
      <vt:lpstr>Conception personnalisée</vt:lpstr>
      <vt:lpstr>Thème Office</vt:lpstr>
      <vt:lpstr>1_Thème Office</vt:lpstr>
      <vt:lpstr>Kickoff des essais d'acceptation</vt:lpstr>
      <vt:lpstr>Démarrage des essais d’acceptation de bout en bout</vt:lpstr>
      <vt:lpstr>Objectifs</vt:lpstr>
      <vt:lpstr>R1 – GO NOGO SIT</vt:lpstr>
      <vt:lpstr>Présentation PowerPoint</vt:lpstr>
      <vt:lpstr>Calendrier à haut niveau</vt:lpstr>
      <vt:lpstr>Mode de fonctionnement</vt:lpstr>
      <vt:lpstr>Support aux essais</vt:lpstr>
      <vt:lpstr>Périmètre de la livraison – Haut Niveau</vt:lpstr>
      <vt:lpstr>L’environnement</vt:lpstr>
      <vt:lpstr>Suivi et tableau de bord</vt:lpstr>
      <vt:lpstr>Plan de test</vt:lpstr>
      <vt:lpstr>Guide de formation</vt:lpstr>
      <vt:lpstr>MERCI</vt:lpstr>
      <vt:lpstr>Rencontre de suivi journalier</vt:lpstr>
      <vt:lpstr>Processus standard de gestion des bogues</vt:lpstr>
      <vt:lpstr>Suivi et tableau de bord</vt:lpstr>
      <vt:lpstr>La gestion des Bugs</vt:lpstr>
      <vt:lpstr>Rencontre de Go NoGo pour les MEP</vt:lpstr>
      <vt:lpstr>Go NoGo pour les MEP</vt:lpstr>
      <vt:lpstr>Rappel échéancier R1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Harrison, Steve</dc:creator>
  <cp:lastModifiedBy>Cosials, Benoit</cp:lastModifiedBy>
  <cp:revision>1</cp:revision>
  <cp:lastPrinted>2018-10-04T16:54:43Z</cp:lastPrinted>
  <dcterms:created xsi:type="dcterms:W3CDTF">2006-08-16T00:00:00Z</dcterms:created>
  <dcterms:modified xsi:type="dcterms:W3CDTF">2026-02-06T17:55:28Z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0x0101009AB6BA656C419D4EBA49D1474C2D5157</vt:lpwstr>
  </property>
  <property fmtid="{D5CDD505-2E9C-101B-9397-08002B2CF9AE}" pid="3" name="MediaServiceImageTags">
    <vt:lpwstr/>
  </property>
</Properties>
</file>