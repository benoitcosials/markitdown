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1.xml" ContentType="application/vnd.openxmlformats-officedocument.themeOverr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3.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4.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7.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0.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21.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2.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23.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4.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5.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6.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27.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handoutMasterIdLst>
    <p:handoutMasterId r:id="rId39"/>
  </p:handoutMasterIdLst>
  <p:sldIdLst>
    <p:sldId id="260" r:id="rId5"/>
    <p:sldId id="386" r:id="rId6"/>
    <p:sldId id="11087" r:id="rId7"/>
    <p:sldId id="274" r:id="rId8"/>
    <p:sldId id="11064" r:id="rId9"/>
    <p:sldId id="11061" r:id="rId10"/>
    <p:sldId id="11030" r:id="rId11"/>
    <p:sldId id="400" r:id="rId12"/>
    <p:sldId id="11053" r:id="rId13"/>
    <p:sldId id="11062" r:id="rId14"/>
    <p:sldId id="10991" r:id="rId15"/>
    <p:sldId id="11066" r:id="rId16"/>
    <p:sldId id="11067" r:id="rId17"/>
    <p:sldId id="11054" r:id="rId18"/>
    <p:sldId id="11072" r:id="rId19"/>
    <p:sldId id="11076" r:id="rId20"/>
    <p:sldId id="11073" r:id="rId21"/>
    <p:sldId id="11055" r:id="rId22"/>
    <p:sldId id="11089" r:id="rId23"/>
    <p:sldId id="11069" r:id="rId24"/>
    <p:sldId id="11070" r:id="rId25"/>
    <p:sldId id="11083" r:id="rId26"/>
    <p:sldId id="11077" r:id="rId27"/>
    <p:sldId id="11099" r:id="rId28"/>
    <p:sldId id="11091" r:id="rId29"/>
    <p:sldId id="11056" r:id="rId30"/>
    <p:sldId id="11085" r:id="rId31"/>
    <p:sldId id="11101" r:id="rId32"/>
    <p:sldId id="11078" r:id="rId33"/>
    <p:sldId id="11097" r:id="rId34"/>
    <p:sldId id="11096" r:id="rId35"/>
    <p:sldId id="11086" r:id="rId36"/>
    <p:sldId id="11102" r:id="rId37"/>
  </p:sldIdLst>
  <p:sldSz cx="9144000" cy="5143500" type="screen16x9"/>
  <p:notesSz cx="6858000" cy="9144000"/>
  <p:defaultTex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E00F304-0376-4078-B9D2-74560156F860}">
          <p14:sldIdLst>
            <p14:sldId id="260"/>
            <p14:sldId id="386"/>
            <p14:sldId id="11087"/>
            <p14:sldId id="274"/>
            <p14:sldId id="11064"/>
            <p14:sldId id="11061"/>
            <p14:sldId id="11030"/>
            <p14:sldId id="400"/>
            <p14:sldId id="11053"/>
            <p14:sldId id="11062"/>
            <p14:sldId id="10991"/>
            <p14:sldId id="11066"/>
            <p14:sldId id="11067"/>
            <p14:sldId id="11054"/>
            <p14:sldId id="11072"/>
            <p14:sldId id="11076"/>
            <p14:sldId id="11073"/>
            <p14:sldId id="11055"/>
            <p14:sldId id="11089"/>
            <p14:sldId id="11069"/>
            <p14:sldId id="11070"/>
            <p14:sldId id="11083"/>
            <p14:sldId id="11077"/>
            <p14:sldId id="11099"/>
            <p14:sldId id="11091"/>
            <p14:sldId id="11056"/>
            <p14:sldId id="11085"/>
            <p14:sldId id="11101"/>
            <p14:sldId id="11078"/>
            <p14:sldId id="11097"/>
            <p14:sldId id="11096"/>
            <p14:sldId id="11086"/>
            <p14:sldId id="11102"/>
          </p14:sldIdLst>
        </p14:section>
      </p14:sectionLst>
    </p:ext>
    <p:ext uri="{EFAFB233-063F-42B5-8137-9DF3F51BA10A}">
      <p15:sldGuideLst xmlns:p15="http://schemas.microsoft.com/office/powerpoint/2012/main">
        <p15:guide id="2" orient="horz" pos="1620">
          <p15:clr>
            <a:srgbClr val="A4A3A4"/>
          </p15:clr>
        </p15:guide>
        <p15:guide id="3"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B83600F-597F-E7EA-491A-2E2FD15B1443}" name="Roberge, Jonathan" initials="RJ" userId="S::jonathan.roberge@ia.ca::fecd99ab-6c03-4b64-9c2e-f392e3fdb29f" providerId="AD"/>
  <p188:author id="{9971A41E-D707-8B6A-1D81-EA26D0B9F990}" name="Cosials, Benoit" initials="BC" userId="S::benoit.cosials@ia.ca::55eb508c-1f17-412e-9f09-1d82eedc926e" providerId="AD"/>
  <p188:author id="{F4A25222-7D29-7B53-FDAF-DD9383DDDF4D}" name="Garnier, Stéphane" initials="SG" userId="S::stephane.garnier@ia.ca::378c0880-ddc3-447e-82c3-7c56ecf4d8fb" providerId="AD"/>
  <p188:author id="{76A74763-6702-B22C-3605-B0FE69A44843}" name="Roberge, Jonathan" initials="JR" userId="S::Jonathan.Roberge@ia.ca::fecd99ab-6c03-4b64-9c2e-f392e3fdb29f" providerId="AD"/>
  <p188:author id="{47A19BC1-0271-F16A-D0C4-48EF16702455}" name="CFB" initials="CF" userId="CFB" providerId="None"/>
  <p188:author id="{A0685AD1-0E38-86C2-346B-62B768379081}" name="El Aida, Sahar" initials="SE" userId="S::Sahar.El-Aida@ia.ca::526dd283-fc76-4b4e-ba15-c7e70e60317c" providerId="AD"/>
  <p188:author id="{2EAA03FB-D9E4-CE95-FEC5-D3F018770C79}" name="Jedidi, Meriem" initials="MJ" userId="S::Meriem.Jedidi@ia.ca::131ae71b-d444-4fcc-b5a8-c85daee79ee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EFECA"/>
    <a:srgbClr val="E98E09"/>
    <a:srgbClr val="064DD9"/>
    <a:srgbClr val="FBFDFF"/>
    <a:srgbClr val="F7FCFF"/>
    <a:srgbClr val="F3FAFF"/>
    <a:srgbClr val="FFFFFF"/>
    <a:srgbClr val="F1F9FF"/>
    <a:srgbClr val="EFF0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96973-FAA6-44EE-A30C-00651E410665}" v="769" dt="2026-02-05T19:06:30.564"/>
    <p1510:client id="{753CB2DC-C9BD-4831-B2D3-035899AC0130}" v="1345" dt="2026-02-05T18:51:38.148"/>
    <p1510:client id="{B2A21E0D-2E8E-48CC-811F-3DE14B7A353D}" v="312" dt="2026-02-05T19:50:48.33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sials, Benoit" userId="55eb508c-1f17-412e-9f09-1d82eedc926e" providerId="ADAL" clId="{F4B5339F-8433-4524-BE7C-91EA99F58C5B}"/>
    <pc:docChg chg="undo redo custSel addSld delSld modSld sldOrd delMainMaster modSection">
      <pc:chgData name="Cosials, Benoit" userId="55eb508c-1f17-412e-9f09-1d82eedc926e" providerId="ADAL" clId="{F4B5339F-8433-4524-BE7C-91EA99F58C5B}" dt="2026-01-20T18:15:01.108" v="13100" actId="20577"/>
      <pc:docMkLst>
        <pc:docMk/>
      </pc:docMkLst>
      <pc:sldChg chg="addSp delSp modSp mod chgLayout">
        <pc:chgData name="Cosials, Benoit" userId="55eb508c-1f17-412e-9f09-1d82eedc926e" providerId="ADAL" clId="{F4B5339F-8433-4524-BE7C-91EA99F58C5B}" dt="2026-01-05T18:06:13.089" v="10232" actId="20577"/>
        <pc:sldMkLst>
          <pc:docMk/>
          <pc:sldMk cId="369440510" sldId="386"/>
        </pc:sldMkLst>
        <pc:spChg chg="mod ord">
          <ac:chgData name="Cosials, Benoit" userId="55eb508c-1f17-412e-9f09-1d82eedc926e" providerId="ADAL" clId="{F4B5339F-8433-4524-BE7C-91EA99F58C5B}" dt="2026-01-05T18:06:13.089" v="10232" actId="20577"/>
          <ac:spMkLst>
            <pc:docMk/>
            <pc:sldMk cId="369440510" sldId="386"/>
            <ac:spMk id="3" creationId="{5FAB4513-ED0F-B90F-C44C-EBFBC5ABDD3E}"/>
          </ac:spMkLst>
        </pc:spChg>
      </pc:sldChg>
      <pc:sldChg chg="modSp add mod ord">
        <pc:chgData name="Cosials, Benoit" userId="55eb508c-1f17-412e-9f09-1d82eedc926e" providerId="ADAL" clId="{F4B5339F-8433-4524-BE7C-91EA99F58C5B}" dt="2026-01-05T16:06:00.742" v="9571"/>
        <pc:sldMkLst>
          <pc:docMk/>
          <pc:sldMk cId="1072872369" sldId="10991"/>
        </pc:sldMkLst>
      </pc:sldChg>
      <pc:sldChg chg="modSp add mod ord chgLayout">
        <pc:chgData name="Cosials, Benoit" userId="55eb508c-1f17-412e-9f09-1d82eedc926e" providerId="ADAL" clId="{F4B5339F-8433-4524-BE7C-91EA99F58C5B}" dt="2026-01-05T16:10:23.793" v="9634"/>
        <pc:sldMkLst>
          <pc:docMk/>
          <pc:sldMk cId="232111325" sldId="11053"/>
        </pc:sldMkLst>
      </pc:sldChg>
      <pc:sldChg chg="addSp delSp modSp new mod ord modNotesTx">
        <pc:chgData name="Cosials, Benoit" userId="55eb508c-1f17-412e-9f09-1d82eedc926e" providerId="ADAL" clId="{F4B5339F-8433-4524-BE7C-91EA99F58C5B}" dt="2026-01-05T16:05:42.935" v="9569" actId="113"/>
        <pc:sldMkLst>
          <pc:docMk/>
          <pc:sldMk cId="2150560523" sldId="11062"/>
        </pc:sldMkLst>
        <pc:spChg chg="mod">
          <ac:chgData name="Cosials, Benoit" userId="55eb508c-1f17-412e-9f09-1d82eedc926e" providerId="ADAL" clId="{F4B5339F-8433-4524-BE7C-91EA99F58C5B}" dt="2026-01-05T15:58:23.220" v="9268" actId="20577"/>
          <ac:spMkLst>
            <pc:docMk/>
            <pc:sldMk cId="2150560523" sldId="11062"/>
            <ac:spMk id="2" creationId="{A79EF586-E128-F42F-D0F8-8B5578C6E2ED}"/>
          </ac:spMkLst>
        </pc:spChg>
        <pc:graphicFrameChg chg="add del mod ord modGraphic">
          <ac:chgData name="Cosials, Benoit" userId="55eb508c-1f17-412e-9f09-1d82eedc926e" providerId="ADAL" clId="{F4B5339F-8433-4524-BE7C-91EA99F58C5B}" dt="2026-01-05T16:02:17.329" v="9447" actId="20577"/>
          <ac:graphicFrameMkLst>
            <pc:docMk/>
            <pc:sldMk cId="2150560523" sldId="11062"/>
            <ac:graphicFrameMk id="5" creationId="{700245F8-B481-21C1-8F96-D324899CB763}"/>
          </ac:graphicFrameMkLst>
        </pc:graphicFrameChg>
      </pc:sldChg>
      <pc:sldChg chg="addSp delSp modSp new mod ord">
        <pc:chgData name="Cosials, Benoit" userId="55eb508c-1f17-412e-9f09-1d82eedc926e" providerId="ADAL" clId="{F4B5339F-8433-4524-BE7C-91EA99F58C5B}" dt="2026-01-19T20:19:31.152" v="12843" actId="313"/>
        <pc:sldMkLst>
          <pc:docMk/>
          <pc:sldMk cId="120319529" sldId="11065"/>
        </pc:sldMkLst>
        <pc:spChg chg="mod">
          <ac:chgData name="Cosials, Benoit" userId="55eb508c-1f17-412e-9f09-1d82eedc926e" providerId="ADAL" clId="{F4B5339F-8433-4524-BE7C-91EA99F58C5B}" dt="2026-01-05T15:54:09.375" v="8869" actId="20577"/>
          <ac:spMkLst>
            <pc:docMk/>
            <pc:sldMk cId="120319529" sldId="11065"/>
            <ac:spMk id="2" creationId="{D9626143-2033-C867-2F01-127484E05534}"/>
          </ac:spMkLst>
        </pc:spChg>
        <pc:graphicFrameChg chg="add mod modGraphic">
          <ac:chgData name="Cosials, Benoit" userId="55eb508c-1f17-412e-9f09-1d82eedc926e" providerId="ADAL" clId="{F4B5339F-8433-4524-BE7C-91EA99F58C5B}" dt="2026-01-19T20:19:31.152" v="12843" actId="313"/>
          <ac:graphicFrameMkLst>
            <pc:docMk/>
            <pc:sldMk cId="120319529" sldId="11065"/>
            <ac:graphicFrameMk id="5" creationId="{A6DA6C69-E2FC-6A2C-CA54-B1D7B3FFB297}"/>
          </ac:graphicFrameMkLst>
        </pc:graphicFrameChg>
      </pc:sldChg>
      <pc:sldChg chg="addSp delSp modSp new mod ord chgLayout modNotesTx">
        <pc:chgData name="Cosials, Benoit" userId="55eb508c-1f17-412e-9f09-1d82eedc926e" providerId="ADAL" clId="{F4B5339F-8433-4524-BE7C-91EA99F58C5B}" dt="2026-01-20T18:15:01.108" v="13100" actId="20577"/>
        <pc:sldMkLst>
          <pc:docMk/>
          <pc:sldMk cId="465084981" sldId="11066"/>
        </pc:sldMkLst>
        <pc:graphicFrameChg chg="add mod modGraphic">
          <ac:chgData name="Cosials, Benoit" userId="55eb508c-1f17-412e-9f09-1d82eedc926e" providerId="ADAL" clId="{F4B5339F-8433-4524-BE7C-91EA99F58C5B}" dt="2026-01-20T18:15:01.108" v="13100" actId="20577"/>
          <ac:graphicFrameMkLst>
            <pc:docMk/>
            <pc:sldMk cId="465084981" sldId="11066"/>
            <ac:graphicFrameMk id="7" creationId="{EAEF6713-43E4-5010-9F11-BCCE34B0423B}"/>
          </ac:graphicFrameMkLst>
        </pc:graphicFrameChg>
      </pc:sldChg>
      <pc:sldChg chg="addSp delSp modSp new mod ord chgLayout">
        <pc:chgData name="Cosials, Benoit" userId="55eb508c-1f17-412e-9f09-1d82eedc926e" providerId="ADAL" clId="{F4B5339F-8433-4524-BE7C-91EA99F58C5B}" dt="2026-01-19T20:34:53.528" v="12909"/>
        <pc:sldMkLst>
          <pc:docMk/>
          <pc:sldMk cId="179711209" sldId="11067"/>
        </pc:sldMkLst>
        <pc:spChg chg="mod ord">
          <ac:chgData name="Cosials, Benoit" userId="55eb508c-1f17-412e-9f09-1d82eedc926e" providerId="ADAL" clId="{F4B5339F-8433-4524-BE7C-91EA99F58C5B}" dt="2026-01-05T16:12:27.017" v="9704" actId="6264"/>
          <ac:spMkLst>
            <pc:docMk/>
            <pc:sldMk cId="179711209" sldId="11067"/>
            <ac:spMk id="2" creationId="{0A412580-769C-92D6-62F4-0210ABDC0D46}"/>
          </ac:spMkLst>
        </pc:spChg>
        <pc:spChg chg="mod ord">
          <ac:chgData name="Cosials, Benoit" userId="55eb508c-1f17-412e-9f09-1d82eedc926e" providerId="ADAL" clId="{F4B5339F-8433-4524-BE7C-91EA99F58C5B}" dt="2026-01-05T16:12:27.017" v="9704" actId="6264"/>
          <ac:spMkLst>
            <pc:docMk/>
            <pc:sldMk cId="179711209" sldId="11067"/>
            <ac:spMk id="4" creationId="{4CA12769-34FD-1712-462E-23796252AB88}"/>
          </ac:spMkLst>
        </pc:spChg>
        <pc:graphicFrameChg chg="add mod ord modGraphic">
          <ac:chgData name="Cosials, Benoit" userId="55eb508c-1f17-412e-9f09-1d82eedc926e" providerId="ADAL" clId="{F4B5339F-8433-4524-BE7C-91EA99F58C5B}" dt="2026-01-19T20:34:53.528" v="12909"/>
          <ac:graphicFrameMkLst>
            <pc:docMk/>
            <pc:sldMk cId="179711209" sldId="11067"/>
            <ac:graphicFrameMk id="5" creationId="{BBE28D1D-46C4-2FCF-AF5D-789B6D5021D7}"/>
          </ac:graphicFrameMkLst>
        </pc:graphicFrameChg>
      </pc:sldChg>
      <pc:sldChg chg="addSp delSp modSp add mod modClrScheme chgLayout">
        <pc:chgData name="Cosials, Benoit" userId="55eb508c-1f17-412e-9f09-1d82eedc926e" providerId="ADAL" clId="{F4B5339F-8433-4524-BE7C-91EA99F58C5B}" dt="2026-01-05T17:14:37.848" v="10224" actId="113"/>
        <pc:sldMkLst>
          <pc:docMk/>
          <pc:sldMk cId="2544001977" sldId="11069"/>
        </pc:sldMkLst>
        <pc:spChg chg="mod ord">
          <ac:chgData name="Cosials, Benoit" userId="55eb508c-1f17-412e-9f09-1d82eedc926e" providerId="ADAL" clId="{F4B5339F-8433-4524-BE7C-91EA99F58C5B}" dt="2026-01-05T16:29:35.967" v="10146" actId="14100"/>
          <ac:spMkLst>
            <pc:docMk/>
            <pc:sldMk cId="2544001977" sldId="11069"/>
            <ac:spMk id="2" creationId="{B4210331-341B-7899-BBAB-602763124724}"/>
          </ac:spMkLst>
        </pc:spChg>
        <pc:spChg chg="add del mod ord">
          <ac:chgData name="Cosials, Benoit" userId="55eb508c-1f17-412e-9f09-1d82eedc926e" providerId="ADAL" clId="{F4B5339F-8433-4524-BE7C-91EA99F58C5B}" dt="2026-01-05T17:14:37.848" v="10224" actId="113"/>
          <ac:spMkLst>
            <pc:docMk/>
            <pc:sldMk cId="2544001977" sldId="11069"/>
            <ac:spMk id="64" creationId="{AAC482C8-DD86-8142-A2F5-88B1CFCA9961}"/>
          </ac:spMkLst>
        </pc:spChg>
      </pc:sldChg>
      <pc:sldChg chg="addSp delSp modSp new mod ord">
        <pc:chgData name="Cosials, Benoit" userId="55eb508c-1f17-412e-9f09-1d82eedc926e" providerId="ADAL" clId="{F4B5339F-8433-4524-BE7C-91EA99F58C5B}" dt="2026-01-19T20:48:08.875" v="12924" actId="20577"/>
        <pc:sldMkLst>
          <pc:docMk/>
          <pc:sldMk cId="4201679658" sldId="11070"/>
        </pc:sldMkLst>
        <pc:graphicFrameChg chg="modGraphic">
          <ac:chgData name="Cosials, Benoit" userId="55eb508c-1f17-412e-9f09-1d82eedc926e" providerId="ADAL" clId="{F4B5339F-8433-4524-BE7C-91EA99F58C5B}" dt="2026-01-19T20:48:08.875" v="12924" actId="20577"/>
          <ac:graphicFrameMkLst>
            <pc:docMk/>
            <pc:sldMk cId="4201679658" sldId="11070"/>
            <ac:graphicFrameMk id="6" creationId="{7C276766-34BD-02C5-F441-841C5813D8E6}"/>
          </ac:graphicFrameMkLst>
        </pc:graphicFrameChg>
      </pc:sldChg>
      <pc:sldChg chg="addSp delSp modSp new mod modShow chgLayout">
        <pc:chgData name="Cosials, Benoit" userId="55eb508c-1f17-412e-9f09-1d82eedc926e" providerId="ADAL" clId="{F4B5339F-8433-4524-BE7C-91EA99F58C5B}" dt="2026-01-06T17:54:15.483" v="10917" actId="729"/>
        <pc:sldMkLst>
          <pc:docMk/>
          <pc:sldMk cId="110842092" sldId="11072"/>
        </pc:sldMkLst>
        <pc:spChg chg="mod ord">
          <ac:chgData name="Cosials, Benoit" userId="55eb508c-1f17-412e-9f09-1d82eedc926e" providerId="ADAL" clId="{F4B5339F-8433-4524-BE7C-91EA99F58C5B}" dt="2026-01-05T16:21:29.047" v="9940" actId="6264"/>
          <ac:spMkLst>
            <pc:docMk/>
            <pc:sldMk cId="110842092" sldId="11072"/>
            <ac:spMk id="2" creationId="{E30F80D5-4DC7-4727-2B66-EAC71817AAD4}"/>
          </ac:spMkLst>
        </pc:spChg>
        <pc:spChg chg="mod ord">
          <ac:chgData name="Cosials, Benoit" userId="55eb508c-1f17-412e-9f09-1d82eedc926e" providerId="ADAL" clId="{F4B5339F-8433-4524-BE7C-91EA99F58C5B}" dt="2026-01-05T16:25:56.633" v="10056" actId="6549"/>
          <ac:spMkLst>
            <pc:docMk/>
            <pc:sldMk cId="110842092" sldId="11072"/>
            <ac:spMk id="3" creationId="{E7E631E3-F435-588B-839B-1F1986D49F11}"/>
          </ac:spMkLst>
        </pc:spChg>
        <pc:spChg chg="mod ord">
          <ac:chgData name="Cosials, Benoit" userId="55eb508c-1f17-412e-9f09-1d82eedc926e" providerId="ADAL" clId="{F4B5339F-8433-4524-BE7C-91EA99F58C5B}" dt="2026-01-05T16:21:29.047" v="9940" actId="6264"/>
          <ac:spMkLst>
            <pc:docMk/>
            <pc:sldMk cId="110842092" sldId="11072"/>
            <ac:spMk id="4" creationId="{EEE5CFEE-E692-7D77-40ED-38C3C3C62126}"/>
          </ac:spMkLst>
        </pc:spChg>
      </pc:sldChg>
      <pc:sldChg chg="addSp modSp add mod modShow">
        <pc:chgData name="Cosials, Benoit" userId="55eb508c-1f17-412e-9f09-1d82eedc926e" providerId="ADAL" clId="{F4B5339F-8433-4524-BE7C-91EA99F58C5B}" dt="2026-01-06T17:54:19.147" v="10918" actId="729"/>
        <pc:sldMkLst>
          <pc:docMk/>
          <pc:sldMk cId="3346955385" sldId="11074"/>
        </pc:sldMkLst>
        <pc:spChg chg="mod">
          <ac:chgData name="Cosials, Benoit" userId="55eb508c-1f17-412e-9f09-1d82eedc926e" providerId="ADAL" clId="{F4B5339F-8433-4524-BE7C-91EA99F58C5B}" dt="2026-01-05T16:19:40.430" v="9900" actId="20577"/>
          <ac:spMkLst>
            <pc:docMk/>
            <pc:sldMk cId="3346955385" sldId="11074"/>
            <ac:spMk id="3" creationId="{6ED8C324-FC7F-743C-07D1-EB801A75C5BC}"/>
          </ac:spMkLst>
        </pc:spChg>
      </pc:sldChg>
      <pc:sldChg chg="addSp delSp modSp add mod ord">
        <pc:chgData name="Cosials, Benoit" userId="55eb508c-1f17-412e-9f09-1d82eedc926e" providerId="ADAL" clId="{F4B5339F-8433-4524-BE7C-91EA99F58C5B}" dt="2026-01-06T14:19:17.849" v="10234"/>
        <pc:sldMkLst>
          <pc:docMk/>
          <pc:sldMk cId="692365527" sldId="11077"/>
        </pc:sldMkLst>
        <pc:spChg chg="mod">
          <ac:chgData name="Cosials, Benoit" userId="55eb508c-1f17-412e-9f09-1d82eedc926e" providerId="ADAL" clId="{F4B5339F-8433-4524-BE7C-91EA99F58C5B}" dt="2026-01-05T16:26:25.129" v="10077" actId="6549"/>
          <ac:spMkLst>
            <pc:docMk/>
            <pc:sldMk cId="692365527" sldId="11077"/>
            <ac:spMk id="4" creationId="{543AACFA-FCD8-A81A-8B55-131A8F219748}"/>
          </ac:spMkLst>
        </pc:spChg>
        <pc:spChg chg="add mod">
          <ac:chgData name="Cosials, Benoit" userId="55eb508c-1f17-412e-9f09-1d82eedc926e" providerId="ADAL" clId="{F4B5339F-8433-4524-BE7C-91EA99F58C5B}" dt="2026-01-05T16:27:37.749" v="10108" actId="114"/>
          <ac:spMkLst>
            <pc:docMk/>
            <pc:sldMk cId="692365527" sldId="11077"/>
            <ac:spMk id="5" creationId="{7ED1942E-A9C8-C3B5-C69D-ECD57B219E9F}"/>
          </ac:spMkLst>
        </pc:spChg>
      </pc:sldChg>
      <pc:sldChg chg="addSp delSp modSp new mod">
        <pc:chgData name="Cosials, Benoit" userId="55eb508c-1f17-412e-9f09-1d82eedc926e" providerId="ADAL" clId="{F4B5339F-8433-4524-BE7C-91EA99F58C5B}" dt="2026-01-19T20:53:40.360" v="12928" actId="1076"/>
        <pc:sldMkLst>
          <pc:docMk/>
          <pc:sldMk cId="261185946" sldId="11078"/>
        </pc:sldMkLst>
        <pc:spChg chg="mod">
          <ac:chgData name="Cosials, Benoit" userId="55eb508c-1f17-412e-9f09-1d82eedc926e" providerId="ADAL" clId="{F4B5339F-8433-4524-BE7C-91EA99F58C5B}" dt="2026-01-16T15:19:22.776" v="11243" actId="20577"/>
          <ac:spMkLst>
            <pc:docMk/>
            <pc:sldMk cId="261185946" sldId="11078"/>
            <ac:spMk id="2" creationId="{A5A48A68-35D8-AD5E-2845-3B466AAE2F86}"/>
          </ac:spMkLst>
        </pc:spChg>
        <pc:spChg chg="add mod">
          <ac:chgData name="Cosials, Benoit" userId="55eb508c-1f17-412e-9f09-1d82eedc926e" providerId="ADAL" clId="{F4B5339F-8433-4524-BE7C-91EA99F58C5B}" dt="2026-01-19T20:53:30.701" v="12926" actId="1076"/>
          <ac:spMkLst>
            <pc:docMk/>
            <pc:sldMk cId="261185946" sldId="11078"/>
            <ac:spMk id="3" creationId="{E93B4B2D-C31B-4E94-42C0-25FE389056CF}"/>
          </ac:spMkLst>
        </pc:spChg>
        <pc:spChg chg="add mod">
          <ac:chgData name="Cosials, Benoit" userId="55eb508c-1f17-412e-9f09-1d82eedc926e" providerId="ADAL" clId="{F4B5339F-8433-4524-BE7C-91EA99F58C5B}" dt="2026-01-19T20:53:40.360" v="12928" actId="1076"/>
          <ac:spMkLst>
            <pc:docMk/>
            <pc:sldMk cId="261185946" sldId="11078"/>
            <ac:spMk id="5" creationId="{0D082F8B-E0EA-C5BB-FDD2-D3C634550A46}"/>
          </ac:spMkLst>
        </pc:spChg>
      </pc:sldChg>
      <pc:sldChg chg="addSp delSp modSp new mod">
        <pc:chgData name="Cosials, Benoit" userId="55eb508c-1f17-412e-9f09-1d82eedc926e" providerId="ADAL" clId="{F4B5339F-8433-4524-BE7C-91EA99F58C5B}" dt="2026-01-06T17:38:57.988" v="10374" actId="20577"/>
        <pc:sldMkLst>
          <pc:docMk/>
          <pc:sldMk cId="691686196" sldId="11083"/>
        </pc:sldMkLst>
        <pc:spChg chg="mod">
          <ac:chgData name="Cosials, Benoit" userId="55eb508c-1f17-412e-9f09-1d82eedc926e" providerId="ADAL" clId="{F4B5339F-8433-4524-BE7C-91EA99F58C5B}" dt="2026-01-06T17:38:57.988" v="10374" actId="20577"/>
          <ac:spMkLst>
            <pc:docMk/>
            <pc:sldMk cId="691686196" sldId="11083"/>
            <ac:spMk id="2" creationId="{0AD815C6-C469-EC8C-9575-DAB4FEB2CC2C}"/>
          </ac:spMkLst>
        </pc:spChg>
        <pc:graphicFrameChg chg="add mod modGraphic">
          <ac:chgData name="Cosials, Benoit" userId="55eb508c-1f17-412e-9f09-1d82eedc926e" providerId="ADAL" clId="{F4B5339F-8433-4524-BE7C-91EA99F58C5B}" dt="2026-01-06T17:38:17.121" v="10316" actId="13782"/>
          <ac:graphicFrameMkLst>
            <pc:docMk/>
            <pc:sldMk cId="691686196" sldId="11083"/>
            <ac:graphicFrameMk id="5" creationId="{9FEA6043-7193-5409-0808-DFC9D7CBA395}"/>
          </ac:graphicFrameMkLst>
        </pc:graphicFrameChg>
      </pc:sldChg>
      <pc:sldChg chg="modSp add mod ord modShow">
        <pc:chgData name="Cosials, Benoit" userId="55eb508c-1f17-412e-9f09-1d82eedc926e" providerId="ADAL" clId="{F4B5339F-8433-4524-BE7C-91EA99F58C5B}" dt="2026-01-19T20:45:19.941" v="12923" actId="20577"/>
        <pc:sldMkLst>
          <pc:docMk/>
          <pc:sldMk cId="1441571740" sldId="11084"/>
        </pc:sldMkLst>
        <pc:spChg chg="mod">
          <ac:chgData name="Cosials, Benoit" userId="55eb508c-1f17-412e-9f09-1d82eedc926e" providerId="ADAL" clId="{F4B5339F-8433-4524-BE7C-91EA99F58C5B}" dt="2026-01-06T17:40:27.068" v="10386" actId="20577"/>
          <ac:spMkLst>
            <pc:docMk/>
            <pc:sldMk cId="1441571740" sldId="11084"/>
            <ac:spMk id="2" creationId="{A3DB429A-D5A8-AAEC-D6E8-545A9173BABC}"/>
          </ac:spMkLst>
        </pc:spChg>
        <pc:spChg chg="mod">
          <ac:chgData name="Cosials, Benoit" userId="55eb508c-1f17-412e-9f09-1d82eedc926e" providerId="ADAL" clId="{F4B5339F-8433-4524-BE7C-91EA99F58C5B}" dt="2026-01-19T20:45:19.941" v="12923" actId="20577"/>
          <ac:spMkLst>
            <pc:docMk/>
            <pc:sldMk cId="1441571740" sldId="11084"/>
            <ac:spMk id="3" creationId="{0CA5D7F5-A74D-25DE-54B8-F65A4F46664A}"/>
          </ac:spMkLst>
        </pc:spChg>
      </pc:sldChg>
      <pc:sldChg chg="modSp add mod ord">
        <pc:chgData name="Cosials, Benoit" userId="55eb508c-1f17-412e-9f09-1d82eedc926e" providerId="ADAL" clId="{F4B5339F-8433-4524-BE7C-91EA99F58C5B}" dt="2026-01-06T17:48:08.846" v="10548" actId="20577"/>
        <pc:sldMkLst>
          <pc:docMk/>
          <pc:sldMk cId="3473879018" sldId="11085"/>
        </pc:sldMkLst>
        <pc:spChg chg="mod">
          <ac:chgData name="Cosials, Benoit" userId="55eb508c-1f17-412e-9f09-1d82eedc926e" providerId="ADAL" clId="{F4B5339F-8433-4524-BE7C-91EA99F58C5B}" dt="2026-01-06T17:40:55.970" v="10407" actId="113"/>
          <ac:spMkLst>
            <pc:docMk/>
            <pc:sldMk cId="3473879018" sldId="11085"/>
            <ac:spMk id="2" creationId="{D7C29869-1D5E-78B1-2B16-FFBEABB46B07}"/>
          </ac:spMkLst>
        </pc:spChg>
        <pc:spChg chg="mod">
          <ac:chgData name="Cosials, Benoit" userId="55eb508c-1f17-412e-9f09-1d82eedc926e" providerId="ADAL" clId="{F4B5339F-8433-4524-BE7C-91EA99F58C5B}" dt="2026-01-06T17:48:08.846" v="10548" actId="20577"/>
          <ac:spMkLst>
            <pc:docMk/>
            <pc:sldMk cId="3473879018" sldId="11085"/>
            <ac:spMk id="3" creationId="{3C8AC0EB-9E96-D053-4912-CC243B5C9904}"/>
          </ac:spMkLst>
        </pc:spChg>
      </pc:sldChg>
      <pc:sldChg chg="modSp add mod ord">
        <pc:chgData name="Cosials, Benoit" userId="55eb508c-1f17-412e-9f09-1d82eedc926e" providerId="ADAL" clId="{F4B5339F-8433-4524-BE7C-91EA99F58C5B}" dt="2026-01-19T20:57:14.973" v="12964" actId="20577"/>
        <pc:sldMkLst>
          <pc:docMk/>
          <pc:sldMk cId="1978335447" sldId="11086"/>
        </pc:sldMkLst>
        <pc:spChg chg="mod">
          <ac:chgData name="Cosials, Benoit" userId="55eb508c-1f17-412e-9f09-1d82eedc926e" providerId="ADAL" clId="{F4B5339F-8433-4524-BE7C-91EA99F58C5B}" dt="2026-01-06T17:41:27.301" v="10432" actId="20577"/>
          <ac:spMkLst>
            <pc:docMk/>
            <pc:sldMk cId="1978335447" sldId="11086"/>
            <ac:spMk id="2" creationId="{8670F7A2-1B3F-FFE1-7C40-FBC0DC9AD45E}"/>
          </ac:spMkLst>
        </pc:spChg>
        <pc:spChg chg="mod">
          <ac:chgData name="Cosials, Benoit" userId="55eb508c-1f17-412e-9f09-1d82eedc926e" providerId="ADAL" clId="{F4B5339F-8433-4524-BE7C-91EA99F58C5B}" dt="2026-01-19T20:57:14.973" v="12964" actId="20577"/>
          <ac:spMkLst>
            <pc:docMk/>
            <pc:sldMk cId="1978335447" sldId="11086"/>
            <ac:spMk id="3" creationId="{0247919F-E0DB-1CB1-88AA-974614DAF98F}"/>
          </ac:spMkLst>
        </pc:spChg>
      </pc:sldChg>
      <pc:sldChg chg="add">
        <pc:chgData name="Cosials, Benoit" userId="55eb508c-1f17-412e-9f09-1d82eedc926e" providerId="ADAL" clId="{F4B5339F-8433-4524-BE7C-91EA99F58C5B}" dt="2026-01-06T17:52:07.345" v="10914"/>
        <pc:sldMkLst>
          <pc:docMk/>
          <pc:sldMk cId="3032949468" sldId="11087"/>
        </pc:sldMkLst>
      </pc:sldChg>
      <pc:sldChg chg="modSp new mod">
        <pc:chgData name="Cosials, Benoit" userId="55eb508c-1f17-412e-9f09-1d82eedc926e" providerId="ADAL" clId="{F4B5339F-8433-4524-BE7C-91EA99F58C5B}" dt="2026-01-19T21:28:28.766" v="13098" actId="20577"/>
        <pc:sldMkLst>
          <pc:docMk/>
          <pc:sldMk cId="2389428157" sldId="11088"/>
        </pc:sldMkLst>
        <pc:spChg chg="mod">
          <ac:chgData name="Cosials, Benoit" userId="55eb508c-1f17-412e-9f09-1d82eedc926e" providerId="ADAL" clId="{F4B5339F-8433-4524-BE7C-91EA99F58C5B}" dt="2026-01-16T15:20:00.328" v="11335" actId="20577"/>
          <ac:spMkLst>
            <pc:docMk/>
            <pc:sldMk cId="2389428157" sldId="11088"/>
            <ac:spMk id="2" creationId="{A3FE2DB0-C04C-F4D7-21A5-2C00D4933178}"/>
          </ac:spMkLst>
        </pc:spChg>
        <pc:spChg chg="mod">
          <ac:chgData name="Cosials, Benoit" userId="55eb508c-1f17-412e-9f09-1d82eedc926e" providerId="ADAL" clId="{F4B5339F-8433-4524-BE7C-91EA99F58C5B}" dt="2026-01-19T21:28:28.766" v="13098" actId="20577"/>
          <ac:spMkLst>
            <pc:docMk/>
            <pc:sldMk cId="2389428157" sldId="11088"/>
            <ac:spMk id="3" creationId="{1A9AA956-BECB-680E-9469-8922B5CB491E}"/>
          </ac:spMkLst>
        </pc:spChg>
      </pc:sldChg>
      <pc:sldMasterChg chg="delSldLayout">
        <pc:chgData name="Cosials, Benoit" userId="55eb508c-1f17-412e-9f09-1d82eedc926e" providerId="ADAL" clId="{F4B5339F-8433-4524-BE7C-91EA99F58C5B}" dt="2026-01-06T17:55:30.390" v="10919" actId="2696"/>
        <pc:sldMasterMkLst>
          <pc:docMk/>
          <pc:sldMasterMk cId="3806457650" sldId="2147483648"/>
        </pc:sldMasterMkLst>
      </pc:sldMasterChg>
    </pc:docChg>
  </pc:docChgLst>
  <pc:docChgLst>
    <pc:chgData name="Roberge, Jonathan" userId="fecd99ab-6c03-4b64-9c2e-f392e3fdb29f" providerId="ADAL" clId="{2BFD883B-5783-4E15-86B7-28D46B3773A7}"/>
    <pc:docChg chg="undo custSel modSld sldOrd">
      <pc:chgData name="Roberge, Jonathan" userId="fecd99ab-6c03-4b64-9c2e-f392e3fdb29f" providerId="ADAL" clId="{2BFD883B-5783-4E15-86B7-28D46B3773A7}" dt="2026-02-05T18:35:57.964" v="185" actId="20577"/>
      <pc:docMkLst>
        <pc:docMk/>
      </pc:docMkLst>
      <pc:sldChg chg="modSp mod">
        <pc:chgData name="Roberge, Jonathan" userId="fecd99ab-6c03-4b64-9c2e-f392e3fdb29f" providerId="ADAL" clId="{2BFD883B-5783-4E15-86B7-28D46B3773A7}" dt="2026-02-05T14:48:19.590" v="108" actId="20577"/>
        <pc:sldMkLst>
          <pc:docMk/>
          <pc:sldMk cId="369440510" sldId="386"/>
        </pc:sldMkLst>
        <pc:spChg chg="mod">
          <ac:chgData name="Roberge, Jonathan" userId="fecd99ab-6c03-4b64-9c2e-f392e3fdb29f" providerId="ADAL" clId="{2BFD883B-5783-4E15-86B7-28D46B3773A7}" dt="2026-02-05T14:48:19.590" v="108" actId="20577"/>
          <ac:spMkLst>
            <pc:docMk/>
            <pc:sldMk cId="369440510" sldId="386"/>
            <ac:spMk id="3" creationId="{5FAB4513-ED0F-B90F-C44C-EBFBC5ABDD3E}"/>
          </ac:spMkLst>
        </pc:spChg>
      </pc:sldChg>
      <pc:sldChg chg="modNotesTx">
        <pc:chgData name="Roberge, Jonathan" userId="fecd99ab-6c03-4b64-9c2e-f392e3fdb29f" providerId="ADAL" clId="{2BFD883B-5783-4E15-86B7-28D46B3773A7}" dt="2026-02-03T15:59:47.650" v="25" actId="20577"/>
        <pc:sldMkLst>
          <pc:docMk/>
          <pc:sldMk cId="2440145673" sldId="11030"/>
        </pc:sldMkLst>
      </pc:sldChg>
      <pc:sldChg chg="modSp mod">
        <pc:chgData name="Roberge, Jonathan" userId="fecd99ab-6c03-4b64-9c2e-f392e3fdb29f" providerId="ADAL" clId="{2BFD883B-5783-4E15-86B7-28D46B3773A7}" dt="2026-02-05T14:46:08.074" v="39" actId="20577"/>
        <pc:sldMkLst>
          <pc:docMk/>
          <pc:sldMk cId="2123725983" sldId="11061"/>
        </pc:sldMkLst>
        <pc:graphicFrameChg chg="modGraphic">
          <ac:chgData name="Roberge, Jonathan" userId="fecd99ab-6c03-4b64-9c2e-f392e3fdb29f" providerId="ADAL" clId="{2BFD883B-5783-4E15-86B7-28D46B3773A7}" dt="2026-02-05T14:46:08.074" v="39" actId="20577"/>
          <ac:graphicFrameMkLst>
            <pc:docMk/>
            <pc:sldMk cId="2123725983" sldId="11061"/>
            <ac:graphicFrameMk id="5" creationId="{ADD49C80-6B65-BFFF-E536-49CE328F1E73}"/>
          </ac:graphicFrameMkLst>
        </pc:graphicFrameChg>
      </pc:sldChg>
      <pc:sldChg chg="modSp mod">
        <pc:chgData name="Roberge, Jonathan" userId="fecd99ab-6c03-4b64-9c2e-f392e3fdb29f" providerId="ADAL" clId="{2BFD883B-5783-4E15-86B7-28D46B3773A7}" dt="2026-02-05T14:43:57.889" v="28" actId="20577"/>
        <pc:sldMkLst>
          <pc:docMk/>
          <pc:sldMk cId="1659679844" sldId="11064"/>
        </pc:sldMkLst>
        <pc:spChg chg="mod">
          <ac:chgData name="Roberge, Jonathan" userId="fecd99ab-6c03-4b64-9c2e-f392e3fdb29f" providerId="ADAL" clId="{2BFD883B-5783-4E15-86B7-28D46B3773A7}" dt="2026-02-05T14:43:57.889" v="28" actId="20577"/>
          <ac:spMkLst>
            <pc:docMk/>
            <pc:sldMk cId="1659679844" sldId="11064"/>
            <ac:spMk id="3" creationId="{CDD611D9-67FB-A4C4-64C1-3CF47D89FFD4}"/>
          </ac:spMkLst>
        </pc:spChg>
      </pc:sldChg>
      <pc:sldChg chg="addSp modSp mod">
        <pc:chgData name="Roberge, Jonathan" userId="fecd99ab-6c03-4b64-9c2e-f392e3fdb29f" providerId="ADAL" clId="{2BFD883B-5783-4E15-86B7-28D46B3773A7}" dt="2026-01-29T19:38:10.950" v="15" actId="1076"/>
        <pc:sldMkLst>
          <pc:docMk/>
          <pc:sldMk cId="179711209" sldId="11067"/>
        </pc:sldMkLst>
        <pc:graphicFrameChg chg="mod">
          <ac:chgData name="Roberge, Jonathan" userId="fecd99ab-6c03-4b64-9c2e-f392e3fdb29f" providerId="ADAL" clId="{2BFD883B-5783-4E15-86B7-28D46B3773A7}" dt="2026-01-29T19:37:58.085" v="10" actId="1076"/>
          <ac:graphicFrameMkLst>
            <pc:docMk/>
            <pc:sldMk cId="179711209" sldId="11067"/>
            <ac:graphicFrameMk id="5" creationId="{BBE28D1D-46C4-2FCF-AF5D-789B6D5021D7}"/>
          </ac:graphicFrameMkLst>
        </pc:graphicFrameChg>
        <pc:picChg chg="add mod">
          <ac:chgData name="Roberge, Jonathan" userId="fecd99ab-6c03-4b64-9c2e-f392e3fdb29f" providerId="ADAL" clId="{2BFD883B-5783-4E15-86B7-28D46B3773A7}" dt="2026-01-29T19:37:48.499" v="3" actId="1076"/>
          <ac:picMkLst>
            <pc:docMk/>
            <pc:sldMk cId="179711209" sldId="11067"/>
            <ac:picMk id="6" creationId="{49BD4FF8-07C7-1D88-E3F5-1306DBAAD6C5}"/>
          </ac:picMkLst>
        </pc:picChg>
        <pc:picChg chg="add mod">
          <ac:chgData name="Roberge, Jonathan" userId="fecd99ab-6c03-4b64-9c2e-f392e3fdb29f" providerId="ADAL" clId="{2BFD883B-5783-4E15-86B7-28D46B3773A7}" dt="2026-01-29T19:37:52.515" v="5" actId="1076"/>
          <ac:picMkLst>
            <pc:docMk/>
            <pc:sldMk cId="179711209" sldId="11067"/>
            <ac:picMk id="7" creationId="{83BCC962-DBDB-AF15-F2FC-D4956AE9C0F5}"/>
          </ac:picMkLst>
        </pc:picChg>
        <pc:picChg chg="add mod">
          <ac:chgData name="Roberge, Jonathan" userId="fecd99ab-6c03-4b64-9c2e-f392e3fdb29f" providerId="ADAL" clId="{2BFD883B-5783-4E15-86B7-28D46B3773A7}" dt="2026-01-29T19:37:55.173" v="7" actId="1076"/>
          <ac:picMkLst>
            <pc:docMk/>
            <pc:sldMk cId="179711209" sldId="11067"/>
            <ac:picMk id="8" creationId="{7A832F52-D8D0-09D6-E0F5-B5406E772F11}"/>
          </ac:picMkLst>
        </pc:picChg>
        <pc:picChg chg="add mod">
          <ac:chgData name="Roberge, Jonathan" userId="fecd99ab-6c03-4b64-9c2e-f392e3fdb29f" providerId="ADAL" clId="{2BFD883B-5783-4E15-86B7-28D46B3773A7}" dt="2026-01-29T19:38:01.911" v="11" actId="1076"/>
          <ac:picMkLst>
            <pc:docMk/>
            <pc:sldMk cId="179711209" sldId="11067"/>
            <ac:picMk id="9" creationId="{18A32E5C-436A-9B1B-24A3-84DF2B4C7110}"/>
          </ac:picMkLst>
        </pc:picChg>
        <pc:picChg chg="add mod">
          <ac:chgData name="Roberge, Jonathan" userId="fecd99ab-6c03-4b64-9c2e-f392e3fdb29f" providerId="ADAL" clId="{2BFD883B-5783-4E15-86B7-28D46B3773A7}" dt="2026-01-29T19:38:06.016" v="13" actId="1076"/>
          <ac:picMkLst>
            <pc:docMk/>
            <pc:sldMk cId="179711209" sldId="11067"/>
            <ac:picMk id="10" creationId="{E78405BB-E15B-9549-F4E4-9D850940486F}"/>
          </ac:picMkLst>
        </pc:picChg>
        <pc:picChg chg="add mod">
          <ac:chgData name="Roberge, Jonathan" userId="fecd99ab-6c03-4b64-9c2e-f392e3fdb29f" providerId="ADAL" clId="{2BFD883B-5783-4E15-86B7-28D46B3773A7}" dt="2026-01-29T19:38:10.950" v="15" actId="1076"/>
          <ac:picMkLst>
            <pc:docMk/>
            <pc:sldMk cId="179711209" sldId="11067"/>
            <ac:picMk id="11" creationId="{8E8763AB-FAEB-6B6E-B28F-4E0FA9C28E64}"/>
          </ac:picMkLst>
        </pc:picChg>
      </pc:sldChg>
      <pc:sldChg chg="modSp mod ord modNotesTx">
        <pc:chgData name="Roberge, Jonathan" userId="fecd99ab-6c03-4b64-9c2e-f392e3fdb29f" providerId="ADAL" clId="{2BFD883B-5783-4E15-86B7-28D46B3773A7}" dt="2026-02-05T18:35:57.964" v="185" actId="20577"/>
        <pc:sldMkLst>
          <pc:docMk/>
          <pc:sldMk cId="3032949468" sldId="11087"/>
        </pc:sldMkLst>
        <pc:graphicFrameChg chg="mod modGraphic">
          <ac:chgData name="Roberge, Jonathan" userId="fecd99ab-6c03-4b64-9c2e-f392e3fdb29f" providerId="ADAL" clId="{2BFD883B-5783-4E15-86B7-28D46B3773A7}" dt="2026-02-05T18:35:57.964" v="185" actId="20577"/>
          <ac:graphicFrameMkLst>
            <pc:docMk/>
            <pc:sldMk cId="3032949468" sldId="11087"/>
            <ac:graphicFrameMk id="14" creationId="{02E1757C-E6BF-C8DA-8F3F-7259F62ABE39}"/>
          </ac:graphicFrameMkLst>
        </pc:graphicFrameChg>
      </pc:sldChg>
    </pc:docChg>
  </pc:docChgLst>
  <pc:docChgLst>
    <pc:chgData name="Garnier, Stéphane" userId="378c0880-ddc3-447e-82c3-7c56ecf4d8fb" providerId="ADAL" clId="{505DD6CE-61C9-4909-8CE2-78E6F62015BE}"/>
    <pc:docChg chg="modSld">
      <pc:chgData name="Garnier, Stéphane" userId="378c0880-ddc3-447e-82c3-7c56ecf4d8fb" providerId="ADAL" clId="{505DD6CE-61C9-4909-8CE2-78E6F62015BE}" dt="2026-01-28T17:51:58.388" v="1" actId="20577"/>
      <pc:docMkLst>
        <pc:docMk/>
      </pc:docMkLst>
      <pc:sldChg chg="modSp mod">
        <pc:chgData name="Garnier, Stéphane" userId="378c0880-ddc3-447e-82c3-7c56ecf4d8fb" providerId="ADAL" clId="{505DD6CE-61C9-4909-8CE2-78E6F62015BE}" dt="2026-01-28T17:51:58.388" v="1" actId="20577"/>
        <pc:sldMkLst>
          <pc:docMk/>
          <pc:sldMk cId="541900994" sldId="274"/>
        </pc:sldMkLst>
        <pc:spChg chg="mod">
          <ac:chgData name="Garnier, Stéphane" userId="378c0880-ddc3-447e-82c3-7c56ecf4d8fb" providerId="ADAL" clId="{505DD6CE-61C9-4909-8CE2-78E6F62015BE}" dt="2026-01-28T17:51:58.388" v="1" actId="20577"/>
          <ac:spMkLst>
            <pc:docMk/>
            <pc:sldMk cId="541900994" sldId="274"/>
            <ac:spMk id="3" creationId="{3EB52F5F-6F66-F298-827D-2E8FD8FC3EBF}"/>
          </ac:spMkLst>
        </pc:spChg>
      </pc:sldChg>
    </pc:docChg>
  </pc:docChgLst>
  <pc:docChgLst>
    <pc:chgData name="Roberge, Jonathan" userId="S::jonathan.roberge@ia.ca::fecd99ab-6c03-4b64-9c2e-f392e3fdb29f" providerId="AD" clId="Web-{563A7C6E-E6AB-C97F-29E0-5A71E31C3181}"/>
    <pc:docChg chg="mod modSld">
      <pc:chgData name="Roberge, Jonathan" userId="S::jonathan.roberge@ia.ca::fecd99ab-6c03-4b64-9c2e-f392e3fdb29f" providerId="AD" clId="Web-{563A7C6E-E6AB-C97F-29E0-5A71E31C3181}" dt="2026-01-19T20:46:03.370" v="10"/>
      <pc:docMkLst>
        <pc:docMk/>
      </pc:docMkLst>
      <pc:sldChg chg="modSp">
        <pc:chgData name="Roberge, Jonathan" userId="S::jonathan.roberge@ia.ca::fecd99ab-6c03-4b64-9c2e-f392e3fdb29f" providerId="AD" clId="Web-{563A7C6E-E6AB-C97F-29E0-5A71E31C3181}" dt="2026-01-19T20:05:51.112" v="8" actId="20577"/>
        <pc:sldMkLst>
          <pc:docMk/>
          <pc:sldMk cId="1892668288" sldId="260"/>
        </pc:sldMkLst>
        <pc:spChg chg="mod">
          <ac:chgData name="Roberge, Jonathan" userId="S::jonathan.roberge@ia.ca::fecd99ab-6c03-4b64-9c2e-f392e3fdb29f" providerId="AD" clId="Web-{563A7C6E-E6AB-C97F-29E0-5A71E31C3181}" dt="2026-01-19T20:05:51.112" v="8" actId="20577"/>
          <ac:spMkLst>
            <pc:docMk/>
            <pc:sldMk cId="1892668288" sldId="260"/>
            <ac:spMk id="13" creationId="{514E718A-6610-B24C-B2C7-91EF9BAD529D}"/>
          </ac:spMkLst>
        </pc:spChg>
      </pc:sldChg>
      <pc:sldChg chg="modSp">
        <pc:chgData name="Roberge, Jonathan" userId="S::jonathan.roberge@ia.ca::fecd99ab-6c03-4b64-9c2e-f392e3fdb29f" providerId="AD" clId="Web-{563A7C6E-E6AB-C97F-29E0-5A71E31C3181}" dt="2026-01-19T20:25:08.803" v="9" actId="20577"/>
        <pc:sldMkLst>
          <pc:docMk/>
          <pc:sldMk cId="4216312498" sldId="400"/>
        </pc:sldMkLst>
        <pc:spChg chg="mod">
          <ac:chgData name="Roberge, Jonathan" userId="S::jonathan.roberge@ia.ca::fecd99ab-6c03-4b64-9c2e-f392e3fdb29f" providerId="AD" clId="Web-{563A7C6E-E6AB-C97F-29E0-5A71E31C3181}" dt="2026-01-19T20:25:08.803" v="9" actId="20577"/>
          <ac:spMkLst>
            <pc:docMk/>
            <pc:sldMk cId="4216312498" sldId="400"/>
            <ac:spMk id="3" creationId="{3EB52F5F-6F66-F298-827D-2E8FD8FC3EBF}"/>
          </ac:spMkLst>
        </pc:spChg>
      </pc:sldChg>
    </pc:docChg>
  </pc:docChgLst>
  <pc:docChgLst>
    <pc:chgData name="Jedidi, Meriem" userId="S::meriem.jedidi@ia.ca::131ae71b-d444-4fcc-b5a8-c85daee79ee8" providerId="AD" clId="Web-{9E8F6ABD-FE97-4DDE-AC9A-70666E6854CD}"/>
    <pc:docChg chg="modSld">
      <pc:chgData name="Jedidi, Meriem" userId="S::meriem.jedidi@ia.ca::131ae71b-d444-4fcc-b5a8-c85daee79ee8" providerId="AD" clId="Web-{9E8F6ABD-FE97-4DDE-AC9A-70666E6854CD}" dt="2026-01-26T20:16:17.510" v="61" actId="20577"/>
      <pc:docMkLst>
        <pc:docMk/>
      </pc:docMkLst>
      <pc:sldChg chg="modSp modNotes">
        <pc:chgData name="Jedidi, Meriem" userId="S::meriem.jedidi@ia.ca::131ae71b-d444-4fcc-b5a8-c85daee79ee8" providerId="AD" clId="Web-{9E8F6ABD-FE97-4DDE-AC9A-70666E6854CD}" dt="2026-01-26T20:16:17.510" v="61" actId="20577"/>
        <pc:sldMkLst>
          <pc:docMk/>
          <pc:sldMk cId="465084981" sldId="11066"/>
        </pc:sldMkLst>
        <pc:graphicFrameChg chg="modGraphic">
          <ac:chgData name="Jedidi, Meriem" userId="S::meriem.jedidi@ia.ca::131ae71b-d444-4fcc-b5a8-c85daee79ee8" providerId="AD" clId="Web-{9E8F6ABD-FE97-4DDE-AC9A-70666E6854CD}" dt="2026-01-26T20:16:17.510" v="61" actId="20577"/>
          <ac:graphicFrameMkLst>
            <pc:docMk/>
            <pc:sldMk cId="465084981" sldId="11066"/>
            <ac:graphicFrameMk id="7" creationId="{EAEF6713-43E4-5010-9F11-BCCE34B0423B}"/>
          </ac:graphicFrameMkLst>
        </pc:graphicFrameChg>
      </pc:sldChg>
    </pc:docChg>
  </pc:docChgLst>
  <pc:docChgLst>
    <pc:chgData name="Cosials, Benoit" userId="55eb508c-1f17-412e-9f09-1d82eedc926e" providerId="ADAL" clId="{21D902C2-1E7D-4DEA-BD5E-D02FBE9B9A73}"/>
    <pc:docChg chg="undo custSel addSld delSld modSld sldOrd delSection modSection">
      <pc:chgData name="Cosials, Benoit" userId="55eb508c-1f17-412e-9f09-1d82eedc926e" providerId="ADAL" clId="{21D902C2-1E7D-4DEA-BD5E-D02FBE9B9A73}" dt="2026-02-03T16:01:06.805" v="5086" actId="20577"/>
      <pc:docMkLst>
        <pc:docMk/>
      </pc:docMkLst>
      <pc:sldChg chg="delSp mod">
        <pc:chgData name="Cosials, Benoit" userId="55eb508c-1f17-412e-9f09-1d82eedc926e" providerId="ADAL" clId="{21D902C2-1E7D-4DEA-BD5E-D02FBE9B9A73}" dt="2026-02-03T15:59:20.798" v="5061" actId="478"/>
        <pc:sldMkLst>
          <pc:docMk/>
          <pc:sldMk cId="541900994" sldId="274"/>
        </pc:sldMkLst>
        <pc:spChg chg="del">
          <ac:chgData name="Cosials, Benoit" userId="55eb508c-1f17-412e-9f09-1d82eedc926e" providerId="ADAL" clId="{21D902C2-1E7D-4DEA-BD5E-D02FBE9B9A73}" dt="2026-02-03T15:59:20.798" v="5061" actId="478"/>
          <ac:spMkLst>
            <pc:docMk/>
            <pc:sldMk cId="541900994" sldId="274"/>
            <ac:spMk id="4" creationId="{F964F8C3-FDA3-76C1-2FC1-32F61282A805}"/>
          </ac:spMkLst>
        </pc:spChg>
      </pc:sldChg>
      <pc:sldChg chg="del">
        <pc:chgData name="Cosials, Benoit" userId="55eb508c-1f17-412e-9f09-1d82eedc926e" providerId="ADAL" clId="{21D902C2-1E7D-4DEA-BD5E-D02FBE9B9A73}" dt="2026-02-02T19:18:17.597" v="1811" actId="2696"/>
        <pc:sldMkLst>
          <pc:docMk/>
          <pc:sldMk cId="4045992442" sldId="377"/>
        </pc:sldMkLst>
      </pc:sldChg>
      <pc:sldChg chg="modSp del mod">
        <pc:chgData name="Cosials, Benoit" userId="55eb508c-1f17-412e-9f09-1d82eedc926e" providerId="ADAL" clId="{21D902C2-1E7D-4DEA-BD5E-D02FBE9B9A73}" dt="2026-02-03T15:54:26.070" v="5057" actId="47"/>
        <pc:sldMkLst>
          <pc:docMk/>
          <pc:sldMk cId="460568279" sldId="405"/>
        </pc:sldMkLst>
        <pc:spChg chg="mod">
          <ac:chgData name="Cosials, Benoit" userId="55eb508c-1f17-412e-9f09-1d82eedc926e" providerId="ADAL" clId="{21D902C2-1E7D-4DEA-BD5E-D02FBE9B9A73}" dt="2026-02-02T19:18:03.835" v="1810" actId="20577"/>
          <ac:spMkLst>
            <pc:docMk/>
            <pc:sldMk cId="460568279" sldId="405"/>
            <ac:spMk id="3" creationId="{2FB5E394-6E4A-7CE7-0396-723083758F75}"/>
          </ac:spMkLst>
        </pc:spChg>
      </pc:sldChg>
      <pc:sldChg chg="modSp add del">
        <pc:chgData name="Cosials, Benoit" userId="55eb508c-1f17-412e-9f09-1d82eedc926e" providerId="ADAL" clId="{21D902C2-1E7D-4DEA-BD5E-D02FBE9B9A73}" dt="2026-02-03T15:42:21.659" v="4979" actId="2696"/>
        <pc:sldMkLst>
          <pc:docMk/>
          <pc:sldMk cId="1417335679" sldId="10635"/>
        </pc:sldMkLst>
        <pc:graphicFrameChg chg="mod">
          <ac:chgData name="Cosials, Benoit" userId="55eb508c-1f17-412e-9f09-1d82eedc926e" providerId="ADAL" clId="{21D902C2-1E7D-4DEA-BD5E-D02FBE9B9A73}" dt="2026-02-02T19:13:42.017" v="1655" actId="12100"/>
          <ac:graphicFrameMkLst>
            <pc:docMk/>
            <pc:sldMk cId="1417335679" sldId="10635"/>
            <ac:graphicFrameMk id="4" creationId="{6A39F142-CBD8-4BB7-A1E2-43DE38F2AA45}"/>
          </ac:graphicFrameMkLst>
        </pc:graphicFrameChg>
        <pc:graphicFrameChg chg="mod">
          <ac:chgData name="Cosials, Benoit" userId="55eb508c-1f17-412e-9f09-1d82eedc926e" providerId="ADAL" clId="{21D902C2-1E7D-4DEA-BD5E-D02FBE9B9A73}" dt="2026-02-02T19:13:52.712" v="1656" actId="12100"/>
          <ac:graphicFrameMkLst>
            <pc:docMk/>
            <pc:sldMk cId="1417335679" sldId="10635"/>
            <ac:graphicFrameMk id="7" creationId="{BB1ADDEC-3A00-43C8-AC5A-F93F899154D9}"/>
          </ac:graphicFrameMkLst>
        </pc:graphicFrameChg>
        <pc:graphicFrameChg chg="mod">
          <ac:chgData name="Cosials, Benoit" userId="55eb508c-1f17-412e-9f09-1d82eedc926e" providerId="ADAL" clId="{21D902C2-1E7D-4DEA-BD5E-D02FBE9B9A73}" dt="2026-02-02T19:14:01.526" v="1657" actId="12100"/>
          <ac:graphicFrameMkLst>
            <pc:docMk/>
            <pc:sldMk cId="1417335679" sldId="10635"/>
            <ac:graphicFrameMk id="10" creationId="{EA10AB02-4978-DFEE-5D1B-2DD45BA91542}"/>
          </ac:graphicFrameMkLst>
        </pc:graphicFrameChg>
      </pc:sldChg>
      <pc:sldChg chg="add del">
        <pc:chgData name="Cosials, Benoit" userId="55eb508c-1f17-412e-9f09-1d82eedc926e" providerId="ADAL" clId="{21D902C2-1E7D-4DEA-BD5E-D02FBE9B9A73}" dt="2026-02-03T15:42:21.659" v="4979" actId="2696"/>
        <pc:sldMkLst>
          <pc:docMk/>
          <pc:sldMk cId="2343458272" sldId="10752"/>
        </pc:sldMkLst>
      </pc:sldChg>
      <pc:sldChg chg="modSp mod">
        <pc:chgData name="Cosials, Benoit" userId="55eb508c-1f17-412e-9f09-1d82eedc926e" providerId="ADAL" clId="{21D902C2-1E7D-4DEA-BD5E-D02FBE9B9A73}" dt="2026-01-30T16:55:27.143" v="1040" actId="20577"/>
        <pc:sldMkLst>
          <pc:docMk/>
          <pc:sldMk cId="1072872369" sldId="10991"/>
        </pc:sldMkLst>
        <pc:spChg chg="mod">
          <ac:chgData name="Cosials, Benoit" userId="55eb508c-1f17-412e-9f09-1d82eedc926e" providerId="ADAL" clId="{21D902C2-1E7D-4DEA-BD5E-D02FBE9B9A73}" dt="2026-01-30T16:55:27.143" v="1040" actId="20577"/>
          <ac:spMkLst>
            <pc:docMk/>
            <pc:sldMk cId="1072872369" sldId="10991"/>
            <ac:spMk id="13" creationId="{ADB6B8EE-DAE9-86F0-410A-033499C105C8}"/>
          </ac:spMkLst>
        </pc:spChg>
      </pc:sldChg>
      <pc:sldChg chg="modSp mod">
        <pc:chgData name="Cosials, Benoit" userId="55eb508c-1f17-412e-9f09-1d82eedc926e" providerId="ADAL" clId="{21D902C2-1E7D-4DEA-BD5E-D02FBE9B9A73}" dt="2026-01-30T16:34:57.617" v="243" actId="20577"/>
        <pc:sldMkLst>
          <pc:docMk/>
          <pc:sldMk cId="2440145673" sldId="11030"/>
        </pc:sldMkLst>
        <pc:spChg chg="mod">
          <ac:chgData name="Cosials, Benoit" userId="55eb508c-1f17-412e-9f09-1d82eedc926e" providerId="ADAL" clId="{21D902C2-1E7D-4DEA-BD5E-D02FBE9B9A73}" dt="2026-01-30T16:34:57.617" v="243" actId="20577"/>
          <ac:spMkLst>
            <pc:docMk/>
            <pc:sldMk cId="2440145673" sldId="11030"/>
            <ac:spMk id="2" creationId="{FAE6D4F5-2BC5-2BE9-8DD0-8FE3BEEF45D8}"/>
          </ac:spMkLst>
        </pc:spChg>
      </pc:sldChg>
      <pc:sldChg chg="modSp mod modNotesTx">
        <pc:chgData name="Cosials, Benoit" userId="55eb508c-1f17-412e-9f09-1d82eedc926e" providerId="ADAL" clId="{21D902C2-1E7D-4DEA-BD5E-D02FBE9B9A73}" dt="2026-02-03T15:59:58.868" v="5067" actId="20577"/>
        <pc:sldMkLst>
          <pc:docMk/>
          <pc:sldMk cId="232111325" sldId="11053"/>
        </pc:sldMkLst>
        <pc:graphicFrameChg chg="modGraphic">
          <ac:chgData name="Cosials, Benoit" userId="55eb508c-1f17-412e-9f09-1d82eedc926e" providerId="ADAL" clId="{21D902C2-1E7D-4DEA-BD5E-D02FBE9B9A73}" dt="2026-01-30T16:35:57.200" v="289" actId="20577"/>
          <ac:graphicFrameMkLst>
            <pc:docMk/>
            <pc:sldMk cId="232111325" sldId="11053"/>
            <ac:graphicFrameMk id="4" creationId="{F1D24271-3356-39D3-634A-C77FDA94FE08}"/>
          </ac:graphicFrameMkLst>
        </pc:graphicFrameChg>
      </pc:sldChg>
      <pc:sldChg chg="modSp mod">
        <pc:chgData name="Cosials, Benoit" userId="55eb508c-1f17-412e-9f09-1d82eedc926e" providerId="ADAL" clId="{21D902C2-1E7D-4DEA-BD5E-D02FBE9B9A73}" dt="2026-01-30T16:35:18.813" v="259" actId="6549"/>
        <pc:sldMkLst>
          <pc:docMk/>
          <pc:sldMk cId="2123725983" sldId="11061"/>
        </pc:sldMkLst>
        <pc:spChg chg="mod">
          <ac:chgData name="Cosials, Benoit" userId="55eb508c-1f17-412e-9f09-1d82eedc926e" providerId="ADAL" clId="{21D902C2-1E7D-4DEA-BD5E-D02FBE9B9A73}" dt="2026-01-30T16:35:18.813" v="259" actId="6549"/>
          <ac:spMkLst>
            <pc:docMk/>
            <pc:sldMk cId="2123725983" sldId="11061"/>
            <ac:spMk id="2" creationId="{D2B680D5-F0B9-50B3-5985-8F34043DB1B9}"/>
          </ac:spMkLst>
        </pc:spChg>
      </pc:sldChg>
      <pc:sldChg chg="modSp mod modCm modNotesTx">
        <pc:chgData name="Cosials, Benoit" userId="55eb508c-1f17-412e-9f09-1d82eedc926e" providerId="ADAL" clId="{21D902C2-1E7D-4DEA-BD5E-D02FBE9B9A73}" dt="2026-02-03T16:00:04.284" v="5074" actId="20577"/>
        <pc:sldMkLst>
          <pc:docMk/>
          <pc:sldMk cId="2150560523" sldId="11062"/>
        </pc:sldMkLst>
        <pc:spChg chg="mod">
          <ac:chgData name="Cosials, Benoit" userId="55eb508c-1f17-412e-9f09-1d82eedc926e" providerId="ADAL" clId="{21D902C2-1E7D-4DEA-BD5E-D02FBE9B9A73}" dt="2026-01-30T16:36:55.206" v="303" actId="20577"/>
          <ac:spMkLst>
            <pc:docMk/>
            <pc:sldMk cId="2150560523" sldId="11062"/>
            <ac:spMk id="2" creationId="{A79EF586-E128-F42F-D0F8-8B5578C6E2ED}"/>
          </ac:spMkLst>
        </pc:spChg>
        <pc:graphicFrameChg chg="modGraphic">
          <ac:chgData name="Cosials, Benoit" userId="55eb508c-1f17-412e-9f09-1d82eedc926e" providerId="ADAL" clId="{21D902C2-1E7D-4DEA-BD5E-D02FBE9B9A73}" dt="2026-01-30T16:46:09.876" v="374" actId="400"/>
          <ac:graphicFrameMkLst>
            <pc:docMk/>
            <pc:sldMk cId="2150560523" sldId="11062"/>
            <ac:graphicFrameMk id="5" creationId="{700245F8-B481-21C1-8F96-D324899CB763}"/>
          </ac:graphicFrameMkLst>
        </pc:graphicFrameChg>
        <pc:extLst>
          <p:ext xmlns:p="http://schemas.openxmlformats.org/presentationml/2006/main" uri="{D6D511B9-2390-475A-947B-AFAB55BFBCF1}">
            <pc226:cmChg xmlns:pc226="http://schemas.microsoft.com/office/powerpoint/2022/06/main/command" chg="mod">
              <pc226:chgData name="Cosials, Benoit" userId="55eb508c-1f17-412e-9f09-1d82eedc926e" providerId="ADAL" clId="{21D902C2-1E7D-4DEA-BD5E-D02FBE9B9A73}" dt="2026-01-30T16:36:55.206" v="303" actId="20577"/>
              <pc2:cmMkLst xmlns:pc2="http://schemas.microsoft.com/office/powerpoint/2019/9/main/command">
                <pc:docMk/>
                <pc:sldMk cId="2150560523" sldId="11062"/>
                <pc2:cmMk id="{FFC9E452-774A-4FF2-8447-B114DEB99A75}"/>
              </pc2:cmMkLst>
            </pc226:cmChg>
            <pc226:cmChg xmlns:pc226="http://schemas.microsoft.com/office/powerpoint/2022/06/main/command" chg="mod">
              <pc226:chgData name="Cosials, Benoit" userId="55eb508c-1f17-412e-9f09-1d82eedc926e" providerId="ADAL" clId="{21D902C2-1E7D-4DEA-BD5E-D02FBE9B9A73}" dt="2026-01-30T16:36:55.206" v="303" actId="20577"/>
              <pc2:cmMkLst xmlns:pc2="http://schemas.microsoft.com/office/powerpoint/2019/9/main/command">
                <pc:docMk/>
                <pc:sldMk cId="2150560523" sldId="11062"/>
                <pc2:cmMk id="{C1E1BBD8-891E-4C9A-A6FE-A9B048CB82A6}"/>
              </pc2:cmMkLst>
            </pc226:cmChg>
          </p:ext>
        </pc:extLst>
      </pc:sldChg>
      <pc:sldChg chg="modSp mod modCm">
        <pc:chgData name="Cosials, Benoit" userId="55eb508c-1f17-412e-9f09-1d82eedc926e" providerId="ADAL" clId="{21D902C2-1E7D-4DEA-BD5E-D02FBE9B9A73}" dt="2026-01-30T16:32:16.602" v="214" actId="20577"/>
        <pc:sldMkLst>
          <pc:docMk/>
          <pc:sldMk cId="1659679844" sldId="11064"/>
        </pc:sldMkLst>
        <pc:spChg chg="mod">
          <ac:chgData name="Cosials, Benoit" userId="55eb508c-1f17-412e-9f09-1d82eedc926e" providerId="ADAL" clId="{21D902C2-1E7D-4DEA-BD5E-D02FBE9B9A73}" dt="2026-01-30T16:32:16.602" v="214" actId="20577"/>
          <ac:spMkLst>
            <pc:docMk/>
            <pc:sldMk cId="1659679844" sldId="11064"/>
            <ac:spMk id="2" creationId="{2C4EA1BC-8F72-166D-F83A-78C4C01FDD40}"/>
          </ac:spMkLst>
        </pc:spChg>
        <pc:extLst>
          <p:ext xmlns:p="http://schemas.openxmlformats.org/presentationml/2006/main" uri="{D6D511B9-2390-475A-947B-AFAB55BFBCF1}">
            <pc226:cmChg xmlns:pc226="http://schemas.microsoft.com/office/powerpoint/2022/06/main/command" chg="mod">
              <pc226:chgData name="Cosials, Benoit" userId="55eb508c-1f17-412e-9f09-1d82eedc926e" providerId="ADAL" clId="{21D902C2-1E7D-4DEA-BD5E-D02FBE9B9A73}" dt="2026-01-30T16:32:11.124" v="213" actId="20577"/>
              <pc2:cmMkLst xmlns:pc2="http://schemas.microsoft.com/office/powerpoint/2019/9/main/command">
                <pc:docMk/>
                <pc:sldMk cId="1659679844" sldId="11064"/>
                <pc2:cmMk id="{8FF4312C-F98A-48EA-AA4B-256B75D878BB}"/>
              </pc2:cmMkLst>
            </pc226:cmChg>
            <pc226:cmChg xmlns:pc226="http://schemas.microsoft.com/office/powerpoint/2022/06/main/command" chg="mod">
              <pc226:chgData name="Cosials, Benoit" userId="55eb508c-1f17-412e-9f09-1d82eedc926e" providerId="ADAL" clId="{21D902C2-1E7D-4DEA-BD5E-D02FBE9B9A73}" dt="2026-01-30T16:32:11.124" v="213" actId="20577"/>
              <pc2:cmMkLst xmlns:pc2="http://schemas.microsoft.com/office/powerpoint/2019/9/main/command">
                <pc:docMk/>
                <pc:sldMk cId="1659679844" sldId="11064"/>
                <pc2:cmMk id="{B361985F-6155-4A04-AE2D-9F2A2E2837E8}"/>
              </pc2:cmMkLst>
            </pc226:cmChg>
          </p:ext>
        </pc:extLst>
      </pc:sldChg>
      <pc:sldChg chg="del ord">
        <pc:chgData name="Cosials, Benoit" userId="55eb508c-1f17-412e-9f09-1d82eedc926e" providerId="ADAL" clId="{21D902C2-1E7D-4DEA-BD5E-D02FBE9B9A73}" dt="2026-02-03T15:54:28.968" v="5058" actId="47"/>
        <pc:sldMkLst>
          <pc:docMk/>
          <pc:sldMk cId="120319529" sldId="11065"/>
        </pc:sldMkLst>
      </pc:sldChg>
      <pc:sldChg chg="modSp mod modNotesTx">
        <pc:chgData name="Cosials, Benoit" userId="55eb508c-1f17-412e-9f09-1d82eedc926e" providerId="ADAL" clId="{21D902C2-1E7D-4DEA-BD5E-D02FBE9B9A73}" dt="2026-01-30T17:03:48.862" v="1260" actId="20577"/>
        <pc:sldMkLst>
          <pc:docMk/>
          <pc:sldMk cId="465084981" sldId="11066"/>
        </pc:sldMkLst>
        <pc:graphicFrameChg chg="mod modGraphic">
          <ac:chgData name="Cosials, Benoit" userId="55eb508c-1f17-412e-9f09-1d82eedc926e" providerId="ADAL" clId="{21D902C2-1E7D-4DEA-BD5E-D02FBE9B9A73}" dt="2026-01-30T17:01:32.948" v="1182" actId="20577"/>
          <ac:graphicFrameMkLst>
            <pc:docMk/>
            <pc:sldMk cId="465084981" sldId="11066"/>
            <ac:graphicFrameMk id="7" creationId="{EAEF6713-43E4-5010-9F11-BCCE34B0423B}"/>
          </ac:graphicFrameMkLst>
        </pc:graphicFrameChg>
      </pc:sldChg>
      <pc:sldChg chg="addSp modSp mod modCm modNotesTx">
        <pc:chgData name="Cosials, Benoit" userId="55eb508c-1f17-412e-9f09-1d82eedc926e" providerId="ADAL" clId="{21D902C2-1E7D-4DEA-BD5E-D02FBE9B9A73}" dt="2026-02-03T16:00:07.795" v="5080" actId="20577"/>
        <pc:sldMkLst>
          <pc:docMk/>
          <pc:sldMk cId="179711209" sldId="11067"/>
        </pc:sldMkLst>
        <pc:graphicFrameChg chg="mod modGraphic">
          <ac:chgData name="Cosials, Benoit" userId="55eb508c-1f17-412e-9f09-1d82eedc926e" providerId="ADAL" clId="{21D902C2-1E7D-4DEA-BD5E-D02FBE9B9A73}" dt="2026-01-30T17:10:52.498" v="1463" actId="14734"/>
          <ac:graphicFrameMkLst>
            <pc:docMk/>
            <pc:sldMk cId="179711209" sldId="11067"/>
            <ac:graphicFrameMk id="5" creationId="{BBE28D1D-46C4-2FCF-AF5D-789B6D5021D7}"/>
          </ac:graphicFrameMkLst>
        </pc:graphicFrameChg>
        <pc:picChg chg="add mod">
          <ac:chgData name="Cosials, Benoit" userId="55eb508c-1f17-412e-9f09-1d82eedc926e" providerId="ADAL" clId="{21D902C2-1E7D-4DEA-BD5E-D02FBE9B9A73}" dt="2026-01-30T17:11:13.067" v="1481" actId="1038"/>
          <ac:picMkLst>
            <pc:docMk/>
            <pc:sldMk cId="179711209" sldId="11067"/>
            <ac:picMk id="3" creationId="{1E38E8B6-99D4-77FA-E598-D0BE4B3F3D6D}"/>
          </ac:picMkLst>
        </pc:picChg>
        <pc:picChg chg="mod">
          <ac:chgData name="Cosials, Benoit" userId="55eb508c-1f17-412e-9f09-1d82eedc926e" providerId="ADAL" clId="{21D902C2-1E7D-4DEA-BD5E-D02FBE9B9A73}" dt="2026-01-30T17:11:37.953" v="1502" actId="1038"/>
          <ac:picMkLst>
            <pc:docMk/>
            <pc:sldMk cId="179711209" sldId="11067"/>
            <ac:picMk id="6" creationId="{49BD4FF8-07C7-1D88-E3F5-1306DBAAD6C5}"/>
          </ac:picMkLst>
        </pc:picChg>
        <pc:picChg chg="mod">
          <ac:chgData name="Cosials, Benoit" userId="55eb508c-1f17-412e-9f09-1d82eedc926e" providerId="ADAL" clId="{21D902C2-1E7D-4DEA-BD5E-D02FBE9B9A73}" dt="2026-01-30T17:12:09.510" v="1533" actId="12789"/>
          <ac:picMkLst>
            <pc:docMk/>
            <pc:sldMk cId="179711209" sldId="11067"/>
            <ac:picMk id="7" creationId="{83BCC962-DBDB-AF15-F2FC-D4956AE9C0F5}"/>
          </ac:picMkLst>
        </pc:picChg>
        <pc:picChg chg="mod">
          <ac:chgData name="Cosials, Benoit" userId="55eb508c-1f17-412e-9f09-1d82eedc926e" providerId="ADAL" clId="{21D902C2-1E7D-4DEA-BD5E-D02FBE9B9A73}" dt="2026-01-30T17:11:37.953" v="1502" actId="1038"/>
          <ac:picMkLst>
            <pc:docMk/>
            <pc:sldMk cId="179711209" sldId="11067"/>
            <ac:picMk id="8" creationId="{7A832F52-D8D0-09D6-E0F5-B5406E772F11}"/>
          </ac:picMkLst>
        </pc:picChg>
        <pc:picChg chg="mod">
          <ac:chgData name="Cosials, Benoit" userId="55eb508c-1f17-412e-9f09-1d82eedc926e" providerId="ADAL" clId="{21D902C2-1E7D-4DEA-BD5E-D02FBE9B9A73}" dt="2026-01-30T17:12:09.510" v="1533" actId="12789"/>
          <ac:picMkLst>
            <pc:docMk/>
            <pc:sldMk cId="179711209" sldId="11067"/>
            <ac:picMk id="9" creationId="{18A32E5C-436A-9B1B-24A3-84DF2B4C7110}"/>
          </ac:picMkLst>
        </pc:picChg>
        <pc:picChg chg="mod">
          <ac:chgData name="Cosials, Benoit" userId="55eb508c-1f17-412e-9f09-1d82eedc926e" providerId="ADAL" clId="{21D902C2-1E7D-4DEA-BD5E-D02FBE9B9A73}" dt="2026-01-30T17:11:29.733" v="1492" actId="1038"/>
          <ac:picMkLst>
            <pc:docMk/>
            <pc:sldMk cId="179711209" sldId="11067"/>
            <ac:picMk id="10" creationId="{E78405BB-E15B-9549-F4E4-9D850940486F}"/>
          </ac:picMkLst>
        </pc:picChg>
        <pc:picChg chg="mod">
          <ac:chgData name="Cosials, Benoit" userId="55eb508c-1f17-412e-9f09-1d82eedc926e" providerId="ADAL" clId="{21D902C2-1E7D-4DEA-BD5E-D02FBE9B9A73}" dt="2026-01-30T17:11:29.733" v="1492" actId="1038"/>
          <ac:picMkLst>
            <pc:docMk/>
            <pc:sldMk cId="179711209" sldId="11067"/>
            <ac:picMk id="11" creationId="{8E8763AB-FAEB-6B6E-B28F-4E0FA9C28E64}"/>
          </ac:picMkLst>
        </pc:picChg>
        <pc:picChg chg="add mod">
          <ac:chgData name="Cosials, Benoit" userId="55eb508c-1f17-412e-9f09-1d82eedc926e" providerId="ADAL" clId="{21D902C2-1E7D-4DEA-BD5E-D02FBE9B9A73}" dt="2026-01-30T17:11:13.067" v="1481" actId="1038"/>
          <ac:picMkLst>
            <pc:docMk/>
            <pc:sldMk cId="179711209" sldId="11067"/>
            <ac:picMk id="12" creationId="{23F9150C-2F0F-6AE1-1F38-F3D986BDFE9F}"/>
          </ac:picMkLst>
        </pc:picChg>
        <pc:picChg chg="add mod">
          <ac:chgData name="Cosials, Benoit" userId="55eb508c-1f17-412e-9f09-1d82eedc926e" providerId="ADAL" clId="{21D902C2-1E7D-4DEA-BD5E-D02FBE9B9A73}" dt="2026-01-30T17:12:09.510" v="1533" actId="12789"/>
          <ac:picMkLst>
            <pc:docMk/>
            <pc:sldMk cId="179711209" sldId="11067"/>
            <ac:picMk id="13" creationId="{2A40A6E9-7D28-66A3-1797-E85189101C93}"/>
          </ac:picMkLst>
        </pc:picChg>
        <pc:extLst>
          <p:ext xmlns:p="http://schemas.openxmlformats.org/presentationml/2006/main" uri="{D6D511B9-2390-475A-947B-AFAB55BFBCF1}">
            <pc226:cmChg xmlns:pc226="http://schemas.microsoft.com/office/powerpoint/2022/06/main/command" chg="mod">
              <pc226:chgData name="Cosials, Benoit" userId="55eb508c-1f17-412e-9f09-1d82eedc926e" providerId="ADAL" clId="{21D902C2-1E7D-4DEA-BD5E-D02FBE9B9A73}" dt="2026-01-30T16:56:41.442" v="1054" actId="20577"/>
              <pc2:cmMkLst xmlns:pc2="http://schemas.microsoft.com/office/powerpoint/2019/9/main/command">
                <pc:docMk/>
                <pc:sldMk cId="179711209" sldId="11067"/>
                <pc2:cmMk id="{042868E2-BD7B-4B89-96BF-A30896AB9085}"/>
              </pc2:cmMkLst>
            </pc226:cmChg>
          </p:ext>
        </pc:extLst>
      </pc:sldChg>
      <pc:sldChg chg="addSp modSp mod">
        <pc:chgData name="Cosials, Benoit" userId="55eb508c-1f17-412e-9f09-1d82eedc926e" providerId="ADAL" clId="{21D902C2-1E7D-4DEA-BD5E-D02FBE9B9A73}" dt="2026-02-03T15:07:03.672" v="3951" actId="20577"/>
        <pc:sldMkLst>
          <pc:docMk/>
          <pc:sldMk cId="2544001977" sldId="11069"/>
        </pc:sldMkLst>
        <pc:spChg chg="add mod">
          <ac:chgData name="Cosials, Benoit" userId="55eb508c-1f17-412e-9f09-1d82eedc926e" providerId="ADAL" clId="{21D902C2-1E7D-4DEA-BD5E-D02FBE9B9A73}" dt="2026-02-03T15:07:03.672" v="3951" actId="20577"/>
          <ac:spMkLst>
            <pc:docMk/>
            <pc:sldMk cId="2544001977" sldId="11069"/>
            <ac:spMk id="3" creationId="{0C2F03AC-52B8-7471-3586-7DDD228D3817}"/>
          </ac:spMkLst>
        </pc:spChg>
        <pc:spChg chg="mod">
          <ac:chgData name="Cosials, Benoit" userId="55eb508c-1f17-412e-9f09-1d82eedc926e" providerId="ADAL" clId="{21D902C2-1E7D-4DEA-BD5E-D02FBE9B9A73}" dt="2026-02-02T19:37:02.900" v="2754" actId="20577"/>
          <ac:spMkLst>
            <pc:docMk/>
            <pc:sldMk cId="2544001977" sldId="11069"/>
            <ac:spMk id="64" creationId="{AAC482C8-DD86-8142-A2F5-88B1CFCA9961}"/>
          </ac:spMkLst>
        </pc:spChg>
      </pc:sldChg>
      <pc:sldChg chg="addSp modSp">
        <pc:chgData name="Cosials, Benoit" userId="55eb508c-1f17-412e-9f09-1d82eedc926e" providerId="ADAL" clId="{21D902C2-1E7D-4DEA-BD5E-D02FBE9B9A73}" dt="2026-02-03T15:07:13.463" v="3952"/>
        <pc:sldMkLst>
          <pc:docMk/>
          <pc:sldMk cId="4201679658" sldId="11070"/>
        </pc:sldMkLst>
        <pc:spChg chg="add mod">
          <ac:chgData name="Cosials, Benoit" userId="55eb508c-1f17-412e-9f09-1d82eedc926e" providerId="ADAL" clId="{21D902C2-1E7D-4DEA-BD5E-D02FBE9B9A73}" dt="2026-02-03T15:07:13.463" v="3952"/>
          <ac:spMkLst>
            <pc:docMk/>
            <pc:sldMk cId="4201679658" sldId="11070"/>
            <ac:spMk id="4" creationId="{71C908D2-ED2C-F1D9-D6CB-F54C9CBD95D9}"/>
          </ac:spMkLst>
        </pc:spChg>
      </pc:sldChg>
      <pc:sldChg chg="modSp mod">
        <pc:chgData name="Cosials, Benoit" userId="55eb508c-1f17-412e-9f09-1d82eedc926e" providerId="ADAL" clId="{21D902C2-1E7D-4DEA-BD5E-D02FBE9B9A73}" dt="2026-01-29T19:48:38.852" v="177" actId="6549"/>
        <pc:sldMkLst>
          <pc:docMk/>
          <pc:sldMk cId="110842092" sldId="11072"/>
        </pc:sldMkLst>
        <pc:spChg chg="mod">
          <ac:chgData name="Cosials, Benoit" userId="55eb508c-1f17-412e-9f09-1d82eedc926e" providerId="ADAL" clId="{21D902C2-1E7D-4DEA-BD5E-D02FBE9B9A73}" dt="2026-01-29T19:38:55.732" v="117" actId="20577"/>
          <ac:spMkLst>
            <pc:docMk/>
            <pc:sldMk cId="110842092" sldId="11072"/>
            <ac:spMk id="2" creationId="{E30F80D5-4DC7-4727-2B66-EAC71817AAD4}"/>
          </ac:spMkLst>
        </pc:spChg>
        <pc:spChg chg="mod">
          <ac:chgData name="Cosials, Benoit" userId="55eb508c-1f17-412e-9f09-1d82eedc926e" providerId="ADAL" clId="{21D902C2-1E7D-4DEA-BD5E-D02FBE9B9A73}" dt="2026-01-29T19:48:38.852" v="177" actId="6549"/>
          <ac:spMkLst>
            <pc:docMk/>
            <pc:sldMk cId="110842092" sldId="11072"/>
            <ac:spMk id="3" creationId="{E7E631E3-F435-588B-839B-1F1986D49F11}"/>
          </ac:spMkLst>
        </pc:spChg>
      </pc:sldChg>
      <pc:sldChg chg="modSp mod">
        <pc:chgData name="Cosials, Benoit" userId="55eb508c-1f17-412e-9f09-1d82eedc926e" providerId="ADAL" clId="{21D902C2-1E7D-4DEA-BD5E-D02FBE9B9A73}" dt="2026-02-02T19:17:27.790" v="1797" actId="20577"/>
        <pc:sldMkLst>
          <pc:docMk/>
          <pc:sldMk cId="711966458" sldId="11073"/>
        </pc:sldMkLst>
        <pc:spChg chg="mod">
          <ac:chgData name="Cosials, Benoit" userId="55eb508c-1f17-412e-9f09-1d82eedc926e" providerId="ADAL" clId="{21D902C2-1E7D-4DEA-BD5E-D02FBE9B9A73}" dt="2026-02-02T19:17:27.790" v="1797" actId="20577"/>
          <ac:spMkLst>
            <pc:docMk/>
            <pc:sldMk cId="711966458" sldId="11073"/>
            <ac:spMk id="2" creationId="{6A01EBC0-7AD1-B527-A259-D16DF9DCE79F}"/>
          </ac:spMkLst>
        </pc:spChg>
      </pc:sldChg>
      <pc:sldChg chg="add del ord">
        <pc:chgData name="Cosials, Benoit" userId="55eb508c-1f17-412e-9f09-1d82eedc926e" providerId="ADAL" clId="{21D902C2-1E7D-4DEA-BD5E-D02FBE9B9A73}" dt="2026-02-03T15:54:30.821" v="5059" actId="47"/>
        <pc:sldMkLst>
          <pc:docMk/>
          <pc:sldMk cId="3346955385" sldId="11074"/>
        </pc:sldMkLst>
      </pc:sldChg>
      <pc:sldChg chg="modSp mod">
        <pc:chgData name="Cosials, Benoit" userId="55eb508c-1f17-412e-9f09-1d82eedc926e" providerId="ADAL" clId="{21D902C2-1E7D-4DEA-BD5E-D02FBE9B9A73}" dt="2026-02-02T19:56:58.967" v="2997" actId="20577"/>
        <pc:sldMkLst>
          <pc:docMk/>
          <pc:sldMk cId="692365527" sldId="11077"/>
        </pc:sldMkLst>
        <pc:spChg chg="mod">
          <ac:chgData name="Cosials, Benoit" userId="55eb508c-1f17-412e-9f09-1d82eedc926e" providerId="ADAL" clId="{21D902C2-1E7D-4DEA-BD5E-D02FBE9B9A73}" dt="2026-02-02T19:53:04.331" v="2794" actId="20577"/>
          <ac:spMkLst>
            <pc:docMk/>
            <pc:sldMk cId="692365527" sldId="11077"/>
            <ac:spMk id="4" creationId="{543AACFA-FCD8-A81A-8B55-131A8F219748}"/>
          </ac:spMkLst>
        </pc:spChg>
        <pc:spChg chg="mod">
          <ac:chgData name="Cosials, Benoit" userId="55eb508c-1f17-412e-9f09-1d82eedc926e" providerId="ADAL" clId="{21D902C2-1E7D-4DEA-BD5E-D02FBE9B9A73}" dt="2026-02-02T19:56:58.967" v="2997" actId="20577"/>
          <ac:spMkLst>
            <pc:docMk/>
            <pc:sldMk cId="692365527" sldId="11077"/>
            <ac:spMk id="5" creationId="{7ED1942E-A9C8-C3B5-C69D-ECD57B219E9F}"/>
          </ac:spMkLst>
        </pc:spChg>
      </pc:sldChg>
      <pc:sldChg chg="addSp delSp modSp mod modNotesTx">
        <pc:chgData name="Cosials, Benoit" userId="55eb508c-1f17-412e-9f09-1d82eedc926e" providerId="ADAL" clId="{21D902C2-1E7D-4DEA-BD5E-D02FBE9B9A73}" dt="2026-02-03T15:41:32.919" v="4978" actId="313"/>
        <pc:sldMkLst>
          <pc:docMk/>
          <pc:sldMk cId="261185946" sldId="11078"/>
        </pc:sldMkLst>
        <pc:spChg chg="mod">
          <ac:chgData name="Cosials, Benoit" userId="55eb508c-1f17-412e-9f09-1d82eedc926e" providerId="ADAL" clId="{21D902C2-1E7D-4DEA-BD5E-D02FBE9B9A73}" dt="2026-02-03T15:40:43.580" v="4895" actId="12789"/>
          <ac:spMkLst>
            <pc:docMk/>
            <pc:sldMk cId="261185946" sldId="11078"/>
            <ac:spMk id="3" creationId="{E93B4B2D-C31B-4E94-42C0-25FE389056CF}"/>
          </ac:spMkLst>
        </pc:spChg>
        <pc:spChg chg="del mod">
          <ac:chgData name="Cosials, Benoit" userId="55eb508c-1f17-412e-9f09-1d82eedc926e" providerId="ADAL" clId="{21D902C2-1E7D-4DEA-BD5E-D02FBE9B9A73}" dt="2026-02-03T15:25:44.107" v="4526" actId="478"/>
          <ac:spMkLst>
            <pc:docMk/>
            <pc:sldMk cId="261185946" sldId="11078"/>
            <ac:spMk id="5" creationId="{0D082F8B-E0EA-C5BB-FDD2-D3C634550A46}"/>
          </ac:spMkLst>
        </pc:spChg>
        <pc:spChg chg="mod">
          <ac:chgData name="Cosials, Benoit" userId="55eb508c-1f17-412e-9f09-1d82eedc926e" providerId="ADAL" clId="{21D902C2-1E7D-4DEA-BD5E-D02FBE9B9A73}" dt="2026-02-03T15:23:44.613" v="4474" actId="13822"/>
          <ac:spMkLst>
            <pc:docMk/>
            <pc:sldMk cId="261185946" sldId="11078"/>
            <ac:spMk id="16" creationId="{583C336C-613D-EF72-F033-8FE35EFC8A83}"/>
          </ac:spMkLst>
        </pc:spChg>
        <pc:spChg chg="mod">
          <ac:chgData name="Cosials, Benoit" userId="55eb508c-1f17-412e-9f09-1d82eedc926e" providerId="ADAL" clId="{21D902C2-1E7D-4DEA-BD5E-D02FBE9B9A73}" dt="2026-02-03T15:23:44.613" v="4474" actId="13822"/>
          <ac:spMkLst>
            <pc:docMk/>
            <pc:sldMk cId="261185946" sldId="11078"/>
            <ac:spMk id="17" creationId="{04F09246-A2F7-C4A2-9BFF-9EA0307E88AF}"/>
          </ac:spMkLst>
        </pc:spChg>
        <pc:spChg chg="mod">
          <ac:chgData name="Cosials, Benoit" userId="55eb508c-1f17-412e-9f09-1d82eedc926e" providerId="ADAL" clId="{21D902C2-1E7D-4DEA-BD5E-D02FBE9B9A73}" dt="2026-02-03T15:23:44.613" v="4474" actId="13822"/>
          <ac:spMkLst>
            <pc:docMk/>
            <pc:sldMk cId="261185946" sldId="11078"/>
            <ac:spMk id="18" creationId="{AD07C512-DA35-6B45-DF2D-61965DA9BC40}"/>
          </ac:spMkLst>
        </pc:spChg>
        <pc:spChg chg="mod">
          <ac:chgData name="Cosials, Benoit" userId="55eb508c-1f17-412e-9f09-1d82eedc926e" providerId="ADAL" clId="{21D902C2-1E7D-4DEA-BD5E-D02FBE9B9A73}" dt="2026-02-03T15:27:51.015" v="4576" actId="13822"/>
          <ac:spMkLst>
            <pc:docMk/>
            <pc:sldMk cId="261185946" sldId="11078"/>
            <ac:spMk id="19" creationId="{AFE64842-846B-0498-AD3C-6DDAA36B84C2}"/>
          </ac:spMkLst>
        </pc:spChg>
        <pc:spChg chg="mod">
          <ac:chgData name="Cosials, Benoit" userId="55eb508c-1f17-412e-9f09-1d82eedc926e" providerId="ADAL" clId="{21D902C2-1E7D-4DEA-BD5E-D02FBE9B9A73}" dt="2026-02-03T15:27:56.730" v="4577" actId="13822"/>
          <ac:spMkLst>
            <pc:docMk/>
            <pc:sldMk cId="261185946" sldId="11078"/>
            <ac:spMk id="20" creationId="{99CC8C6D-02C3-1877-B703-DDFFF3AF26E5}"/>
          </ac:spMkLst>
        </pc:spChg>
        <pc:spChg chg="add mod">
          <ac:chgData name="Cosials, Benoit" userId="55eb508c-1f17-412e-9f09-1d82eedc926e" providerId="ADAL" clId="{21D902C2-1E7D-4DEA-BD5E-D02FBE9B9A73}" dt="2026-02-03T15:40:43.580" v="4895" actId="12789"/>
          <ac:spMkLst>
            <pc:docMk/>
            <pc:sldMk cId="261185946" sldId="11078"/>
            <ac:spMk id="21" creationId="{CF129D85-4830-4A02-F615-AA6485ED4E2A}"/>
          </ac:spMkLst>
        </pc:spChg>
        <pc:spChg chg="add del mod">
          <ac:chgData name="Cosials, Benoit" userId="55eb508c-1f17-412e-9f09-1d82eedc926e" providerId="ADAL" clId="{21D902C2-1E7D-4DEA-BD5E-D02FBE9B9A73}" dt="2026-02-03T15:20:26.870" v="4153" actId="478"/>
          <ac:spMkLst>
            <pc:docMk/>
            <pc:sldMk cId="261185946" sldId="11078"/>
            <ac:spMk id="22" creationId="{F61A9A92-B481-7875-917E-B7E0558EB1AC}"/>
          </ac:spMkLst>
        </pc:spChg>
        <pc:spChg chg="add mod">
          <ac:chgData name="Cosials, Benoit" userId="55eb508c-1f17-412e-9f09-1d82eedc926e" providerId="ADAL" clId="{21D902C2-1E7D-4DEA-BD5E-D02FBE9B9A73}" dt="2026-02-03T15:40:43.580" v="4895" actId="12789"/>
          <ac:spMkLst>
            <pc:docMk/>
            <pc:sldMk cId="261185946" sldId="11078"/>
            <ac:spMk id="23" creationId="{F54C3474-E48F-D40C-51DC-C0F6323D8CCE}"/>
          </ac:spMkLst>
        </pc:spChg>
        <pc:spChg chg="add mod">
          <ac:chgData name="Cosials, Benoit" userId="55eb508c-1f17-412e-9f09-1d82eedc926e" providerId="ADAL" clId="{21D902C2-1E7D-4DEA-BD5E-D02FBE9B9A73}" dt="2026-02-03T15:40:43.580" v="4895" actId="12789"/>
          <ac:spMkLst>
            <pc:docMk/>
            <pc:sldMk cId="261185946" sldId="11078"/>
            <ac:spMk id="24" creationId="{BC54620A-2387-6045-C93D-E39DD7100D0E}"/>
          </ac:spMkLst>
        </pc:spChg>
        <pc:spChg chg="add mod">
          <ac:chgData name="Cosials, Benoit" userId="55eb508c-1f17-412e-9f09-1d82eedc926e" providerId="ADAL" clId="{21D902C2-1E7D-4DEA-BD5E-D02FBE9B9A73}" dt="2026-02-03T15:40:43.580" v="4895" actId="12789"/>
          <ac:spMkLst>
            <pc:docMk/>
            <pc:sldMk cId="261185946" sldId="11078"/>
            <ac:spMk id="27" creationId="{92047695-D703-1D97-0EC1-DC777FA952FF}"/>
          </ac:spMkLst>
        </pc:spChg>
        <pc:spChg chg="add mod">
          <ac:chgData name="Cosials, Benoit" userId="55eb508c-1f17-412e-9f09-1d82eedc926e" providerId="ADAL" clId="{21D902C2-1E7D-4DEA-BD5E-D02FBE9B9A73}" dt="2026-02-03T15:40:43.580" v="4895" actId="12789"/>
          <ac:spMkLst>
            <pc:docMk/>
            <pc:sldMk cId="261185946" sldId="11078"/>
            <ac:spMk id="28" creationId="{5E718E8E-0E72-F24D-4ED2-0FA13E9AB1BB}"/>
          </ac:spMkLst>
        </pc:spChg>
        <pc:spChg chg="add mod">
          <ac:chgData name="Cosials, Benoit" userId="55eb508c-1f17-412e-9f09-1d82eedc926e" providerId="ADAL" clId="{21D902C2-1E7D-4DEA-BD5E-D02FBE9B9A73}" dt="2026-02-03T15:40:43.580" v="4895" actId="12789"/>
          <ac:spMkLst>
            <pc:docMk/>
            <pc:sldMk cId="261185946" sldId="11078"/>
            <ac:spMk id="29" creationId="{10529FD9-C227-C14F-CD7F-1ADE28357700}"/>
          </ac:spMkLst>
        </pc:spChg>
        <pc:picChg chg="add mod">
          <ac:chgData name="Cosials, Benoit" userId="55eb508c-1f17-412e-9f09-1d82eedc926e" providerId="ADAL" clId="{21D902C2-1E7D-4DEA-BD5E-D02FBE9B9A73}" dt="2026-02-03T15:24:51.825" v="4485" actId="14100"/>
          <ac:picMkLst>
            <pc:docMk/>
            <pc:sldMk cId="261185946" sldId="11078"/>
            <ac:picMk id="26" creationId="{3E2D6141-BFB9-0E65-A6CF-080A5CEBED0C}"/>
          </ac:picMkLst>
        </pc:picChg>
      </pc:sldChg>
      <pc:sldChg chg="modSp mod">
        <pc:chgData name="Cosials, Benoit" userId="55eb508c-1f17-412e-9f09-1d82eedc926e" providerId="ADAL" clId="{21D902C2-1E7D-4DEA-BD5E-D02FBE9B9A73}" dt="2026-02-02T19:48:46.476" v="2767" actId="20577"/>
        <pc:sldMkLst>
          <pc:docMk/>
          <pc:sldMk cId="691686196" sldId="11083"/>
        </pc:sldMkLst>
        <pc:graphicFrameChg chg="modGraphic">
          <ac:chgData name="Cosials, Benoit" userId="55eb508c-1f17-412e-9f09-1d82eedc926e" providerId="ADAL" clId="{21D902C2-1E7D-4DEA-BD5E-D02FBE9B9A73}" dt="2026-02-02T19:48:46.476" v="2767" actId="20577"/>
          <ac:graphicFrameMkLst>
            <pc:docMk/>
            <pc:sldMk cId="691686196" sldId="11083"/>
            <ac:graphicFrameMk id="5" creationId="{9FEA6043-7193-5409-0808-DFC9D7CBA395}"/>
          </ac:graphicFrameMkLst>
        </pc:graphicFrameChg>
      </pc:sldChg>
      <pc:sldChg chg="modSp del mod">
        <pc:chgData name="Cosials, Benoit" userId="55eb508c-1f17-412e-9f09-1d82eedc926e" providerId="ADAL" clId="{21D902C2-1E7D-4DEA-BD5E-D02FBE9B9A73}" dt="2026-02-02T19:24:39.202" v="1877" actId="2696"/>
        <pc:sldMkLst>
          <pc:docMk/>
          <pc:sldMk cId="1441571740" sldId="11084"/>
        </pc:sldMkLst>
        <pc:spChg chg="mod">
          <ac:chgData name="Cosials, Benoit" userId="55eb508c-1f17-412e-9f09-1d82eedc926e" providerId="ADAL" clId="{21D902C2-1E7D-4DEA-BD5E-D02FBE9B9A73}" dt="2026-02-02T19:18:59.384" v="1831" actId="20577"/>
          <ac:spMkLst>
            <pc:docMk/>
            <pc:sldMk cId="1441571740" sldId="11084"/>
            <ac:spMk id="3" creationId="{0CA5D7F5-A74D-25DE-54B8-F65A4F46664A}"/>
          </ac:spMkLst>
        </pc:spChg>
      </pc:sldChg>
      <pc:sldChg chg="modSp mod">
        <pc:chgData name="Cosials, Benoit" userId="55eb508c-1f17-412e-9f09-1d82eedc926e" providerId="ADAL" clId="{21D902C2-1E7D-4DEA-BD5E-D02FBE9B9A73}" dt="2026-02-03T15:31:58.050" v="4737" actId="113"/>
        <pc:sldMkLst>
          <pc:docMk/>
          <pc:sldMk cId="3473879018" sldId="11085"/>
        </pc:sldMkLst>
        <pc:spChg chg="mod">
          <ac:chgData name="Cosials, Benoit" userId="55eb508c-1f17-412e-9f09-1d82eedc926e" providerId="ADAL" clId="{21D902C2-1E7D-4DEA-BD5E-D02FBE9B9A73}" dt="2026-02-03T15:31:58.050" v="4737" actId="113"/>
          <ac:spMkLst>
            <pc:docMk/>
            <pc:sldMk cId="3473879018" sldId="11085"/>
            <ac:spMk id="3" creationId="{3C8AC0EB-9E96-D053-4912-CC243B5C9904}"/>
          </ac:spMkLst>
        </pc:spChg>
      </pc:sldChg>
      <pc:sldChg chg="modSp mod">
        <pc:chgData name="Cosials, Benoit" userId="55eb508c-1f17-412e-9f09-1d82eedc926e" providerId="ADAL" clId="{21D902C2-1E7D-4DEA-BD5E-D02FBE9B9A73}" dt="2026-02-03T15:34:29.837" v="4844" actId="113"/>
        <pc:sldMkLst>
          <pc:docMk/>
          <pc:sldMk cId="1978335447" sldId="11086"/>
        </pc:sldMkLst>
        <pc:spChg chg="mod">
          <ac:chgData name="Cosials, Benoit" userId="55eb508c-1f17-412e-9f09-1d82eedc926e" providerId="ADAL" clId="{21D902C2-1E7D-4DEA-BD5E-D02FBE9B9A73}" dt="2026-02-03T15:34:29.837" v="4844" actId="113"/>
          <ac:spMkLst>
            <pc:docMk/>
            <pc:sldMk cId="1978335447" sldId="11086"/>
            <ac:spMk id="3" creationId="{0247919F-E0DB-1CB1-88AA-974614DAF98F}"/>
          </ac:spMkLst>
        </pc:spChg>
      </pc:sldChg>
      <pc:sldChg chg="addSp modSp mod">
        <pc:chgData name="Cosials, Benoit" userId="55eb508c-1f17-412e-9f09-1d82eedc926e" providerId="ADAL" clId="{21D902C2-1E7D-4DEA-BD5E-D02FBE9B9A73}" dt="2026-02-03T15:17:57.121" v="4077" actId="14100"/>
        <pc:sldMkLst>
          <pc:docMk/>
          <pc:sldMk cId="2389428157" sldId="11088"/>
        </pc:sldMkLst>
        <pc:spChg chg="add mod">
          <ac:chgData name="Cosials, Benoit" userId="55eb508c-1f17-412e-9f09-1d82eedc926e" providerId="ADAL" clId="{21D902C2-1E7D-4DEA-BD5E-D02FBE9B9A73}" dt="2026-02-03T15:17:57.121" v="4077" actId="14100"/>
          <ac:spMkLst>
            <pc:docMk/>
            <pc:sldMk cId="2389428157" sldId="11088"/>
            <ac:spMk id="5" creationId="{4088B9B2-5920-C3F3-BF27-DBFF80F051A0}"/>
          </ac:spMkLst>
        </pc:spChg>
      </pc:sldChg>
      <pc:sldChg chg="addSp delSp modSp mod chgLayout">
        <pc:chgData name="Cosials, Benoit" userId="55eb508c-1f17-412e-9f09-1d82eedc926e" providerId="ADAL" clId="{21D902C2-1E7D-4DEA-BD5E-D02FBE9B9A73}" dt="2026-02-03T15:05:55.248" v="3933" actId="403"/>
        <pc:sldMkLst>
          <pc:docMk/>
          <pc:sldMk cId="1723436986" sldId="11089"/>
        </pc:sldMkLst>
        <pc:spChg chg="mod ord">
          <ac:chgData name="Cosials, Benoit" userId="55eb508c-1f17-412e-9f09-1d82eedc926e" providerId="ADAL" clId="{21D902C2-1E7D-4DEA-BD5E-D02FBE9B9A73}" dt="2026-02-02T19:46:27.835" v="2755" actId="6264"/>
          <ac:spMkLst>
            <pc:docMk/>
            <pc:sldMk cId="1723436986" sldId="11089"/>
            <ac:spMk id="2" creationId="{F3B4BA1A-B84B-D169-8C66-35A0379496E4}"/>
          </ac:spMkLst>
        </pc:spChg>
        <pc:spChg chg="mod ord">
          <ac:chgData name="Cosials, Benoit" userId="55eb508c-1f17-412e-9f09-1d82eedc926e" providerId="ADAL" clId="{21D902C2-1E7D-4DEA-BD5E-D02FBE9B9A73}" dt="2026-02-03T15:05:55.248" v="3933" actId="403"/>
          <ac:spMkLst>
            <pc:docMk/>
            <pc:sldMk cId="1723436986" sldId="11089"/>
            <ac:spMk id="3" creationId="{0AB16B07-D8ED-E9FD-1ECC-23E2937C7E2E}"/>
          </ac:spMkLst>
        </pc:spChg>
        <pc:spChg chg="mod ord">
          <ac:chgData name="Cosials, Benoit" userId="55eb508c-1f17-412e-9f09-1d82eedc926e" providerId="ADAL" clId="{21D902C2-1E7D-4DEA-BD5E-D02FBE9B9A73}" dt="2026-02-02T19:46:27.835" v="2755" actId="6264"/>
          <ac:spMkLst>
            <pc:docMk/>
            <pc:sldMk cId="1723436986" sldId="11089"/>
            <ac:spMk id="4" creationId="{74E68740-6B0E-0340-8A6C-BAB7B80B2E13}"/>
          </ac:spMkLst>
        </pc:spChg>
        <pc:spChg chg="add del mod">
          <ac:chgData name="Cosials, Benoit" userId="55eb508c-1f17-412e-9f09-1d82eedc926e" providerId="ADAL" clId="{21D902C2-1E7D-4DEA-BD5E-D02FBE9B9A73}" dt="2026-02-02T19:46:27.835" v="2755" actId="6264"/>
          <ac:spMkLst>
            <pc:docMk/>
            <pc:sldMk cId="1723436986" sldId="11089"/>
            <ac:spMk id="5" creationId="{243A7319-2A46-9544-692D-0EBF47A47373}"/>
          </ac:spMkLst>
        </pc:spChg>
        <pc:spChg chg="add del mod">
          <ac:chgData name="Cosials, Benoit" userId="55eb508c-1f17-412e-9f09-1d82eedc926e" providerId="ADAL" clId="{21D902C2-1E7D-4DEA-BD5E-D02FBE9B9A73}" dt="2026-02-02T19:46:27.835" v="2755" actId="6264"/>
          <ac:spMkLst>
            <pc:docMk/>
            <pc:sldMk cId="1723436986" sldId="11089"/>
            <ac:spMk id="6" creationId="{C923E66C-1AD1-91CB-11DF-3956CE8663A9}"/>
          </ac:spMkLst>
        </pc:spChg>
        <pc:spChg chg="add del mod">
          <ac:chgData name="Cosials, Benoit" userId="55eb508c-1f17-412e-9f09-1d82eedc926e" providerId="ADAL" clId="{21D902C2-1E7D-4DEA-BD5E-D02FBE9B9A73}" dt="2026-02-02T19:46:27.835" v="2755" actId="6264"/>
          <ac:spMkLst>
            <pc:docMk/>
            <pc:sldMk cId="1723436986" sldId="11089"/>
            <ac:spMk id="7" creationId="{C7C081F1-C59F-6DC7-BCF8-355377FF4459}"/>
          </ac:spMkLst>
        </pc:spChg>
      </pc:sldChg>
      <pc:sldChg chg="addSp modSp new mod modNotesTx">
        <pc:chgData name="Cosials, Benoit" userId="55eb508c-1f17-412e-9f09-1d82eedc926e" providerId="ADAL" clId="{21D902C2-1E7D-4DEA-BD5E-D02FBE9B9A73}" dt="2026-02-03T16:01:06.805" v="5086" actId="20577"/>
        <pc:sldMkLst>
          <pc:docMk/>
          <pc:sldMk cId="1293545671" sldId="11090"/>
        </pc:sldMkLst>
        <pc:spChg chg="mod">
          <ac:chgData name="Cosials, Benoit" userId="55eb508c-1f17-412e-9f09-1d82eedc926e" providerId="ADAL" clId="{21D902C2-1E7D-4DEA-BD5E-D02FBE9B9A73}" dt="2026-02-02T19:08:24.433" v="1572" actId="20577"/>
          <ac:spMkLst>
            <pc:docMk/>
            <pc:sldMk cId="1293545671" sldId="11090"/>
            <ac:spMk id="2" creationId="{9A681EC9-7821-EF60-EC3C-ECB665259681}"/>
          </ac:spMkLst>
        </pc:spChg>
        <pc:spChg chg="add mod">
          <ac:chgData name="Cosials, Benoit" userId="55eb508c-1f17-412e-9f09-1d82eedc926e" providerId="ADAL" clId="{21D902C2-1E7D-4DEA-BD5E-D02FBE9B9A73}" dt="2026-02-03T15:50:01.436" v="5008" actId="20577"/>
          <ac:spMkLst>
            <pc:docMk/>
            <pc:sldMk cId="1293545671" sldId="11090"/>
            <ac:spMk id="5" creationId="{1D4EA5E0-EBE7-D310-C9A2-D48B9C9BBA2C}"/>
          </ac:spMkLst>
        </pc:spChg>
      </pc:sldChg>
      <pc:sldChg chg="addSp delSp modSp new mod modClrScheme chgLayout">
        <pc:chgData name="Cosials, Benoit" userId="55eb508c-1f17-412e-9f09-1d82eedc926e" providerId="ADAL" clId="{21D902C2-1E7D-4DEA-BD5E-D02FBE9B9A73}" dt="2026-02-03T15:52:48.030" v="5055" actId="20577"/>
        <pc:sldMkLst>
          <pc:docMk/>
          <pc:sldMk cId="1312585865" sldId="11091"/>
        </pc:sldMkLst>
        <pc:spChg chg="del mod ord">
          <ac:chgData name="Cosials, Benoit" userId="55eb508c-1f17-412e-9f09-1d82eedc926e" providerId="ADAL" clId="{21D902C2-1E7D-4DEA-BD5E-D02FBE9B9A73}" dt="2026-02-02T19:14:26.002" v="1658" actId="700"/>
          <ac:spMkLst>
            <pc:docMk/>
            <pc:sldMk cId="1312585865" sldId="11091"/>
            <ac:spMk id="2" creationId="{E82E9465-E8E9-CA89-5137-AAE38D053771}"/>
          </ac:spMkLst>
        </pc:spChg>
        <pc:spChg chg="mod ord">
          <ac:chgData name="Cosials, Benoit" userId="55eb508c-1f17-412e-9f09-1d82eedc926e" providerId="ADAL" clId="{21D902C2-1E7D-4DEA-BD5E-D02FBE9B9A73}" dt="2026-02-02T20:21:48.080" v="3460" actId="15"/>
          <ac:spMkLst>
            <pc:docMk/>
            <pc:sldMk cId="1312585865" sldId="11091"/>
            <ac:spMk id="3" creationId="{83B02C30-52E0-584C-2541-82DA650778F1}"/>
          </ac:spMkLst>
        </pc:spChg>
        <pc:spChg chg="mod ord">
          <ac:chgData name="Cosials, Benoit" userId="55eb508c-1f17-412e-9f09-1d82eedc926e" providerId="ADAL" clId="{21D902C2-1E7D-4DEA-BD5E-D02FBE9B9A73}" dt="2026-02-02T19:14:26.002" v="1658" actId="700"/>
          <ac:spMkLst>
            <pc:docMk/>
            <pc:sldMk cId="1312585865" sldId="11091"/>
            <ac:spMk id="4" creationId="{CC9A3DD7-F5D0-12CC-BAD5-6E0767ECA8E9}"/>
          </ac:spMkLst>
        </pc:spChg>
        <pc:spChg chg="add mod ord">
          <ac:chgData name="Cosials, Benoit" userId="55eb508c-1f17-412e-9f09-1d82eedc926e" providerId="ADAL" clId="{21D902C2-1E7D-4DEA-BD5E-D02FBE9B9A73}" dt="2026-02-02T19:15:03.682" v="1744" actId="20577"/>
          <ac:spMkLst>
            <pc:docMk/>
            <pc:sldMk cId="1312585865" sldId="11091"/>
            <ac:spMk id="5" creationId="{AF3ABE2F-96A4-FB87-0D91-7A46F414C2B4}"/>
          </ac:spMkLst>
        </pc:spChg>
        <pc:spChg chg="add mod">
          <ac:chgData name="Cosials, Benoit" userId="55eb508c-1f17-412e-9f09-1d82eedc926e" providerId="ADAL" clId="{21D902C2-1E7D-4DEA-BD5E-D02FBE9B9A73}" dt="2026-02-02T20:21:37.263" v="3459" actId="13822"/>
          <ac:spMkLst>
            <pc:docMk/>
            <pc:sldMk cId="1312585865" sldId="11091"/>
            <ac:spMk id="6" creationId="{CAC8A4B1-603E-6B16-6293-86D07E747C16}"/>
          </ac:spMkLst>
        </pc:spChg>
        <pc:spChg chg="add mod">
          <ac:chgData name="Cosials, Benoit" userId="55eb508c-1f17-412e-9f09-1d82eedc926e" providerId="ADAL" clId="{21D902C2-1E7D-4DEA-BD5E-D02FBE9B9A73}" dt="2026-02-03T15:52:48.030" v="5055" actId="20577"/>
          <ac:spMkLst>
            <pc:docMk/>
            <pc:sldMk cId="1312585865" sldId="11091"/>
            <ac:spMk id="7" creationId="{25B6548F-F7F1-F243-C7C0-7FAC7BC6F001}"/>
          </ac:spMkLst>
        </pc:spChg>
      </pc:sldChg>
      <pc:sldChg chg="new del">
        <pc:chgData name="Cosials, Benoit" userId="55eb508c-1f17-412e-9f09-1d82eedc926e" providerId="ADAL" clId="{21D902C2-1E7D-4DEA-BD5E-D02FBE9B9A73}" dt="2026-02-02T19:10:24.590" v="1600" actId="680"/>
        <pc:sldMkLst>
          <pc:docMk/>
          <pc:sldMk cId="3159440129" sldId="11091"/>
        </pc:sldMkLst>
      </pc:sldChg>
      <pc:sldChg chg="modSp new del mod">
        <pc:chgData name="Cosials, Benoit" userId="55eb508c-1f17-412e-9f09-1d82eedc926e" providerId="ADAL" clId="{21D902C2-1E7D-4DEA-BD5E-D02FBE9B9A73}" dt="2026-02-03T15:42:21.659" v="4979" actId="2696"/>
        <pc:sldMkLst>
          <pc:docMk/>
          <pc:sldMk cId="161162396" sldId="11092"/>
        </pc:sldMkLst>
        <pc:spChg chg="mod">
          <ac:chgData name="Cosials, Benoit" userId="55eb508c-1f17-412e-9f09-1d82eedc926e" providerId="ADAL" clId="{21D902C2-1E7D-4DEA-BD5E-D02FBE9B9A73}" dt="2026-02-02T19:16:28.824" v="1773" actId="20577"/>
          <ac:spMkLst>
            <pc:docMk/>
            <pc:sldMk cId="161162396" sldId="11092"/>
            <ac:spMk id="3" creationId="{7B485FA9-DFD5-4CDE-A99F-22D11C43B798}"/>
          </ac:spMkLst>
        </pc:spChg>
      </pc:sldChg>
      <pc:sldChg chg="modSp add del mod">
        <pc:chgData name="Cosials, Benoit" userId="55eb508c-1f17-412e-9f09-1d82eedc926e" providerId="ADAL" clId="{21D902C2-1E7D-4DEA-BD5E-D02FBE9B9A73}" dt="2026-02-03T15:42:21.659" v="4979" actId="2696"/>
        <pc:sldMkLst>
          <pc:docMk/>
          <pc:sldMk cId="2839017135" sldId="11093"/>
        </pc:sldMkLst>
        <pc:spChg chg="mod">
          <ac:chgData name="Cosials, Benoit" userId="55eb508c-1f17-412e-9f09-1d82eedc926e" providerId="ADAL" clId="{21D902C2-1E7D-4DEA-BD5E-D02FBE9B9A73}" dt="2026-02-02T20:26:11.386" v="3926" actId="12"/>
          <ac:spMkLst>
            <pc:docMk/>
            <pc:sldMk cId="2839017135" sldId="11093"/>
            <ac:spMk id="3" creationId="{74288E52-D146-DA31-9A98-B8626A847CD9}"/>
          </ac:spMkLst>
        </pc:spChg>
        <pc:spChg chg="mod">
          <ac:chgData name="Cosials, Benoit" userId="55eb508c-1f17-412e-9f09-1d82eedc926e" providerId="ADAL" clId="{21D902C2-1E7D-4DEA-BD5E-D02FBE9B9A73}" dt="2026-02-02T20:26:16.964" v="3927" actId="33524"/>
          <ac:spMkLst>
            <pc:docMk/>
            <pc:sldMk cId="2839017135" sldId="11093"/>
            <ac:spMk id="5" creationId="{FD2E5721-0B57-97FC-89C5-99C752E71B87}"/>
          </ac:spMkLst>
        </pc:spChg>
      </pc:sldChg>
      <pc:sldChg chg="addSp delSp modSp add mod chgLayout">
        <pc:chgData name="Cosials, Benoit" userId="55eb508c-1f17-412e-9f09-1d82eedc926e" providerId="ADAL" clId="{21D902C2-1E7D-4DEA-BD5E-D02FBE9B9A73}" dt="2026-02-03T15:50:49.331" v="5017" actId="20577"/>
        <pc:sldMkLst>
          <pc:docMk/>
          <pc:sldMk cId="3870328839" sldId="11094"/>
        </pc:sldMkLst>
        <pc:spChg chg="add del mod">
          <ac:chgData name="Cosials, Benoit" userId="55eb508c-1f17-412e-9f09-1d82eedc926e" providerId="ADAL" clId="{21D902C2-1E7D-4DEA-BD5E-D02FBE9B9A73}" dt="2026-02-02T20:16:50.351" v="3398" actId="6264"/>
          <ac:spMkLst>
            <pc:docMk/>
            <pc:sldMk cId="3870328839" sldId="11094"/>
            <ac:spMk id="2" creationId="{E8EF9781-02EF-7B72-8A4A-53B06D3A8D71}"/>
          </ac:spMkLst>
        </pc:spChg>
        <pc:spChg chg="mod ord">
          <ac:chgData name="Cosials, Benoit" userId="55eb508c-1f17-412e-9f09-1d82eedc926e" providerId="ADAL" clId="{21D902C2-1E7D-4DEA-BD5E-D02FBE9B9A73}" dt="2026-02-02T20:25:19.657" v="3903" actId="33524"/>
          <ac:spMkLst>
            <pc:docMk/>
            <pc:sldMk cId="3870328839" sldId="11094"/>
            <ac:spMk id="3" creationId="{809FEB06-1253-CC4E-FB13-C151576A5535}"/>
          </ac:spMkLst>
        </pc:spChg>
        <pc:spChg chg="mod ord">
          <ac:chgData name="Cosials, Benoit" userId="55eb508c-1f17-412e-9f09-1d82eedc926e" providerId="ADAL" clId="{21D902C2-1E7D-4DEA-BD5E-D02FBE9B9A73}" dt="2026-02-02T20:16:50.351" v="3398" actId="6264"/>
          <ac:spMkLst>
            <pc:docMk/>
            <pc:sldMk cId="3870328839" sldId="11094"/>
            <ac:spMk id="4" creationId="{CA0DD36D-D368-D6D7-723A-4E59D179DFBB}"/>
          </ac:spMkLst>
        </pc:spChg>
        <pc:spChg chg="mod ord">
          <ac:chgData name="Cosials, Benoit" userId="55eb508c-1f17-412e-9f09-1d82eedc926e" providerId="ADAL" clId="{21D902C2-1E7D-4DEA-BD5E-D02FBE9B9A73}" dt="2026-02-02T20:16:50.351" v="3398" actId="6264"/>
          <ac:spMkLst>
            <pc:docMk/>
            <pc:sldMk cId="3870328839" sldId="11094"/>
            <ac:spMk id="5" creationId="{C4D18498-06FC-6B8D-09CC-7354E224E239}"/>
          </ac:spMkLst>
        </pc:spChg>
        <pc:spChg chg="add del mod">
          <ac:chgData name="Cosials, Benoit" userId="55eb508c-1f17-412e-9f09-1d82eedc926e" providerId="ADAL" clId="{21D902C2-1E7D-4DEA-BD5E-D02FBE9B9A73}" dt="2026-02-02T20:16:50.351" v="3398" actId="6264"/>
          <ac:spMkLst>
            <pc:docMk/>
            <pc:sldMk cId="3870328839" sldId="11094"/>
            <ac:spMk id="6" creationId="{A289C3AE-31F7-E1AE-19FB-3AFBFBA080DA}"/>
          </ac:spMkLst>
        </pc:spChg>
        <pc:spChg chg="add del mod">
          <ac:chgData name="Cosials, Benoit" userId="55eb508c-1f17-412e-9f09-1d82eedc926e" providerId="ADAL" clId="{21D902C2-1E7D-4DEA-BD5E-D02FBE9B9A73}" dt="2026-02-02T20:16:50.351" v="3398" actId="6264"/>
          <ac:spMkLst>
            <pc:docMk/>
            <pc:sldMk cId="3870328839" sldId="11094"/>
            <ac:spMk id="7" creationId="{C73F7345-1D9E-5DE3-18AD-BE11961FD882}"/>
          </ac:spMkLst>
        </pc:spChg>
        <pc:spChg chg="add mod">
          <ac:chgData name="Cosials, Benoit" userId="55eb508c-1f17-412e-9f09-1d82eedc926e" providerId="ADAL" clId="{21D902C2-1E7D-4DEA-BD5E-D02FBE9B9A73}" dt="2026-02-03T15:50:49.331" v="5017" actId="20577"/>
          <ac:spMkLst>
            <pc:docMk/>
            <pc:sldMk cId="3870328839" sldId="11094"/>
            <ac:spMk id="8" creationId="{732999A5-B3AB-EFB4-1FA8-32A24413C641}"/>
          </ac:spMkLst>
        </pc:spChg>
      </pc:sldChg>
      <pc:sldChg chg="addSp delSp modSp new mod">
        <pc:chgData name="Cosials, Benoit" userId="55eb508c-1f17-412e-9f09-1d82eedc926e" providerId="ADAL" clId="{21D902C2-1E7D-4DEA-BD5E-D02FBE9B9A73}" dt="2026-02-03T15:39:51.650" v="4876" actId="14100"/>
        <pc:sldMkLst>
          <pc:docMk/>
          <pc:sldMk cId="1823930542" sldId="11095"/>
        </pc:sldMkLst>
        <pc:spChg chg="mod">
          <ac:chgData name="Cosials, Benoit" userId="55eb508c-1f17-412e-9f09-1d82eedc926e" providerId="ADAL" clId="{21D902C2-1E7D-4DEA-BD5E-D02FBE9B9A73}" dt="2026-02-03T15:37:23.284" v="4870"/>
          <ac:spMkLst>
            <pc:docMk/>
            <pc:sldMk cId="1823930542" sldId="11095"/>
            <ac:spMk id="2" creationId="{9A55E293-FE4B-E044-0AFB-57C59647F28A}"/>
          </ac:spMkLst>
        </pc:spChg>
        <pc:spChg chg="del">
          <ac:chgData name="Cosials, Benoit" userId="55eb508c-1f17-412e-9f09-1d82eedc926e" providerId="ADAL" clId="{21D902C2-1E7D-4DEA-BD5E-D02FBE9B9A73}" dt="2026-02-03T15:39:31.077" v="4871" actId="22"/>
          <ac:spMkLst>
            <pc:docMk/>
            <pc:sldMk cId="1823930542" sldId="11095"/>
            <ac:spMk id="3" creationId="{C1F85D0C-1F05-95DC-3F34-FB7C508DB59E}"/>
          </ac:spMkLst>
        </pc:spChg>
        <pc:picChg chg="add mod ord">
          <ac:chgData name="Cosials, Benoit" userId="55eb508c-1f17-412e-9f09-1d82eedc926e" providerId="ADAL" clId="{21D902C2-1E7D-4DEA-BD5E-D02FBE9B9A73}" dt="2026-02-03T15:39:51.650" v="4876" actId="14100"/>
          <ac:picMkLst>
            <pc:docMk/>
            <pc:sldMk cId="1823930542" sldId="11095"/>
            <ac:picMk id="6" creationId="{EC98308F-CB5A-1918-3F9E-0C09B139EEFB}"/>
          </ac:picMkLst>
        </pc:picChg>
      </pc:sldChg>
      <pc:sldChg chg="modSp add mod">
        <pc:chgData name="Cosials, Benoit" userId="55eb508c-1f17-412e-9f09-1d82eedc926e" providerId="ADAL" clId="{21D902C2-1E7D-4DEA-BD5E-D02FBE9B9A73}" dt="2026-02-03T15:40:11.368" v="4887" actId="20577"/>
        <pc:sldMkLst>
          <pc:docMk/>
          <pc:sldMk cId="2686347311" sldId="11096"/>
        </pc:sldMkLst>
        <pc:spChg chg="mod">
          <ac:chgData name="Cosials, Benoit" userId="55eb508c-1f17-412e-9f09-1d82eedc926e" providerId="ADAL" clId="{21D902C2-1E7D-4DEA-BD5E-D02FBE9B9A73}" dt="2026-02-03T15:40:11.368" v="4887" actId="20577"/>
          <ac:spMkLst>
            <pc:docMk/>
            <pc:sldMk cId="2686347311" sldId="11096"/>
            <ac:spMk id="3" creationId="{009D67F4-196B-3169-B2C1-61A6CE46E912}"/>
          </ac:spMkLst>
        </pc:spChg>
      </pc:sldChg>
      <pc:sldChg chg="modSp add mod ord">
        <pc:chgData name="Cosials, Benoit" userId="55eb508c-1f17-412e-9f09-1d82eedc926e" providerId="ADAL" clId="{21D902C2-1E7D-4DEA-BD5E-D02FBE9B9A73}" dt="2026-02-03T15:54:16.471" v="5056" actId="20577"/>
        <pc:sldMkLst>
          <pc:docMk/>
          <pc:sldMk cId="2064219721" sldId="11097"/>
        </pc:sldMkLst>
        <pc:spChg chg="mod">
          <ac:chgData name="Cosials, Benoit" userId="55eb508c-1f17-412e-9f09-1d82eedc926e" providerId="ADAL" clId="{21D902C2-1E7D-4DEA-BD5E-D02FBE9B9A73}" dt="2026-02-03T15:51:38.176" v="5021" actId="20577"/>
          <ac:spMkLst>
            <pc:docMk/>
            <pc:sldMk cId="2064219721" sldId="11097"/>
            <ac:spMk id="3" creationId="{11E76C36-D0F6-1E5E-78EC-ACE9EA059F40}"/>
          </ac:spMkLst>
        </pc:spChg>
        <pc:spChg chg="mod">
          <ac:chgData name="Cosials, Benoit" userId="55eb508c-1f17-412e-9f09-1d82eedc926e" providerId="ADAL" clId="{21D902C2-1E7D-4DEA-BD5E-D02FBE9B9A73}" dt="2026-02-03T15:54:16.471" v="5056" actId="20577"/>
          <ac:spMkLst>
            <pc:docMk/>
            <pc:sldMk cId="2064219721" sldId="11097"/>
            <ac:spMk id="5" creationId="{52568E54-8395-937F-680E-C57D4916159C}"/>
          </ac:spMkLst>
        </pc:spChg>
      </pc:sldChg>
      <pc:sldMasterChg chg="delSldLayout">
        <pc:chgData name="Cosials, Benoit" userId="55eb508c-1f17-412e-9f09-1d82eedc926e" providerId="ADAL" clId="{21D902C2-1E7D-4DEA-BD5E-D02FBE9B9A73}" dt="2026-02-03T15:42:21.659" v="4979" actId="2696"/>
        <pc:sldMasterMkLst>
          <pc:docMk/>
          <pc:sldMasterMk cId="3806457650" sldId="2147483648"/>
        </pc:sldMasterMkLst>
        <pc:sldLayoutChg chg="del">
          <pc:chgData name="Cosials, Benoit" userId="55eb508c-1f17-412e-9f09-1d82eedc926e" providerId="ADAL" clId="{21D902C2-1E7D-4DEA-BD5E-D02FBE9B9A73}" dt="2026-02-03T15:42:21.659" v="4979" actId="2696"/>
          <pc:sldLayoutMkLst>
            <pc:docMk/>
            <pc:sldMasterMk cId="3806457650" sldId="2147483648"/>
            <pc:sldLayoutMk cId="350969708" sldId="2147483747"/>
          </pc:sldLayoutMkLst>
        </pc:sldLayoutChg>
        <pc:sldLayoutChg chg="del">
          <pc:chgData name="Cosials, Benoit" userId="55eb508c-1f17-412e-9f09-1d82eedc926e" providerId="ADAL" clId="{21D902C2-1E7D-4DEA-BD5E-D02FBE9B9A73}" dt="2026-02-03T15:42:21.659" v="4979" actId="2696"/>
          <pc:sldLayoutMkLst>
            <pc:docMk/>
            <pc:sldMasterMk cId="3806457650" sldId="2147483648"/>
            <pc:sldLayoutMk cId="1787684333" sldId="2147483748"/>
          </pc:sldLayoutMkLst>
        </pc:sldLayoutChg>
      </pc:sldMasterChg>
    </pc:docChg>
  </pc:docChgLst>
  <pc:docChgLst>
    <pc:chgData name="El Aida, Sahar" userId="526dd283-fc76-4b4e-ba15-c7e70e60317c" providerId="ADAL" clId="{AE9E4589-2262-44A6-9C14-157CE4F34F30}"/>
    <pc:docChg chg="undo custSel addSld delSld modSld sldOrd modSection">
      <pc:chgData name="El Aida, Sahar" userId="526dd283-fc76-4b4e-ba15-c7e70e60317c" providerId="ADAL" clId="{AE9E4589-2262-44A6-9C14-157CE4F34F30}" dt="2026-02-05T18:51:38.148" v="1296" actId="20577"/>
      <pc:docMkLst>
        <pc:docMk/>
      </pc:docMkLst>
      <pc:sldChg chg="delSp mod">
        <pc:chgData name="El Aida, Sahar" userId="526dd283-fc76-4b4e-ba15-c7e70e60317c" providerId="ADAL" clId="{AE9E4589-2262-44A6-9C14-157CE4F34F30}" dt="2026-02-05T17:06:55.537" v="1243" actId="478"/>
        <pc:sldMkLst>
          <pc:docMk/>
          <pc:sldMk cId="4216312498" sldId="400"/>
        </pc:sldMkLst>
        <pc:spChg chg="del">
          <ac:chgData name="El Aida, Sahar" userId="526dd283-fc76-4b4e-ba15-c7e70e60317c" providerId="ADAL" clId="{AE9E4589-2262-44A6-9C14-157CE4F34F30}" dt="2026-02-05T17:06:55.537" v="1243" actId="478"/>
          <ac:spMkLst>
            <pc:docMk/>
            <pc:sldMk cId="4216312498" sldId="400"/>
            <ac:spMk id="4" creationId="{0F60ED99-0E47-BCD6-4A96-11CB43B6FBAA}"/>
          </ac:spMkLst>
        </pc:spChg>
      </pc:sldChg>
      <pc:sldChg chg="modNotesTx">
        <pc:chgData name="El Aida, Sahar" userId="526dd283-fc76-4b4e-ba15-c7e70e60317c" providerId="ADAL" clId="{AE9E4589-2262-44A6-9C14-157CE4F34F30}" dt="2026-02-03T15:59:55.655" v="402" actId="20577"/>
        <pc:sldMkLst>
          <pc:docMk/>
          <pc:sldMk cId="1072872369" sldId="10991"/>
        </pc:sldMkLst>
      </pc:sldChg>
      <pc:sldChg chg="modSp mod">
        <pc:chgData name="El Aida, Sahar" userId="526dd283-fc76-4b4e-ba15-c7e70e60317c" providerId="ADAL" clId="{AE9E4589-2262-44A6-9C14-157CE4F34F30}" dt="2026-02-05T16:19:45.948" v="1151" actId="20577"/>
        <pc:sldMkLst>
          <pc:docMk/>
          <pc:sldMk cId="2440145673" sldId="11030"/>
        </pc:sldMkLst>
        <pc:spChg chg="mod">
          <ac:chgData name="El Aida, Sahar" userId="526dd283-fc76-4b4e-ba15-c7e70e60317c" providerId="ADAL" clId="{AE9E4589-2262-44A6-9C14-157CE4F34F30}" dt="2026-02-05T16:19:45.948" v="1151" actId="20577"/>
          <ac:spMkLst>
            <pc:docMk/>
            <pc:sldMk cId="2440145673" sldId="11030"/>
            <ac:spMk id="3" creationId="{115F46BB-0004-D139-A317-229356DCEADE}"/>
          </ac:spMkLst>
        </pc:spChg>
      </pc:sldChg>
      <pc:sldChg chg="modSp mod">
        <pc:chgData name="El Aida, Sahar" userId="526dd283-fc76-4b4e-ba15-c7e70e60317c" providerId="ADAL" clId="{AE9E4589-2262-44A6-9C14-157CE4F34F30}" dt="2026-01-28T17:49:08.544" v="5" actId="20577"/>
        <pc:sldMkLst>
          <pc:docMk/>
          <pc:sldMk cId="232111325" sldId="11053"/>
        </pc:sldMkLst>
        <pc:graphicFrameChg chg="modGraphic">
          <ac:chgData name="El Aida, Sahar" userId="526dd283-fc76-4b4e-ba15-c7e70e60317c" providerId="ADAL" clId="{AE9E4589-2262-44A6-9C14-157CE4F34F30}" dt="2026-01-28T17:49:08.544" v="5" actId="20577"/>
          <ac:graphicFrameMkLst>
            <pc:docMk/>
            <pc:sldMk cId="232111325" sldId="11053"/>
            <ac:graphicFrameMk id="4" creationId="{F1D24271-3356-39D3-634A-C77FDA94FE08}"/>
          </ac:graphicFrameMkLst>
        </pc:graphicFrameChg>
      </pc:sldChg>
      <pc:sldChg chg="delSp mod">
        <pc:chgData name="El Aida, Sahar" userId="526dd283-fc76-4b4e-ba15-c7e70e60317c" providerId="ADAL" clId="{AE9E4589-2262-44A6-9C14-157CE4F34F30}" dt="2026-02-05T17:07:03.765" v="1244" actId="478"/>
        <pc:sldMkLst>
          <pc:docMk/>
          <pc:sldMk cId="2188925766" sldId="11054"/>
        </pc:sldMkLst>
        <pc:spChg chg="del">
          <ac:chgData name="El Aida, Sahar" userId="526dd283-fc76-4b4e-ba15-c7e70e60317c" providerId="ADAL" clId="{AE9E4589-2262-44A6-9C14-157CE4F34F30}" dt="2026-02-05T17:07:03.765" v="1244" actId="478"/>
          <ac:spMkLst>
            <pc:docMk/>
            <pc:sldMk cId="2188925766" sldId="11054"/>
            <ac:spMk id="4" creationId="{E4955422-5097-5CE7-9BE5-60B455BF421F}"/>
          </ac:spMkLst>
        </pc:spChg>
      </pc:sldChg>
      <pc:sldChg chg="delSp mod">
        <pc:chgData name="El Aida, Sahar" userId="526dd283-fc76-4b4e-ba15-c7e70e60317c" providerId="ADAL" clId="{AE9E4589-2262-44A6-9C14-157CE4F34F30}" dt="2026-02-05T17:07:13.124" v="1245" actId="478"/>
        <pc:sldMkLst>
          <pc:docMk/>
          <pc:sldMk cId="2849842514" sldId="11055"/>
        </pc:sldMkLst>
        <pc:spChg chg="del">
          <ac:chgData name="El Aida, Sahar" userId="526dd283-fc76-4b4e-ba15-c7e70e60317c" providerId="ADAL" clId="{AE9E4589-2262-44A6-9C14-157CE4F34F30}" dt="2026-02-05T17:07:13.124" v="1245" actId="478"/>
          <ac:spMkLst>
            <pc:docMk/>
            <pc:sldMk cId="2849842514" sldId="11055"/>
            <ac:spMk id="4" creationId="{B2E2CD2B-2E67-D67D-C2BA-D986DB71613A}"/>
          </ac:spMkLst>
        </pc:spChg>
      </pc:sldChg>
      <pc:sldChg chg="delSp mod">
        <pc:chgData name="El Aida, Sahar" userId="526dd283-fc76-4b4e-ba15-c7e70e60317c" providerId="ADAL" clId="{AE9E4589-2262-44A6-9C14-157CE4F34F30}" dt="2026-02-05T17:01:36.468" v="1200" actId="478"/>
        <pc:sldMkLst>
          <pc:docMk/>
          <pc:sldMk cId="1538276916" sldId="11056"/>
        </pc:sldMkLst>
        <pc:spChg chg="del">
          <ac:chgData name="El Aida, Sahar" userId="526dd283-fc76-4b4e-ba15-c7e70e60317c" providerId="ADAL" clId="{AE9E4589-2262-44A6-9C14-157CE4F34F30}" dt="2026-02-05T17:01:36.468" v="1200" actId="478"/>
          <ac:spMkLst>
            <pc:docMk/>
            <pc:sldMk cId="1538276916" sldId="11056"/>
            <ac:spMk id="4" creationId="{0A33E956-4355-6E9F-5004-2164E343DA59}"/>
          </ac:spMkLst>
        </pc:spChg>
      </pc:sldChg>
      <pc:sldChg chg="modSp mod modCm">
        <pc:chgData name="El Aida, Sahar" userId="526dd283-fc76-4b4e-ba15-c7e70e60317c" providerId="ADAL" clId="{AE9E4589-2262-44A6-9C14-157CE4F34F30}" dt="2026-02-05T16:20:53.599" v="1152" actId="20577"/>
        <pc:sldMkLst>
          <pc:docMk/>
          <pc:sldMk cId="2150560523" sldId="11062"/>
        </pc:sldMkLst>
        <pc:spChg chg="mod">
          <ac:chgData name="El Aida, Sahar" userId="526dd283-fc76-4b4e-ba15-c7e70e60317c" providerId="ADAL" clId="{AE9E4589-2262-44A6-9C14-157CE4F34F30}" dt="2026-01-29T19:23:58.241" v="292" actId="20577"/>
          <ac:spMkLst>
            <pc:docMk/>
            <pc:sldMk cId="2150560523" sldId="11062"/>
            <ac:spMk id="2" creationId="{A79EF586-E128-F42F-D0F8-8B5578C6E2ED}"/>
          </ac:spMkLst>
        </pc:spChg>
        <pc:graphicFrameChg chg="modGraphic">
          <ac:chgData name="El Aida, Sahar" userId="526dd283-fc76-4b4e-ba15-c7e70e60317c" providerId="ADAL" clId="{AE9E4589-2262-44A6-9C14-157CE4F34F30}" dt="2026-02-05T16:20:53.599" v="1152" actId="20577"/>
          <ac:graphicFrameMkLst>
            <pc:docMk/>
            <pc:sldMk cId="2150560523" sldId="11062"/>
            <ac:graphicFrameMk id="5" creationId="{700245F8-B481-21C1-8F96-D324899CB763}"/>
          </ac:graphicFrameMkLst>
        </pc:graphicFrameChg>
        <pc:extLst>
          <p:ext xmlns:p="http://schemas.openxmlformats.org/presentationml/2006/main" uri="{D6D511B9-2390-475A-947B-AFAB55BFBCF1}">
            <pc226:cmChg xmlns:pc226="http://schemas.microsoft.com/office/powerpoint/2022/06/main/command" chg="mod">
              <pc226:chgData name="El Aida, Sahar" userId="526dd283-fc76-4b4e-ba15-c7e70e60317c" providerId="ADAL" clId="{AE9E4589-2262-44A6-9C14-157CE4F34F30}" dt="2026-01-29T19:23:58.241" v="292" actId="20577"/>
              <pc2:cmMkLst xmlns:pc2="http://schemas.microsoft.com/office/powerpoint/2019/9/main/command">
                <pc:docMk/>
                <pc:sldMk cId="2150560523" sldId="11062"/>
                <pc2:cmMk id="{FFC9E452-774A-4FF2-8447-B114DEB99A75}"/>
              </pc2:cmMkLst>
            </pc226:cmChg>
            <pc226:cmChg xmlns:pc226="http://schemas.microsoft.com/office/powerpoint/2022/06/main/command" chg="mod">
              <pc226:chgData name="El Aida, Sahar" userId="526dd283-fc76-4b4e-ba15-c7e70e60317c" providerId="ADAL" clId="{AE9E4589-2262-44A6-9C14-157CE4F34F30}" dt="2026-01-29T19:23:58.241" v="292" actId="20577"/>
              <pc2:cmMkLst xmlns:pc2="http://schemas.microsoft.com/office/powerpoint/2019/9/main/command">
                <pc:docMk/>
                <pc:sldMk cId="2150560523" sldId="11062"/>
                <pc2:cmMk id="{C1E1BBD8-891E-4C9A-A6FE-A9B048CB82A6}"/>
              </pc2:cmMkLst>
            </pc226:cmChg>
          </p:ext>
        </pc:extLst>
      </pc:sldChg>
      <pc:sldChg chg="modSp mod modCm">
        <pc:chgData name="El Aida, Sahar" userId="526dd283-fc76-4b4e-ba15-c7e70e60317c" providerId="ADAL" clId="{AE9E4589-2262-44A6-9C14-157CE4F34F30}" dt="2026-02-05T16:15:55.431" v="1134" actId="20577"/>
        <pc:sldMkLst>
          <pc:docMk/>
          <pc:sldMk cId="1659679844" sldId="11064"/>
        </pc:sldMkLst>
        <pc:spChg chg="mod">
          <ac:chgData name="El Aida, Sahar" userId="526dd283-fc76-4b4e-ba15-c7e70e60317c" providerId="ADAL" clId="{AE9E4589-2262-44A6-9C14-157CE4F34F30}" dt="2026-01-29T19:13:03.289" v="207" actId="20577"/>
          <ac:spMkLst>
            <pc:docMk/>
            <pc:sldMk cId="1659679844" sldId="11064"/>
            <ac:spMk id="2" creationId="{2C4EA1BC-8F72-166D-F83A-78C4C01FDD40}"/>
          </ac:spMkLst>
        </pc:spChg>
        <pc:spChg chg="mod">
          <ac:chgData name="El Aida, Sahar" userId="526dd283-fc76-4b4e-ba15-c7e70e60317c" providerId="ADAL" clId="{AE9E4589-2262-44A6-9C14-157CE4F34F30}" dt="2026-02-05T16:15:55.431" v="1134" actId="20577"/>
          <ac:spMkLst>
            <pc:docMk/>
            <pc:sldMk cId="1659679844" sldId="11064"/>
            <ac:spMk id="3" creationId="{CDD611D9-67FB-A4C4-64C1-3CF47D89FFD4}"/>
          </ac:spMkLst>
        </pc:spChg>
        <pc:extLst>
          <p:ext xmlns:p="http://schemas.openxmlformats.org/presentationml/2006/main" uri="{D6D511B9-2390-475A-947B-AFAB55BFBCF1}">
            <pc226:cmChg xmlns:pc226="http://schemas.microsoft.com/office/powerpoint/2022/06/main/command" chg="mod">
              <pc226:chgData name="El Aida, Sahar" userId="526dd283-fc76-4b4e-ba15-c7e70e60317c" providerId="ADAL" clId="{AE9E4589-2262-44A6-9C14-157CE4F34F30}" dt="2026-01-29T19:13:03.289" v="207" actId="20577"/>
              <pc2:cmMkLst xmlns:pc2="http://schemas.microsoft.com/office/powerpoint/2019/9/main/command">
                <pc:docMk/>
                <pc:sldMk cId="1659679844" sldId="11064"/>
                <pc2:cmMk id="{8FF4312C-F98A-48EA-AA4B-256B75D878BB}"/>
              </pc2:cmMkLst>
            </pc226:cmChg>
            <pc226:cmChg xmlns:pc226="http://schemas.microsoft.com/office/powerpoint/2022/06/main/command" chg="mod">
              <pc226:chgData name="El Aida, Sahar" userId="526dd283-fc76-4b4e-ba15-c7e70e60317c" providerId="ADAL" clId="{AE9E4589-2262-44A6-9C14-157CE4F34F30}" dt="2026-01-29T19:13:03.289" v="207" actId="20577"/>
              <pc2:cmMkLst xmlns:pc2="http://schemas.microsoft.com/office/powerpoint/2019/9/main/command">
                <pc:docMk/>
                <pc:sldMk cId="1659679844" sldId="11064"/>
                <pc2:cmMk id="{B361985F-6155-4A04-AE2D-9F2A2E2837E8}"/>
              </pc2:cmMkLst>
            </pc226:cmChg>
          </p:ext>
        </pc:extLst>
      </pc:sldChg>
      <pc:sldChg chg="modSp mod modNotesTx">
        <pc:chgData name="El Aida, Sahar" userId="526dd283-fc76-4b4e-ba15-c7e70e60317c" providerId="ADAL" clId="{AE9E4589-2262-44A6-9C14-157CE4F34F30}" dt="2026-02-05T16:21:46.737" v="1181" actId="20577"/>
        <pc:sldMkLst>
          <pc:docMk/>
          <pc:sldMk cId="465084981" sldId="11066"/>
        </pc:sldMkLst>
        <pc:spChg chg="mod">
          <ac:chgData name="El Aida, Sahar" userId="526dd283-fc76-4b4e-ba15-c7e70e60317c" providerId="ADAL" clId="{AE9E4589-2262-44A6-9C14-157CE4F34F30}" dt="2026-02-05T16:21:46.737" v="1181" actId="20577"/>
          <ac:spMkLst>
            <pc:docMk/>
            <pc:sldMk cId="465084981" sldId="11066"/>
            <ac:spMk id="5" creationId="{9D95CF73-BB66-55EA-251E-E286E4EC5CF1}"/>
          </ac:spMkLst>
        </pc:spChg>
        <pc:graphicFrameChg chg="modGraphic">
          <ac:chgData name="El Aida, Sahar" userId="526dd283-fc76-4b4e-ba15-c7e70e60317c" providerId="ADAL" clId="{AE9E4589-2262-44A6-9C14-157CE4F34F30}" dt="2026-01-29T19:32:27.489" v="327" actId="20577"/>
          <ac:graphicFrameMkLst>
            <pc:docMk/>
            <pc:sldMk cId="465084981" sldId="11066"/>
            <ac:graphicFrameMk id="7" creationId="{EAEF6713-43E4-5010-9F11-BCCE34B0423B}"/>
          </ac:graphicFrameMkLst>
        </pc:graphicFrameChg>
      </pc:sldChg>
      <pc:sldChg chg="delSp modSp mod modNotesTx">
        <pc:chgData name="El Aida, Sahar" userId="526dd283-fc76-4b4e-ba15-c7e70e60317c" providerId="ADAL" clId="{AE9E4589-2262-44A6-9C14-157CE4F34F30}" dt="2026-02-05T15:36:41.042" v="1086" actId="478"/>
        <pc:sldMkLst>
          <pc:docMk/>
          <pc:sldMk cId="2544001977" sldId="11069"/>
        </pc:sldMkLst>
        <pc:spChg chg="del">
          <ac:chgData name="El Aida, Sahar" userId="526dd283-fc76-4b4e-ba15-c7e70e60317c" providerId="ADAL" clId="{AE9E4589-2262-44A6-9C14-157CE4F34F30}" dt="2026-02-05T15:36:41.042" v="1086" actId="478"/>
          <ac:spMkLst>
            <pc:docMk/>
            <pc:sldMk cId="2544001977" sldId="11069"/>
            <ac:spMk id="3" creationId="{0C2F03AC-52B8-7471-3586-7DDD228D3817}"/>
          </ac:spMkLst>
        </pc:spChg>
        <pc:spChg chg="mod">
          <ac:chgData name="El Aida, Sahar" userId="526dd283-fc76-4b4e-ba15-c7e70e60317c" providerId="ADAL" clId="{AE9E4589-2262-44A6-9C14-157CE4F34F30}" dt="2026-02-02T19:35:52.070" v="349" actId="20577"/>
          <ac:spMkLst>
            <pc:docMk/>
            <pc:sldMk cId="2544001977" sldId="11069"/>
            <ac:spMk id="64" creationId="{AAC482C8-DD86-8142-A2F5-88B1CFCA9961}"/>
          </ac:spMkLst>
        </pc:spChg>
      </pc:sldChg>
      <pc:sldChg chg="delSp mod modNotesTx">
        <pc:chgData name="El Aida, Sahar" userId="526dd283-fc76-4b4e-ba15-c7e70e60317c" providerId="ADAL" clId="{AE9E4589-2262-44A6-9C14-157CE4F34F30}" dt="2026-02-05T15:37:12.645" v="1087" actId="478"/>
        <pc:sldMkLst>
          <pc:docMk/>
          <pc:sldMk cId="4201679658" sldId="11070"/>
        </pc:sldMkLst>
        <pc:spChg chg="del">
          <ac:chgData name="El Aida, Sahar" userId="526dd283-fc76-4b4e-ba15-c7e70e60317c" providerId="ADAL" clId="{AE9E4589-2262-44A6-9C14-157CE4F34F30}" dt="2026-02-05T15:37:12.645" v="1087" actId="478"/>
          <ac:spMkLst>
            <pc:docMk/>
            <pc:sldMk cId="4201679658" sldId="11070"/>
            <ac:spMk id="4" creationId="{71C908D2-ED2C-F1D9-D6CB-F54C9CBD95D9}"/>
          </ac:spMkLst>
        </pc:spChg>
      </pc:sldChg>
      <pc:sldChg chg="modSp mod modNotesTx">
        <pc:chgData name="El Aida, Sahar" userId="526dd283-fc76-4b4e-ba15-c7e70e60317c" providerId="ADAL" clId="{AE9E4589-2262-44A6-9C14-157CE4F34F30}" dt="2026-02-05T16:54:57.561" v="1199" actId="20577"/>
        <pc:sldMkLst>
          <pc:docMk/>
          <pc:sldMk cId="110842092" sldId="11072"/>
        </pc:sldMkLst>
        <pc:spChg chg="mod">
          <ac:chgData name="El Aida, Sahar" userId="526dd283-fc76-4b4e-ba15-c7e70e60317c" providerId="ADAL" clId="{AE9E4589-2262-44A6-9C14-157CE4F34F30}" dt="2026-02-05T16:54:07.823" v="1185" actId="20577"/>
          <ac:spMkLst>
            <pc:docMk/>
            <pc:sldMk cId="110842092" sldId="11072"/>
            <ac:spMk id="2" creationId="{E30F80D5-4DC7-4727-2B66-EAC71817AAD4}"/>
          </ac:spMkLst>
        </pc:spChg>
      </pc:sldChg>
      <pc:sldChg chg="modNotesTx">
        <pc:chgData name="El Aida, Sahar" userId="526dd283-fc76-4b4e-ba15-c7e70e60317c" providerId="ADAL" clId="{AE9E4589-2262-44A6-9C14-157CE4F34F30}" dt="2026-02-03T16:00:52.012" v="419" actId="20577"/>
        <pc:sldMkLst>
          <pc:docMk/>
          <pc:sldMk cId="2810496222" sldId="11076"/>
        </pc:sldMkLst>
      </pc:sldChg>
      <pc:sldChg chg="modNotesTx">
        <pc:chgData name="El Aida, Sahar" userId="526dd283-fc76-4b4e-ba15-c7e70e60317c" providerId="ADAL" clId="{AE9E4589-2262-44A6-9C14-157CE4F34F30}" dt="2026-02-03T16:01:36.534" v="457" actId="20577"/>
        <pc:sldMkLst>
          <pc:docMk/>
          <pc:sldMk cId="692365527" sldId="11077"/>
        </pc:sldMkLst>
      </pc:sldChg>
      <pc:sldChg chg="modNotesTx">
        <pc:chgData name="El Aida, Sahar" userId="526dd283-fc76-4b4e-ba15-c7e70e60317c" providerId="ADAL" clId="{AE9E4589-2262-44A6-9C14-157CE4F34F30}" dt="2026-02-05T18:10:04.216" v="1269" actId="20577"/>
        <pc:sldMkLst>
          <pc:docMk/>
          <pc:sldMk cId="261185946" sldId="11078"/>
        </pc:sldMkLst>
      </pc:sldChg>
      <pc:sldChg chg="modNotesTx">
        <pc:chgData name="El Aida, Sahar" userId="526dd283-fc76-4b4e-ba15-c7e70e60317c" providerId="ADAL" clId="{AE9E4589-2262-44A6-9C14-157CE4F34F30}" dt="2026-02-03T16:01:30.941" v="451" actId="20577"/>
        <pc:sldMkLst>
          <pc:docMk/>
          <pc:sldMk cId="691686196" sldId="11083"/>
        </pc:sldMkLst>
      </pc:sldChg>
      <pc:sldChg chg="modSp mod modNotesTx">
        <pc:chgData name="El Aida, Sahar" userId="526dd283-fc76-4b4e-ba15-c7e70e60317c" providerId="ADAL" clId="{AE9E4589-2262-44A6-9C14-157CE4F34F30}" dt="2026-02-05T18:51:38.148" v="1296" actId="20577"/>
        <pc:sldMkLst>
          <pc:docMk/>
          <pc:sldMk cId="3473879018" sldId="11085"/>
        </pc:sldMkLst>
        <pc:spChg chg="mod">
          <ac:chgData name="El Aida, Sahar" userId="526dd283-fc76-4b4e-ba15-c7e70e60317c" providerId="ADAL" clId="{AE9E4589-2262-44A6-9C14-157CE4F34F30}" dt="2026-02-05T18:51:38.148" v="1296" actId="20577"/>
          <ac:spMkLst>
            <pc:docMk/>
            <pc:sldMk cId="3473879018" sldId="11085"/>
            <ac:spMk id="3" creationId="{3C8AC0EB-9E96-D053-4912-CC243B5C9904}"/>
          </ac:spMkLst>
        </pc:spChg>
      </pc:sldChg>
      <pc:sldChg chg="modNotesTx">
        <pc:chgData name="El Aida, Sahar" userId="526dd283-fc76-4b4e-ba15-c7e70e60317c" providerId="ADAL" clId="{AE9E4589-2262-44A6-9C14-157CE4F34F30}" dt="2026-02-05T15:39:00.464" v="1120" actId="20577"/>
        <pc:sldMkLst>
          <pc:docMk/>
          <pc:sldMk cId="1978335447" sldId="11086"/>
        </pc:sldMkLst>
      </pc:sldChg>
      <pc:sldChg chg="modSp mod">
        <pc:chgData name="El Aida, Sahar" userId="526dd283-fc76-4b4e-ba15-c7e70e60317c" providerId="ADAL" clId="{AE9E4589-2262-44A6-9C14-157CE4F34F30}" dt="2026-02-05T16:14:47.856" v="1126" actId="20577"/>
        <pc:sldMkLst>
          <pc:docMk/>
          <pc:sldMk cId="3032949468" sldId="11087"/>
        </pc:sldMkLst>
        <pc:graphicFrameChg chg="modGraphic">
          <ac:chgData name="El Aida, Sahar" userId="526dd283-fc76-4b4e-ba15-c7e70e60317c" providerId="ADAL" clId="{AE9E4589-2262-44A6-9C14-157CE4F34F30}" dt="2026-02-05T16:14:47.856" v="1126" actId="20577"/>
          <ac:graphicFrameMkLst>
            <pc:docMk/>
            <pc:sldMk cId="3032949468" sldId="11087"/>
            <ac:graphicFrameMk id="14" creationId="{02E1757C-E6BF-C8DA-8F3F-7259F62ABE39}"/>
          </ac:graphicFrameMkLst>
        </pc:graphicFrameChg>
      </pc:sldChg>
      <pc:sldChg chg="modSp del mod ord modShow">
        <pc:chgData name="El Aida, Sahar" userId="526dd283-fc76-4b4e-ba15-c7e70e60317c" providerId="ADAL" clId="{AE9E4589-2262-44A6-9C14-157CE4F34F30}" dt="2026-02-04T22:03:40.201" v="1072" actId="2696"/>
        <pc:sldMkLst>
          <pc:docMk/>
          <pc:sldMk cId="2389428157" sldId="11088"/>
        </pc:sldMkLst>
        <pc:spChg chg="mod">
          <ac:chgData name="El Aida, Sahar" userId="526dd283-fc76-4b4e-ba15-c7e70e60317c" providerId="ADAL" clId="{AE9E4589-2262-44A6-9C14-157CE4F34F30}" dt="2026-02-04T18:24:30.365" v="640" actId="20577"/>
          <ac:spMkLst>
            <pc:docMk/>
            <pc:sldMk cId="2389428157" sldId="11088"/>
            <ac:spMk id="2" creationId="{A3FE2DB0-C04C-F4D7-21A5-2C00D4933178}"/>
          </ac:spMkLst>
        </pc:spChg>
      </pc:sldChg>
      <pc:sldChg chg="addSp modSp add mod modNotesTx">
        <pc:chgData name="El Aida, Sahar" userId="526dd283-fc76-4b4e-ba15-c7e70e60317c" providerId="ADAL" clId="{AE9E4589-2262-44A6-9C14-157CE4F34F30}" dt="2026-02-03T16:01:04.926" v="424" actId="20577"/>
        <pc:sldMkLst>
          <pc:docMk/>
          <pc:sldMk cId="1723436986" sldId="11089"/>
        </pc:sldMkLst>
        <pc:spChg chg="mod">
          <ac:chgData name="El Aida, Sahar" userId="526dd283-fc76-4b4e-ba15-c7e70e60317c" providerId="ADAL" clId="{AE9E4589-2262-44A6-9C14-157CE4F34F30}" dt="2026-02-03T14:34:18.036" v="392" actId="20577"/>
          <ac:spMkLst>
            <pc:docMk/>
            <pc:sldMk cId="1723436986" sldId="11089"/>
            <ac:spMk id="3" creationId="{0AB16B07-D8ED-E9FD-1ECC-23E2937C7E2E}"/>
          </ac:spMkLst>
        </pc:spChg>
      </pc:sldChg>
      <pc:sldChg chg="del mod modShow">
        <pc:chgData name="El Aida, Sahar" userId="526dd283-fc76-4b4e-ba15-c7e70e60317c" providerId="ADAL" clId="{AE9E4589-2262-44A6-9C14-157CE4F34F30}" dt="2026-02-05T15:39:45.506" v="1123" actId="2696"/>
        <pc:sldMkLst>
          <pc:docMk/>
          <pc:sldMk cId="1293545671" sldId="11090"/>
        </pc:sldMkLst>
      </pc:sldChg>
      <pc:sldChg chg="delSp mod modNotesTx">
        <pc:chgData name="El Aida, Sahar" userId="526dd283-fc76-4b4e-ba15-c7e70e60317c" providerId="ADAL" clId="{AE9E4589-2262-44A6-9C14-157CE4F34F30}" dt="2026-02-05T15:37:59.534" v="1102" actId="20577"/>
        <pc:sldMkLst>
          <pc:docMk/>
          <pc:sldMk cId="1312585865" sldId="11091"/>
        </pc:sldMkLst>
        <pc:spChg chg="del">
          <ac:chgData name="El Aida, Sahar" userId="526dd283-fc76-4b4e-ba15-c7e70e60317c" providerId="ADAL" clId="{AE9E4589-2262-44A6-9C14-157CE4F34F30}" dt="2026-02-05T15:37:28.648" v="1088" actId="478"/>
          <ac:spMkLst>
            <pc:docMk/>
            <pc:sldMk cId="1312585865" sldId="11091"/>
            <ac:spMk id="7" creationId="{25B6548F-F7F1-F243-C7C0-7FAC7BC6F001}"/>
          </ac:spMkLst>
        </pc:spChg>
      </pc:sldChg>
      <pc:sldChg chg="modSp del mod modShow modNotesTx">
        <pc:chgData name="El Aida, Sahar" userId="526dd283-fc76-4b4e-ba15-c7e70e60317c" providerId="ADAL" clId="{AE9E4589-2262-44A6-9C14-157CE4F34F30}" dt="2026-02-05T15:16:41.825" v="1084" actId="2696"/>
        <pc:sldMkLst>
          <pc:docMk/>
          <pc:sldMk cId="3870328839" sldId="11094"/>
        </pc:sldMkLst>
        <pc:spChg chg="mod">
          <ac:chgData name="El Aida, Sahar" userId="526dd283-fc76-4b4e-ba15-c7e70e60317c" providerId="ADAL" clId="{AE9E4589-2262-44A6-9C14-157CE4F34F30}" dt="2026-02-04T20:26:19.852" v="1071" actId="20577"/>
          <ac:spMkLst>
            <pc:docMk/>
            <pc:sldMk cId="3870328839" sldId="11094"/>
            <ac:spMk id="3" creationId="{809FEB06-1253-CC4E-FB13-C151576A5535}"/>
          </ac:spMkLst>
        </pc:spChg>
      </pc:sldChg>
      <pc:sldChg chg="delSp mod">
        <pc:chgData name="El Aida, Sahar" userId="526dd283-fc76-4b4e-ba15-c7e70e60317c" providerId="ADAL" clId="{AE9E4589-2262-44A6-9C14-157CE4F34F30}" dt="2026-02-05T17:07:25.727" v="1246" actId="478"/>
        <pc:sldMkLst>
          <pc:docMk/>
          <pc:sldMk cId="2686347311" sldId="11096"/>
        </pc:sldMkLst>
        <pc:spChg chg="del">
          <ac:chgData name="El Aida, Sahar" userId="526dd283-fc76-4b4e-ba15-c7e70e60317c" providerId="ADAL" clId="{AE9E4589-2262-44A6-9C14-157CE4F34F30}" dt="2026-02-05T17:07:25.727" v="1246" actId="478"/>
          <ac:spMkLst>
            <pc:docMk/>
            <pc:sldMk cId="2686347311" sldId="11096"/>
            <ac:spMk id="4" creationId="{65095D7F-240D-7472-C850-AB307E131E7A}"/>
          </ac:spMkLst>
        </pc:spChg>
      </pc:sldChg>
      <pc:sldChg chg="delSp mod">
        <pc:chgData name="El Aida, Sahar" userId="526dd283-fc76-4b4e-ba15-c7e70e60317c" providerId="ADAL" clId="{AE9E4589-2262-44A6-9C14-157CE4F34F30}" dt="2026-02-05T16:24:55.713" v="1184" actId="478"/>
        <pc:sldMkLst>
          <pc:docMk/>
          <pc:sldMk cId="2064219721" sldId="11097"/>
        </pc:sldMkLst>
        <pc:spChg chg="del">
          <ac:chgData name="El Aida, Sahar" userId="526dd283-fc76-4b4e-ba15-c7e70e60317c" providerId="ADAL" clId="{AE9E4589-2262-44A6-9C14-157CE4F34F30}" dt="2026-02-05T16:24:55.713" v="1184" actId="478"/>
          <ac:spMkLst>
            <pc:docMk/>
            <pc:sldMk cId="2064219721" sldId="11097"/>
            <ac:spMk id="8" creationId="{1DF712DC-1D3C-78A1-9AD7-AEAA4B418BF4}"/>
          </ac:spMkLst>
        </pc:spChg>
      </pc:sldChg>
      <pc:sldChg chg="mod modShow">
        <pc:chgData name="El Aida, Sahar" userId="526dd283-fc76-4b4e-ba15-c7e70e60317c" providerId="ADAL" clId="{AE9E4589-2262-44A6-9C14-157CE4F34F30}" dt="2026-02-05T15:38:11.485" v="1103" actId="729"/>
        <pc:sldMkLst>
          <pc:docMk/>
          <pc:sldMk cId="2478670109" sldId="11098"/>
        </pc:sldMkLst>
      </pc:sldChg>
      <pc:sldChg chg="delSp modSp add mod modClrScheme chgLayout modNotesTx">
        <pc:chgData name="El Aida, Sahar" userId="526dd283-fc76-4b4e-ba15-c7e70e60317c" providerId="ADAL" clId="{AE9E4589-2262-44A6-9C14-157CE4F34F30}" dt="2026-02-05T15:37:52.713" v="1094" actId="20577"/>
        <pc:sldMkLst>
          <pc:docMk/>
          <pc:sldMk cId="2507049597" sldId="11099"/>
        </pc:sldMkLst>
        <pc:spChg chg="mod">
          <ac:chgData name="El Aida, Sahar" userId="526dd283-fc76-4b4e-ba15-c7e70e60317c" providerId="ADAL" clId="{AE9E4589-2262-44A6-9C14-157CE4F34F30}" dt="2026-02-04T15:44:08.952" v="510" actId="14100"/>
          <ac:spMkLst>
            <pc:docMk/>
            <pc:sldMk cId="2507049597" sldId="11099"/>
            <ac:spMk id="3" creationId="{4116ECD0-0399-C55F-6288-DE061978BCDC}"/>
          </ac:spMkLst>
        </pc:spChg>
        <pc:spChg chg="mod">
          <ac:chgData name="El Aida, Sahar" userId="526dd283-fc76-4b4e-ba15-c7e70e60317c" providerId="ADAL" clId="{AE9E4589-2262-44A6-9C14-157CE4F34F30}" dt="2026-02-04T15:43:55.437" v="509" actId="26606"/>
          <ac:spMkLst>
            <pc:docMk/>
            <pc:sldMk cId="2507049597" sldId="11099"/>
            <ac:spMk id="4" creationId="{A6650384-22F4-E0A9-6D52-A231DEE2B25A}"/>
          </ac:spMkLst>
        </pc:spChg>
        <pc:spChg chg="mod">
          <ac:chgData name="El Aida, Sahar" userId="526dd283-fc76-4b4e-ba15-c7e70e60317c" providerId="ADAL" clId="{AE9E4589-2262-44A6-9C14-157CE4F34F30}" dt="2026-02-04T15:43:55.437" v="509" actId="26606"/>
          <ac:spMkLst>
            <pc:docMk/>
            <pc:sldMk cId="2507049597" sldId="11099"/>
            <ac:spMk id="5" creationId="{CD77FC7D-2A8E-97EC-BF7B-EB35A9040C57}"/>
          </ac:spMkLst>
        </pc:spChg>
        <pc:spChg chg="del mod">
          <ac:chgData name="El Aida, Sahar" userId="526dd283-fc76-4b4e-ba15-c7e70e60317c" providerId="ADAL" clId="{AE9E4589-2262-44A6-9C14-157CE4F34F30}" dt="2026-02-04T15:41:00.741" v="507" actId="478"/>
          <ac:spMkLst>
            <pc:docMk/>
            <pc:sldMk cId="2507049597" sldId="11099"/>
            <ac:spMk id="8" creationId="{D1CFEFAA-FEB8-A762-9F42-B54BB56C4000}"/>
          </ac:spMkLst>
        </pc:spChg>
      </pc:sldChg>
      <pc:sldChg chg="addSp delSp modSp new del mod chgLayout">
        <pc:chgData name="El Aida, Sahar" userId="526dd283-fc76-4b4e-ba15-c7e70e60317c" providerId="ADAL" clId="{AE9E4589-2262-44A6-9C14-157CE4F34F30}" dt="2026-02-04T18:33:38.976" v="734" actId="2696"/>
        <pc:sldMkLst>
          <pc:docMk/>
          <pc:sldMk cId="2876339381" sldId="11100"/>
        </pc:sldMkLst>
        <pc:spChg chg="del mod ord">
          <ac:chgData name="El Aida, Sahar" userId="526dd283-fc76-4b4e-ba15-c7e70e60317c" providerId="ADAL" clId="{AE9E4589-2262-44A6-9C14-157CE4F34F30}" dt="2026-02-04T16:29:34.947" v="630" actId="700"/>
          <ac:spMkLst>
            <pc:docMk/>
            <pc:sldMk cId="2876339381" sldId="11100"/>
            <ac:spMk id="2" creationId="{CE345EBA-7475-8111-7D66-E44FF06351E9}"/>
          </ac:spMkLst>
        </pc:spChg>
        <pc:spChg chg="add del mod ord">
          <ac:chgData name="El Aida, Sahar" userId="526dd283-fc76-4b4e-ba15-c7e70e60317c" providerId="ADAL" clId="{AE9E4589-2262-44A6-9C14-157CE4F34F30}" dt="2026-02-04T16:29:34.947" v="630" actId="700"/>
          <ac:spMkLst>
            <pc:docMk/>
            <pc:sldMk cId="2876339381" sldId="11100"/>
            <ac:spMk id="3" creationId="{68B5FCCD-FC0D-FB40-06CA-7AD6F10BC9B4}"/>
          </ac:spMkLst>
        </pc:spChg>
        <pc:spChg chg="mod ord">
          <ac:chgData name="El Aida, Sahar" userId="526dd283-fc76-4b4e-ba15-c7e70e60317c" providerId="ADAL" clId="{AE9E4589-2262-44A6-9C14-157CE4F34F30}" dt="2026-02-04T16:29:34.947" v="630" actId="700"/>
          <ac:spMkLst>
            <pc:docMk/>
            <pc:sldMk cId="2876339381" sldId="11100"/>
            <ac:spMk id="4" creationId="{1CE42098-48A0-669B-275F-C068DD0156BC}"/>
          </ac:spMkLst>
        </pc:spChg>
        <pc:spChg chg="add mod ord">
          <ac:chgData name="El Aida, Sahar" userId="526dd283-fc76-4b4e-ba15-c7e70e60317c" providerId="ADAL" clId="{AE9E4589-2262-44A6-9C14-157CE4F34F30}" dt="2026-02-04T16:29:34.947" v="630" actId="700"/>
          <ac:spMkLst>
            <pc:docMk/>
            <pc:sldMk cId="2876339381" sldId="11100"/>
            <ac:spMk id="6" creationId="{9C22759E-F274-BC2D-57B3-DFCBB57C1788}"/>
          </ac:spMkLst>
        </pc:spChg>
        <pc:spChg chg="add mod ord">
          <ac:chgData name="El Aida, Sahar" userId="526dd283-fc76-4b4e-ba15-c7e70e60317c" providerId="ADAL" clId="{AE9E4589-2262-44A6-9C14-157CE4F34F30}" dt="2026-02-04T16:29:34.947" v="630" actId="700"/>
          <ac:spMkLst>
            <pc:docMk/>
            <pc:sldMk cId="2876339381" sldId="11100"/>
            <ac:spMk id="7" creationId="{B6DDF302-4395-7578-5F9B-1995711E9325}"/>
          </ac:spMkLst>
        </pc:spChg>
        <pc:spChg chg="add mod ord">
          <ac:chgData name="El Aida, Sahar" userId="526dd283-fc76-4b4e-ba15-c7e70e60317c" providerId="ADAL" clId="{AE9E4589-2262-44A6-9C14-157CE4F34F30}" dt="2026-02-04T18:20:08.708" v="634" actId="1076"/>
          <ac:spMkLst>
            <pc:docMk/>
            <pc:sldMk cId="2876339381" sldId="11100"/>
            <ac:spMk id="8" creationId="{55D7BEE8-3585-6153-F969-59511AD51B77}"/>
          </ac:spMkLst>
        </pc:spChg>
        <pc:spChg chg="mod">
          <ac:chgData name="El Aida, Sahar" userId="526dd283-fc76-4b4e-ba15-c7e70e60317c" providerId="ADAL" clId="{AE9E4589-2262-44A6-9C14-157CE4F34F30}" dt="2026-02-04T18:19:56.019" v="632" actId="1076"/>
          <ac:spMkLst>
            <pc:docMk/>
            <pc:sldMk cId="2876339381" sldId="11100"/>
            <ac:spMk id="9" creationId="{AC1AF1B6-841D-6F36-68BB-752D46928452}"/>
          </ac:spMkLst>
        </pc:spChg>
        <pc:spChg chg="add del mod ord">
          <ac:chgData name="El Aida, Sahar" userId="526dd283-fc76-4b4e-ba15-c7e70e60317c" providerId="ADAL" clId="{AE9E4589-2262-44A6-9C14-157CE4F34F30}" dt="2026-02-04T16:29:47.285" v="631" actId="478"/>
          <ac:spMkLst>
            <pc:docMk/>
            <pc:sldMk cId="2876339381" sldId="11100"/>
            <ac:spMk id="10" creationId="{A308B724-58FD-656D-C624-8A5FFE4C5790}"/>
          </ac:spMkLst>
        </pc:spChg>
        <pc:spChg chg="add mod ord">
          <ac:chgData name="El Aida, Sahar" userId="526dd283-fc76-4b4e-ba15-c7e70e60317c" providerId="ADAL" clId="{AE9E4589-2262-44A6-9C14-157CE4F34F30}" dt="2026-02-04T18:20:23.308" v="636" actId="1076"/>
          <ac:spMkLst>
            <pc:docMk/>
            <pc:sldMk cId="2876339381" sldId="11100"/>
            <ac:spMk id="11" creationId="{22501C94-1090-AFF5-05C2-FF773E4C559A}"/>
          </ac:spMkLst>
        </pc:spChg>
        <pc:spChg chg="add mod ord">
          <ac:chgData name="El Aida, Sahar" userId="526dd283-fc76-4b4e-ba15-c7e70e60317c" providerId="ADAL" clId="{AE9E4589-2262-44A6-9C14-157CE4F34F30}" dt="2026-02-04T18:20:02.729" v="633" actId="1076"/>
          <ac:spMkLst>
            <pc:docMk/>
            <pc:sldMk cId="2876339381" sldId="11100"/>
            <ac:spMk id="12" creationId="{204E04BB-6A0D-6F85-69A5-803F03981E1C}"/>
          </ac:spMkLst>
        </pc:spChg>
        <pc:spChg chg="del">
          <ac:chgData name="El Aida, Sahar" userId="526dd283-fc76-4b4e-ba15-c7e70e60317c" providerId="ADAL" clId="{AE9E4589-2262-44A6-9C14-157CE4F34F30}" dt="2026-02-04T16:29:47.285" v="631" actId="478"/>
          <ac:spMkLst>
            <pc:docMk/>
            <pc:sldMk cId="2876339381" sldId="11100"/>
            <ac:spMk id="13" creationId="{7C83E19F-89F2-2376-6346-08C00ABDE5EE}"/>
          </ac:spMkLst>
        </pc:spChg>
        <pc:spChg chg="add mod ord">
          <ac:chgData name="El Aida, Sahar" userId="526dd283-fc76-4b4e-ba15-c7e70e60317c" providerId="ADAL" clId="{AE9E4589-2262-44A6-9C14-157CE4F34F30}" dt="2026-02-04T18:20:30.677" v="637" actId="1076"/>
          <ac:spMkLst>
            <pc:docMk/>
            <pc:sldMk cId="2876339381" sldId="11100"/>
            <ac:spMk id="14" creationId="{4705A5EF-FB5A-B7C1-2711-D5901FD7220D}"/>
          </ac:spMkLst>
        </pc:spChg>
        <pc:graphicFrameChg chg="add mod">
          <ac:chgData name="El Aida, Sahar" userId="526dd283-fc76-4b4e-ba15-c7e70e60317c" providerId="ADAL" clId="{AE9E4589-2262-44A6-9C14-157CE4F34F30}" dt="2026-02-04T16:20:07.720" v="629"/>
          <ac:graphicFrameMkLst>
            <pc:docMk/>
            <pc:sldMk cId="2876339381" sldId="11100"/>
            <ac:graphicFrameMk id="5" creationId="{9D1B1022-A0E7-F6E0-7AB7-0B7C786FF0BE}"/>
          </ac:graphicFrameMkLst>
        </pc:graphicFrameChg>
      </pc:sldChg>
      <pc:sldChg chg="addSp delSp modSp add mod modNotesTx">
        <pc:chgData name="El Aida, Sahar" userId="526dd283-fc76-4b4e-ba15-c7e70e60317c" providerId="ADAL" clId="{AE9E4589-2262-44A6-9C14-157CE4F34F30}" dt="2026-02-05T18:09:16.530" v="1267" actId="20577"/>
        <pc:sldMkLst>
          <pc:docMk/>
          <pc:sldMk cId="1774289629" sldId="11101"/>
        </pc:sldMkLst>
        <pc:spChg chg="mod">
          <ac:chgData name="El Aida, Sahar" userId="526dd283-fc76-4b4e-ba15-c7e70e60317c" providerId="ADAL" clId="{AE9E4589-2262-44A6-9C14-157CE4F34F30}" dt="2026-02-04T20:24:03.558" v="1049" actId="20577"/>
          <ac:spMkLst>
            <pc:docMk/>
            <pc:sldMk cId="1774289629" sldId="11101"/>
            <ac:spMk id="2" creationId="{2EFE7DFC-4BD6-61C3-E738-2807EF7A84CA}"/>
          </ac:spMkLst>
        </pc:spChg>
        <pc:spChg chg="mod">
          <ac:chgData name="El Aida, Sahar" userId="526dd283-fc76-4b4e-ba15-c7e70e60317c" providerId="ADAL" clId="{AE9E4589-2262-44A6-9C14-157CE4F34F30}" dt="2026-02-05T18:09:16.530" v="1267" actId="20577"/>
          <ac:spMkLst>
            <pc:docMk/>
            <pc:sldMk cId="1774289629" sldId="11101"/>
            <ac:spMk id="3" creationId="{95561738-F1F0-8D13-A7DB-7616C45B457D}"/>
          </ac:spMkLst>
        </pc:spChg>
        <pc:spChg chg="del mod">
          <ac:chgData name="El Aida, Sahar" userId="526dd283-fc76-4b4e-ba15-c7e70e60317c" providerId="ADAL" clId="{AE9E4589-2262-44A6-9C14-157CE4F34F30}" dt="2026-02-04T18:25:06.473" v="672" actId="478"/>
          <ac:spMkLst>
            <pc:docMk/>
            <pc:sldMk cId="1774289629" sldId="11101"/>
            <ac:spMk id="5" creationId="{F1B1ECB4-3B9E-6FD1-3929-23510B392F7D}"/>
          </ac:spMkLst>
        </pc:spChg>
        <pc:spChg chg="add mod">
          <ac:chgData name="El Aida, Sahar" userId="526dd283-fc76-4b4e-ba15-c7e70e60317c" providerId="ADAL" clId="{AE9E4589-2262-44A6-9C14-157CE4F34F30}" dt="2026-02-04T20:16:02.989" v="1032"/>
          <ac:spMkLst>
            <pc:docMk/>
            <pc:sldMk cId="1774289629" sldId="11101"/>
            <ac:spMk id="6" creationId="{5AD2522E-9F4E-34B1-1FD5-484AC8379421}"/>
          </ac:spMkLst>
        </pc:spChg>
      </pc:sldChg>
      <pc:sldChg chg="addSp delSp modSp new del mod setBg chgLayout">
        <pc:chgData name="El Aida, Sahar" userId="526dd283-fc76-4b4e-ba15-c7e70e60317c" providerId="ADAL" clId="{AE9E4589-2262-44A6-9C14-157CE4F34F30}" dt="2026-02-04T20:23:35.061" v="1042" actId="2696"/>
        <pc:sldMkLst>
          <pc:docMk/>
          <pc:sldMk cId="176029111" sldId="11102"/>
        </pc:sldMkLst>
        <pc:spChg chg="del mod ord">
          <ac:chgData name="El Aida, Sahar" userId="526dd283-fc76-4b4e-ba15-c7e70e60317c" providerId="ADAL" clId="{AE9E4589-2262-44A6-9C14-157CE4F34F30}" dt="2026-02-04T18:55:01.964" v="737" actId="700"/>
          <ac:spMkLst>
            <pc:docMk/>
            <pc:sldMk cId="176029111" sldId="11102"/>
            <ac:spMk id="2" creationId="{E3403783-9973-11CB-9C28-6CA3034BD3B4}"/>
          </ac:spMkLst>
        </pc:spChg>
        <pc:spChg chg="del mod ord">
          <ac:chgData name="El Aida, Sahar" userId="526dd283-fc76-4b4e-ba15-c7e70e60317c" providerId="ADAL" clId="{AE9E4589-2262-44A6-9C14-157CE4F34F30}" dt="2026-02-04T18:55:01.964" v="737" actId="700"/>
          <ac:spMkLst>
            <pc:docMk/>
            <pc:sldMk cId="176029111" sldId="11102"/>
            <ac:spMk id="3" creationId="{B25C0858-8DB1-2FFB-B26D-1384269588F6}"/>
          </ac:spMkLst>
        </pc:spChg>
        <pc:spChg chg="mod ord">
          <ac:chgData name="El Aida, Sahar" userId="526dd283-fc76-4b4e-ba15-c7e70e60317c" providerId="ADAL" clId="{AE9E4589-2262-44A6-9C14-157CE4F34F30}" dt="2026-02-04T20:13:20.750" v="1018" actId="6264"/>
          <ac:spMkLst>
            <pc:docMk/>
            <pc:sldMk cId="176029111" sldId="11102"/>
            <ac:spMk id="4" creationId="{4705A6D6-2B72-28F3-6C36-69D86F139FA3}"/>
          </ac:spMkLst>
        </pc:spChg>
        <pc:spChg chg="add mod ord">
          <ac:chgData name="El Aida, Sahar" userId="526dd283-fc76-4b4e-ba15-c7e70e60317c" providerId="ADAL" clId="{AE9E4589-2262-44A6-9C14-157CE4F34F30}" dt="2026-02-04T20:13:20.750" v="1018" actId="6264"/>
          <ac:spMkLst>
            <pc:docMk/>
            <pc:sldMk cId="176029111" sldId="11102"/>
            <ac:spMk id="5" creationId="{F48AD62F-0F50-1C8F-D516-D7F0841BCD11}"/>
          </ac:spMkLst>
        </pc:spChg>
        <pc:spChg chg="add mod ord">
          <ac:chgData name="El Aida, Sahar" userId="526dd283-fc76-4b4e-ba15-c7e70e60317c" providerId="ADAL" clId="{AE9E4589-2262-44A6-9C14-157CE4F34F30}" dt="2026-02-04T20:13:20.750" v="1018" actId="6264"/>
          <ac:spMkLst>
            <pc:docMk/>
            <pc:sldMk cId="176029111" sldId="11102"/>
            <ac:spMk id="6" creationId="{AA150984-25CD-4BCE-554B-5195D4D3AD3B}"/>
          </ac:spMkLst>
        </pc:spChg>
        <pc:spChg chg="add del mod ord">
          <ac:chgData name="El Aida, Sahar" userId="526dd283-fc76-4b4e-ba15-c7e70e60317c" providerId="ADAL" clId="{AE9E4589-2262-44A6-9C14-157CE4F34F30}" dt="2026-02-04T20:14:45.986" v="1029" actId="20577"/>
          <ac:spMkLst>
            <pc:docMk/>
            <pc:sldMk cId="176029111" sldId="11102"/>
            <ac:spMk id="7" creationId="{5911CB7C-1DF7-8A65-DD65-99C6123DFA27}"/>
          </ac:spMkLst>
        </pc:spChg>
        <pc:spChg chg="add mod">
          <ac:chgData name="El Aida, Sahar" userId="526dd283-fc76-4b4e-ba15-c7e70e60317c" providerId="ADAL" clId="{AE9E4589-2262-44A6-9C14-157CE4F34F30}" dt="2026-02-04T19:13:57.300" v="1015" actId="113"/>
          <ac:spMkLst>
            <pc:docMk/>
            <pc:sldMk cId="176029111" sldId="11102"/>
            <ac:spMk id="10" creationId="{E23B08BA-58B4-D430-0347-29754A6904C1}"/>
          </ac:spMkLst>
        </pc:spChg>
        <pc:spChg chg="add del mod">
          <ac:chgData name="El Aida, Sahar" userId="526dd283-fc76-4b4e-ba15-c7e70e60317c" providerId="ADAL" clId="{AE9E4589-2262-44A6-9C14-157CE4F34F30}" dt="2026-02-04T20:13:20.750" v="1018" actId="6264"/>
          <ac:spMkLst>
            <pc:docMk/>
            <pc:sldMk cId="176029111" sldId="11102"/>
            <ac:spMk id="12" creationId="{8F155A19-159D-9BFA-035E-3DAABC52C07E}"/>
          </ac:spMkLst>
        </pc:spChg>
        <pc:spChg chg="add del mod">
          <ac:chgData name="El Aida, Sahar" userId="526dd283-fc76-4b4e-ba15-c7e70e60317c" providerId="ADAL" clId="{AE9E4589-2262-44A6-9C14-157CE4F34F30}" dt="2026-02-04T20:13:20.750" v="1018" actId="6264"/>
          <ac:spMkLst>
            <pc:docMk/>
            <pc:sldMk cId="176029111" sldId="11102"/>
            <ac:spMk id="13" creationId="{A1BAB161-E2E8-E8F3-3D2F-944038A0F531}"/>
          </ac:spMkLst>
        </pc:spChg>
        <pc:spChg chg="add del mod">
          <ac:chgData name="El Aida, Sahar" userId="526dd283-fc76-4b4e-ba15-c7e70e60317c" providerId="ADAL" clId="{AE9E4589-2262-44A6-9C14-157CE4F34F30}" dt="2026-02-04T20:13:20.750" v="1018" actId="6264"/>
          <ac:spMkLst>
            <pc:docMk/>
            <pc:sldMk cId="176029111" sldId="11102"/>
            <ac:spMk id="14" creationId="{097E112D-7BF5-981A-4179-9D76C76DDD0E}"/>
          </ac:spMkLst>
        </pc:spChg>
        <pc:graphicFrameChg chg="add mod">
          <ac:chgData name="El Aida, Sahar" userId="526dd283-fc76-4b4e-ba15-c7e70e60317c" providerId="ADAL" clId="{AE9E4589-2262-44A6-9C14-157CE4F34F30}" dt="2026-02-04T19:06:42.120" v="921"/>
          <ac:graphicFrameMkLst>
            <pc:docMk/>
            <pc:sldMk cId="176029111" sldId="11102"/>
            <ac:graphicFrameMk id="8" creationId="{E94AE4A0-0206-E024-CD47-A2B621445A8C}"/>
          </ac:graphicFrameMkLst>
        </pc:graphicFrameChg>
        <pc:graphicFrameChg chg="add mod">
          <ac:chgData name="El Aida, Sahar" userId="526dd283-fc76-4b4e-ba15-c7e70e60317c" providerId="ADAL" clId="{AE9E4589-2262-44A6-9C14-157CE4F34F30}" dt="2026-02-04T19:10:35.044" v="959"/>
          <ac:graphicFrameMkLst>
            <pc:docMk/>
            <pc:sldMk cId="176029111" sldId="11102"/>
            <ac:graphicFrameMk id="9" creationId="{ECE33114-1D01-CFAF-96D7-C48FEDEEF114}"/>
          </ac:graphicFrameMkLst>
        </pc:graphicFrameChg>
        <pc:graphicFrameChg chg="add mod">
          <ac:chgData name="El Aida, Sahar" userId="526dd283-fc76-4b4e-ba15-c7e70e60317c" providerId="ADAL" clId="{AE9E4589-2262-44A6-9C14-157CE4F34F30}" dt="2026-02-04T19:12:54.949" v="1004"/>
          <ac:graphicFrameMkLst>
            <pc:docMk/>
            <pc:sldMk cId="176029111" sldId="11102"/>
            <ac:graphicFrameMk id="11" creationId="{4218BF94-0DEA-DDEA-6B1B-564035666313}"/>
          </ac:graphicFrameMkLst>
        </pc:graphicFrameChg>
      </pc:sldChg>
      <pc:sldChg chg="addSp delSp modSp new mod chgLayout">
        <pc:chgData name="El Aida, Sahar" userId="526dd283-fc76-4b4e-ba15-c7e70e60317c" providerId="ADAL" clId="{AE9E4589-2262-44A6-9C14-157CE4F34F30}" dt="2026-02-05T17:06:28.987" v="1242" actId="14100"/>
        <pc:sldMkLst>
          <pc:docMk/>
          <pc:sldMk cId="2416528430" sldId="11102"/>
        </pc:sldMkLst>
        <pc:spChg chg="del">
          <ac:chgData name="El Aida, Sahar" userId="526dd283-fc76-4b4e-ba15-c7e70e60317c" providerId="ADAL" clId="{AE9E4589-2262-44A6-9C14-157CE4F34F30}" dt="2026-02-05T15:39:16.727" v="1122" actId="700"/>
          <ac:spMkLst>
            <pc:docMk/>
            <pc:sldMk cId="2416528430" sldId="11102"/>
            <ac:spMk id="2" creationId="{760077C1-BF50-BF4E-2D24-C604031C4FC1}"/>
          </ac:spMkLst>
        </pc:spChg>
        <pc:spChg chg="del mod ord">
          <ac:chgData name="El Aida, Sahar" userId="526dd283-fc76-4b4e-ba15-c7e70e60317c" providerId="ADAL" clId="{AE9E4589-2262-44A6-9C14-157CE4F34F30}" dt="2026-02-05T15:39:16.727" v="1122" actId="700"/>
          <ac:spMkLst>
            <pc:docMk/>
            <pc:sldMk cId="2416528430" sldId="11102"/>
            <ac:spMk id="3" creationId="{6B740B00-88BD-BC3B-E87A-5676BFF68515}"/>
          </ac:spMkLst>
        </pc:spChg>
        <pc:spChg chg="mod ord">
          <ac:chgData name="El Aida, Sahar" userId="526dd283-fc76-4b4e-ba15-c7e70e60317c" providerId="ADAL" clId="{AE9E4589-2262-44A6-9C14-157CE4F34F30}" dt="2026-02-05T15:39:16.727" v="1122" actId="700"/>
          <ac:spMkLst>
            <pc:docMk/>
            <pc:sldMk cId="2416528430" sldId="11102"/>
            <ac:spMk id="4" creationId="{ED83B23F-7498-79E6-7476-16883B79384A}"/>
          </ac:spMkLst>
        </pc:spChg>
        <pc:spChg chg="add mod ord">
          <ac:chgData name="El Aida, Sahar" userId="526dd283-fc76-4b4e-ba15-c7e70e60317c" providerId="ADAL" clId="{AE9E4589-2262-44A6-9C14-157CE4F34F30}" dt="2026-02-05T17:06:28.987" v="1242" actId="14100"/>
          <ac:spMkLst>
            <pc:docMk/>
            <pc:sldMk cId="2416528430" sldId="11102"/>
            <ac:spMk id="5" creationId="{6253F50B-C0F0-4025-535C-972EDE27DCC5}"/>
          </ac:spMkLst>
        </pc:spChg>
      </pc:sldChg>
    </pc:docChg>
  </pc:docChgLst>
  <pc:docChgLst>
    <pc:chgData name="Jedidi, Meriem" userId="131ae71b-d444-4fcc-b5a8-c85daee79ee8" providerId="ADAL" clId="{616E1C5A-870F-46F3-B847-7E3B05371AFB}"/>
    <pc:docChg chg="undo redo custSel addSld delSld modSld modSection">
      <pc:chgData name="Jedidi, Meriem" userId="131ae71b-d444-4fcc-b5a8-c85daee79ee8" providerId="ADAL" clId="{616E1C5A-870F-46F3-B847-7E3B05371AFB}" dt="2026-02-05T19:06:30.564" v="865" actId="20577"/>
      <pc:docMkLst>
        <pc:docMk/>
      </pc:docMkLst>
      <pc:sldChg chg="modSp mod">
        <pc:chgData name="Jedidi, Meriem" userId="131ae71b-d444-4fcc-b5a8-c85daee79ee8" providerId="ADAL" clId="{616E1C5A-870F-46F3-B847-7E3B05371AFB}" dt="2026-02-04T16:00:34.968" v="595" actId="1076"/>
        <pc:sldMkLst>
          <pc:docMk/>
          <pc:sldMk cId="369440510" sldId="386"/>
        </pc:sldMkLst>
        <pc:spChg chg="mod">
          <ac:chgData name="Jedidi, Meriem" userId="131ae71b-d444-4fcc-b5a8-c85daee79ee8" providerId="ADAL" clId="{616E1C5A-870F-46F3-B847-7E3B05371AFB}" dt="2026-02-04T15:59:52.063" v="583" actId="113"/>
          <ac:spMkLst>
            <pc:docMk/>
            <pc:sldMk cId="369440510" sldId="386"/>
            <ac:spMk id="2" creationId="{458871F8-9C27-1025-29B1-158082D0FA2A}"/>
          </ac:spMkLst>
        </pc:spChg>
        <pc:spChg chg="mod">
          <ac:chgData name="Jedidi, Meriem" userId="131ae71b-d444-4fcc-b5a8-c85daee79ee8" providerId="ADAL" clId="{616E1C5A-870F-46F3-B847-7E3B05371AFB}" dt="2026-02-04T16:00:34.968" v="595" actId="1076"/>
          <ac:spMkLst>
            <pc:docMk/>
            <pc:sldMk cId="369440510" sldId="386"/>
            <ac:spMk id="3" creationId="{5FAB4513-ED0F-B90F-C44C-EBFBC5ABDD3E}"/>
          </ac:spMkLst>
        </pc:spChg>
      </pc:sldChg>
      <pc:sldChg chg="modSp mod">
        <pc:chgData name="Jedidi, Meriem" userId="131ae71b-d444-4fcc-b5a8-c85daee79ee8" providerId="ADAL" clId="{616E1C5A-870F-46F3-B847-7E3B05371AFB}" dt="2026-02-04T16:02:47.431" v="622" actId="14100"/>
        <pc:sldMkLst>
          <pc:docMk/>
          <pc:sldMk cId="1072872369" sldId="10991"/>
        </pc:sldMkLst>
        <pc:spChg chg="mod">
          <ac:chgData name="Jedidi, Meriem" userId="131ae71b-d444-4fcc-b5a8-c85daee79ee8" providerId="ADAL" clId="{616E1C5A-870F-46F3-B847-7E3B05371AFB}" dt="2026-02-04T16:02:47.431" v="622" actId="14100"/>
          <ac:spMkLst>
            <pc:docMk/>
            <pc:sldMk cId="1072872369" sldId="10991"/>
            <ac:spMk id="9" creationId="{20381A46-7143-0654-FC6E-7845DD9631CE}"/>
          </ac:spMkLst>
        </pc:spChg>
      </pc:sldChg>
      <pc:sldChg chg="modSp mod">
        <pc:chgData name="Jedidi, Meriem" userId="131ae71b-d444-4fcc-b5a8-c85daee79ee8" providerId="ADAL" clId="{616E1C5A-870F-46F3-B847-7E3B05371AFB}" dt="2026-02-04T16:02:04.864" v="606" actId="1076"/>
        <pc:sldMkLst>
          <pc:docMk/>
          <pc:sldMk cId="2440145673" sldId="11030"/>
        </pc:sldMkLst>
        <pc:spChg chg="mod">
          <ac:chgData name="Jedidi, Meriem" userId="131ae71b-d444-4fcc-b5a8-c85daee79ee8" providerId="ADAL" clId="{616E1C5A-870F-46F3-B847-7E3B05371AFB}" dt="2026-02-04T16:01:06.419" v="604" actId="14100"/>
          <ac:spMkLst>
            <pc:docMk/>
            <pc:sldMk cId="2440145673" sldId="11030"/>
            <ac:spMk id="2" creationId="{FAE6D4F5-2BC5-2BE9-8DD0-8FE3BEEF45D8}"/>
          </ac:spMkLst>
        </pc:spChg>
        <pc:spChg chg="mod">
          <ac:chgData name="Jedidi, Meriem" userId="131ae71b-d444-4fcc-b5a8-c85daee79ee8" providerId="ADAL" clId="{616E1C5A-870F-46F3-B847-7E3B05371AFB}" dt="2026-02-04T16:02:04.864" v="606" actId="1076"/>
          <ac:spMkLst>
            <pc:docMk/>
            <pc:sldMk cId="2440145673" sldId="11030"/>
            <ac:spMk id="3" creationId="{115F46BB-0004-D139-A317-229356DCEADE}"/>
          </ac:spMkLst>
        </pc:spChg>
      </pc:sldChg>
      <pc:sldChg chg="modSp mod">
        <pc:chgData name="Jedidi, Meriem" userId="131ae71b-d444-4fcc-b5a8-c85daee79ee8" providerId="ADAL" clId="{616E1C5A-870F-46F3-B847-7E3B05371AFB}" dt="2026-02-04T16:02:18.279" v="613" actId="113"/>
        <pc:sldMkLst>
          <pc:docMk/>
          <pc:sldMk cId="232111325" sldId="11053"/>
        </pc:sldMkLst>
        <pc:spChg chg="mod">
          <ac:chgData name="Jedidi, Meriem" userId="131ae71b-d444-4fcc-b5a8-c85daee79ee8" providerId="ADAL" clId="{616E1C5A-870F-46F3-B847-7E3B05371AFB}" dt="2026-02-04T16:02:18.279" v="613" actId="113"/>
          <ac:spMkLst>
            <pc:docMk/>
            <pc:sldMk cId="232111325" sldId="11053"/>
            <ac:spMk id="2" creationId="{579B80A1-605B-C618-4956-B84B0D95D5AB}"/>
          </ac:spMkLst>
        </pc:spChg>
      </pc:sldChg>
      <pc:sldChg chg="modSp mod">
        <pc:chgData name="Jedidi, Meriem" userId="131ae71b-d444-4fcc-b5a8-c85daee79ee8" providerId="ADAL" clId="{616E1C5A-870F-46F3-B847-7E3B05371AFB}" dt="2026-02-04T16:00:53.756" v="599" actId="1076"/>
        <pc:sldMkLst>
          <pc:docMk/>
          <pc:sldMk cId="2123725983" sldId="11061"/>
        </pc:sldMkLst>
        <pc:spChg chg="mod">
          <ac:chgData name="Jedidi, Meriem" userId="131ae71b-d444-4fcc-b5a8-c85daee79ee8" providerId="ADAL" clId="{616E1C5A-870F-46F3-B847-7E3B05371AFB}" dt="2026-02-04T16:00:53.756" v="599" actId="1076"/>
          <ac:spMkLst>
            <pc:docMk/>
            <pc:sldMk cId="2123725983" sldId="11061"/>
            <ac:spMk id="2" creationId="{D2B680D5-F0B9-50B3-5985-8F34043DB1B9}"/>
          </ac:spMkLst>
        </pc:spChg>
      </pc:sldChg>
      <pc:sldChg chg="modSp mod">
        <pc:chgData name="Jedidi, Meriem" userId="131ae71b-d444-4fcc-b5a8-c85daee79ee8" providerId="ADAL" clId="{616E1C5A-870F-46F3-B847-7E3B05371AFB}" dt="2026-02-04T16:02:37.063" v="618" actId="20577"/>
        <pc:sldMkLst>
          <pc:docMk/>
          <pc:sldMk cId="2150560523" sldId="11062"/>
        </pc:sldMkLst>
        <pc:spChg chg="mod">
          <ac:chgData name="Jedidi, Meriem" userId="131ae71b-d444-4fcc-b5a8-c85daee79ee8" providerId="ADAL" clId="{616E1C5A-870F-46F3-B847-7E3B05371AFB}" dt="2026-02-04T16:02:37.063" v="618" actId="20577"/>
          <ac:spMkLst>
            <pc:docMk/>
            <pc:sldMk cId="2150560523" sldId="11062"/>
            <ac:spMk id="2" creationId="{A79EF586-E128-F42F-D0F8-8B5578C6E2ED}"/>
          </ac:spMkLst>
        </pc:spChg>
      </pc:sldChg>
      <pc:sldChg chg="modSp mod">
        <pc:chgData name="Jedidi, Meriem" userId="131ae71b-d444-4fcc-b5a8-c85daee79ee8" providerId="ADAL" clId="{616E1C5A-870F-46F3-B847-7E3B05371AFB}" dt="2026-02-04T16:00:03.655" v="588" actId="404"/>
        <pc:sldMkLst>
          <pc:docMk/>
          <pc:sldMk cId="1659679844" sldId="11064"/>
        </pc:sldMkLst>
        <pc:spChg chg="mod">
          <ac:chgData name="Jedidi, Meriem" userId="131ae71b-d444-4fcc-b5a8-c85daee79ee8" providerId="ADAL" clId="{616E1C5A-870F-46F3-B847-7E3B05371AFB}" dt="2026-02-04T15:59:59.553" v="587" actId="403"/>
          <ac:spMkLst>
            <pc:docMk/>
            <pc:sldMk cId="1659679844" sldId="11064"/>
            <ac:spMk id="2" creationId="{2C4EA1BC-8F72-166D-F83A-78C4C01FDD40}"/>
          </ac:spMkLst>
        </pc:spChg>
        <pc:spChg chg="mod">
          <ac:chgData name="Jedidi, Meriem" userId="131ae71b-d444-4fcc-b5a8-c85daee79ee8" providerId="ADAL" clId="{616E1C5A-870F-46F3-B847-7E3B05371AFB}" dt="2026-02-04T16:00:03.655" v="588" actId="404"/>
          <ac:spMkLst>
            <pc:docMk/>
            <pc:sldMk cId="1659679844" sldId="11064"/>
            <ac:spMk id="3" creationId="{CDD611D9-67FB-A4C4-64C1-3CF47D89FFD4}"/>
          </ac:spMkLst>
        </pc:spChg>
      </pc:sldChg>
      <pc:sldChg chg="modSp mod">
        <pc:chgData name="Jedidi, Meriem" userId="131ae71b-d444-4fcc-b5a8-c85daee79ee8" providerId="ADAL" clId="{616E1C5A-870F-46F3-B847-7E3B05371AFB}" dt="2026-02-04T16:02:53.855" v="625" actId="403"/>
        <pc:sldMkLst>
          <pc:docMk/>
          <pc:sldMk cId="465084981" sldId="11066"/>
        </pc:sldMkLst>
        <pc:spChg chg="mod">
          <ac:chgData name="Jedidi, Meriem" userId="131ae71b-d444-4fcc-b5a8-c85daee79ee8" providerId="ADAL" clId="{616E1C5A-870F-46F3-B847-7E3B05371AFB}" dt="2026-02-04T16:02:53.855" v="625" actId="403"/>
          <ac:spMkLst>
            <pc:docMk/>
            <pc:sldMk cId="465084981" sldId="11066"/>
            <ac:spMk id="5" creationId="{9D95CF73-BB66-55EA-251E-E286E4EC5CF1}"/>
          </ac:spMkLst>
        </pc:spChg>
        <pc:graphicFrameChg chg="mod modGraphic">
          <ac:chgData name="Jedidi, Meriem" userId="131ae71b-d444-4fcc-b5a8-c85daee79ee8" providerId="ADAL" clId="{616E1C5A-870F-46F3-B847-7E3B05371AFB}" dt="2026-01-26T20:23:28.698" v="104" actId="20577"/>
          <ac:graphicFrameMkLst>
            <pc:docMk/>
            <pc:sldMk cId="465084981" sldId="11066"/>
            <ac:graphicFrameMk id="7" creationId="{EAEF6713-43E4-5010-9F11-BCCE34B0423B}"/>
          </ac:graphicFrameMkLst>
        </pc:graphicFrameChg>
      </pc:sldChg>
      <pc:sldChg chg="modSp mod">
        <pc:chgData name="Jedidi, Meriem" userId="131ae71b-d444-4fcc-b5a8-c85daee79ee8" providerId="ADAL" clId="{616E1C5A-870F-46F3-B847-7E3B05371AFB}" dt="2026-02-04T16:04:08.436" v="629" actId="113"/>
        <pc:sldMkLst>
          <pc:docMk/>
          <pc:sldMk cId="179711209" sldId="11067"/>
        </pc:sldMkLst>
        <pc:spChg chg="mod">
          <ac:chgData name="Jedidi, Meriem" userId="131ae71b-d444-4fcc-b5a8-c85daee79ee8" providerId="ADAL" clId="{616E1C5A-870F-46F3-B847-7E3B05371AFB}" dt="2026-02-04T16:04:08.436" v="629" actId="113"/>
          <ac:spMkLst>
            <pc:docMk/>
            <pc:sldMk cId="179711209" sldId="11067"/>
            <ac:spMk id="2" creationId="{0A412580-769C-92D6-62F4-0210ABDC0D46}"/>
          </ac:spMkLst>
        </pc:spChg>
      </pc:sldChg>
      <pc:sldChg chg="modSp mod">
        <pc:chgData name="Jedidi, Meriem" userId="131ae71b-d444-4fcc-b5a8-c85daee79ee8" providerId="ADAL" clId="{616E1C5A-870F-46F3-B847-7E3B05371AFB}" dt="2026-02-04T16:05:29.267" v="662" actId="1076"/>
        <pc:sldMkLst>
          <pc:docMk/>
          <pc:sldMk cId="2544001977" sldId="11069"/>
        </pc:sldMkLst>
        <pc:spChg chg="mod">
          <ac:chgData name="Jedidi, Meriem" userId="131ae71b-d444-4fcc-b5a8-c85daee79ee8" providerId="ADAL" clId="{616E1C5A-870F-46F3-B847-7E3B05371AFB}" dt="2026-02-04T16:04:48.507" v="653" actId="403"/>
          <ac:spMkLst>
            <pc:docMk/>
            <pc:sldMk cId="2544001977" sldId="11069"/>
            <ac:spMk id="2" creationId="{B4210331-341B-7899-BBAB-602763124724}"/>
          </ac:spMkLst>
        </pc:spChg>
        <pc:spChg chg="mod">
          <ac:chgData name="Jedidi, Meriem" userId="131ae71b-d444-4fcc-b5a8-c85daee79ee8" providerId="ADAL" clId="{616E1C5A-870F-46F3-B847-7E3B05371AFB}" dt="2026-02-04T16:05:29.267" v="662" actId="1076"/>
          <ac:spMkLst>
            <pc:docMk/>
            <pc:sldMk cId="2544001977" sldId="11069"/>
            <ac:spMk id="64" creationId="{AAC482C8-DD86-8142-A2F5-88B1CFCA9961}"/>
          </ac:spMkLst>
        </pc:spChg>
      </pc:sldChg>
      <pc:sldChg chg="modSp mod">
        <pc:chgData name="Jedidi, Meriem" userId="131ae71b-d444-4fcc-b5a8-c85daee79ee8" providerId="ADAL" clId="{616E1C5A-870F-46F3-B847-7E3B05371AFB}" dt="2026-02-04T16:05:39.470" v="666" actId="14100"/>
        <pc:sldMkLst>
          <pc:docMk/>
          <pc:sldMk cId="4201679658" sldId="11070"/>
        </pc:sldMkLst>
        <pc:spChg chg="mod">
          <ac:chgData name="Jedidi, Meriem" userId="131ae71b-d444-4fcc-b5a8-c85daee79ee8" providerId="ADAL" clId="{616E1C5A-870F-46F3-B847-7E3B05371AFB}" dt="2026-02-04T16:05:39.470" v="666" actId="14100"/>
          <ac:spMkLst>
            <pc:docMk/>
            <pc:sldMk cId="4201679658" sldId="11070"/>
            <ac:spMk id="2" creationId="{A41724E9-1B17-C89D-6FAF-EC7F71B0D684}"/>
          </ac:spMkLst>
        </pc:spChg>
      </pc:sldChg>
      <pc:sldChg chg="modSp mod">
        <pc:chgData name="Jedidi, Meriem" userId="131ae71b-d444-4fcc-b5a8-c85daee79ee8" providerId="ADAL" clId="{616E1C5A-870F-46F3-B847-7E3B05371AFB}" dt="2026-02-04T16:04:15.737" v="635" actId="113"/>
        <pc:sldMkLst>
          <pc:docMk/>
          <pc:sldMk cId="110842092" sldId="11072"/>
        </pc:sldMkLst>
        <pc:spChg chg="mod">
          <ac:chgData name="Jedidi, Meriem" userId="131ae71b-d444-4fcc-b5a8-c85daee79ee8" providerId="ADAL" clId="{616E1C5A-870F-46F3-B847-7E3B05371AFB}" dt="2026-02-04T16:04:15.737" v="635" actId="113"/>
          <ac:spMkLst>
            <pc:docMk/>
            <pc:sldMk cId="110842092" sldId="11072"/>
            <ac:spMk id="2" creationId="{E30F80D5-4DC7-4727-2B66-EAC71817AAD4}"/>
          </ac:spMkLst>
        </pc:spChg>
      </pc:sldChg>
      <pc:sldChg chg="modSp mod modNotesTx">
        <pc:chgData name="Jedidi, Meriem" userId="131ae71b-d444-4fcc-b5a8-c85daee79ee8" providerId="ADAL" clId="{616E1C5A-870F-46F3-B847-7E3B05371AFB}" dt="2026-02-04T16:04:27.975" v="646" actId="113"/>
        <pc:sldMkLst>
          <pc:docMk/>
          <pc:sldMk cId="711966458" sldId="11073"/>
        </pc:sldMkLst>
        <pc:spChg chg="mod">
          <ac:chgData name="Jedidi, Meriem" userId="131ae71b-d444-4fcc-b5a8-c85daee79ee8" providerId="ADAL" clId="{616E1C5A-870F-46F3-B847-7E3B05371AFB}" dt="2026-02-04T16:04:27.975" v="646" actId="113"/>
          <ac:spMkLst>
            <pc:docMk/>
            <pc:sldMk cId="711966458" sldId="11073"/>
            <ac:spMk id="2" creationId="{6A01EBC0-7AD1-B527-A259-D16DF9DCE79F}"/>
          </ac:spMkLst>
        </pc:spChg>
      </pc:sldChg>
      <pc:sldChg chg="modSp mod">
        <pc:chgData name="Jedidi, Meriem" userId="131ae71b-d444-4fcc-b5a8-c85daee79ee8" providerId="ADAL" clId="{616E1C5A-870F-46F3-B847-7E3B05371AFB}" dt="2026-02-04T16:04:22.367" v="641" actId="113"/>
        <pc:sldMkLst>
          <pc:docMk/>
          <pc:sldMk cId="2810496222" sldId="11076"/>
        </pc:sldMkLst>
        <pc:spChg chg="mod">
          <ac:chgData name="Jedidi, Meriem" userId="131ae71b-d444-4fcc-b5a8-c85daee79ee8" providerId="ADAL" clId="{616E1C5A-870F-46F3-B847-7E3B05371AFB}" dt="2026-02-04T16:04:22.367" v="641" actId="113"/>
          <ac:spMkLst>
            <pc:docMk/>
            <pc:sldMk cId="2810496222" sldId="11076"/>
            <ac:spMk id="4" creationId="{72C6A9FF-9E91-E094-5436-049A5CF19F51}"/>
          </ac:spMkLst>
        </pc:spChg>
      </pc:sldChg>
      <pc:sldChg chg="modSp mod">
        <pc:chgData name="Jedidi, Meriem" userId="131ae71b-d444-4fcc-b5a8-c85daee79ee8" providerId="ADAL" clId="{616E1C5A-870F-46F3-B847-7E3B05371AFB}" dt="2026-02-04T16:05:50.993" v="674" actId="404"/>
        <pc:sldMkLst>
          <pc:docMk/>
          <pc:sldMk cId="692365527" sldId="11077"/>
        </pc:sldMkLst>
        <pc:spChg chg="mod">
          <ac:chgData name="Jedidi, Meriem" userId="131ae71b-d444-4fcc-b5a8-c85daee79ee8" providerId="ADAL" clId="{616E1C5A-870F-46F3-B847-7E3B05371AFB}" dt="2026-02-04T16:05:50.993" v="674" actId="404"/>
          <ac:spMkLst>
            <pc:docMk/>
            <pc:sldMk cId="692365527" sldId="11077"/>
            <ac:spMk id="4" creationId="{543AACFA-FCD8-A81A-8B55-131A8F219748}"/>
          </ac:spMkLst>
        </pc:spChg>
      </pc:sldChg>
      <pc:sldChg chg="modSp mod">
        <pc:chgData name="Jedidi, Meriem" userId="131ae71b-d444-4fcc-b5a8-c85daee79ee8" providerId="ADAL" clId="{616E1C5A-870F-46F3-B847-7E3B05371AFB}" dt="2026-02-04T16:07:15.030" v="721" actId="403"/>
        <pc:sldMkLst>
          <pc:docMk/>
          <pc:sldMk cId="261185946" sldId="11078"/>
        </pc:sldMkLst>
        <pc:spChg chg="mod">
          <ac:chgData name="Jedidi, Meriem" userId="131ae71b-d444-4fcc-b5a8-c85daee79ee8" providerId="ADAL" clId="{616E1C5A-870F-46F3-B847-7E3B05371AFB}" dt="2026-02-04T16:07:15.030" v="721" actId="403"/>
          <ac:spMkLst>
            <pc:docMk/>
            <pc:sldMk cId="261185946" sldId="11078"/>
            <ac:spMk id="2" creationId="{A5A48A68-35D8-AD5E-2845-3B466AAE2F86}"/>
          </ac:spMkLst>
        </pc:spChg>
      </pc:sldChg>
      <pc:sldChg chg="modSp mod">
        <pc:chgData name="Jedidi, Meriem" userId="131ae71b-d444-4fcc-b5a8-c85daee79ee8" providerId="ADAL" clId="{616E1C5A-870F-46F3-B847-7E3B05371AFB}" dt="2026-02-04T16:05:44.942" v="669" actId="403"/>
        <pc:sldMkLst>
          <pc:docMk/>
          <pc:sldMk cId="691686196" sldId="11083"/>
        </pc:sldMkLst>
        <pc:spChg chg="mod">
          <ac:chgData name="Jedidi, Meriem" userId="131ae71b-d444-4fcc-b5a8-c85daee79ee8" providerId="ADAL" clId="{616E1C5A-870F-46F3-B847-7E3B05371AFB}" dt="2026-02-04T16:05:44.942" v="669" actId="403"/>
          <ac:spMkLst>
            <pc:docMk/>
            <pc:sldMk cId="691686196" sldId="11083"/>
            <ac:spMk id="2" creationId="{0AD815C6-C469-EC8C-9575-DAB4FEB2CC2C}"/>
          </ac:spMkLst>
        </pc:spChg>
      </pc:sldChg>
      <pc:sldChg chg="modSp mod">
        <pc:chgData name="Jedidi, Meriem" userId="131ae71b-d444-4fcc-b5a8-c85daee79ee8" providerId="ADAL" clId="{616E1C5A-870F-46F3-B847-7E3B05371AFB}" dt="2026-02-04T16:06:59.206" v="711" actId="1076"/>
        <pc:sldMkLst>
          <pc:docMk/>
          <pc:sldMk cId="3473879018" sldId="11085"/>
        </pc:sldMkLst>
        <pc:spChg chg="mod">
          <ac:chgData name="Jedidi, Meriem" userId="131ae71b-d444-4fcc-b5a8-c85daee79ee8" providerId="ADAL" clId="{616E1C5A-870F-46F3-B847-7E3B05371AFB}" dt="2026-02-04T16:06:55.230" v="710" actId="403"/>
          <ac:spMkLst>
            <pc:docMk/>
            <pc:sldMk cId="3473879018" sldId="11085"/>
            <ac:spMk id="2" creationId="{D7C29869-1D5E-78B1-2B16-FFBEABB46B07}"/>
          </ac:spMkLst>
        </pc:spChg>
        <pc:spChg chg="mod">
          <ac:chgData name="Jedidi, Meriem" userId="131ae71b-d444-4fcc-b5a8-c85daee79ee8" providerId="ADAL" clId="{616E1C5A-870F-46F3-B847-7E3B05371AFB}" dt="2026-02-04T16:06:59.206" v="711" actId="1076"/>
          <ac:spMkLst>
            <pc:docMk/>
            <pc:sldMk cId="3473879018" sldId="11085"/>
            <ac:spMk id="3" creationId="{3C8AC0EB-9E96-D053-4912-CC243B5C9904}"/>
          </ac:spMkLst>
        </pc:spChg>
      </pc:sldChg>
      <pc:sldChg chg="modSp mod">
        <pc:chgData name="Jedidi, Meriem" userId="131ae71b-d444-4fcc-b5a8-c85daee79ee8" providerId="ADAL" clId="{616E1C5A-870F-46F3-B847-7E3B05371AFB}" dt="2026-02-04T16:07:51.494" v="738" actId="1076"/>
        <pc:sldMkLst>
          <pc:docMk/>
          <pc:sldMk cId="1978335447" sldId="11086"/>
        </pc:sldMkLst>
        <pc:spChg chg="mod">
          <ac:chgData name="Jedidi, Meriem" userId="131ae71b-d444-4fcc-b5a8-c85daee79ee8" providerId="ADAL" clId="{616E1C5A-870F-46F3-B847-7E3B05371AFB}" dt="2026-02-04T16:07:48.556" v="737" actId="404"/>
          <ac:spMkLst>
            <pc:docMk/>
            <pc:sldMk cId="1978335447" sldId="11086"/>
            <ac:spMk id="2" creationId="{8670F7A2-1B3F-FFE1-7C40-FBC0DC9AD45E}"/>
          </ac:spMkLst>
        </pc:spChg>
        <pc:spChg chg="mod">
          <ac:chgData name="Jedidi, Meriem" userId="131ae71b-d444-4fcc-b5a8-c85daee79ee8" providerId="ADAL" clId="{616E1C5A-870F-46F3-B847-7E3B05371AFB}" dt="2026-02-04T16:07:51.494" v="738" actId="1076"/>
          <ac:spMkLst>
            <pc:docMk/>
            <pc:sldMk cId="1978335447" sldId="11086"/>
            <ac:spMk id="3" creationId="{0247919F-E0DB-1CB1-88AA-974614DAF98F}"/>
          </ac:spMkLst>
        </pc:spChg>
      </pc:sldChg>
      <pc:sldChg chg="modSp mod">
        <pc:chgData name="Jedidi, Meriem" userId="131ae71b-d444-4fcc-b5a8-c85daee79ee8" providerId="ADAL" clId="{616E1C5A-870F-46F3-B847-7E3B05371AFB}" dt="2026-02-04T16:07:08.354" v="718" actId="14100"/>
        <pc:sldMkLst>
          <pc:docMk/>
          <pc:sldMk cId="2389428157" sldId="11088"/>
        </pc:sldMkLst>
        <pc:spChg chg="mod">
          <ac:chgData name="Jedidi, Meriem" userId="131ae71b-d444-4fcc-b5a8-c85daee79ee8" providerId="ADAL" clId="{616E1C5A-870F-46F3-B847-7E3B05371AFB}" dt="2026-02-04T16:07:04.409" v="716" actId="404"/>
          <ac:spMkLst>
            <pc:docMk/>
            <pc:sldMk cId="2389428157" sldId="11088"/>
            <ac:spMk id="2" creationId="{A3FE2DB0-C04C-F4D7-21A5-2C00D4933178}"/>
          </ac:spMkLst>
        </pc:spChg>
        <pc:spChg chg="mod">
          <ac:chgData name="Jedidi, Meriem" userId="131ae71b-d444-4fcc-b5a8-c85daee79ee8" providerId="ADAL" clId="{616E1C5A-870F-46F3-B847-7E3B05371AFB}" dt="2026-02-04T16:07:08.354" v="718" actId="14100"/>
          <ac:spMkLst>
            <pc:docMk/>
            <pc:sldMk cId="2389428157" sldId="11088"/>
            <ac:spMk id="3" creationId="{1A9AA956-BECB-680E-9469-8922B5CB491E}"/>
          </ac:spMkLst>
        </pc:spChg>
      </pc:sldChg>
      <pc:sldChg chg="modSp mod">
        <pc:chgData name="Jedidi, Meriem" userId="131ae71b-d444-4fcc-b5a8-c85daee79ee8" providerId="ADAL" clId="{616E1C5A-870F-46F3-B847-7E3B05371AFB}" dt="2026-02-04T16:04:39.463" v="650" actId="113"/>
        <pc:sldMkLst>
          <pc:docMk/>
          <pc:sldMk cId="1723436986" sldId="11089"/>
        </pc:sldMkLst>
        <pc:spChg chg="mod">
          <ac:chgData name="Jedidi, Meriem" userId="131ae71b-d444-4fcc-b5a8-c85daee79ee8" providerId="ADAL" clId="{616E1C5A-870F-46F3-B847-7E3B05371AFB}" dt="2026-02-04T16:04:39.463" v="650" actId="113"/>
          <ac:spMkLst>
            <pc:docMk/>
            <pc:sldMk cId="1723436986" sldId="11089"/>
            <ac:spMk id="2" creationId="{F3B4BA1A-B84B-D169-8C66-35A0379496E4}"/>
          </ac:spMkLst>
        </pc:spChg>
      </pc:sldChg>
      <pc:sldChg chg="addSp delSp modSp mod modNotesTx">
        <pc:chgData name="Jedidi, Meriem" userId="131ae71b-d444-4fcc-b5a8-c85daee79ee8" providerId="ADAL" clId="{616E1C5A-870F-46F3-B847-7E3B05371AFB}" dt="2026-02-05T18:36:58.853" v="847" actId="1076"/>
        <pc:sldMkLst>
          <pc:docMk/>
          <pc:sldMk cId="1312585865" sldId="11091"/>
        </pc:sldMkLst>
        <pc:spChg chg="mod">
          <ac:chgData name="Jedidi, Meriem" userId="131ae71b-d444-4fcc-b5a8-c85daee79ee8" providerId="ADAL" clId="{616E1C5A-870F-46F3-B847-7E3B05371AFB}" dt="2026-02-04T16:06:39.299" v="700" actId="5793"/>
          <ac:spMkLst>
            <pc:docMk/>
            <pc:sldMk cId="1312585865" sldId="11091"/>
            <ac:spMk id="3" creationId="{83B02C30-52E0-584C-2541-82DA650778F1}"/>
          </ac:spMkLst>
        </pc:spChg>
        <pc:spChg chg="mod">
          <ac:chgData name="Jedidi, Meriem" userId="131ae71b-d444-4fcc-b5a8-c85daee79ee8" providerId="ADAL" clId="{616E1C5A-870F-46F3-B847-7E3B05371AFB}" dt="2026-02-04T16:06:30.895" v="697" actId="113"/>
          <ac:spMkLst>
            <pc:docMk/>
            <pc:sldMk cId="1312585865" sldId="11091"/>
            <ac:spMk id="5" creationId="{AF3ABE2F-96A4-FB87-0D91-7A46F414C2B4}"/>
          </ac:spMkLst>
        </pc:spChg>
        <pc:picChg chg="add del mod">
          <ac:chgData name="Jedidi, Meriem" userId="131ae71b-d444-4fcc-b5a8-c85daee79ee8" providerId="ADAL" clId="{616E1C5A-870F-46F3-B847-7E3B05371AFB}" dt="2026-02-05T18:36:50.078" v="840" actId="478"/>
          <ac:picMkLst>
            <pc:docMk/>
            <pc:sldMk cId="1312585865" sldId="11091"/>
            <ac:picMk id="12" creationId="{E477A140-4B82-F910-858C-0E6B5D7267D4}"/>
          </ac:picMkLst>
        </pc:picChg>
        <pc:picChg chg="add mod">
          <ac:chgData name="Jedidi, Meriem" userId="131ae71b-d444-4fcc-b5a8-c85daee79ee8" providerId="ADAL" clId="{616E1C5A-870F-46F3-B847-7E3B05371AFB}" dt="2026-02-05T18:36:58.853" v="847" actId="1076"/>
          <ac:picMkLst>
            <pc:docMk/>
            <pc:sldMk cId="1312585865" sldId="11091"/>
            <ac:picMk id="14" creationId="{A015D85F-9407-8956-C550-E8F6FEBF3434}"/>
          </ac:picMkLst>
        </pc:picChg>
      </pc:sldChg>
      <pc:sldChg chg="modSp del mod modShow modNotesTx">
        <pc:chgData name="Jedidi, Meriem" userId="131ae71b-d444-4fcc-b5a8-c85daee79ee8" providerId="ADAL" clId="{616E1C5A-870F-46F3-B847-7E3B05371AFB}" dt="2026-02-05T15:38:30.130" v="820" actId="2696"/>
        <pc:sldMkLst>
          <pc:docMk/>
          <pc:sldMk cId="1823930542" sldId="11095"/>
        </pc:sldMkLst>
        <pc:spChg chg="mod">
          <ac:chgData name="Jedidi, Meriem" userId="131ae71b-d444-4fcc-b5a8-c85daee79ee8" providerId="ADAL" clId="{616E1C5A-870F-46F3-B847-7E3B05371AFB}" dt="2026-02-04T16:07:40.623" v="732"/>
          <ac:spMkLst>
            <pc:docMk/>
            <pc:sldMk cId="1823930542" sldId="11095"/>
            <ac:spMk id="2" creationId="{9A55E293-FE4B-E044-0AFB-57C59647F28A}"/>
          </ac:spMkLst>
        </pc:spChg>
      </pc:sldChg>
      <pc:sldChg chg="modSp mod modNotesTx">
        <pc:chgData name="Jedidi, Meriem" userId="131ae71b-d444-4fcc-b5a8-c85daee79ee8" providerId="ADAL" clId="{616E1C5A-870F-46F3-B847-7E3B05371AFB}" dt="2026-02-04T20:36:33.670" v="817" actId="20577"/>
        <pc:sldMkLst>
          <pc:docMk/>
          <pc:sldMk cId="2064219721" sldId="11097"/>
        </pc:sldMkLst>
        <pc:spChg chg="mod">
          <ac:chgData name="Jedidi, Meriem" userId="131ae71b-d444-4fcc-b5a8-c85daee79ee8" providerId="ADAL" clId="{616E1C5A-870F-46F3-B847-7E3B05371AFB}" dt="2026-02-04T20:36:33.670" v="817" actId="20577"/>
          <ac:spMkLst>
            <pc:docMk/>
            <pc:sldMk cId="2064219721" sldId="11097"/>
            <ac:spMk id="3" creationId="{11E76C36-D0F6-1E5E-78EC-ACE9EA059F40}"/>
          </ac:spMkLst>
        </pc:spChg>
        <pc:spChg chg="mod">
          <ac:chgData name="Jedidi, Meriem" userId="131ae71b-d444-4fcc-b5a8-c85daee79ee8" providerId="ADAL" clId="{616E1C5A-870F-46F3-B847-7E3B05371AFB}" dt="2026-02-04T16:07:19.839" v="724" actId="403"/>
          <ac:spMkLst>
            <pc:docMk/>
            <pc:sldMk cId="2064219721" sldId="11097"/>
            <ac:spMk id="5" creationId="{52568E54-8395-937F-680E-C57D4916159C}"/>
          </ac:spMkLst>
        </pc:spChg>
      </pc:sldChg>
      <pc:sldChg chg="addSp modSp new del mod">
        <pc:chgData name="Jedidi, Meriem" userId="131ae71b-d444-4fcc-b5a8-c85daee79ee8" providerId="ADAL" clId="{616E1C5A-870F-46F3-B847-7E3B05371AFB}" dt="2026-02-05T15:38:16.010" v="819" actId="2696"/>
        <pc:sldMkLst>
          <pc:docMk/>
          <pc:sldMk cId="2478670109" sldId="11098"/>
        </pc:sldMkLst>
        <pc:spChg chg="mod">
          <ac:chgData name="Jedidi, Meriem" userId="131ae71b-d444-4fcc-b5a8-c85daee79ee8" providerId="ADAL" clId="{616E1C5A-870F-46F3-B847-7E3B05371AFB}" dt="2026-02-04T16:07:34.434" v="731" actId="20577"/>
          <ac:spMkLst>
            <pc:docMk/>
            <pc:sldMk cId="2478670109" sldId="11098"/>
            <ac:spMk id="2" creationId="{33F53616-DEED-DF84-6ACE-94731D0B68A4}"/>
          </ac:spMkLst>
        </pc:spChg>
        <pc:spChg chg="mod">
          <ac:chgData name="Jedidi, Meriem" userId="131ae71b-d444-4fcc-b5a8-c85daee79ee8" providerId="ADAL" clId="{616E1C5A-870F-46F3-B847-7E3B05371AFB}" dt="2026-02-04T16:06:44.106" v="702" actId="5793"/>
          <ac:spMkLst>
            <pc:docMk/>
            <pc:sldMk cId="2478670109" sldId="11098"/>
            <ac:spMk id="3" creationId="{100A5229-F059-6045-27C4-5BB6A1BD17A7}"/>
          </ac:spMkLst>
        </pc:spChg>
        <pc:picChg chg="add mod">
          <ac:chgData name="Jedidi, Meriem" userId="131ae71b-d444-4fcc-b5a8-c85daee79ee8" providerId="ADAL" clId="{616E1C5A-870F-46F3-B847-7E3B05371AFB}" dt="2026-02-04T16:06:50.597" v="707" actId="1076"/>
          <ac:picMkLst>
            <pc:docMk/>
            <pc:sldMk cId="2478670109" sldId="11098"/>
            <ac:picMk id="6" creationId="{683FDA28-7DFA-476E-578C-8407C130B189}"/>
          </ac:picMkLst>
        </pc:picChg>
      </pc:sldChg>
      <pc:sldChg chg="modSp mod modNotesTx">
        <pc:chgData name="Jedidi, Meriem" userId="131ae71b-d444-4fcc-b5a8-c85daee79ee8" providerId="ADAL" clId="{616E1C5A-870F-46F3-B847-7E3B05371AFB}" dt="2026-02-05T19:06:30.564" v="865" actId="20577"/>
        <pc:sldMkLst>
          <pc:docMk/>
          <pc:sldMk cId="2507049597" sldId="11099"/>
        </pc:sldMkLst>
        <pc:spChg chg="mod">
          <ac:chgData name="Jedidi, Meriem" userId="131ae71b-d444-4fcc-b5a8-c85daee79ee8" providerId="ADAL" clId="{616E1C5A-870F-46F3-B847-7E3B05371AFB}" dt="2026-02-05T18:52:23.548" v="863" actId="20577"/>
          <ac:spMkLst>
            <pc:docMk/>
            <pc:sldMk cId="2507049597" sldId="11099"/>
            <ac:spMk id="3" creationId="{4116ECD0-0399-C55F-6288-DE061978BCDC}"/>
          </ac:spMkLst>
        </pc:spChg>
        <pc:spChg chg="mod">
          <ac:chgData name="Jedidi, Meriem" userId="131ae71b-d444-4fcc-b5a8-c85daee79ee8" providerId="ADAL" clId="{616E1C5A-870F-46F3-B847-7E3B05371AFB}" dt="2026-02-05T17:02:52.958" v="839" actId="313"/>
          <ac:spMkLst>
            <pc:docMk/>
            <pc:sldMk cId="2507049597" sldId="11099"/>
            <ac:spMk id="5" creationId="{CD77FC7D-2A8E-97EC-BF7B-EB35A9040C57}"/>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016DD3-FD06-45E4-B97C-99702840BA4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C0A9387-04E3-4476-86AC-C9F13A34350D}">
      <dgm:prSet/>
      <dgm:spPr/>
      <dgm:t>
        <a:bodyPr/>
        <a:lstStyle/>
        <a:p>
          <a:pPr>
            <a:lnSpc>
              <a:spcPct val="100000"/>
            </a:lnSpc>
          </a:pPr>
          <a:r>
            <a:rPr lang="fr-CA" noProof="0"/>
            <a:t>Vous comprenez les niveaux d’essais et les types d’essais</a:t>
          </a:r>
        </a:p>
      </dgm:t>
    </dgm:pt>
    <dgm:pt modelId="{5B9B7541-1EF8-4C6E-B108-6FE3FC9445FF}" type="parTrans" cxnId="{ED0EF243-E3B8-423C-A183-8719A9C7BDAD}">
      <dgm:prSet/>
      <dgm:spPr/>
      <dgm:t>
        <a:bodyPr/>
        <a:lstStyle/>
        <a:p>
          <a:endParaRPr lang="en-US"/>
        </a:p>
      </dgm:t>
    </dgm:pt>
    <dgm:pt modelId="{18C41E6A-0F0E-440E-8B1B-4FC404D47536}" type="sibTrans" cxnId="{ED0EF243-E3B8-423C-A183-8719A9C7BDAD}">
      <dgm:prSet/>
      <dgm:spPr/>
      <dgm:t>
        <a:bodyPr/>
        <a:lstStyle/>
        <a:p>
          <a:pPr>
            <a:lnSpc>
              <a:spcPct val="100000"/>
            </a:lnSpc>
          </a:pPr>
          <a:endParaRPr lang="en-US"/>
        </a:p>
      </dgm:t>
    </dgm:pt>
    <dgm:pt modelId="{98C0C551-0FB0-444A-9749-ACE94B930C96}">
      <dgm:prSet/>
      <dgm:spPr/>
      <dgm:t>
        <a:bodyPr/>
        <a:lstStyle/>
        <a:p>
          <a:pPr>
            <a:lnSpc>
              <a:spcPct val="100000"/>
            </a:lnSpc>
          </a:pPr>
          <a:r>
            <a:rPr lang="fr-CA" noProof="0"/>
            <a:t>Vous comprenez le workflow du QA</a:t>
          </a:r>
        </a:p>
      </dgm:t>
    </dgm:pt>
    <dgm:pt modelId="{3AF8DF63-3038-44F3-91C5-0FD74AD9B9EC}" type="parTrans" cxnId="{DCD0D361-17AE-4561-A247-DD048635FBBB}">
      <dgm:prSet/>
      <dgm:spPr/>
      <dgm:t>
        <a:bodyPr/>
        <a:lstStyle/>
        <a:p>
          <a:endParaRPr lang="en-US"/>
        </a:p>
      </dgm:t>
    </dgm:pt>
    <dgm:pt modelId="{4BA69521-EC7D-48B2-816A-C172174F0C5B}" type="sibTrans" cxnId="{DCD0D361-17AE-4561-A247-DD048635FBBB}">
      <dgm:prSet/>
      <dgm:spPr/>
      <dgm:t>
        <a:bodyPr/>
        <a:lstStyle/>
        <a:p>
          <a:pPr>
            <a:lnSpc>
              <a:spcPct val="100000"/>
            </a:lnSpc>
          </a:pPr>
          <a:endParaRPr lang="en-US"/>
        </a:p>
      </dgm:t>
    </dgm:pt>
    <dgm:pt modelId="{E1C31E47-99AC-4B64-A489-10D71CC6AD7D}">
      <dgm:prSet/>
      <dgm:spPr/>
      <dgm:t>
        <a:bodyPr/>
        <a:lstStyle/>
        <a:p>
          <a:pPr>
            <a:lnSpc>
              <a:spcPct val="100000"/>
            </a:lnSpc>
          </a:pPr>
          <a:r>
            <a:rPr lang="fr-CA" noProof="0"/>
            <a:t>Vous êtes capable de prendre une posture transversale afin de comprendre les requis à tester depuis les affaires, jusqu’au TI</a:t>
          </a:r>
        </a:p>
      </dgm:t>
    </dgm:pt>
    <dgm:pt modelId="{35466123-CB1C-46C6-AAB9-A923B9966E2B}" type="parTrans" cxnId="{C2A1BBEB-7E96-4274-8FEA-5F6BEFE00C7F}">
      <dgm:prSet/>
      <dgm:spPr/>
      <dgm:t>
        <a:bodyPr/>
        <a:lstStyle/>
        <a:p>
          <a:endParaRPr lang="en-US"/>
        </a:p>
      </dgm:t>
    </dgm:pt>
    <dgm:pt modelId="{626AB433-8F11-4780-AFC4-3ED87F8D7662}" type="sibTrans" cxnId="{C2A1BBEB-7E96-4274-8FEA-5F6BEFE00C7F}">
      <dgm:prSet/>
      <dgm:spPr/>
      <dgm:t>
        <a:bodyPr/>
        <a:lstStyle/>
        <a:p>
          <a:pPr>
            <a:lnSpc>
              <a:spcPct val="100000"/>
            </a:lnSpc>
          </a:pPr>
          <a:endParaRPr lang="en-US"/>
        </a:p>
      </dgm:t>
    </dgm:pt>
    <dgm:pt modelId="{DDCA6460-B601-4AC6-BC6D-7B86F215D493}">
      <dgm:prSet/>
      <dgm:spPr/>
      <dgm:t>
        <a:bodyPr/>
        <a:lstStyle/>
        <a:p>
          <a:pPr>
            <a:lnSpc>
              <a:spcPct val="100000"/>
            </a:lnSpc>
          </a:pPr>
          <a:r>
            <a:rPr lang="fr-CA" noProof="0"/>
            <a:t>Vous serez capable de définir la couverture des essais à prévoir pour une fonctionnalité</a:t>
          </a:r>
        </a:p>
      </dgm:t>
    </dgm:pt>
    <dgm:pt modelId="{AD888BC6-78E8-42CA-A7CE-ECFD298AA387}" type="parTrans" cxnId="{C4D3DDFD-9527-446B-89FE-FE1EDFF4E722}">
      <dgm:prSet/>
      <dgm:spPr/>
      <dgm:t>
        <a:bodyPr/>
        <a:lstStyle/>
        <a:p>
          <a:endParaRPr lang="en-US"/>
        </a:p>
      </dgm:t>
    </dgm:pt>
    <dgm:pt modelId="{ECD1EA8A-8757-4456-84AF-6A76E673B4E1}" type="sibTrans" cxnId="{C4D3DDFD-9527-446B-89FE-FE1EDFF4E722}">
      <dgm:prSet/>
      <dgm:spPr/>
      <dgm:t>
        <a:bodyPr/>
        <a:lstStyle/>
        <a:p>
          <a:endParaRPr lang="en-US"/>
        </a:p>
      </dgm:t>
    </dgm:pt>
    <dgm:pt modelId="{A001E25F-50BD-4B6A-87D3-D3722FBE0E9D}">
      <dgm:prSet/>
      <dgm:spPr/>
      <dgm:t>
        <a:bodyPr/>
        <a:lstStyle/>
        <a:p>
          <a:pPr>
            <a:lnSpc>
              <a:spcPct val="100000"/>
            </a:lnSpc>
          </a:pPr>
          <a:r>
            <a:rPr lang="fr-CA"/>
            <a:t>L’utilisation des Tests Plan dans DevOps (écriture, exécution et preuve)</a:t>
          </a:r>
        </a:p>
      </dgm:t>
    </dgm:pt>
    <dgm:pt modelId="{EAFD8C5D-5938-476F-BBE9-6EAF45125497}" type="parTrans" cxnId="{6DF97B95-2B4F-405E-BEFA-51F07F21EE8E}">
      <dgm:prSet/>
      <dgm:spPr/>
      <dgm:t>
        <a:bodyPr/>
        <a:lstStyle/>
        <a:p>
          <a:endParaRPr lang="fr-CA"/>
        </a:p>
      </dgm:t>
    </dgm:pt>
    <dgm:pt modelId="{B1DE9457-F20A-47BF-B421-09755290CA4A}" type="sibTrans" cxnId="{6DF97B95-2B4F-405E-BEFA-51F07F21EE8E}">
      <dgm:prSet/>
      <dgm:spPr/>
      <dgm:t>
        <a:bodyPr/>
        <a:lstStyle/>
        <a:p>
          <a:endParaRPr lang="fr-CA"/>
        </a:p>
      </dgm:t>
    </dgm:pt>
    <dgm:pt modelId="{3F7A5EF9-3937-4FEE-A367-1B880AADEC73}" type="pres">
      <dgm:prSet presAssocID="{62016DD3-FD06-45E4-B97C-99702840BA4A}" presName="root" presStyleCnt="0">
        <dgm:presLayoutVars>
          <dgm:dir/>
          <dgm:resizeHandles val="exact"/>
        </dgm:presLayoutVars>
      </dgm:prSet>
      <dgm:spPr/>
    </dgm:pt>
    <dgm:pt modelId="{AAD38964-9AD4-487D-8F18-4594D71748D0}" type="pres">
      <dgm:prSet presAssocID="{EC0A9387-04E3-4476-86AC-C9F13A34350D}" presName="compNode" presStyleCnt="0"/>
      <dgm:spPr/>
    </dgm:pt>
    <dgm:pt modelId="{8B79DA83-92CD-4E54-8DDA-3B10CCED9A75}" type="pres">
      <dgm:prSet presAssocID="{EC0A9387-04E3-4476-86AC-C9F13A34350D}" presName="bgRect" presStyleLbl="bgShp" presStyleIdx="0" presStyleCnt="5"/>
      <dgm:spPr/>
    </dgm:pt>
    <dgm:pt modelId="{10DECDB2-7DA1-4D55-A06D-85555F70C953}" type="pres">
      <dgm:prSet presAssocID="{EC0A9387-04E3-4476-86AC-C9F13A34350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grenages"/>
        </a:ext>
      </dgm:extLst>
    </dgm:pt>
    <dgm:pt modelId="{41574D06-1CD9-4DE2-892C-A189ED1640E4}" type="pres">
      <dgm:prSet presAssocID="{EC0A9387-04E3-4476-86AC-C9F13A34350D}" presName="spaceRect" presStyleCnt="0"/>
      <dgm:spPr/>
    </dgm:pt>
    <dgm:pt modelId="{2CC76AC9-969D-4B9E-8AF9-983E5A9EADE3}" type="pres">
      <dgm:prSet presAssocID="{EC0A9387-04E3-4476-86AC-C9F13A34350D}" presName="parTx" presStyleLbl="revTx" presStyleIdx="0" presStyleCnt="5">
        <dgm:presLayoutVars>
          <dgm:chMax val="0"/>
          <dgm:chPref val="0"/>
        </dgm:presLayoutVars>
      </dgm:prSet>
      <dgm:spPr/>
    </dgm:pt>
    <dgm:pt modelId="{7CA9BECB-26F8-4D2E-AAD5-5E6F79517BC7}" type="pres">
      <dgm:prSet presAssocID="{18C41E6A-0F0E-440E-8B1B-4FC404D47536}" presName="sibTrans" presStyleCnt="0"/>
      <dgm:spPr/>
    </dgm:pt>
    <dgm:pt modelId="{BC389A27-6CA2-4D77-B115-894E0ACB1444}" type="pres">
      <dgm:prSet presAssocID="{98C0C551-0FB0-444A-9749-ACE94B930C96}" presName="compNode" presStyleCnt="0"/>
      <dgm:spPr/>
    </dgm:pt>
    <dgm:pt modelId="{A1DEDDF1-29DF-48B0-9408-7D5B20746B87}" type="pres">
      <dgm:prSet presAssocID="{98C0C551-0FB0-444A-9749-ACE94B930C96}" presName="bgRect" presStyleLbl="bgShp" presStyleIdx="1" presStyleCnt="5"/>
      <dgm:spPr>
        <a:solidFill>
          <a:srgbClr val="F1F9FF"/>
        </a:solidFill>
      </dgm:spPr>
    </dgm:pt>
    <dgm:pt modelId="{1FBE295A-1414-4ACC-A83D-F7D964447BC6}" type="pres">
      <dgm:prSet presAssocID="{98C0C551-0FB0-444A-9749-ACE94B930C9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tilisateurs"/>
        </a:ext>
      </dgm:extLst>
    </dgm:pt>
    <dgm:pt modelId="{F22CE279-511A-42A8-BC9F-1F18E073C1F7}" type="pres">
      <dgm:prSet presAssocID="{98C0C551-0FB0-444A-9749-ACE94B930C96}" presName="spaceRect" presStyleCnt="0"/>
      <dgm:spPr/>
    </dgm:pt>
    <dgm:pt modelId="{A6DE076F-0893-44BB-8F08-D771B5937BCE}" type="pres">
      <dgm:prSet presAssocID="{98C0C551-0FB0-444A-9749-ACE94B930C96}" presName="parTx" presStyleLbl="revTx" presStyleIdx="1" presStyleCnt="5">
        <dgm:presLayoutVars>
          <dgm:chMax val="0"/>
          <dgm:chPref val="0"/>
        </dgm:presLayoutVars>
      </dgm:prSet>
      <dgm:spPr/>
    </dgm:pt>
    <dgm:pt modelId="{C9CC155C-912C-493F-B746-8750E11721AF}" type="pres">
      <dgm:prSet presAssocID="{4BA69521-EC7D-48B2-816A-C172174F0C5B}" presName="sibTrans" presStyleCnt="0"/>
      <dgm:spPr/>
    </dgm:pt>
    <dgm:pt modelId="{74374C7C-D88A-4DB0-8890-7497E72C83A3}" type="pres">
      <dgm:prSet presAssocID="{E1C31E47-99AC-4B64-A489-10D71CC6AD7D}" presName="compNode" presStyleCnt="0"/>
      <dgm:spPr/>
    </dgm:pt>
    <dgm:pt modelId="{7566573A-C725-4FCE-8A1C-C6CE29960825}" type="pres">
      <dgm:prSet presAssocID="{E1C31E47-99AC-4B64-A489-10D71CC6AD7D}" presName="bgRect" presStyleLbl="bgShp" presStyleIdx="2" presStyleCnt="5"/>
      <dgm:spPr/>
    </dgm:pt>
    <dgm:pt modelId="{066CD4B1-8007-4F57-B4DB-AE6728906D8E}" type="pres">
      <dgm:prSet presAssocID="{E1C31E47-99AC-4B64-A489-10D71CC6AD7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56FC886A-7705-4CF6-92C4-09C8AD3329B9}" type="pres">
      <dgm:prSet presAssocID="{E1C31E47-99AC-4B64-A489-10D71CC6AD7D}" presName="spaceRect" presStyleCnt="0"/>
      <dgm:spPr/>
    </dgm:pt>
    <dgm:pt modelId="{FE9A47EF-0D8B-4EC9-8547-522463E564F8}" type="pres">
      <dgm:prSet presAssocID="{E1C31E47-99AC-4B64-A489-10D71CC6AD7D}" presName="parTx" presStyleLbl="revTx" presStyleIdx="2" presStyleCnt="5">
        <dgm:presLayoutVars>
          <dgm:chMax val="0"/>
          <dgm:chPref val="0"/>
        </dgm:presLayoutVars>
      </dgm:prSet>
      <dgm:spPr/>
    </dgm:pt>
    <dgm:pt modelId="{E8BB548C-D123-4FA2-8FF4-91B019A1BDBE}" type="pres">
      <dgm:prSet presAssocID="{626AB433-8F11-4780-AFC4-3ED87F8D7662}" presName="sibTrans" presStyleCnt="0"/>
      <dgm:spPr/>
    </dgm:pt>
    <dgm:pt modelId="{985B6776-8B9E-492A-ACB8-A076DDAD5A7C}" type="pres">
      <dgm:prSet presAssocID="{DDCA6460-B601-4AC6-BC6D-7B86F215D493}" presName="compNode" presStyleCnt="0"/>
      <dgm:spPr/>
    </dgm:pt>
    <dgm:pt modelId="{11766EFF-95A6-4F27-81AC-D628AE711CED}" type="pres">
      <dgm:prSet presAssocID="{DDCA6460-B601-4AC6-BC6D-7B86F215D493}" presName="bgRect" presStyleLbl="bgShp" presStyleIdx="3" presStyleCnt="5"/>
      <dgm:spPr/>
    </dgm:pt>
    <dgm:pt modelId="{A7B5A1C6-B513-49C8-8A11-FDAF75572028}" type="pres">
      <dgm:prSet presAssocID="{DDCA6460-B601-4AC6-BC6D-7B86F215D49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che"/>
        </a:ext>
      </dgm:extLst>
    </dgm:pt>
    <dgm:pt modelId="{FD76C3D2-B705-4469-BA09-5C14E751A8CB}" type="pres">
      <dgm:prSet presAssocID="{DDCA6460-B601-4AC6-BC6D-7B86F215D493}" presName="spaceRect" presStyleCnt="0"/>
      <dgm:spPr/>
    </dgm:pt>
    <dgm:pt modelId="{B4E9111E-1DC5-43F6-8D9E-12A14180E1CF}" type="pres">
      <dgm:prSet presAssocID="{DDCA6460-B601-4AC6-BC6D-7B86F215D493}" presName="parTx" presStyleLbl="revTx" presStyleIdx="3" presStyleCnt="5">
        <dgm:presLayoutVars>
          <dgm:chMax val="0"/>
          <dgm:chPref val="0"/>
        </dgm:presLayoutVars>
      </dgm:prSet>
      <dgm:spPr/>
    </dgm:pt>
    <dgm:pt modelId="{65422AB5-6187-4A4F-971A-53FD7D57CAA2}" type="pres">
      <dgm:prSet presAssocID="{ECD1EA8A-8757-4456-84AF-6A76E673B4E1}" presName="sibTrans" presStyleCnt="0"/>
      <dgm:spPr/>
    </dgm:pt>
    <dgm:pt modelId="{5A0816B6-C214-41DD-8FEE-8DC7A003258C}" type="pres">
      <dgm:prSet presAssocID="{A001E25F-50BD-4B6A-87D3-D3722FBE0E9D}" presName="compNode" presStyleCnt="0"/>
      <dgm:spPr/>
    </dgm:pt>
    <dgm:pt modelId="{DE8FB8F4-448D-45DC-ADDE-508A4067B307}" type="pres">
      <dgm:prSet presAssocID="{A001E25F-50BD-4B6A-87D3-D3722FBE0E9D}" presName="bgRect" presStyleLbl="bgShp" presStyleIdx="4" presStyleCnt="5"/>
      <dgm:spPr/>
    </dgm:pt>
    <dgm:pt modelId="{31C4F06D-882C-48E4-AAA8-444B71023B9B}" type="pres">
      <dgm:prSet presAssocID="{A001E25F-50BD-4B6A-87D3-D3722FBE0E9D}"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Liste de contrôle avec un remplissage uni"/>
        </a:ext>
      </dgm:extLst>
    </dgm:pt>
    <dgm:pt modelId="{B3AC8609-24E1-4992-BB44-697495468EB7}" type="pres">
      <dgm:prSet presAssocID="{A001E25F-50BD-4B6A-87D3-D3722FBE0E9D}" presName="spaceRect" presStyleCnt="0"/>
      <dgm:spPr/>
    </dgm:pt>
    <dgm:pt modelId="{CAA75E0B-1285-4213-82EC-F2F9BC9F72A0}" type="pres">
      <dgm:prSet presAssocID="{A001E25F-50BD-4B6A-87D3-D3722FBE0E9D}" presName="parTx" presStyleLbl="revTx" presStyleIdx="4" presStyleCnt="5">
        <dgm:presLayoutVars>
          <dgm:chMax val="0"/>
          <dgm:chPref val="0"/>
        </dgm:presLayoutVars>
      </dgm:prSet>
      <dgm:spPr/>
    </dgm:pt>
  </dgm:ptLst>
  <dgm:cxnLst>
    <dgm:cxn modelId="{E41F890E-42ED-4E7B-8AD0-CABCCD0F28E0}" type="presOf" srcId="{DDCA6460-B601-4AC6-BC6D-7B86F215D493}" destId="{B4E9111E-1DC5-43F6-8D9E-12A14180E1CF}" srcOrd="0" destOrd="0" presId="urn:microsoft.com/office/officeart/2018/2/layout/IconVerticalSolidList"/>
    <dgm:cxn modelId="{37E31C33-E6CE-40A4-BB35-1AB440369977}" type="presOf" srcId="{EC0A9387-04E3-4476-86AC-C9F13A34350D}" destId="{2CC76AC9-969D-4B9E-8AF9-983E5A9EADE3}" srcOrd="0" destOrd="0" presId="urn:microsoft.com/office/officeart/2018/2/layout/IconVerticalSolidList"/>
    <dgm:cxn modelId="{DCD0D361-17AE-4561-A247-DD048635FBBB}" srcId="{62016DD3-FD06-45E4-B97C-99702840BA4A}" destId="{98C0C551-0FB0-444A-9749-ACE94B930C96}" srcOrd="1" destOrd="0" parTransId="{3AF8DF63-3038-44F3-91C5-0FD74AD9B9EC}" sibTransId="{4BA69521-EC7D-48B2-816A-C172174F0C5B}"/>
    <dgm:cxn modelId="{ED0EF243-E3B8-423C-A183-8719A9C7BDAD}" srcId="{62016DD3-FD06-45E4-B97C-99702840BA4A}" destId="{EC0A9387-04E3-4476-86AC-C9F13A34350D}" srcOrd="0" destOrd="0" parTransId="{5B9B7541-1EF8-4C6E-B108-6FE3FC9445FF}" sibTransId="{18C41E6A-0F0E-440E-8B1B-4FC404D47536}"/>
    <dgm:cxn modelId="{A2C4367D-D2AD-4DC5-932C-9B7DC29DC750}" type="presOf" srcId="{62016DD3-FD06-45E4-B97C-99702840BA4A}" destId="{3F7A5EF9-3937-4FEE-A367-1B880AADEC73}" srcOrd="0" destOrd="0" presId="urn:microsoft.com/office/officeart/2018/2/layout/IconVerticalSolidList"/>
    <dgm:cxn modelId="{B47A368A-B30A-4612-8678-A603ABEAA824}" type="presOf" srcId="{E1C31E47-99AC-4B64-A489-10D71CC6AD7D}" destId="{FE9A47EF-0D8B-4EC9-8547-522463E564F8}" srcOrd="0" destOrd="0" presId="urn:microsoft.com/office/officeart/2018/2/layout/IconVerticalSolidList"/>
    <dgm:cxn modelId="{6DF97B95-2B4F-405E-BEFA-51F07F21EE8E}" srcId="{62016DD3-FD06-45E4-B97C-99702840BA4A}" destId="{A001E25F-50BD-4B6A-87D3-D3722FBE0E9D}" srcOrd="4" destOrd="0" parTransId="{EAFD8C5D-5938-476F-BBE9-6EAF45125497}" sibTransId="{B1DE9457-F20A-47BF-B421-09755290CA4A}"/>
    <dgm:cxn modelId="{39A8D9B7-AC7C-4384-BD90-00FE2389BEF1}" type="presOf" srcId="{A001E25F-50BD-4B6A-87D3-D3722FBE0E9D}" destId="{CAA75E0B-1285-4213-82EC-F2F9BC9F72A0}" srcOrd="0" destOrd="0" presId="urn:microsoft.com/office/officeart/2018/2/layout/IconVerticalSolidList"/>
    <dgm:cxn modelId="{A7618AD1-B4B3-4317-B671-BFDEBE4A4926}" type="presOf" srcId="{98C0C551-0FB0-444A-9749-ACE94B930C96}" destId="{A6DE076F-0893-44BB-8F08-D771B5937BCE}" srcOrd="0" destOrd="0" presId="urn:microsoft.com/office/officeart/2018/2/layout/IconVerticalSolidList"/>
    <dgm:cxn modelId="{C2A1BBEB-7E96-4274-8FEA-5F6BEFE00C7F}" srcId="{62016DD3-FD06-45E4-B97C-99702840BA4A}" destId="{E1C31E47-99AC-4B64-A489-10D71CC6AD7D}" srcOrd="2" destOrd="0" parTransId="{35466123-CB1C-46C6-AAB9-A923B9966E2B}" sibTransId="{626AB433-8F11-4780-AFC4-3ED87F8D7662}"/>
    <dgm:cxn modelId="{C4D3DDFD-9527-446B-89FE-FE1EDFF4E722}" srcId="{62016DD3-FD06-45E4-B97C-99702840BA4A}" destId="{DDCA6460-B601-4AC6-BC6D-7B86F215D493}" srcOrd="3" destOrd="0" parTransId="{AD888BC6-78E8-42CA-A7CE-ECFD298AA387}" sibTransId="{ECD1EA8A-8757-4456-84AF-6A76E673B4E1}"/>
    <dgm:cxn modelId="{FB170C0A-4BC4-4ABF-9F6B-7CB50A214D48}" type="presParOf" srcId="{3F7A5EF9-3937-4FEE-A367-1B880AADEC73}" destId="{AAD38964-9AD4-487D-8F18-4594D71748D0}" srcOrd="0" destOrd="0" presId="urn:microsoft.com/office/officeart/2018/2/layout/IconVerticalSolidList"/>
    <dgm:cxn modelId="{4D4E17CF-1197-4617-A621-08F59EE1A686}" type="presParOf" srcId="{AAD38964-9AD4-487D-8F18-4594D71748D0}" destId="{8B79DA83-92CD-4E54-8DDA-3B10CCED9A75}" srcOrd="0" destOrd="0" presId="urn:microsoft.com/office/officeart/2018/2/layout/IconVerticalSolidList"/>
    <dgm:cxn modelId="{21196551-6BF7-47C4-B3F4-FFA6D58A887F}" type="presParOf" srcId="{AAD38964-9AD4-487D-8F18-4594D71748D0}" destId="{10DECDB2-7DA1-4D55-A06D-85555F70C953}" srcOrd="1" destOrd="0" presId="urn:microsoft.com/office/officeart/2018/2/layout/IconVerticalSolidList"/>
    <dgm:cxn modelId="{2A9B27B9-417F-4193-88A2-59F45BE82CC5}" type="presParOf" srcId="{AAD38964-9AD4-487D-8F18-4594D71748D0}" destId="{41574D06-1CD9-4DE2-892C-A189ED1640E4}" srcOrd="2" destOrd="0" presId="urn:microsoft.com/office/officeart/2018/2/layout/IconVerticalSolidList"/>
    <dgm:cxn modelId="{AC605606-8336-4F71-BF2D-B329807FBE33}" type="presParOf" srcId="{AAD38964-9AD4-487D-8F18-4594D71748D0}" destId="{2CC76AC9-969D-4B9E-8AF9-983E5A9EADE3}" srcOrd="3" destOrd="0" presId="urn:microsoft.com/office/officeart/2018/2/layout/IconVerticalSolidList"/>
    <dgm:cxn modelId="{4BD8AE68-D30C-497B-8914-BA271332FABA}" type="presParOf" srcId="{3F7A5EF9-3937-4FEE-A367-1B880AADEC73}" destId="{7CA9BECB-26F8-4D2E-AAD5-5E6F79517BC7}" srcOrd="1" destOrd="0" presId="urn:microsoft.com/office/officeart/2018/2/layout/IconVerticalSolidList"/>
    <dgm:cxn modelId="{5993AFE8-D593-430F-84CD-75C7A1495554}" type="presParOf" srcId="{3F7A5EF9-3937-4FEE-A367-1B880AADEC73}" destId="{BC389A27-6CA2-4D77-B115-894E0ACB1444}" srcOrd="2" destOrd="0" presId="urn:microsoft.com/office/officeart/2018/2/layout/IconVerticalSolidList"/>
    <dgm:cxn modelId="{468AA205-518C-4B4C-BCE6-1F04A6395105}" type="presParOf" srcId="{BC389A27-6CA2-4D77-B115-894E0ACB1444}" destId="{A1DEDDF1-29DF-48B0-9408-7D5B20746B87}" srcOrd="0" destOrd="0" presId="urn:microsoft.com/office/officeart/2018/2/layout/IconVerticalSolidList"/>
    <dgm:cxn modelId="{73FFF1D3-4B72-4943-BA69-1CE2DE3AC463}" type="presParOf" srcId="{BC389A27-6CA2-4D77-B115-894E0ACB1444}" destId="{1FBE295A-1414-4ACC-A83D-F7D964447BC6}" srcOrd="1" destOrd="0" presId="urn:microsoft.com/office/officeart/2018/2/layout/IconVerticalSolidList"/>
    <dgm:cxn modelId="{307EC58A-6F39-43B0-9389-E5D7347DF204}" type="presParOf" srcId="{BC389A27-6CA2-4D77-B115-894E0ACB1444}" destId="{F22CE279-511A-42A8-BC9F-1F18E073C1F7}" srcOrd="2" destOrd="0" presId="urn:microsoft.com/office/officeart/2018/2/layout/IconVerticalSolidList"/>
    <dgm:cxn modelId="{D518DA9A-A9D2-4C76-B7FA-7B758226F399}" type="presParOf" srcId="{BC389A27-6CA2-4D77-B115-894E0ACB1444}" destId="{A6DE076F-0893-44BB-8F08-D771B5937BCE}" srcOrd="3" destOrd="0" presId="urn:microsoft.com/office/officeart/2018/2/layout/IconVerticalSolidList"/>
    <dgm:cxn modelId="{96D9CEB0-B55D-4EAF-8DF5-9A68E8E63DBA}" type="presParOf" srcId="{3F7A5EF9-3937-4FEE-A367-1B880AADEC73}" destId="{C9CC155C-912C-493F-B746-8750E11721AF}" srcOrd="3" destOrd="0" presId="urn:microsoft.com/office/officeart/2018/2/layout/IconVerticalSolidList"/>
    <dgm:cxn modelId="{ADB32085-B8EF-4C0D-B8B6-AD1C5FFAC589}" type="presParOf" srcId="{3F7A5EF9-3937-4FEE-A367-1B880AADEC73}" destId="{74374C7C-D88A-4DB0-8890-7497E72C83A3}" srcOrd="4" destOrd="0" presId="urn:microsoft.com/office/officeart/2018/2/layout/IconVerticalSolidList"/>
    <dgm:cxn modelId="{21B609A3-22EE-46B6-88C4-334E0210583E}" type="presParOf" srcId="{74374C7C-D88A-4DB0-8890-7497E72C83A3}" destId="{7566573A-C725-4FCE-8A1C-C6CE29960825}" srcOrd="0" destOrd="0" presId="urn:microsoft.com/office/officeart/2018/2/layout/IconVerticalSolidList"/>
    <dgm:cxn modelId="{DD2499CF-E08C-445D-8463-D635D495D365}" type="presParOf" srcId="{74374C7C-D88A-4DB0-8890-7497E72C83A3}" destId="{066CD4B1-8007-4F57-B4DB-AE6728906D8E}" srcOrd="1" destOrd="0" presId="urn:microsoft.com/office/officeart/2018/2/layout/IconVerticalSolidList"/>
    <dgm:cxn modelId="{059741CD-79B6-47CA-8E32-57D04903D3F5}" type="presParOf" srcId="{74374C7C-D88A-4DB0-8890-7497E72C83A3}" destId="{56FC886A-7705-4CF6-92C4-09C8AD3329B9}" srcOrd="2" destOrd="0" presId="urn:microsoft.com/office/officeart/2018/2/layout/IconVerticalSolidList"/>
    <dgm:cxn modelId="{5A8261AB-199D-49D0-A527-E060BD21123B}" type="presParOf" srcId="{74374C7C-D88A-4DB0-8890-7497E72C83A3}" destId="{FE9A47EF-0D8B-4EC9-8547-522463E564F8}" srcOrd="3" destOrd="0" presId="urn:microsoft.com/office/officeart/2018/2/layout/IconVerticalSolidList"/>
    <dgm:cxn modelId="{6BE5512F-B800-423E-A976-F73BA5785047}" type="presParOf" srcId="{3F7A5EF9-3937-4FEE-A367-1B880AADEC73}" destId="{E8BB548C-D123-4FA2-8FF4-91B019A1BDBE}" srcOrd="5" destOrd="0" presId="urn:microsoft.com/office/officeart/2018/2/layout/IconVerticalSolidList"/>
    <dgm:cxn modelId="{BE3EE035-9052-4B20-97EB-F31AFF8B18DA}" type="presParOf" srcId="{3F7A5EF9-3937-4FEE-A367-1B880AADEC73}" destId="{985B6776-8B9E-492A-ACB8-A076DDAD5A7C}" srcOrd="6" destOrd="0" presId="urn:microsoft.com/office/officeart/2018/2/layout/IconVerticalSolidList"/>
    <dgm:cxn modelId="{13C48038-1AB9-466B-8CA3-530623CD1ED9}" type="presParOf" srcId="{985B6776-8B9E-492A-ACB8-A076DDAD5A7C}" destId="{11766EFF-95A6-4F27-81AC-D628AE711CED}" srcOrd="0" destOrd="0" presId="urn:microsoft.com/office/officeart/2018/2/layout/IconVerticalSolidList"/>
    <dgm:cxn modelId="{60CC9611-5540-4CA2-983F-95E238E1B2AC}" type="presParOf" srcId="{985B6776-8B9E-492A-ACB8-A076DDAD5A7C}" destId="{A7B5A1C6-B513-49C8-8A11-FDAF75572028}" srcOrd="1" destOrd="0" presId="urn:microsoft.com/office/officeart/2018/2/layout/IconVerticalSolidList"/>
    <dgm:cxn modelId="{4A6B5173-ACD3-4340-B62C-193764C69E22}" type="presParOf" srcId="{985B6776-8B9E-492A-ACB8-A076DDAD5A7C}" destId="{FD76C3D2-B705-4469-BA09-5C14E751A8CB}" srcOrd="2" destOrd="0" presId="urn:microsoft.com/office/officeart/2018/2/layout/IconVerticalSolidList"/>
    <dgm:cxn modelId="{8304377D-CBDA-4C61-B851-979440B321AD}" type="presParOf" srcId="{985B6776-8B9E-492A-ACB8-A076DDAD5A7C}" destId="{B4E9111E-1DC5-43F6-8D9E-12A14180E1CF}" srcOrd="3" destOrd="0" presId="urn:microsoft.com/office/officeart/2018/2/layout/IconVerticalSolidList"/>
    <dgm:cxn modelId="{DD019D5A-8461-40E8-ADEA-7C73FF33B19B}" type="presParOf" srcId="{3F7A5EF9-3937-4FEE-A367-1B880AADEC73}" destId="{65422AB5-6187-4A4F-971A-53FD7D57CAA2}" srcOrd="7" destOrd="0" presId="urn:microsoft.com/office/officeart/2018/2/layout/IconVerticalSolidList"/>
    <dgm:cxn modelId="{D06D6960-2821-4EBD-8B11-8F31D74DDFD0}" type="presParOf" srcId="{3F7A5EF9-3937-4FEE-A367-1B880AADEC73}" destId="{5A0816B6-C214-41DD-8FEE-8DC7A003258C}" srcOrd="8" destOrd="0" presId="urn:microsoft.com/office/officeart/2018/2/layout/IconVerticalSolidList"/>
    <dgm:cxn modelId="{3CBCC6CD-28A7-40C3-9246-3E31F26D28BB}" type="presParOf" srcId="{5A0816B6-C214-41DD-8FEE-8DC7A003258C}" destId="{DE8FB8F4-448D-45DC-ADDE-508A4067B307}" srcOrd="0" destOrd="0" presId="urn:microsoft.com/office/officeart/2018/2/layout/IconVerticalSolidList"/>
    <dgm:cxn modelId="{F1165024-A71A-4A07-A5C6-AB4C0D53A49D}" type="presParOf" srcId="{5A0816B6-C214-41DD-8FEE-8DC7A003258C}" destId="{31C4F06D-882C-48E4-AAA8-444B71023B9B}" srcOrd="1" destOrd="0" presId="urn:microsoft.com/office/officeart/2018/2/layout/IconVerticalSolidList"/>
    <dgm:cxn modelId="{32B4EC57-883D-4744-8539-8F4573241C85}" type="presParOf" srcId="{5A0816B6-C214-41DD-8FEE-8DC7A003258C}" destId="{B3AC8609-24E1-4992-BB44-697495468EB7}" srcOrd="2" destOrd="0" presId="urn:microsoft.com/office/officeart/2018/2/layout/IconVerticalSolidList"/>
    <dgm:cxn modelId="{BA8875E4-F037-4EEC-AE27-A579B6F00917}" type="presParOf" srcId="{5A0816B6-C214-41DD-8FEE-8DC7A003258C}" destId="{CAA75E0B-1285-4213-82EC-F2F9BC9F72A0}"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0E1D1C-859C-4088-AF25-43B4D35C058B}"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fr-CA"/>
        </a:p>
      </dgm:t>
    </dgm:pt>
    <dgm:pt modelId="{D015A174-3079-4B97-8661-E78BA388FE8D}">
      <dgm:prSet phldrT="[Texte]" phldr="0"/>
      <dgm:spPr/>
      <dgm:t>
        <a:bodyPr/>
        <a:lstStyle/>
        <a:p>
          <a:r>
            <a:rPr lang="fr-CA"/>
            <a:t> Conforme</a:t>
          </a:r>
        </a:p>
      </dgm:t>
    </dgm:pt>
    <dgm:pt modelId="{1749CF21-9855-416F-A3B4-2499D41FAAF5}" type="parTrans" cxnId="{8F830A24-9C93-49AC-8256-4A140683A6CB}">
      <dgm:prSet/>
      <dgm:spPr/>
      <dgm:t>
        <a:bodyPr/>
        <a:lstStyle/>
        <a:p>
          <a:endParaRPr lang="fr-CA"/>
        </a:p>
      </dgm:t>
    </dgm:pt>
    <dgm:pt modelId="{15E9799C-0F05-42FD-BCAF-8F9B9341590C}" type="sibTrans" cxnId="{8F830A24-9C93-49AC-8256-4A140683A6CB}">
      <dgm:prSet/>
      <dgm:spPr/>
      <dgm:t>
        <a:bodyPr/>
        <a:lstStyle/>
        <a:p>
          <a:endParaRPr lang="fr-CA"/>
        </a:p>
      </dgm:t>
    </dgm:pt>
    <dgm:pt modelId="{24103D58-ECF3-419D-8786-86245DD884E3}">
      <dgm:prSet phldrT="[Texte]"/>
      <dgm:spPr/>
      <dgm:t>
        <a:bodyPr/>
        <a:lstStyle/>
        <a:p>
          <a:r>
            <a:rPr lang="fr-CA"/>
            <a:t>Vérifier que la solution correspond aux exigences fonctionnelles et réglementaires.</a:t>
          </a:r>
        </a:p>
      </dgm:t>
    </dgm:pt>
    <dgm:pt modelId="{39A43854-BD30-40FA-A42A-439FBBE7B083}" type="parTrans" cxnId="{F87441F9-581A-4602-813D-7F28A6D96F4A}">
      <dgm:prSet/>
      <dgm:spPr/>
      <dgm:t>
        <a:bodyPr/>
        <a:lstStyle/>
        <a:p>
          <a:endParaRPr lang="fr-CA"/>
        </a:p>
      </dgm:t>
    </dgm:pt>
    <dgm:pt modelId="{A93B8392-4B68-4DC8-8F5F-F8FC1DB5BB11}" type="sibTrans" cxnId="{F87441F9-581A-4602-813D-7F28A6D96F4A}">
      <dgm:prSet/>
      <dgm:spPr/>
      <dgm:t>
        <a:bodyPr/>
        <a:lstStyle/>
        <a:p>
          <a:endParaRPr lang="fr-CA"/>
        </a:p>
      </dgm:t>
    </dgm:pt>
    <dgm:pt modelId="{C81E0F46-F70D-4CF1-999D-0DBF1BBA80EB}">
      <dgm:prSet phldrT="[Texte]" phldr="0"/>
      <dgm:spPr/>
      <dgm:t>
        <a:bodyPr/>
        <a:lstStyle/>
        <a:p>
          <a:r>
            <a:rPr lang="fr-CA"/>
            <a:t> Robuste</a:t>
          </a:r>
        </a:p>
      </dgm:t>
    </dgm:pt>
    <dgm:pt modelId="{58F9097F-ADFB-4DC6-B0BD-E0D8F0347344}" type="parTrans" cxnId="{38E25802-E4B1-4E00-B5BE-9245097C4BD4}">
      <dgm:prSet/>
      <dgm:spPr/>
      <dgm:t>
        <a:bodyPr/>
        <a:lstStyle/>
        <a:p>
          <a:endParaRPr lang="fr-CA"/>
        </a:p>
      </dgm:t>
    </dgm:pt>
    <dgm:pt modelId="{CC119153-3828-4396-9372-8709AC53D16E}" type="sibTrans" cxnId="{38E25802-E4B1-4E00-B5BE-9245097C4BD4}">
      <dgm:prSet/>
      <dgm:spPr/>
      <dgm:t>
        <a:bodyPr/>
        <a:lstStyle/>
        <a:p>
          <a:endParaRPr lang="fr-CA"/>
        </a:p>
      </dgm:t>
    </dgm:pt>
    <dgm:pt modelId="{54E73903-49BB-49FC-85F8-CDA4BE9EBA55}">
      <dgm:prSet phldrT="[Texte]"/>
      <dgm:spPr/>
      <dgm:t>
        <a:bodyPr/>
        <a:lstStyle/>
        <a:p>
          <a:r>
            <a:rPr lang="fr-CA"/>
            <a:t>La solution est fiable en production</a:t>
          </a:r>
        </a:p>
      </dgm:t>
    </dgm:pt>
    <dgm:pt modelId="{AE3DB43F-AAFA-4B35-AA56-70AE7B038D64}" type="parTrans" cxnId="{4CBE58B3-4107-4059-BF65-1966C0CF1137}">
      <dgm:prSet/>
      <dgm:spPr/>
      <dgm:t>
        <a:bodyPr/>
        <a:lstStyle/>
        <a:p>
          <a:endParaRPr lang="fr-CA"/>
        </a:p>
      </dgm:t>
    </dgm:pt>
    <dgm:pt modelId="{4AEF4543-CB80-424A-B9B8-4E493AEC2667}" type="sibTrans" cxnId="{4CBE58B3-4107-4059-BF65-1966C0CF1137}">
      <dgm:prSet/>
      <dgm:spPr/>
      <dgm:t>
        <a:bodyPr/>
        <a:lstStyle/>
        <a:p>
          <a:endParaRPr lang="fr-CA"/>
        </a:p>
      </dgm:t>
    </dgm:pt>
    <dgm:pt modelId="{A711303B-A829-4D35-866C-7F0F835FA02B}">
      <dgm:prSet phldrT="[Texte]" phldr="0"/>
      <dgm:spPr/>
      <dgm:t>
        <a:bodyPr/>
        <a:lstStyle/>
        <a:p>
          <a:r>
            <a:rPr lang="fr-CA"/>
            <a:t> Confiance </a:t>
          </a:r>
        </a:p>
      </dgm:t>
    </dgm:pt>
    <dgm:pt modelId="{EEC62B47-295B-4507-841E-F3824CF910A7}" type="parTrans" cxnId="{088C8570-A527-44F3-86C4-E5F4B3BE4CA1}">
      <dgm:prSet/>
      <dgm:spPr/>
      <dgm:t>
        <a:bodyPr/>
        <a:lstStyle/>
        <a:p>
          <a:endParaRPr lang="fr-CA"/>
        </a:p>
      </dgm:t>
    </dgm:pt>
    <dgm:pt modelId="{46B3ADB5-2339-4E29-A544-921EFE72CA88}" type="sibTrans" cxnId="{088C8570-A527-44F3-86C4-E5F4B3BE4CA1}">
      <dgm:prSet/>
      <dgm:spPr/>
      <dgm:t>
        <a:bodyPr/>
        <a:lstStyle/>
        <a:p>
          <a:endParaRPr lang="fr-CA"/>
        </a:p>
      </dgm:t>
    </dgm:pt>
    <dgm:pt modelId="{6ACDAC2F-36BC-481D-BC03-60205A139C21}">
      <dgm:prSet phldrT="[Texte]" phldr="0"/>
      <dgm:spPr/>
      <dgm:t>
        <a:bodyPr/>
        <a:lstStyle/>
        <a:p>
          <a:r>
            <a:rPr lang="fr-CA"/>
            <a:t>Auditable</a:t>
          </a:r>
        </a:p>
      </dgm:t>
    </dgm:pt>
    <dgm:pt modelId="{5EAEC5D8-AA2B-4B21-A4FC-B6889D4EB3BD}" type="parTrans" cxnId="{0A99C0C0-1744-4FC9-BC6C-F64BAA57E818}">
      <dgm:prSet/>
      <dgm:spPr/>
      <dgm:t>
        <a:bodyPr/>
        <a:lstStyle/>
        <a:p>
          <a:endParaRPr lang="fr-CA"/>
        </a:p>
      </dgm:t>
    </dgm:pt>
    <dgm:pt modelId="{6DD3B505-35A5-4811-840F-BF7EFD38368A}" type="sibTrans" cxnId="{0A99C0C0-1744-4FC9-BC6C-F64BAA57E818}">
      <dgm:prSet/>
      <dgm:spPr/>
      <dgm:t>
        <a:bodyPr/>
        <a:lstStyle/>
        <a:p>
          <a:endParaRPr lang="fr-CA"/>
        </a:p>
      </dgm:t>
    </dgm:pt>
    <dgm:pt modelId="{9535A880-BD84-4771-B3EE-891BBC96A6B7}">
      <dgm:prSet phldrT="[Texte]"/>
      <dgm:spPr/>
      <dgm:t>
        <a:bodyPr/>
        <a:lstStyle/>
        <a:p>
          <a:r>
            <a:rPr lang="fr-CA"/>
            <a:t>La solution gère bien les exceptions</a:t>
          </a:r>
        </a:p>
      </dgm:t>
    </dgm:pt>
    <dgm:pt modelId="{E1E6D238-B558-4D14-89EE-1BE4E6F22454}" type="parTrans" cxnId="{36DFD085-F60D-44B4-9C1A-437A08D16293}">
      <dgm:prSet/>
      <dgm:spPr/>
      <dgm:t>
        <a:bodyPr/>
        <a:lstStyle/>
        <a:p>
          <a:endParaRPr lang="fr-CA"/>
        </a:p>
      </dgm:t>
    </dgm:pt>
    <dgm:pt modelId="{C59C2F85-D8AC-48B5-87CD-7BDC56759708}" type="sibTrans" cxnId="{36DFD085-F60D-44B4-9C1A-437A08D16293}">
      <dgm:prSet/>
      <dgm:spPr/>
      <dgm:t>
        <a:bodyPr/>
        <a:lstStyle/>
        <a:p>
          <a:endParaRPr lang="fr-CA"/>
        </a:p>
      </dgm:t>
    </dgm:pt>
    <dgm:pt modelId="{625668FB-0B1B-42B7-868A-07503D0A6D5F}">
      <dgm:prSet phldrT="[Texte]" phldr="0"/>
      <dgm:spPr/>
      <dgm:t>
        <a:bodyPr/>
        <a:lstStyle/>
        <a:p>
          <a:r>
            <a:rPr lang="fr-CA"/>
            <a:t>Assurer que le processus de livraison est traçable et documenté</a:t>
          </a:r>
        </a:p>
      </dgm:t>
    </dgm:pt>
    <dgm:pt modelId="{6DBA01F6-958E-47BE-A7C6-C6D9511D92BD}" type="parTrans" cxnId="{A18C4967-1073-4656-AFBB-B4B196AEDF77}">
      <dgm:prSet/>
      <dgm:spPr/>
      <dgm:t>
        <a:bodyPr/>
        <a:lstStyle/>
        <a:p>
          <a:endParaRPr lang="fr-CA"/>
        </a:p>
      </dgm:t>
    </dgm:pt>
    <dgm:pt modelId="{F4C4087A-3E1A-4D4B-A675-B129DF72F978}" type="sibTrans" cxnId="{A18C4967-1073-4656-AFBB-B4B196AEDF77}">
      <dgm:prSet/>
      <dgm:spPr/>
      <dgm:t>
        <a:bodyPr/>
        <a:lstStyle/>
        <a:p>
          <a:endParaRPr lang="fr-CA"/>
        </a:p>
      </dgm:t>
    </dgm:pt>
    <dgm:pt modelId="{5A9DE35C-BDAC-4AA3-9DDF-C68B40424324}">
      <dgm:prSet phldrT="[Texte]"/>
      <dgm:spPr/>
      <dgm:t>
        <a:bodyPr/>
        <a:lstStyle/>
        <a:p>
          <a:r>
            <a:rPr lang="fr-CA"/>
            <a:t>Fournir les preuves d’exécution des tests pour rassurer les équipes et les utilisateurs.</a:t>
          </a:r>
        </a:p>
      </dgm:t>
    </dgm:pt>
    <dgm:pt modelId="{D60F1699-EF93-4711-BD33-948A9E3CED9A}" type="sibTrans" cxnId="{5634AA87-E073-4C1B-8488-FCB48B7312F7}">
      <dgm:prSet/>
      <dgm:spPr/>
      <dgm:t>
        <a:bodyPr/>
        <a:lstStyle/>
        <a:p>
          <a:endParaRPr lang="fr-CA"/>
        </a:p>
      </dgm:t>
    </dgm:pt>
    <dgm:pt modelId="{94D804AA-ED9F-4F89-8AD2-994CBD8333F0}" type="parTrans" cxnId="{5634AA87-E073-4C1B-8488-FCB48B7312F7}">
      <dgm:prSet/>
      <dgm:spPr/>
      <dgm:t>
        <a:bodyPr/>
        <a:lstStyle/>
        <a:p>
          <a:endParaRPr lang="fr-CA"/>
        </a:p>
      </dgm:t>
    </dgm:pt>
    <dgm:pt modelId="{650AFDA9-6AF4-442E-876C-9B53F1FFD1C0}" type="pres">
      <dgm:prSet presAssocID="{300E1D1C-859C-4088-AF25-43B4D35C058B}" presName="Name0" presStyleCnt="0">
        <dgm:presLayoutVars>
          <dgm:dir/>
          <dgm:resizeHandles val="exact"/>
        </dgm:presLayoutVars>
      </dgm:prSet>
      <dgm:spPr/>
    </dgm:pt>
    <dgm:pt modelId="{316486DD-9D0C-4065-B6D2-753FAEA28759}" type="pres">
      <dgm:prSet presAssocID="{300E1D1C-859C-4088-AF25-43B4D35C058B}" presName="fgShape" presStyleLbl="fgShp" presStyleIdx="0" presStyleCnt="1"/>
      <dgm:spPr/>
    </dgm:pt>
    <dgm:pt modelId="{270E8CF7-58F9-4678-9D93-DD6544717EA8}" type="pres">
      <dgm:prSet presAssocID="{300E1D1C-859C-4088-AF25-43B4D35C058B}" presName="linComp" presStyleCnt="0"/>
      <dgm:spPr/>
    </dgm:pt>
    <dgm:pt modelId="{3D69B2D4-88BA-4944-8D3D-1624108A5E92}" type="pres">
      <dgm:prSet presAssocID="{D015A174-3079-4B97-8661-E78BA388FE8D}" presName="compNode" presStyleCnt="0"/>
      <dgm:spPr/>
    </dgm:pt>
    <dgm:pt modelId="{E9BD1934-7784-4A2A-83D2-004C951E97CD}" type="pres">
      <dgm:prSet presAssocID="{D015A174-3079-4B97-8661-E78BA388FE8D}" presName="bkgdShape" presStyleLbl="node1" presStyleIdx="0" presStyleCnt="4"/>
      <dgm:spPr/>
    </dgm:pt>
    <dgm:pt modelId="{45B2C562-D519-4E0A-8FFD-781B594F2382}" type="pres">
      <dgm:prSet presAssocID="{D015A174-3079-4B97-8661-E78BA388FE8D}" presName="nodeTx" presStyleLbl="node1" presStyleIdx="0" presStyleCnt="4">
        <dgm:presLayoutVars>
          <dgm:bulletEnabled val="1"/>
        </dgm:presLayoutVars>
      </dgm:prSet>
      <dgm:spPr/>
    </dgm:pt>
    <dgm:pt modelId="{D8DCD960-4914-4B51-8BF0-49C59C164FE2}" type="pres">
      <dgm:prSet presAssocID="{D015A174-3079-4B97-8661-E78BA388FE8D}" presName="invisiNode" presStyleLbl="node1" presStyleIdx="0" presStyleCnt="4"/>
      <dgm:spPr/>
    </dgm:pt>
    <dgm:pt modelId="{583DE468-5137-4535-A371-996D5587BA07}" type="pres">
      <dgm:prSet presAssocID="{D015A174-3079-4B97-8661-E78BA388FE8D}"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dge 1 avec un remplissage uni"/>
        </a:ext>
      </dgm:extLst>
    </dgm:pt>
    <dgm:pt modelId="{4B232573-77D9-4514-BC0F-27A63F96FC42}" type="pres">
      <dgm:prSet presAssocID="{15E9799C-0F05-42FD-BCAF-8F9B9341590C}" presName="sibTrans" presStyleLbl="sibTrans2D1" presStyleIdx="0" presStyleCnt="0"/>
      <dgm:spPr/>
    </dgm:pt>
    <dgm:pt modelId="{E457000F-853E-47A1-85FF-9FB06A8A9AC3}" type="pres">
      <dgm:prSet presAssocID="{C81E0F46-F70D-4CF1-999D-0DBF1BBA80EB}" presName="compNode" presStyleCnt="0"/>
      <dgm:spPr/>
    </dgm:pt>
    <dgm:pt modelId="{D33B6803-63D8-4989-8160-12A2997E46B5}" type="pres">
      <dgm:prSet presAssocID="{C81E0F46-F70D-4CF1-999D-0DBF1BBA80EB}" presName="bkgdShape" presStyleLbl="node1" presStyleIdx="1" presStyleCnt="4"/>
      <dgm:spPr/>
    </dgm:pt>
    <dgm:pt modelId="{257125EF-CDEB-43F4-8DD8-1AF350230CDC}" type="pres">
      <dgm:prSet presAssocID="{C81E0F46-F70D-4CF1-999D-0DBF1BBA80EB}" presName="nodeTx" presStyleLbl="node1" presStyleIdx="1" presStyleCnt="4">
        <dgm:presLayoutVars>
          <dgm:bulletEnabled val="1"/>
        </dgm:presLayoutVars>
      </dgm:prSet>
      <dgm:spPr/>
    </dgm:pt>
    <dgm:pt modelId="{1B2CBDE0-B541-4044-A619-C5F45F55DCFB}" type="pres">
      <dgm:prSet presAssocID="{C81E0F46-F70D-4CF1-999D-0DBF1BBA80EB}" presName="invisiNode" presStyleLbl="node1" presStyleIdx="1" presStyleCnt="4"/>
      <dgm:spPr/>
    </dgm:pt>
    <dgm:pt modelId="{0D8AE1E4-A470-40AF-9D07-02E0711386BF}" type="pres">
      <dgm:prSet presAssocID="{C81E0F46-F70D-4CF1-999D-0DBF1BBA80EB}"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avec un remplissage uni"/>
        </a:ext>
      </dgm:extLst>
    </dgm:pt>
    <dgm:pt modelId="{1D6376F8-7B60-41CA-A533-D7BC2A91FA7F}" type="pres">
      <dgm:prSet presAssocID="{CC119153-3828-4396-9372-8709AC53D16E}" presName="sibTrans" presStyleLbl="sibTrans2D1" presStyleIdx="0" presStyleCnt="0"/>
      <dgm:spPr/>
    </dgm:pt>
    <dgm:pt modelId="{35682F24-8FE6-408F-AEA4-DBF3020631B0}" type="pres">
      <dgm:prSet presAssocID="{A711303B-A829-4D35-866C-7F0F835FA02B}" presName="compNode" presStyleCnt="0"/>
      <dgm:spPr/>
    </dgm:pt>
    <dgm:pt modelId="{335B33A0-BD1E-4885-8BC2-CA3A7E0391C4}" type="pres">
      <dgm:prSet presAssocID="{A711303B-A829-4D35-866C-7F0F835FA02B}" presName="bkgdShape" presStyleLbl="node1" presStyleIdx="2" presStyleCnt="4"/>
      <dgm:spPr/>
    </dgm:pt>
    <dgm:pt modelId="{6CC7F5F7-958D-4F25-B6CD-B1BFCE1095D8}" type="pres">
      <dgm:prSet presAssocID="{A711303B-A829-4D35-866C-7F0F835FA02B}" presName="nodeTx" presStyleLbl="node1" presStyleIdx="2" presStyleCnt="4">
        <dgm:presLayoutVars>
          <dgm:bulletEnabled val="1"/>
        </dgm:presLayoutVars>
      </dgm:prSet>
      <dgm:spPr/>
    </dgm:pt>
    <dgm:pt modelId="{442F5D8F-6D7E-4F3E-8089-4196B0C6ECB0}" type="pres">
      <dgm:prSet presAssocID="{A711303B-A829-4D35-866C-7F0F835FA02B}" presName="invisiNode" presStyleLbl="node1" presStyleIdx="2" presStyleCnt="4"/>
      <dgm:spPr/>
    </dgm:pt>
    <dgm:pt modelId="{4E7092E7-C43B-4B7C-A171-4EDEE1EB5481}" type="pres">
      <dgm:prSet presAssocID="{A711303B-A829-4D35-866C-7F0F835FA02B}"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avec un remplissage uni"/>
        </a:ext>
      </dgm:extLst>
    </dgm:pt>
    <dgm:pt modelId="{C5E8AB97-B0E1-47C2-99D9-1D0F72189897}" type="pres">
      <dgm:prSet presAssocID="{46B3ADB5-2339-4E29-A544-921EFE72CA88}" presName="sibTrans" presStyleLbl="sibTrans2D1" presStyleIdx="0" presStyleCnt="0"/>
      <dgm:spPr/>
    </dgm:pt>
    <dgm:pt modelId="{703EBBCE-1F50-4A72-8A2C-3635C847B567}" type="pres">
      <dgm:prSet presAssocID="{6ACDAC2F-36BC-481D-BC03-60205A139C21}" presName="compNode" presStyleCnt="0"/>
      <dgm:spPr/>
    </dgm:pt>
    <dgm:pt modelId="{EC7CCF4C-B551-4D3C-9A8B-89DF46A4E290}" type="pres">
      <dgm:prSet presAssocID="{6ACDAC2F-36BC-481D-BC03-60205A139C21}" presName="bkgdShape" presStyleLbl="node1" presStyleIdx="3" presStyleCnt="4"/>
      <dgm:spPr/>
    </dgm:pt>
    <dgm:pt modelId="{4E5DA9B4-CB20-4849-8121-A254659D7FE3}" type="pres">
      <dgm:prSet presAssocID="{6ACDAC2F-36BC-481D-BC03-60205A139C21}" presName="nodeTx" presStyleLbl="node1" presStyleIdx="3" presStyleCnt="4">
        <dgm:presLayoutVars>
          <dgm:bulletEnabled val="1"/>
        </dgm:presLayoutVars>
      </dgm:prSet>
      <dgm:spPr/>
    </dgm:pt>
    <dgm:pt modelId="{6DD53064-1F45-4485-90DF-008A85C9E908}" type="pres">
      <dgm:prSet presAssocID="{6ACDAC2F-36BC-481D-BC03-60205A139C21}" presName="invisiNode" presStyleLbl="node1" presStyleIdx="3" presStyleCnt="4"/>
      <dgm:spPr/>
    </dgm:pt>
    <dgm:pt modelId="{32B46BF7-8131-48CE-8EE1-F0CE96BC9ABD}" type="pres">
      <dgm:prSet presAssocID="{6ACDAC2F-36BC-481D-BC03-60205A139C21}"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dge 4 avec un remplissage uni"/>
        </a:ext>
      </dgm:extLst>
    </dgm:pt>
  </dgm:ptLst>
  <dgm:cxnLst>
    <dgm:cxn modelId="{38E25802-E4B1-4E00-B5BE-9245097C4BD4}" srcId="{300E1D1C-859C-4088-AF25-43B4D35C058B}" destId="{C81E0F46-F70D-4CF1-999D-0DBF1BBA80EB}" srcOrd="1" destOrd="0" parTransId="{58F9097F-ADFB-4DC6-B0BD-E0D8F0347344}" sibTransId="{CC119153-3828-4396-9372-8709AC53D16E}"/>
    <dgm:cxn modelId="{EE233A04-FCF8-4951-9AE6-172D427B41AF}" type="presOf" srcId="{300E1D1C-859C-4088-AF25-43B4D35C058B}" destId="{650AFDA9-6AF4-442E-876C-9B53F1FFD1C0}" srcOrd="0" destOrd="0" presId="urn:microsoft.com/office/officeart/2005/8/layout/hList7"/>
    <dgm:cxn modelId="{7FC1AF10-8878-4D2D-943C-62EECBE3B720}" type="presOf" srcId="{D015A174-3079-4B97-8661-E78BA388FE8D}" destId="{45B2C562-D519-4E0A-8FFD-781B594F2382}" srcOrd="1" destOrd="0" presId="urn:microsoft.com/office/officeart/2005/8/layout/hList7"/>
    <dgm:cxn modelId="{8F830A24-9C93-49AC-8256-4A140683A6CB}" srcId="{300E1D1C-859C-4088-AF25-43B4D35C058B}" destId="{D015A174-3079-4B97-8661-E78BA388FE8D}" srcOrd="0" destOrd="0" parTransId="{1749CF21-9855-416F-A3B4-2499D41FAAF5}" sibTransId="{15E9799C-0F05-42FD-BCAF-8F9B9341590C}"/>
    <dgm:cxn modelId="{2C398C24-4FC9-4AC8-80A4-7CE892EFD07D}" type="presOf" srcId="{9535A880-BD84-4771-B3EE-891BBC96A6B7}" destId="{257125EF-CDEB-43F4-8DD8-1AF350230CDC}" srcOrd="1" destOrd="2" presId="urn:microsoft.com/office/officeart/2005/8/layout/hList7"/>
    <dgm:cxn modelId="{90955828-FFCC-4D70-98DA-693DDDD84DE2}" type="presOf" srcId="{5A9DE35C-BDAC-4AA3-9DDF-C68B40424324}" destId="{335B33A0-BD1E-4885-8BC2-CA3A7E0391C4}" srcOrd="0" destOrd="1" presId="urn:microsoft.com/office/officeart/2005/8/layout/hList7"/>
    <dgm:cxn modelId="{2DB5A436-6DA3-46A0-808A-BDC3008E680E}" type="presOf" srcId="{D015A174-3079-4B97-8661-E78BA388FE8D}" destId="{E9BD1934-7784-4A2A-83D2-004C951E97CD}" srcOrd="0" destOrd="0" presId="urn:microsoft.com/office/officeart/2005/8/layout/hList7"/>
    <dgm:cxn modelId="{A18C4967-1073-4656-AFBB-B4B196AEDF77}" srcId="{6ACDAC2F-36BC-481D-BC03-60205A139C21}" destId="{625668FB-0B1B-42B7-868A-07503D0A6D5F}" srcOrd="0" destOrd="0" parTransId="{6DBA01F6-958E-47BE-A7C6-C6D9511D92BD}" sibTransId="{F4C4087A-3E1A-4D4B-A675-B129DF72F978}"/>
    <dgm:cxn modelId="{088C8570-A527-44F3-86C4-E5F4B3BE4CA1}" srcId="{300E1D1C-859C-4088-AF25-43B4D35C058B}" destId="{A711303B-A829-4D35-866C-7F0F835FA02B}" srcOrd="2" destOrd="0" parTransId="{EEC62B47-295B-4507-841E-F3824CF910A7}" sibTransId="{46B3ADB5-2339-4E29-A544-921EFE72CA88}"/>
    <dgm:cxn modelId="{F3020978-B1D2-4D79-804C-07C171ED3865}" type="presOf" srcId="{C81E0F46-F70D-4CF1-999D-0DBF1BBA80EB}" destId="{D33B6803-63D8-4989-8160-12A2997E46B5}" srcOrd="0" destOrd="0" presId="urn:microsoft.com/office/officeart/2005/8/layout/hList7"/>
    <dgm:cxn modelId="{7E87CC78-6134-47AD-82A5-DE97AFF7B20A}" type="presOf" srcId="{625668FB-0B1B-42B7-868A-07503D0A6D5F}" destId="{4E5DA9B4-CB20-4849-8121-A254659D7FE3}" srcOrd="1" destOrd="1" presId="urn:microsoft.com/office/officeart/2005/8/layout/hList7"/>
    <dgm:cxn modelId="{B909D979-E528-44AA-B37A-76D6E34A2294}" type="presOf" srcId="{5A9DE35C-BDAC-4AA3-9DDF-C68B40424324}" destId="{6CC7F5F7-958D-4F25-B6CD-B1BFCE1095D8}" srcOrd="1" destOrd="1" presId="urn:microsoft.com/office/officeart/2005/8/layout/hList7"/>
    <dgm:cxn modelId="{C244165A-BACF-43E5-9ADA-E007B98D8191}" type="presOf" srcId="{24103D58-ECF3-419D-8786-86245DD884E3}" destId="{45B2C562-D519-4E0A-8FFD-781B594F2382}" srcOrd="1" destOrd="1" presId="urn:microsoft.com/office/officeart/2005/8/layout/hList7"/>
    <dgm:cxn modelId="{BBA8957D-829D-451C-A75B-295C457283D2}" type="presOf" srcId="{54E73903-49BB-49FC-85F8-CDA4BE9EBA55}" destId="{257125EF-CDEB-43F4-8DD8-1AF350230CDC}" srcOrd="1" destOrd="1" presId="urn:microsoft.com/office/officeart/2005/8/layout/hList7"/>
    <dgm:cxn modelId="{0C0BBC7D-C2C5-4CB3-ADF1-760694D242BF}" type="presOf" srcId="{625668FB-0B1B-42B7-868A-07503D0A6D5F}" destId="{EC7CCF4C-B551-4D3C-9A8B-89DF46A4E290}" srcOrd="0" destOrd="1" presId="urn:microsoft.com/office/officeart/2005/8/layout/hList7"/>
    <dgm:cxn modelId="{36DFD085-F60D-44B4-9C1A-437A08D16293}" srcId="{C81E0F46-F70D-4CF1-999D-0DBF1BBA80EB}" destId="{9535A880-BD84-4771-B3EE-891BBC96A6B7}" srcOrd="1" destOrd="0" parTransId="{E1E6D238-B558-4D14-89EE-1BE4E6F22454}" sibTransId="{C59C2F85-D8AC-48B5-87CD-7BDC56759708}"/>
    <dgm:cxn modelId="{5634AA87-E073-4C1B-8488-FCB48B7312F7}" srcId="{A711303B-A829-4D35-866C-7F0F835FA02B}" destId="{5A9DE35C-BDAC-4AA3-9DDF-C68B40424324}" srcOrd="0" destOrd="0" parTransId="{94D804AA-ED9F-4F89-8AD2-994CBD8333F0}" sibTransId="{D60F1699-EF93-4711-BD33-948A9E3CED9A}"/>
    <dgm:cxn modelId="{7529CE96-29B2-4667-8A10-644F1A85F9B5}" type="presOf" srcId="{9535A880-BD84-4771-B3EE-891BBC96A6B7}" destId="{D33B6803-63D8-4989-8160-12A2997E46B5}" srcOrd="0" destOrd="2" presId="urn:microsoft.com/office/officeart/2005/8/layout/hList7"/>
    <dgm:cxn modelId="{F80035A6-6931-4287-B600-05614E314A5D}" type="presOf" srcId="{6ACDAC2F-36BC-481D-BC03-60205A139C21}" destId="{4E5DA9B4-CB20-4849-8121-A254659D7FE3}" srcOrd="1" destOrd="0" presId="urn:microsoft.com/office/officeart/2005/8/layout/hList7"/>
    <dgm:cxn modelId="{F8A805B1-3AA8-4BAD-8E78-43C2D679BAD8}" type="presOf" srcId="{6ACDAC2F-36BC-481D-BC03-60205A139C21}" destId="{EC7CCF4C-B551-4D3C-9A8B-89DF46A4E290}" srcOrd="0" destOrd="0" presId="urn:microsoft.com/office/officeart/2005/8/layout/hList7"/>
    <dgm:cxn modelId="{24570BB1-44EA-4EE3-B0FC-7B0588875770}" type="presOf" srcId="{A711303B-A829-4D35-866C-7F0F835FA02B}" destId="{6CC7F5F7-958D-4F25-B6CD-B1BFCE1095D8}" srcOrd="1" destOrd="0" presId="urn:microsoft.com/office/officeart/2005/8/layout/hList7"/>
    <dgm:cxn modelId="{4CBE58B3-4107-4059-BF65-1966C0CF1137}" srcId="{C81E0F46-F70D-4CF1-999D-0DBF1BBA80EB}" destId="{54E73903-49BB-49FC-85F8-CDA4BE9EBA55}" srcOrd="0" destOrd="0" parTransId="{AE3DB43F-AAFA-4B35-AA56-70AE7B038D64}" sibTransId="{4AEF4543-CB80-424A-B9B8-4E493AEC2667}"/>
    <dgm:cxn modelId="{0A99C0C0-1744-4FC9-BC6C-F64BAA57E818}" srcId="{300E1D1C-859C-4088-AF25-43B4D35C058B}" destId="{6ACDAC2F-36BC-481D-BC03-60205A139C21}" srcOrd="3" destOrd="0" parTransId="{5EAEC5D8-AA2B-4B21-A4FC-B6889D4EB3BD}" sibTransId="{6DD3B505-35A5-4811-840F-BF7EFD38368A}"/>
    <dgm:cxn modelId="{5DE117C2-7D73-4E35-BB08-22DD6BCBFDD0}" type="presOf" srcId="{24103D58-ECF3-419D-8786-86245DD884E3}" destId="{E9BD1934-7784-4A2A-83D2-004C951E97CD}" srcOrd="0" destOrd="1" presId="urn:microsoft.com/office/officeart/2005/8/layout/hList7"/>
    <dgm:cxn modelId="{DA9D28C2-33F1-4185-81EB-FD043CE9EC02}" type="presOf" srcId="{A711303B-A829-4D35-866C-7F0F835FA02B}" destId="{335B33A0-BD1E-4885-8BC2-CA3A7E0391C4}" srcOrd="0" destOrd="0" presId="urn:microsoft.com/office/officeart/2005/8/layout/hList7"/>
    <dgm:cxn modelId="{1135ABD1-B45A-44E0-8038-C227C07AB07D}" type="presOf" srcId="{54E73903-49BB-49FC-85F8-CDA4BE9EBA55}" destId="{D33B6803-63D8-4989-8160-12A2997E46B5}" srcOrd="0" destOrd="1" presId="urn:microsoft.com/office/officeart/2005/8/layout/hList7"/>
    <dgm:cxn modelId="{7BF68CD5-312B-47A3-87D8-AD7F29E12F9B}" type="presOf" srcId="{46B3ADB5-2339-4E29-A544-921EFE72CA88}" destId="{C5E8AB97-B0E1-47C2-99D9-1D0F72189897}" srcOrd="0" destOrd="0" presId="urn:microsoft.com/office/officeart/2005/8/layout/hList7"/>
    <dgm:cxn modelId="{E23D58DD-D8C4-42D4-B8C7-7B06C9FD42D6}" type="presOf" srcId="{15E9799C-0F05-42FD-BCAF-8F9B9341590C}" destId="{4B232573-77D9-4514-BC0F-27A63F96FC42}" srcOrd="0" destOrd="0" presId="urn:microsoft.com/office/officeart/2005/8/layout/hList7"/>
    <dgm:cxn modelId="{5F287FDD-6385-4DB4-924A-EFB342382765}" type="presOf" srcId="{C81E0F46-F70D-4CF1-999D-0DBF1BBA80EB}" destId="{257125EF-CDEB-43F4-8DD8-1AF350230CDC}" srcOrd="1" destOrd="0" presId="urn:microsoft.com/office/officeart/2005/8/layout/hList7"/>
    <dgm:cxn modelId="{E98A12F3-3412-48CA-A93C-964037D968F2}" type="presOf" srcId="{CC119153-3828-4396-9372-8709AC53D16E}" destId="{1D6376F8-7B60-41CA-A533-D7BC2A91FA7F}" srcOrd="0" destOrd="0" presId="urn:microsoft.com/office/officeart/2005/8/layout/hList7"/>
    <dgm:cxn modelId="{F87441F9-581A-4602-813D-7F28A6D96F4A}" srcId="{D015A174-3079-4B97-8661-E78BA388FE8D}" destId="{24103D58-ECF3-419D-8786-86245DD884E3}" srcOrd="0" destOrd="0" parTransId="{39A43854-BD30-40FA-A42A-439FBBE7B083}" sibTransId="{A93B8392-4B68-4DC8-8F5F-F8FC1DB5BB11}"/>
    <dgm:cxn modelId="{FF44594F-A5D0-4A18-B156-3B570DDB9E07}" type="presParOf" srcId="{650AFDA9-6AF4-442E-876C-9B53F1FFD1C0}" destId="{316486DD-9D0C-4065-B6D2-753FAEA28759}" srcOrd="0" destOrd="0" presId="urn:microsoft.com/office/officeart/2005/8/layout/hList7"/>
    <dgm:cxn modelId="{1A8EC737-DFBF-4B03-8B5D-362F9BC34C78}" type="presParOf" srcId="{650AFDA9-6AF4-442E-876C-9B53F1FFD1C0}" destId="{270E8CF7-58F9-4678-9D93-DD6544717EA8}" srcOrd="1" destOrd="0" presId="urn:microsoft.com/office/officeart/2005/8/layout/hList7"/>
    <dgm:cxn modelId="{C98CF43F-CB26-4B69-A3E2-9351AA5D34E8}" type="presParOf" srcId="{270E8CF7-58F9-4678-9D93-DD6544717EA8}" destId="{3D69B2D4-88BA-4944-8D3D-1624108A5E92}" srcOrd="0" destOrd="0" presId="urn:microsoft.com/office/officeart/2005/8/layout/hList7"/>
    <dgm:cxn modelId="{A7776506-8863-47DA-8855-29BAC6AB7DFB}" type="presParOf" srcId="{3D69B2D4-88BA-4944-8D3D-1624108A5E92}" destId="{E9BD1934-7784-4A2A-83D2-004C951E97CD}" srcOrd="0" destOrd="0" presId="urn:microsoft.com/office/officeart/2005/8/layout/hList7"/>
    <dgm:cxn modelId="{5E2C8B09-0ECC-4DFA-B559-4EEAB4F23C2E}" type="presParOf" srcId="{3D69B2D4-88BA-4944-8D3D-1624108A5E92}" destId="{45B2C562-D519-4E0A-8FFD-781B594F2382}" srcOrd="1" destOrd="0" presId="urn:microsoft.com/office/officeart/2005/8/layout/hList7"/>
    <dgm:cxn modelId="{6EB1BF7B-E3AF-4260-BE9D-901FDF6A1A17}" type="presParOf" srcId="{3D69B2D4-88BA-4944-8D3D-1624108A5E92}" destId="{D8DCD960-4914-4B51-8BF0-49C59C164FE2}" srcOrd="2" destOrd="0" presId="urn:microsoft.com/office/officeart/2005/8/layout/hList7"/>
    <dgm:cxn modelId="{783C17BB-B483-4D7C-98B6-570B14ECB9E9}" type="presParOf" srcId="{3D69B2D4-88BA-4944-8D3D-1624108A5E92}" destId="{583DE468-5137-4535-A371-996D5587BA07}" srcOrd="3" destOrd="0" presId="urn:microsoft.com/office/officeart/2005/8/layout/hList7"/>
    <dgm:cxn modelId="{9DE2AB89-077F-445F-8447-DCB4CCE10F00}" type="presParOf" srcId="{270E8CF7-58F9-4678-9D93-DD6544717EA8}" destId="{4B232573-77D9-4514-BC0F-27A63F96FC42}" srcOrd="1" destOrd="0" presId="urn:microsoft.com/office/officeart/2005/8/layout/hList7"/>
    <dgm:cxn modelId="{F004AD4D-9EFE-46A5-B5DD-D9561B255974}" type="presParOf" srcId="{270E8CF7-58F9-4678-9D93-DD6544717EA8}" destId="{E457000F-853E-47A1-85FF-9FB06A8A9AC3}" srcOrd="2" destOrd="0" presId="urn:microsoft.com/office/officeart/2005/8/layout/hList7"/>
    <dgm:cxn modelId="{4DFABC0E-48FA-49A3-8990-16D7ADA4F076}" type="presParOf" srcId="{E457000F-853E-47A1-85FF-9FB06A8A9AC3}" destId="{D33B6803-63D8-4989-8160-12A2997E46B5}" srcOrd="0" destOrd="0" presId="urn:microsoft.com/office/officeart/2005/8/layout/hList7"/>
    <dgm:cxn modelId="{D558C47A-1051-4D3A-98A4-203A98DB965E}" type="presParOf" srcId="{E457000F-853E-47A1-85FF-9FB06A8A9AC3}" destId="{257125EF-CDEB-43F4-8DD8-1AF350230CDC}" srcOrd="1" destOrd="0" presId="urn:microsoft.com/office/officeart/2005/8/layout/hList7"/>
    <dgm:cxn modelId="{796E7CB6-4EEB-45C1-9311-04FEA2309B20}" type="presParOf" srcId="{E457000F-853E-47A1-85FF-9FB06A8A9AC3}" destId="{1B2CBDE0-B541-4044-A619-C5F45F55DCFB}" srcOrd="2" destOrd="0" presId="urn:microsoft.com/office/officeart/2005/8/layout/hList7"/>
    <dgm:cxn modelId="{6D33AB76-CA33-46B1-8980-8530930A5B24}" type="presParOf" srcId="{E457000F-853E-47A1-85FF-9FB06A8A9AC3}" destId="{0D8AE1E4-A470-40AF-9D07-02E0711386BF}" srcOrd="3" destOrd="0" presId="urn:microsoft.com/office/officeart/2005/8/layout/hList7"/>
    <dgm:cxn modelId="{C6461933-40FF-4B7E-96F8-8CEA9E634301}" type="presParOf" srcId="{270E8CF7-58F9-4678-9D93-DD6544717EA8}" destId="{1D6376F8-7B60-41CA-A533-D7BC2A91FA7F}" srcOrd="3" destOrd="0" presId="urn:microsoft.com/office/officeart/2005/8/layout/hList7"/>
    <dgm:cxn modelId="{EDF19221-B6C1-4C54-84B2-4C720E031E59}" type="presParOf" srcId="{270E8CF7-58F9-4678-9D93-DD6544717EA8}" destId="{35682F24-8FE6-408F-AEA4-DBF3020631B0}" srcOrd="4" destOrd="0" presId="urn:microsoft.com/office/officeart/2005/8/layout/hList7"/>
    <dgm:cxn modelId="{B709B8D0-64BA-47E6-B0EF-AF49CC697810}" type="presParOf" srcId="{35682F24-8FE6-408F-AEA4-DBF3020631B0}" destId="{335B33A0-BD1E-4885-8BC2-CA3A7E0391C4}" srcOrd="0" destOrd="0" presId="urn:microsoft.com/office/officeart/2005/8/layout/hList7"/>
    <dgm:cxn modelId="{03F8A170-86FB-4D88-AB69-ACA97069445D}" type="presParOf" srcId="{35682F24-8FE6-408F-AEA4-DBF3020631B0}" destId="{6CC7F5F7-958D-4F25-B6CD-B1BFCE1095D8}" srcOrd="1" destOrd="0" presId="urn:microsoft.com/office/officeart/2005/8/layout/hList7"/>
    <dgm:cxn modelId="{A75113A6-8B00-46FF-88A2-4EEF25DB1BA4}" type="presParOf" srcId="{35682F24-8FE6-408F-AEA4-DBF3020631B0}" destId="{442F5D8F-6D7E-4F3E-8089-4196B0C6ECB0}" srcOrd="2" destOrd="0" presId="urn:microsoft.com/office/officeart/2005/8/layout/hList7"/>
    <dgm:cxn modelId="{F29D95B8-035D-4FE3-AF95-391E05939292}" type="presParOf" srcId="{35682F24-8FE6-408F-AEA4-DBF3020631B0}" destId="{4E7092E7-C43B-4B7C-A171-4EDEE1EB5481}" srcOrd="3" destOrd="0" presId="urn:microsoft.com/office/officeart/2005/8/layout/hList7"/>
    <dgm:cxn modelId="{8572DAFF-EEFA-44C5-8246-8FCD10157558}" type="presParOf" srcId="{270E8CF7-58F9-4678-9D93-DD6544717EA8}" destId="{C5E8AB97-B0E1-47C2-99D9-1D0F72189897}" srcOrd="5" destOrd="0" presId="urn:microsoft.com/office/officeart/2005/8/layout/hList7"/>
    <dgm:cxn modelId="{878EA05A-A9B8-43C7-8B20-6F2E4D9335A0}" type="presParOf" srcId="{270E8CF7-58F9-4678-9D93-DD6544717EA8}" destId="{703EBBCE-1F50-4A72-8A2C-3635C847B567}" srcOrd="6" destOrd="0" presId="urn:microsoft.com/office/officeart/2005/8/layout/hList7"/>
    <dgm:cxn modelId="{8289EA99-1886-4424-B39B-279E61F2F564}" type="presParOf" srcId="{703EBBCE-1F50-4A72-8A2C-3635C847B567}" destId="{EC7CCF4C-B551-4D3C-9A8B-89DF46A4E290}" srcOrd="0" destOrd="0" presId="urn:microsoft.com/office/officeart/2005/8/layout/hList7"/>
    <dgm:cxn modelId="{D2C60E49-3969-44C7-A8A6-CC8C88996322}" type="presParOf" srcId="{703EBBCE-1F50-4A72-8A2C-3635C847B567}" destId="{4E5DA9B4-CB20-4849-8121-A254659D7FE3}" srcOrd="1" destOrd="0" presId="urn:microsoft.com/office/officeart/2005/8/layout/hList7"/>
    <dgm:cxn modelId="{C028519A-4BF6-4BAB-BAB3-6D4160E1C85A}" type="presParOf" srcId="{703EBBCE-1F50-4A72-8A2C-3635C847B567}" destId="{6DD53064-1F45-4485-90DF-008A85C9E908}" srcOrd="2" destOrd="0" presId="urn:microsoft.com/office/officeart/2005/8/layout/hList7"/>
    <dgm:cxn modelId="{191783CA-E3C4-44E3-A181-0462C893D9D2}" type="presParOf" srcId="{703EBBCE-1F50-4A72-8A2C-3635C847B567}" destId="{32B46BF7-8131-48CE-8EE1-F0CE96BC9ABD}" srcOrd="3" destOrd="0" presId="urn:microsoft.com/office/officeart/2005/8/layout/hList7"/>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8ADADF-C9D7-4D4B-885C-16CBBB2DD965}" type="doc">
      <dgm:prSet loTypeId="urn:microsoft.com/office/officeart/2005/8/layout/vProcess5" loCatId="process" qsTypeId="urn:microsoft.com/office/officeart/2005/8/quickstyle/simple5" qsCatId="simple" csTypeId="urn:microsoft.com/office/officeart/2005/8/colors/colorful3" csCatId="colorful" phldr="1"/>
      <dgm:spPr/>
      <dgm:t>
        <a:bodyPr/>
        <a:lstStyle/>
        <a:p>
          <a:endParaRPr lang="fr-CA"/>
        </a:p>
      </dgm:t>
    </dgm:pt>
    <dgm:pt modelId="{0AD99CB4-2057-4B89-8D34-2AC1FAF3ACE4}">
      <dgm:prSet phldrT="[Texte]"/>
      <dgm:spPr/>
      <dgm:t>
        <a:bodyPr/>
        <a:lstStyle/>
        <a:p>
          <a:r>
            <a:rPr lang="fr-CA"/>
            <a:t>Besoin d’affaires</a:t>
          </a:r>
        </a:p>
      </dgm:t>
    </dgm:pt>
    <dgm:pt modelId="{23F8C8D4-4BD8-444C-A378-A4D44B08FB1E}" type="parTrans" cxnId="{5E7C45D9-9C27-4D77-90BE-8B6C57B5FA69}">
      <dgm:prSet/>
      <dgm:spPr/>
      <dgm:t>
        <a:bodyPr/>
        <a:lstStyle/>
        <a:p>
          <a:endParaRPr lang="fr-CA"/>
        </a:p>
      </dgm:t>
    </dgm:pt>
    <dgm:pt modelId="{8BAEEEB5-9E2A-4E67-B5AD-768C6718E041}" type="sibTrans" cxnId="{5E7C45D9-9C27-4D77-90BE-8B6C57B5FA69}">
      <dgm:prSet/>
      <dgm:spPr/>
      <dgm:t>
        <a:bodyPr/>
        <a:lstStyle/>
        <a:p>
          <a:endParaRPr lang="fr-CA"/>
        </a:p>
      </dgm:t>
    </dgm:pt>
    <dgm:pt modelId="{A1E99080-731F-46DD-9660-EB3D23E24E69}">
      <dgm:prSet phldrT="[Texte]"/>
      <dgm:spPr/>
      <dgm:t>
        <a:bodyPr/>
        <a:lstStyle/>
        <a:p>
          <a:r>
            <a:rPr lang="fr-CA"/>
            <a:t>Développement et Configuration</a:t>
          </a:r>
        </a:p>
      </dgm:t>
    </dgm:pt>
    <dgm:pt modelId="{2C12F837-52B9-4685-90B1-223556C1E63F}" type="parTrans" cxnId="{67B00407-3353-485D-8E6E-03CBCDD39946}">
      <dgm:prSet/>
      <dgm:spPr/>
      <dgm:t>
        <a:bodyPr/>
        <a:lstStyle/>
        <a:p>
          <a:endParaRPr lang="fr-CA"/>
        </a:p>
      </dgm:t>
    </dgm:pt>
    <dgm:pt modelId="{BE0B4A17-B4AC-4599-BF91-9D4A6E8AF63C}" type="sibTrans" cxnId="{67B00407-3353-485D-8E6E-03CBCDD39946}">
      <dgm:prSet/>
      <dgm:spPr/>
      <dgm:t>
        <a:bodyPr/>
        <a:lstStyle/>
        <a:p>
          <a:endParaRPr lang="fr-CA"/>
        </a:p>
      </dgm:t>
    </dgm:pt>
    <dgm:pt modelId="{BD627518-F54C-443A-880C-90C13E361F79}">
      <dgm:prSet phldrT="[Texte]"/>
      <dgm:spPr/>
      <dgm:t>
        <a:bodyPr/>
        <a:lstStyle/>
        <a:p>
          <a:r>
            <a:rPr lang="fr-CA"/>
            <a:t>Test</a:t>
          </a:r>
        </a:p>
      </dgm:t>
    </dgm:pt>
    <dgm:pt modelId="{7ED4C8F2-FFFB-4A22-97AC-25376F1DE490}" type="parTrans" cxnId="{5AF22ABC-9E7C-4BE4-91CF-84551EAFE01E}">
      <dgm:prSet/>
      <dgm:spPr/>
      <dgm:t>
        <a:bodyPr/>
        <a:lstStyle/>
        <a:p>
          <a:endParaRPr lang="fr-CA"/>
        </a:p>
      </dgm:t>
    </dgm:pt>
    <dgm:pt modelId="{92CBE13F-4D38-4433-877D-046935C81DE2}" type="sibTrans" cxnId="{5AF22ABC-9E7C-4BE4-91CF-84551EAFE01E}">
      <dgm:prSet/>
      <dgm:spPr/>
      <dgm:t>
        <a:bodyPr/>
        <a:lstStyle/>
        <a:p>
          <a:endParaRPr lang="fr-CA"/>
        </a:p>
      </dgm:t>
    </dgm:pt>
    <dgm:pt modelId="{9A4FC018-375C-4304-B3E7-F1D308267513}">
      <dgm:prSet phldrT="[Texte]"/>
      <dgm:spPr/>
      <dgm:t>
        <a:bodyPr/>
        <a:lstStyle/>
        <a:p>
          <a:r>
            <a:rPr lang="fr-CA"/>
            <a:t>Mise en production</a:t>
          </a:r>
        </a:p>
      </dgm:t>
    </dgm:pt>
    <dgm:pt modelId="{F2B20524-07D9-48C0-B3DF-C543866EFAD0}" type="parTrans" cxnId="{380DDA80-99F1-4172-B0C1-84BEBBA678CB}">
      <dgm:prSet/>
      <dgm:spPr/>
      <dgm:t>
        <a:bodyPr/>
        <a:lstStyle/>
        <a:p>
          <a:endParaRPr lang="fr-CA"/>
        </a:p>
      </dgm:t>
    </dgm:pt>
    <dgm:pt modelId="{271BD495-034D-4370-AB02-B1E7918CCA68}" type="sibTrans" cxnId="{380DDA80-99F1-4172-B0C1-84BEBBA678CB}">
      <dgm:prSet/>
      <dgm:spPr/>
      <dgm:t>
        <a:bodyPr/>
        <a:lstStyle/>
        <a:p>
          <a:endParaRPr lang="fr-CA"/>
        </a:p>
      </dgm:t>
    </dgm:pt>
    <dgm:pt modelId="{4223B9C0-2787-4692-8CF9-A90ADF966A5B}" type="pres">
      <dgm:prSet presAssocID="{4E8ADADF-C9D7-4D4B-885C-16CBBB2DD965}" presName="outerComposite" presStyleCnt="0">
        <dgm:presLayoutVars>
          <dgm:chMax val="5"/>
          <dgm:dir/>
          <dgm:resizeHandles val="exact"/>
        </dgm:presLayoutVars>
      </dgm:prSet>
      <dgm:spPr/>
    </dgm:pt>
    <dgm:pt modelId="{DBEE2FDD-4D5F-40AD-9778-85A77E75950A}" type="pres">
      <dgm:prSet presAssocID="{4E8ADADF-C9D7-4D4B-885C-16CBBB2DD965}" presName="dummyMaxCanvas" presStyleCnt="0">
        <dgm:presLayoutVars/>
      </dgm:prSet>
      <dgm:spPr/>
    </dgm:pt>
    <dgm:pt modelId="{D61DA435-4E61-4811-A79A-7AFA5D484D76}" type="pres">
      <dgm:prSet presAssocID="{4E8ADADF-C9D7-4D4B-885C-16CBBB2DD965}" presName="FourNodes_1" presStyleLbl="node1" presStyleIdx="0" presStyleCnt="4">
        <dgm:presLayoutVars>
          <dgm:bulletEnabled val="1"/>
        </dgm:presLayoutVars>
      </dgm:prSet>
      <dgm:spPr/>
    </dgm:pt>
    <dgm:pt modelId="{A04C6ACF-9150-4AA4-908B-1E44E6440082}" type="pres">
      <dgm:prSet presAssocID="{4E8ADADF-C9D7-4D4B-885C-16CBBB2DD965}" presName="FourNodes_2" presStyleLbl="node1" presStyleIdx="1" presStyleCnt="4">
        <dgm:presLayoutVars>
          <dgm:bulletEnabled val="1"/>
        </dgm:presLayoutVars>
      </dgm:prSet>
      <dgm:spPr/>
    </dgm:pt>
    <dgm:pt modelId="{0AEC3717-9869-45FA-8BC7-2E383F15701E}" type="pres">
      <dgm:prSet presAssocID="{4E8ADADF-C9D7-4D4B-885C-16CBBB2DD965}" presName="FourNodes_3" presStyleLbl="node1" presStyleIdx="2" presStyleCnt="4">
        <dgm:presLayoutVars>
          <dgm:bulletEnabled val="1"/>
        </dgm:presLayoutVars>
      </dgm:prSet>
      <dgm:spPr/>
    </dgm:pt>
    <dgm:pt modelId="{04F33AA1-93C0-47F8-A5CD-EDC2C11EFF9E}" type="pres">
      <dgm:prSet presAssocID="{4E8ADADF-C9D7-4D4B-885C-16CBBB2DD965}" presName="FourNodes_4" presStyleLbl="node1" presStyleIdx="3" presStyleCnt="4">
        <dgm:presLayoutVars>
          <dgm:bulletEnabled val="1"/>
        </dgm:presLayoutVars>
      </dgm:prSet>
      <dgm:spPr/>
    </dgm:pt>
    <dgm:pt modelId="{28D912F9-0269-4538-8552-4C61363AB42D}" type="pres">
      <dgm:prSet presAssocID="{4E8ADADF-C9D7-4D4B-885C-16CBBB2DD965}" presName="FourConn_1-2" presStyleLbl="fgAccFollowNode1" presStyleIdx="0" presStyleCnt="3">
        <dgm:presLayoutVars>
          <dgm:bulletEnabled val="1"/>
        </dgm:presLayoutVars>
      </dgm:prSet>
      <dgm:spPr/>
    </dgm:pt>
    <dgm:pt modelId="{0CDD11FF-6C78-4D70-BEAD-ACA83AE14DF3}" type="pres">
      <dgm:prSet presAssocID="{4E8ADADF-C9D7-4D4B-885C-16CBBB2DD965}" presName="FourConn_2-3" presStyleLbl="fgAccFollowNode1" presStyleIdx="1" presStyleCnt="3">
        <dgm:presLayoutVars>
          <dgm:bulletEnabled val="1"/>
        </dgm:presLayoutVars>
      </dgm:prSet>
      <dgm:spPr/>
    </dgm:pt>
    <dgm:pt modelId="{D72185B1-F5E9-49FF-BC60-419563591BFF}" type="pres">
      <dgm:prSet presAssocID="{4E8ADADF-C9D7-4D4B-885C-16CBBB2DD965}" presName="FourConn_3-4" presStyleLbl="fgAccFollowNode1" presStyleIdx="2" presStyleCnt="3">
        <dgm:presLayoutVars>
          <dgm:bulletEnabled val="1"/>
        </dgm:presLayoutVars>
      </dgm:prSet>
      <dgm:spPr/>
    </dgm:pt>
    <dgm:pt modelId="{EA32A90C-0BE1-4FA1-B7BA-FA25920A69F6}" type="pres">
      <dgm:prSet presAssocID="{4E8ADADF-C9D7-4D4B-885C-16CBBB2DD965}" presName="FourNodes_1_text" presStyleLbl="node1" presStyleIdx="3" presStyleCnt="4">
        <dgm:presLayoutVars>
          <dgm:bulletEnabled val="1"/>
        </dgm:presLayoutVars>
      </dgm:prSet>
      <dgm:spPr/>
    </dgm:pt>
    <dgm:pt modelId="{1D30252C-13C3-46FD-8EA0-8CA3985780EE}" type="pres">
      <dgm:prSet presAssocID="{4E8ADADF-C9D7-4D4B-885C-16CBBB2DD965}" presName="FourNodes_2_text" presStyleLbl="node1" presStyleIdx="3" presStyleCnt="4">
        <dgm:presLayoutVars>
          <dgm:bulletEnabled val="1"/>
        </dgm:presLayoutVars>
      </dgm:prSet>
      <dgm:spPr/>
    </dgm:pt>
    <dgm:pt modelId="{B8BFA346-1FBC-4D2E-B172-E26BFCCB8886}" type="pres">
      <dgm:prSet presAssocID="{4E8ADADF-C9D7-4D4B-885C-16CBBB2DD965}" presName="FourNodes_3_text" presStyleLbl="node1" presStyleIdx="3" presStyleCnt="4">
        <dgm:presLayoutVars>
          <dgm:bulletEnabled val="1"/>
        </dgm:presLayoutVars>
      </dgm:prSet>
      <dgm:spPr/>
    </dgm:pt>
    <dgm:pt modelId="{48B15944-3798-484D-A6EC-9A4752CF6994}" type="pres">
      <dgm:prSet presAssocID="{4E8ADADF-C9D7-4D4B-885C-16CBBB2DD965}" presName="FourNodes_4_text" presStyleLbl="node1" presStyleIdx="3" presStyleCnt="4">
        <dgm:presLayoutVars>
          <dgm:bulletEnabled val="1"/>
        </dgm:presLayoutVars>
      </dgm:prSet>
      <dgm:spPr/>
    </dgm:pt>
  </dgm:ptLst>
  <dgm:cxnLst>
    <dgm:cxn modelId="{67B00407-3353-485D-8E6E-03CBCDD39946}" srcId="{4E8ADADF-C9D7-4D4B-885C-16CBBB2DD965}" destId="{A1E99080-731F-46DD-9660-EB3D23E24E69}" srcOrd="1" destOrd="0" parTransId="{2C12F837-52B9-4685-90B1-223556C1E63F}" sibTransId="{BE0B4A17-B4AC-4599-BF91-9D4A6E8AF63C}"/>
    <dgm:cxn modelId="{1EE0450F-3130-40D7-BCCB-7AF36AAFB01A}" type="presOf" srcId="{92CBE13F-4D38-4433-877D-046935C81DE2}" destId="{D72185B1-F5E9-49FF-BC60-419563591BFF}" srcOrd="0" destOrd="0" presId="urn:microsoft.com/office/officeart/2005/8/layout/vProcess5"/>
    <dgm:cxn modelId="{8D38D23F-9CFD-426A-9BD7-06A63E6CDF7B}" type="presOf" srcId="{4E8ADADF-C9D7-4D4B-885C-16CBBB2DD965}" destId="{4223B9C0-2787-4692-8CF9-A90ADF966A5B}" srcOrd="0" destOrd="0" presId="urn:microsoft.com/office/officeart/2005/8/layout/vProcess5"/>
    <dgm:cxn modelId="{E514FC4A-4DD7-419A-82A0-14FC6C650636}" type="presOf" srcId="{BD627518-F54C-443A-880C-90C13E361F79}" destId="{B8BFA346-1FBC-4D2E-B172-E26BFCCB8886}" srcOrd="1" destOrd="0" presId="urn:microsoft.com/office/officeart/2005/8/layout/vProcess5"/>
    <dgm:cxn modelId="{2142B770-3D31-4B01-891B-ECAA66553184}" type="presOf" srcId="{BD627518-F54C-443A-880C-90C13E361F79}" destId="{0AEC3717-9869-45FA-8BC7-2E383F15701E}" srcOrd="0" destOrd="0" presId="urn:microsoft.com/office/officeart/2005/8/layout/vProcess5"/>
    <dgm:cxn modelId="{A152D975-7942-4066-A53B-2DED24119D02}" type="presOf" srcId="{A1E99080-731F-46DD-9660-EB3D23E24E69}" destId="{1D30252C-13C3-46FD-8EA0-8CA3985780EE}" srcOrd="1" destOrd="0" presId="urn:microsoft.com/office/officeart/2005/8/layout/vProcess5"/>
    <dgm:cxn modelId="{D1DF9B59-2F5C-46BA-9BCC-E286558F1877}" type="presOf" srcId="{0AD99CB4-2057-4B89-8D34-2AC1FAF3ACE4}" destId="{EA32A90C-0BE1-4FA1-B7BA-FA25920A69F6}" srcOrd="1" destOrd="0" presId="urn:microsoft.com/office/officeart/2005/8/layout/vProcess5"/>
    <dgm:cxn modelId="{380DDA80-99F1-4172-B0C1-84BEBBA678CB}" srcId="{4E8ADADF-C9D7-4D4B-885C-16CBBB2DD965}" destId="{9A4FC018-375C-4304-B3E7-F1D308267513}" srcOrd="3" destOrd="0" parTransId="{F2B20524-07D9-48C0-B3DF-C543866EFAD0}" sibTransId="{271BD495-034D-4370-AB02-B1E7918CCA68}"/>
    <dgm:cxn modelId="{58D5DD83-DBAE-4AC5-BDDF-EA85947DF251}" type="presOf" srcId="{8BAEEEB5-9E2A-4E67-B5AD-768C6718E041}" destId="{28D912F9-0269-4538-8552-4C61363AB42D}" srcOrd="0" destOrd="0" presId="urn:microsoft.com/office/officeart/2005/8/layout/vProcess5"/>
    <dgm:cxn modelId="{70B19593-0DFA-4492-9811-72C639A7D77D}" type="presOf" srcId="{A1E99080-731F-46DD-9660-EB3D23E24E69}" destId="{A04C6ACF-9150-4AA4-908B-1E44E6440082}" srcOrd="0" destOrd="0" presId="urn:microsoft.com/office/officeart/2005/8/layout/vProcess5"/>
    <dgm:cxn modelId="{0EC89495-EF9F-4322-8178-E1479465D376}" type="presOf" srcId="{BE0B4A17-B4AC-4599-BF91-9D4A6E8AF63C}" destId="{0CDD11FF-6C78-4D70-BEAD-ACA83AE14DF3}" srcOrd="0" destOrd="0" presId="urn:microsoft.com/office/officeart/2005/8/layout/vProcess5"/>
    <dgm:cxn modelId="{D0780098-1B91-4C1C-BB8C-18713FF01544}" type="presOf" srcId="{0AD99CB4-2057-4B89-8D34-2AC1FAF3ACE4}" destId="{D61DA435-4E61-4811-A79A-7AFA5D484D76}" srcOrd="0" destOrd="0" presId="urn:microsoft.com/office/officeart/2005/8/layout/vProcess5"/>
    <dgm:cxn modelId="{64CCB0A2-76FF-4AC3-81AD-DC1BDDBD406E}" type="presOf" srcId="{9A4FC018-375C-4304-B3E7-F1D308267513}" destId="{04F33AA1-93C0-47F8-A5CD-EDC2C11EFF9E}" srcOrd="0" destOrd="0" presId="urn:microsoft.com/office/officeart/2005/8/layout/vProcess5"/>
    <dgm:cxn modelId="{5AF22ABC-9E7C-4BE4-91CF-84551EAFE01E}" srcId="{4E8ADADF-C9D7-4D4B-885C-16CBBB2DD965}" destId="{BD627518-F54C-443A-880C-90C13E361F79}" srcOrd="2" destOrd="0" parTransId="{7ED4C8F2-FFFB-4A22-97AC-25376F1DE490}" sibTransId="{92CBE13F-4D38-4433-877D-046935C81DE2}"/>
    <dgm:cxn modelId="{5E7C45D9-9C27-4D77-90BE-8B6C57B5FA69}" srcId="{4E8ADADF-C9D7-4D4B-885C-16CBBB2DD965}" destId="{0AD99CB4-2057-4B89-8D34-2AC1FAF3ACE4}" srcOrd="0" destOrd="0" parTransId="{23F8C8D4-4BD8-444C-A378-A4D44B08FB1E}" sibTransId="{8BAEEEB5-9E2A-4E67-B5AD-768C6718E041}"/>
    <dgm:cxn modelId="{2AD1ECEF-3619-4144-9F56-91E6A4121471}" type="presOf" srcId="{9A4FC018-375C-4304-B3E7-F1D308267513}" destId="{48B15944-3798-484D-A6EC-9A4752CF6994}" srcOrd="1" destOrd="0" presId="urn:microsoft.com/office/officeart/2005/8/layout/vProcess5"/>
    <dgm:cxn modelId="{FD1A4363-8DF8-46BC-A919-45EA6FC40CDD}" type="presParOf" srcId="{4223B9C0-2787-4692-8CF9-A90ADF966A5B}" destId="{DBEE2FDD-4D5F-40AD-9778-85A77E75950A}" srcOrd="0" destOrd="0" presId="urn:microsoft.com/office/officeart/2005/8/layout/vProcess5"/>
    <dgm:cxn modelId="{E002C3C5-A726-4AF3-84F4-F83005C32928}" type="presParOf" srcId="{4223B9C0-2787-4692-8CF9-A90ADF966A5B}" destId="{D61DA435-4E61-4811-A79A-7AFA5D484D76}" srcOrd="1" destOrd="0" presId="urn:microsoft.com/office/officeart/2005/8/layout/vProcess5"/>
    <dgm:cxn modelId="{39DA86EC-5B32-4B16-B507-7BCA0693350C}" type="presParOf" srcId="{4223B9C0-2787-4692-8CF9-A90ADF966A5B}" destId="{A04C6ACF-9150-4AA4-908B-1E44E6440082}" srcOrd="2" destOrd="0" presId="urn:microsoft.com/office/officeart/2005/8/layout/vProcess5"/>
    <dgm:cxn modelId="{8A3F4489-3CC3-45E0-822B-3B6A05D3BBDE}" type="presParOf" srcId="{4223B9C0-2787-4692-8CF9-A90ADF966A5B}" destId="{0AEC3717-9869-45FA-8BC7-2E383F15701E}" srcOrd="3" destOrd="0" presId="urn:microsoft.com/office/officeart/2005/8/layout/vProcess5"/>
    <dgm:cxn modelId="{7B870092-5DDE-4596-8776-CC35F7656E2E}" type="presParOf" srcId="{4223B9C0-2787-4692-8CF9-A90ADF966A5B}" destId="{04F33AA1-93C0-47F8-A5CD-EDC2C11EFF9E}" srcOrd="4" destOrd="0" presId="urn:microsoft.com/office/officeart/2005/8/layout/vProcess5"/>
    <dgm:cxn modelId="{B0CBC06B-666A-497D-9F28-B8E6DBB402C2}" type="presParOf" srcId="{4223B9C0-2787-4692-8CF9-A90ADF966A5B}" destId="{28D912F9-0269-4538-8552-4C61363AB42D}" srcOrd="5" destOrd="0" presId="urn:microsoft.com/office/officeart/2005/8/layout/vProcess5"/>
    <dgm:cxn modelId="{D9AA3403-9F91-4B03-A4E0-9CDDF37634C8}" type="presParOf" srcId="{4223B9C0-2787-4692-8CF9-A90ADF966A5B}" destId="{0CDD11FF-6C78-4D70-BEAD-ACA83AE14DF3}" srcOrd="6" destOrd="0" presId="urn:microsoft.com/office/officeart/2005/8/layout/vProcess5"/>
    <dgm:cxn modelId="{5565D208-43F9-4639-9F90-F4D12B6E43B9}" type="presParOf" srcId="{4223B9C0-2787-4692-8CF9-A90ADF966A5B}" destId="{D72185B1-F5E9-49FF-BC60-419563591BFF}" srcOrd="7" destOrd="0" presId="urn:microsoft.com/office/officeart/2005/8/layout/vProcess5"/>
    <dgm:cxn modelId="{39213539-1BB1-4A7E-926B-CE52E219855B}" type="presParOf" srcId="{4223B9C0-2787-4692-8CF9-A90ADF966A5B}" destId="{EA32A90C-0BE1-4FA1-B7BA-FA25920A69F6}" srcOrd="8" destOrd="0" presId="urn:microsoft.com/office/officeart/2005/8/layout/vProcess5"/>
    <dgm:cxn modelId="{5717B796-D07D-48FA-981C-18FA72452615}" type="presParOf" srcId="{4223B9C0-2787-4692-8CF9-A90ADF966A5B}" destId="{1D30252C-13C3-46FD-8EA0-8CA3985780EE}" srcOrd="9" destOrd="0" presId="urn:microsoft.com/office/officeart/2005/8/layout/vProcess5"/>
    <dgm:cxn modelId="{022618B6-BC51-4390-842F-16CD6F0DBF05}" type="presParOf" srcId="{4223B9C0-2787-4692-8CF9-A90ADF966A5B}" destId="{B8BFA346-1FBC-4D2E-B172-E26BFCCB8886}" srcOrd="10" destOrd="0" presId="urn:microsoft.com/office/officeart/2005/8/layout/vProcess5"/>
    <dgm:cxn modelId="{97EEC722-C083-44EF-B6B9-8E401C1A10C8}" type="presParOf" srcId="{4223B9C0-2787-4692-8CF9-A90ADF966A5B}" destId="{48B15944-3798-484D-A6EC-9A4752CF6994}" srcOrd="11" destOrd="0" presId="urn:microsoft.com/office/officeart/2005/8/layout/v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42892C-3243-4830-9C55-3379A255F2C8}" type="doc">
      <dgm:prSet loTypeId="urn:microsoft.com/office/officeart/2005/8/layout/process3" loCatId="process" qsTypeId="urn:microsoft.com/office/officeart/2005/8/quickstyle/simple1" qsCatId="simple" csTypeId="urn:microsoft.com/office/officeart/2005/8/colors/colorful3" csCatId="colorful" phldr="1"/>
      <dgm:spPr/>
      <dgm:t>
        <a:bodyPr/>
        <a:lstStyle/>
        <a:p>
          <a:endParaRPr lang="fr-CA"/>
        </a:p>
      </dgm:t>
    </dgm:pt>
    <dgm:pt modelId="{A9345B6C-8703-4920-8352-3D6CA80A72C5}">
      <dgm:prSet phldrT="[Texte]"/>
      <dgm:spPr/>
      <dgm:t>
        <a:bodyPr/>
        <a:lstStyle/>
        <a:p>
          <a:r>
            <a:rPr lang="fr-CA"/>
            <a:t>Quelles est la portée?</a:t>
          </a:r>
        </a:p>
      </dgm:t>
    </dgm:pt>
    <dgm:pt modelId="{B99D7645-B154-4E62-86CF-6730441151DD}" type="parTrans" cxnId="{D6EB76FD-3A9D-481E-811D-0E3D75C4ADA8}">
      <dgm:prSet/>
      <dgm:spPr/>
      <dgm:t>
        <a:bodyPr/>
        <a:lstStyle/>
        <a:p>
          <a:endParaRPr lang="fr-CA"/>
        </a:p>
      </dgm:t>
    </dgm:pt>
    <dgm:pt modelId="{29DDC404-9F7C-4638-8A06-DBE01DAB5D64}" type="sibTrans" cxnId="{D6EB76FD-3A9D-481E-811D-0E3D75C4ADA8}">
      <dgm:prSet/>
      <dgm:spPr/>
      <dgm:t>
        <a:bodyPr/>
        <a:lstStyle/>
        <a:p>
          <a:endParaRPr lang="fr-CA"/>
        </a:p>
      </dgm:t>
    </dgm:pt>
    <dgm:pt modelId="{5F27B249-C681-42B2-95F4-643FF4396500}">
      <dgm:prSet phldrT="[Texte]"/>
      <dgm:spPr/>
      <dgm:t>
        <a:bodyPr/>
        <a:lstStyle/>
        <a:p>
          <a:r>
            <a:rPr lang="fr-CA"/>
            <a:t>Processus</a:t>
          </a:r>
        </a:p>
      </dgm:t>
    </dgm:pt>
    <dgm:pt modelId="{2DCB5F21-C118-47A1-93DD-5136AF74F5B4}" type="parTrans" cxnId="{8AEAE9BC-07AD-4BEC-9F16-18A25A00400A}">
      <dgm:prSet/>
      <dgm:spPr/>
      <dgm:t>
        <a:bodyPr/>
        <a:lstStyle/>
        <a:p>
          <a:endParaRPr lang="fr-CA"/>
        </a:p>
      </dgm:t>
    </dgm:pt>
    <dgm:pt modelId="{63D64BAC-86E0-40CF-AD9D-766A9FA16D97}" type="sibTrans" cxnId="{8AEAE9BC-07AD-4BEC-9F16-18A25A00400A}">
      <dgm:prSet/>
      <dgm:spPr/>
      <dgm:t>
        <a:bodyPr/>
        <a:lstStyle/>
        <a:p>
          <a:endParaRPr lang="fr-CA"/>
        </a:p>
      </dgm:t>
    </dgm:pt>
    <dgm:pt modelId="{75C452F3-4195-4B39-9793-33CB179835BC}">
      <dgm:prSet phldrT="[Texte]"/>
      <dgm:spPr/>
      <dgm:t>
        <a:bodyPr/>
        <a:lstStyle/>
        <a:p>
          <a:r>
            <a:rPr lang="fr-CA"/>
            <a:t>Qu’est-ce qui change?</a:t>
          </a:r>
        </a:p>
      </dgm:t>
    </dgm:pt>
    <dgm:pt modelId="{F3299A21-9718-44FC-AA77-7FBBAA90646C}" type="parTrans" cxnId="{E66F84F4-A1AC-4D44-8BA0-DBCE66A26973}">
      <dgm:prSet/>
      <dgm:spPr/>
      <dgm:t>
        <a:bodyPr/>
        <a:lstStyle/>
        <a:p>
          <a:endParaRPr lang="fr-CA"/>
        </a:p>
      </dgm:t>
    </dgm:pt>
    <dgm:pt modelId="{C9B79123-06D7-4B0D-B2B6-DCE9DE1D6F75}" type="sibTrans" cxnId="{E66F84F4-A1AC-4D44-8BA0-DBCE66A26973}">
      <dgm:prSet/>
      <dgm:spPr/>
      <dgm:t>
        <a:bodyPr/>
        <a:lstStyle/>
        <a:p>
          <a:endParaRPr lang="fr-CA"/>
        </a:p>
      </dgm:t>
    </dgm:pt>
    <dgm:pt modelId="{1D1535E9-D2CF-418B-B2FA-8906524BD53F}">
      <dgm:prSet phldrT="[Texte]"/>
      <dgm:spPr/>
      <dgm:t>
        <a:bodyPr/>
        <a:lstStyle/>
        <a:p>
          <a:r>
            <a:rPr lang="fr-CA"/>
            <a:t>Lister les changements pour chacun des items précédents</a:t>
          </a:r>
        </a:p>
      </dgm:t>
    </dgm:pt>
    <dgm:pt modelId="{E0C8ACC6-70FE-4C1F-AB56-2E71A777A57F}" type="parTrans" cxnId="{22C3CDAD-3026-43FA-80D5-6343AF677706}">
      <dgm:prSet/>
      <dgm:spPr/>
      <dgm:t>
        <a:bodyPr/>
        <a:lstStyle/>
        <a:p>
          <a:endParaRPr lang="fr-CA"/>
        </a:p>
      </dgm:t>
    </dgm:pt>
    <dgm:pt modelId="{2E2FAEAC-9890-4514-9AEC-8015497D21E2}" type="sibTrans" cxnId="{22C3CDAD-3026-43FA-80D5-6343AF677706}">
      <dgm:prSet/>
      <dgm:spPr/>
      <dgm:t>
        <a:bodyPr/>
        <a:lstStyle/>
        <a:p>
          <a:endParaRPr lang="fr-CA"/>
        </a:p>
      </dgm:t>
    </dgm:pt>
    <dgm:pt modelId="{157A3ACA-75A9-4BF2-8326-AE33694E5C62}">
      <dgm:prSet phldrT="[Texte]"/>
      <dgm:spPr/>
      <dgm:t>
        <a:bodyPr/>
        <a:lstStyle/>
        <a:p>
          <a:r>
            <a:rPr lang="fr-CA"/>
            <a:t>Qu’est-ce qu’il faut garantir?</a:t>
          </a:r>
        </a:p>
      </dgm:t>
    </dgm:pt>
    <dgm:pt modelId="{0F29F71F-0F2D-47A7-BB63-5758B4180DFC}" type="parTrans" cxnId="{8BA5AB16-CEAA-4006-BD2B-6A52379BC920}">
      <dgm:prSet/>
      <dgm:spPr/>
      <dgm:t>
        <a:bodyPr/>
        <a:lstStyle/>
        <a:p>
          <a:endParaRPr lang="fr-CA"/>
        </a:p>
      </dgm:t>
    </dgm:pt>
    <dgm:pt modelId="{D00F9196-1657-47DD-94BC-E30A4F7C192D}" type="sibTrans" cxnId="{8BA5AB16-CEAA-4006-BD2B-6A52379BC920}">
      <dgm:prSet/>
      <dgm:spPr/>
      <dgm:t>
        <a:bodyPr/>
        <a:lstStyle/>
        <a:p>
          <a:endParaRPr lang="fr-CA"/>
        </a:p>
      </dgm:t>
    </dgm:pt>
    <dgm:pt modelId="{DD3B904B-D494-477B-BE17-80802BEC635E}">
      <dgm:prSet phldrT="[Texte]"/>
      <dgm:spPr/>
      <dgm:t>
        <a:bodyPr/>
        <a:lstStyle/>
        <a:p>
          <a:r>
            <a:rPr lang="fr-CA"/>
            <a:t>Établir les tests à faire pour mitiger les risques</a:t>
          </a:r>
        </a:p>
      </dgm:t>
    </dgm:pt>
    <dgm:pt modelId="{ECA678FA-A00C-482F-A99B-13FA4C072CD0}" type="parTrans" cxnId="{681EFA21-1780-4A28-9EBD-92BC0C622595}">
      <dgm:prSet/>
      <dgm:spPr/>
      <dgm:t>
        <a:bodyPr/>
        <a:lstStyle/>
        <a:p>
          <a:endParaRPr lang="fr-CA"/>
        </a:p>
      </dgm:t>
    </dgm:pt>
    <dgm:pt modelId="{47606086-657C-419C-A6BD-52E29F42B6B6}" type="sibTrans" cxnId="{681EFA21-1780-4A28-9EBD-92BC0C622595}">
      <dgm:prSet/>
      <dgm:spPr/>
      <dgm:t>
        <a:bodyPr/>
        <a:lstStyle/>
        <a:p>
          <a:endParaRPr lang="fr-CA"/>
        </a:p>
      </dgm:t>
    </dgm:pt>
    <dgm:pt modelId="{B8D43C6E-DE09-4AFC-ACE9-37D8CA9DE4AE}">
      <dgm:prSet phldrT="[Texte]"/>
      <dgm:spPr/>
      <dgm:t>
        <a:bodyPr/>
        <a:lstStyle/>
        <a:p>
          <a:r>
            <a:rPr lang="fr-CA"/>
            <a:t>Lister les risques OU ce qui doit être garanti</a:t>
          </a:r>
        </a:p>
      </dgm:t>
    </dgm:pt>
    <dgm:pt modelId="{FE37FE66-E9D8-47EF-8936-4C76CF619A3D}" type="parTrans" cxnId="{61D23C8D-9316-4008-A47A-CB8AF264D08C}">
      <dgm:prSet/>
      <dgm:spPr/>
      <dgm:t>
        <a:bodyPr/>
        <a:lstStyle/>
        <a:p>
          <a:endParaRPr lang="fr-CA"/>
        </a:p>
      </dgm:t>
    </dgm:pt>
    <dgm:pt modelId="{EAE693AF-9ACE-490A-B18F-A2C789B37181}" type="sibTrans" cxnId="{61D23C8D-9316-4008-A47A-CB8AF264D08C}">
      <dgm:prSet/>
      <dgm:spPr/>
      <dgm:t>
        <a:bodyPr/>
        <a:lstStyle/>
        <a:p>
          <a:endParaRPr lang="fr-CA"/>
        </a:p>
      </dgm:t>
    </dgm:pt>
    <dgm:pt modelId="{063CBE99-8FCF-4F2F-81E9-8876449484C7}">
      <dgm:prSet phldrT="[Texte]"/>
      <dgm:spPr/>
      <dgm:t>
        <a:bodyPr/>
        <a:lstStyle/>
        <a:p>
          <a:r>
            <a:rPr lang="fr-CA"/>
            <a:t>Quels essais devons-nous faire?</a:t>
          </a:r>
        </a:p>
      </dgm:t>
    </dgm:pt>
    <dgm:pt modelId="{22902370-5E35-4437-9F27-57C2C5D34DF9}" type="parTrans" cxnId="{7267C747-CBAF-47A7-8AE4-86109C8C3E49}">
      <dgm:prSet/>
      <dgm:spPr/>
      <dgm:t>
        <a:bodyPr/>
        <a:lstStyle/>
        <a:p>
          <a:endParaRPr lang="fr-CA"/>
        </a:p>
      </dgm:t>
    </dgm:pt>
    <dgm:pt modelId="{0F1A0CE8-7EE3-4FE1-AD58-B937631B39BF}" type="sibTrans" cxnId="{7267C747-CBAF-47A7-8AE4-86109C8C3E49}">
      <dgm:prSet/>
      <dgm:spPr/>
      <dgm:t>
        <a:bodyPr/>
        <a:lstStyle/>
        <a:p>
          <a:endParaRPr lang="fr-CA"/>
        </a:p>
      </dgm:t>
    </dgm:pt>
    <dgm:pt modelId="{07E5AAA4-ABF0-48E3-9498-BAAC86433322}">
      <dgm:prSet phldrT="[Texte]"/>
      <dgm:spPr/>
      <dgm:t>
        <a:bodyPr/>
        <a:lstStyle/>
        <a:p>
          <a:r>
            <a:rPr lang="fr-CA"/>
            <a:t>Préparer l’environnement</a:t>
          </a:r>
        </a:p>
      </dgm:t>
    </dgm:pt>
    <dgm:pt modelId="{BE328A10-4D05-4373-BF8C-F18B793FFA25}" type="parTrans" cxnId="{B4EAE2A5-9FC4-4CF1-9BBC-DA3F6F2C6ECC}">
      <dgm:prSet/>
      <dgm:spPr/>
      <dgm:t>
        <a:bodyPr/>
        <a:lstStyle/>
        <a:p>
          <a:endParaRPr lang="fr-CA"/>
        </a:p>
      </dgm:t>
    </dgm:pt>
    <dgm:pt modelId="{B4C47217-3DD9-45AF-9BA5-FB8D318CFF94}" type="sibTrans" cxnId="{B4EAE2A5-9FC4-4CF1-9BBC-DA3F6F2C6ECC}">
      <dgm:prSet/>
      <dgm:spPr/>
      <dgm:t>
        <a:bodyPr/>
        <a:lstStyle/>
        <a:p>
          <a:endParaRPr lang="fr-CA"/>
        </a:p>
      </dgm:t>
    </dgm:pt>
    <dgm:pt modelId="{BEC14368-BE47-4443-AAA3-E383EC6E02F8}">
      <dgm:prSet phldrT="[Texte]"/>
      <dgm:spPr/>
      <dgm:t>
        <a:bodyPr/>
        <a:lstStyle/>
        <a:p>
          <a:r>
            <a:rPr lang="fr-CA"/>
            <a:t>de système</a:t>
          </a:r>
        </a:p>
      </dgm:t>
    </dgm:pt>
    <dgm:pt modelId="{5411AA71-606E-426D-B56A-BD847421F1BA}" type="parTrans" cxnId="{88084E35-E88E-4F32-8C71-4FFD3DA5E541}">
      <dgm:prSet/>
      <dgm:spPr/>
      <dgm:t>
        <a:bodyPr/>
        <a:lstStyle/>
        <a:p>
          <a:endParaRPr lang="fr-CA"/>
        </a:p>
      </dgm:t>
    </dgm:pt>
    <dgm:pt modelId="{757D3987-5E0D-4BAD-8FE7-1A4E6C556619}" type="sibTrans" cxnId="{88084E35-E88E-4F32-8C71-4FFD3DA5E541}">
      <dgm:prSet/>
      <dgm:spPr/>
      <dgm:t>
        <a:bodyPr/>
        <a:lstStyle/>
        <a:p>
          <a:endParaRPr lang="fr-CA"/>
        </a:p>
      </dgm:t>
    </dgm:pt>
    <dgm:pt modelId="{F36B3334-B875-49B1-A20B-33ECC3D8D462}">
      <dgm:prSet phldrT="[Texte]"/>
      <dgm:spPr/>
      <dgm:t>
        <a:bodyPr/>
        <a:lstStyle/>
        <a:p>
          <a:r>
            <a:rPr lang="fr-CA"/>
            <a:t>d’acceptation</a:t>
          </a:r>
        </a:p>
      </dgm:t>
    </dgm:pt>
    <dgm:pt modelId="{958DB7F7-4F81-4EDD-8DC4-DC59C2308D3C}" type="parTrans" cxnId="{6E59EB99-8FAB-47BB-9B1B-B44AECE2B965}">
      <dgm:prSet/>
      <dgm:spPr/>
      <dgm:t>
        <a:bodyPr/>
        <a:lstStyle/>
        <a:p>
          <a:endParaRPr lang="fr-CA"/>
        </a:p>
      </dgm:t>
    </dgm:pt>
    <dgm:pt modelId="{0D1DA9FB-C746-4FC4-A033-33C22DB2CDA3}" type="sibTrans" cxnId="{6E59EB99-8FAB-47BB-9B1B-B44AECE2B965}">
      <dgm:prSet/>
      <dgm:spPr/>
      <dgm:t>
        <a:bodyPr/>
        <a:lstStyle/>
        <a:p>
          <a:endParaRPr lang="fr-CA"/>
        </a:p>
      </dgm:t>
    </dgm:pt>
    <dgm:pt modelId="{632C1E66-9F3F-4F58-8C9B-03C8C57CC948}">
      <dgm:prSet phldrT="[Texte]"/>
      <dgm:spPr/>
      <dgm:t>
        <a:bodyPr/>
        <a:lstStyle/>
        <a:p>
          <a:r>
            <a:rPr lang="fr-CA"/>
            <a:t>Écrire les essais avec les parties prenantes</a:t>
          </a:r>
        </a:p>
      </dgm:t>
    </dgm:pt>
    <dgm:pt modelId="{EA2B0091-C577-4730-80D4-7CE9781FF962}" type="parTrans" cxnId="{E68F37D2-7F38-4F90-9F0B-B003AFA44BF6}">
      <dgm:prSet/>
      <dgm:spPr/>
      <dgm:t>
        <a:bodyPr/>
        <a:lstStyle/>
        <a:p>
          <a:endParaRPr lang="fr-CA"/>
        </a:p>
      </dgm:t>
    </dgm:pt>
    <dgm:pt modelId="{6F74ABFD-48F6-410E-8FD0-BF0720536401}" type="sibTrans" cxnId="{E68F37D2-7F38-4F90-9F0B-B003AFA44BF6}">
      <dgm:prSet/>
      <dgm:spPr/>
      <dgm:t>
        <a:bodyPr/>
        <a:lstStyle/>
        <a:p>
          <a:endParaRPr lang="fr-CA"/>
        </a:p>
      </dgm:t>
    </dgm:pt>
    <dgm:pt modelId="{C9D42D64-82B1-4606-9112-426A726F7A68}">
      <dgm:prSet phldrT="[Texte]"/>
      <dgm:spPr/>
      <dgm:t>
        <a:bodyPr/>
        <a:lstStyle/>
        <a:p>
          <a:r>
            <a:rPr lang="fr-CA"/>
            <a:t>Composants</a:t>
          </a:r>
        </a:p>
      </dgm:t>
    </dgm:pt>
    <dgm:pt modelId="{9534DE90-7EE6-4ECC-8330-29A76C4EEE1C}" type="parTrans" cxnId="{5E9C8240-8AF9-42F4-8E39-ED851FB1D2F9}">
      <dgm:prSet/>
      <dgm:spPr/>
      <dgm:t>
        <a:bodyPr/>
        <a:lstStyle/>
        <a:p>
          <a:endParaRPr lang="fr-CA"/>
        </a:p>
      </dgm:t>
    </dgm:pt>
    <dgm:pt modelId="{FDA34CC3-80CC-411C-A07D-D1ECC41AD12E}" type="sibTrans" cxnId="{5E9C8240-8AF9-42F4-8E39-ED851FB1D2F9}">
      <dgm:prSet/>
      <dgm:spPr/>
      <dgm:t>
        <a:bodyPr/>
        <a:lstStyle/>
        <a:p>
          <a:endParaRPr lang="fr-CA"/>
        </a:p>
      </dgm:t>
    </dgm:pt>
    <dgm:pt modelId="{85D318A4-59FB-4ED6-ABF1-FAF52443E61B}">
      <dgm:prSet phldrT="[Texte]"/>
      <dgm:spPr/>
      <dgm:t>
        <a:bodyPr/>
        <a:lstStyle/>
        <a:p>
          <a:r>
            <a:rPr lang="fr-CA"/>
            <a:t>Systèmes</a:t>
          </a:r>
        </a:p>
      </dgm:t>
    </dgm:pt>
    <dgm:pt modelId="{81F9FA45-1FDF-440B-B8CE-98E351DDF436}" type="parTrans" cxnId="{A104CC63-D3D1-4332-9654-60AA3C64DDE8}">
      <dgm:prSet/>
      <dgm:spPr/>
      <dgm:t>
        <a:bodyPr/>
        <a:lstStyle/>
        <a:p>
          <a:endParaRPr lang="fr-CA"/>
        </a:p>
      </dgm:t>
    </dgm:pt>
    <dgm:pt modelId="{87BA8205-1DDB-48AA-846B-7624F55F537B}" type="sibTrans" cxnId="{A104CC63-D3D1-4332-9654-60AA3C64DDE8}">
      <dgm:prSet/>
      <dgm:spPr/>
      <dgm:t>
        <a:bodyPr/>
        <a:lstStyle/>
        <a:p>
          <a:endParaRPr lang="fr-CA"/>
        </a:p>
      </dgm:t>
    </dgm:pt>
    <dgm:pt modelId="{D49CFB2C-7D6D-41F0-B499-019BF8A839EF}">
      <dgm:prSet phldrT="[Texte]"/>
      <dgm:spPr/>
      <dgm:t>
        <a:bodyPr/>
        <a:lstStyle/>
        <a:p>
          <a:r>
            <a:rPr lang="fr-CA"/>
            <a:t>Parties prenantes</a:t>
          </a:r>
        </a:p>
      </dgm:t>
    </dgm:pt>
    <dgm:pt modelId="{E56BA1F4-9E47-4481-AEF5-45A8D06CF317}" type="parTrans" cxnId="{09A0A1DD-4756-488B-A3BE-9EBE72F761DA}">
      <dgm:prSet/>
      <dgm:spPr/>
      <dgm:t>
        <a:bodyPr/>
        <a:lstStyle/>
        <a:p>
          <a:endParaRPr lang="fr-CA"/>
        </a:p>
      </dgm:t>
    </dgm:pt>
    <dgm:pt modelId="{BCD4B665-4030-4688-A8A7-D47A4FF38C37}" type="sibTrans" cxnId="{09A0A1DD-4756-488B-A3BE-9EBE72F761DA}">
      <dgm:prSet/>
      <dgm:spPr/>
      <dgm:t>
        <a:bodyPr/>
        <a:lstStyle/>
        <a:p>
          <a:endParaRPr lang="fr-CA"/>
        </a:p>
      </dgm:t>
    </dgm:pt>
    <dgm:pt modelId="{F9AA47FD-626E-4D6D-BB84-C3A913EF72BC}">
      <dgm:prSet phldrT="[Texte]"/>
      <dgm:spPr/>
      <dgm:t>
        <a:bodyPr/>
        <a:lstStyle/>
        <a:p>
          <a:r>
            <a:rPr lang="fr-CA"/>
            <a:t>de composant</a:t>
          </a:r>
        </a:p>
      </dgm:t>
    </dgm:pt>
    <dgm:pt modelId="{75DFB2D0-2B1A-4F5A-A891-DF9FBBF61555}" type="parTrans" cxnId="{E6DC4862-00D9-4705-84AF-FD9783255C6C}">
      <dgm:prSet/>
      <dgm:spPr/>
      <dgm:t>
        <a:bodyPr/>
        <a:lstStyle/>
        <a:p>
          <a:endParaRPr lang="fr-CA"/>
        </a:p>
      </dgm:t>
    </dgm:pt>
    <dgm:pt modelId="{523F0B3D-A772-4B20-93CC-974116325765}" type="sibTrans" cxnId="{E6DC4862-00D9-4705-84AF-FD9783255C6C}">
      <dgm:prSet/>
      <dgm:spPr/>
      <dgm:t>
        <a:bodyPr/>
        <a:lstStyle/>
        <a:p>
          <a:endParaRPr lang="fr-CA"/>
        </a:p>
      </dgm:t>
    </dgm:pt>
    <dgm:pt modelId="{466E62C8-2020-4452-9320-3ADE39F0605C}">
      <dgm:prSet phldrT="[Texte]"/>
      <dgm:spPr/>
      <dgm:t>
        <a:bodyPr/>
        <a:lstStyle/>
        <a:p>
          <a:r>
            <a:rPr lang="fr-CA"/>
            <a:t>Exécuter les tests</a:t>
          </a:r>
        </a:p>
      </dgm:t>
    </dgm:pt>
    <dgm:pt modelId="{80A6F375-2B8D-43AA-8109-F3A161B52A81}" type="parTrans" cxnId="{43C6D1D0-051D-4529-AF5C-1476248F05E1}">
      <dgm:prSet/>
      <dgm:spPr/>
      <dgm:t>
        <a:bodyPr/>
        <a:lstStyle/>
        <a:p>
          <a:endParaRPr lang="fr-CA"/>
        </a:p>
      </dgm:t>
    </dgm:pt>
    <dgm:pt modelId="{B07A6A8C-FA44-402C-AFF4-2260D03A46DA}" type="sibTrans" cxnId="{43C6D1D0-051D-4529-AF5C-1476248F05E1}">
      <dgm:prSet/>
      <dgm:spPr/>
      <dgm:t>
        <a:bodyPr/>
        <a:lstStyle/>
        <a:p>
          <a:endParaRPr lang="fr-CA"/>
        </a:p>
      </dgm:t>
    </dgm:pt>
    <dgm:pt modelId="{7BD65D78-2C1B-4071-B54E-BDED01DF3144}">
      <dgm:prSet phldrT="[Texte]"/>
      <dgm:spPr/>
      <dgm:t>
        <a:bodyPr/>
        <a:lstStyle/>
        <a:p>
          <a:r>
            <a:rPr lang="fr-CA"/>
            <a:t>Exécuter les tests</a:t>
          </a:r>
        </a:p>
      </dgm:t>
    </dgm:pt>
    <dgm:pt modelId="{B930FA2E-A4CD-48A3-9D24-D3EF0691731A}" type="parTrans" cxnId="{010A71D5-824F-4BD9-8BD6-F26E2083A333}">
      <dgm:prSet/>
      <dgm:spPr/>
      <dgm:t>
        <a:bodyPr/>
        <a:lstStyle/>
        <a:p>
          <a:endParaRPr lang="fr-CA"/>
        </a:p>
      </dgm:t>
    </dgm:pt>
    <dgm:pt modelId="{5F9194CA-19A3-425B-B78D-827F04E433E4}" type="sibTrans" cxnId="{010A71D5-824F-4BD9-8BD6-F26E2083A333}">
      <dgm:prSet/>
      <dgm:spPr/>
      <dgm:t>
        <a:bodyPr/>
        <a:lstStyle/>
        <a:p>
          <a:endParaRPr lang="fr-CA"/>
        </a:p>
      </dgm:t>
    </dgm:pt>
    <dgm:pt modelId="{61F03EC3-2CB1-46CD-87DF-2835E453C129}">
      <dgm:prSet phldrT="[Texte]"/>
      <dgm:spPr/>
      <dgm:t>
        <a:bodyPr/>
        <a:lstStyle/>
        <a:p>
          <a:r>
            <a:rPr lang="fr-CA"/>
            <a:t>Préparer les environnements</a:t>
          </a:r>
        </a:p>
      </dgm:t>
    </dgm:pt>
    <dgm:pt modelId="{67B3D738-2125-49AB-9C0D-998B7C39FED6}" type="parTrans" cxnId="{F1844247-C591-484C-B41E-B9CFD59371F5}">
      <dgm:prSet/>
      <dgm:spPr/>
      <dgm:t>
        <a:bodyPr/>
        <a:lstStyle/>
        <a:p>
          <a:endParaRPr lang="fr-CA"/>
        </a:p>
      </dgm:t>
    </dgm:pt>
    <dgm:pt modelId="{2C9A63AE-D912-40E2-BFC5-ECCADCC49B81}" type="sibTrans" cxnId="{F1844247-C591-484C-B41E-B9CFD59371F5}">
      <dgm:prSet/>
      <dgm:spPr/>
      <dgm:t>
        <a:bodyPr/>
        <a:lstStyle/>
        <a:p>
          <a:endParaRPr lang="fr-CA"/>
        </a:p>
      </dgm:t>
    </dgm:pt>
    <dgm:pt modelId="{6F4F9F7B-3807-4A21-BE5F-E9F85BBE419B}">
      <dgm:prSet phldrT="[Texte]"/>
      <dgm:spPr/>
      <dgm:t>
        <a:bodyPr/>
        <a:lstStyle/>
        <a:p>
          <a:r>
            <a:rPr lang="fr-CA"/>
            <a:t>Préparer les données</a:t>
          </a:r>
        </a:p>
      </dgm:t>
    </dgm:pt>
    <dgm:pt modelId="{6D248F72-4505-4CCA-95D5-4575D0498E2C}" type="parTrans" cxnId="{C65054AC-72C8-4B77-9FDF-B049931A1779}">
      <dgm:prSet/>
      <dgm:spPr/>
      <dgm:t>
        <a:bodyPr/>
        <a:lstStyle/>
        <a:p>
          <a:endParaRPr lang="fr-CA"/>
        </a:p>
      </dgm:t>
    </dgm:pt>
    <dgm:pt modelId="{4D304081-7856-4468-8523-18B714B47256}" type="sibTrans" cxnId="{C65054AC-72C8-4B77-9FDF-B049931A1779}">
      <dgm:prSet/>
      <dgm:spPr/>
      <dgm:t>
        <a:bodyPr/>
        <a:lstStyle/>
        <a:p>
          <a:endParaRPr lang="fr-CA"/>
        </a:p>
      </dgm:t>
    </dgm:pt>
    <dgm:pt modelId="{F0FF17C4-142B-42DC-84C2-A7F82C8FB424}">
      <dgm:prSet phldrT="[Texte]"/>
      <dgm:spPr/>
      <dgm:t>
        <a:bodyPr/>
        <a:lstStyle/>
        <a:p>
          <a:r>
            <a:rPr lang="fr-CA"/>
            <a:t>Préparer les testeurs</a:t>
          </a:r>
        </a:p>
      </dgm:t>
    </dgm:pt>
    <dgm:pt modelId="{07D61C63-472A-4533-801F-D43F7CD8E670}" type="parTrans" cxnId="{8B24D84B-6371-4D1F-9A0D-334A80AA7C3B}">
      <dgm:prSet/>
      <dgm:spPr/>
      <dgm:t>
        <a:bodyPr/>
        <a:lstStyle/>
        <a:p>
          <a:endParaRPr lang="fr-CA"/>
        </a:p>
      </dgm:t>
    </dgm:pt>
    <dgm:pt modelId="{DE10F68A-B977-452B-89C6-EB49C3C9A476}" type="sibTrans" cxnId="{8B24D84B-6371-4D1F-9A0D-334A80AA7C3B}">
      <dgm:prSet/>
      <dgm:spPr/>
      <dgm:t>
        <a:bodyPr/>
        <a:lstStyle/>
        <a:p>
          <a:endParaRPr lang="fr-CA"/>
        </a:p>
      </dgm:t>
    </dgm:pt>
    <dgm:pt modelId="{5A1EDAF1-1D9E-45FA-82DD-172CC1E198CF}">
      <dgm:prSet phldrT="[Texte]"/>
      <dgm:spPr/>
      <dgm:t>
        <a:bodyPr/>
        <a:lstStyle/>
        <a:p>
          <a:r>
            <a:rPr lang="fr-CA"/>
            <a:t>Corriger les anomalies</a:t>
          </a:r>
        </a:p>
      </dgm:t>
    </dgm:pt>
    <dgm:pt modelId="{47E204C7-18C3-4A07-995D-43BAF3DA3EF1}" type="parTrans" cxnId="{FBE0E010-B8FA-4891-93C3-D902CF7EDAE6}">
      <dgm:prSet/>
      <dgm:spPr/>
      <dgm:t>
        <a:bodyPr/>
        <a:lstStyle/>
        <a:p>
          <a:endParaRPr lang="fr-CA"/>
        </a:p>
      </dgm:t>
    </dgm:pt>
    <dgm:pt modelId="{20D6A522-0E2A-4CB4-8CCA-73BAB720C47E}" type="sibTrans" cxnId="{FBE0E010-B8FA-4891-93C3-D902CF7EDAE6}">
      <dgm:prSet/>
      <dgm:spPr/>
      <dgm:t>
        <a:bodyPr/>
        <a:lstStyle/>
        <a:p>
          <a:endParaRPr lang="fr-CA"/>
        </a:p>
      </dgm:t>
    </dgm:pt>
    <dgm:pt modelId="{F1F15593-4ECA-4B00-ACC4-175729D6A55D}">
      <dgm:prSet phldrT="[Texte]"/>
      <dgm:spPr/>
      <dgm:t>
        <a:bodyPr/>
        <a:lstStyle/>
        <a:p>
          <a:r>
            <a:rPr lang="fr-CA"/>
            <a:t>Faire le suivi des essais</a:t>
          </a:r>
        </a:p>
      </dgm:t>
    </dgm:pt>
    <dgm:pt modelId="{EDE5DF58-3B6A-4C5A-9B63-882D5CF9D74B}" type="parTrans" cxnId="{B6EDD30F-94E4-4739-9AE2-E2B1B806A495}">
      <dgm:prSet/>
      <dgm:spPr/>
      <dgm:t>
        <a:bodyPr/>
        <a:lstStyle/>
        <a:p>
          <a:endParaRPr lang="fr-CA"/>
        </a:p>
      </dgm:t>
    </dgm:pt>
    <dgm:pt modelId="{DB19185D-846B-4230-86C5-C3B48A3E8ABF}" type="sibTrans" cxnId="{B6EDD30F-94E4-4739-9AE2-E2B1B806A495}">
      <dgm:prSet/>
      <dgm:spPr/>
      <dgm:t>
        <a:bodyPr/>
        <a:lstStyle/>
        <a:p>
          <a:endParaRPr lang="fr-CA"/>
        </a:p>
      </dgm:t>
    </dgm:pt>
    <dgm:pt modelId="{0ADFF782-5197-4436-9E38-1E113CA037E8}" type="pres">
      <dgm:prSet presAssocID="{AB42892C-3243-4830-9C55-3379A255F2C8}" presName="linearFlow" presStyleCnt="0">
        <dgm:presLayoutVars>
          <dgm:dir/>
          <dgm:animLvl val="lvl"/>
          <dgm:resizeHandles val="exact"/>
        </dgm:presLayoutVars>
      </dgm:prSet>
      <dgm:spPr/>
    </dgm:pt>
    <dgm:pt modelId="{EEF5CA07-BA8D-4A8D-A0BA-14DC561FEE3E}" type="pres">
      <dgm:prSet presAssocID="{A9345B6C-8703-4920-8352-3D6CA80A72C5}" presName="composite" presStyleCnt="0"/>
      <dgm:spPr/>
    </dgm:pt>
    <dgm:pt modelId="{10C1B39B-A2F3-4127-9675-F1352E5B6100}" type="pres">
      <dgm:prSet presAssocID="{A9345B6C-8703-4920-8352-3D6CA80A72C5}" presName="parTx" presStyleLbl="node1" presStyleIdx="0" presStyleCnt="6">
        <dgm:presLayoutVars>
          <dgm:chMax val="0"/>
          <dgm:chPref val="0"/>
          <dgm:bulletEnabled val="1"/>
        </dgm:presLayoutVars>
      </dgm:prSet>
      <dgm:spPr/>
    </dgm:pt>
    <dgm:pt modelId="{457CBD5C-A699-4388-83F2-F1EB3869CB04}" type="pres">
      <dgm:prSet presAssocID="{A9345B6C-8703-4920-8352-3D6CA80A72C5}" presName="parSh" presStyleLbl="node1" presStyleIdx="0" presStyleCnt="6"/>
      <dgm:spPr/>
    </dgm:pt>
    <dgm:pt modelId="{0AE5C81E-C5D5-47EA-8E06-5977A1BEEA01}" type="pres">
      <dgm:prSet presAssocID="{A9345B6C-8703-4920-8352-3D6CA80A72C5}" presName="desTx" presStyleLbl="fgAcc1" presStyleIdx="0" presStyleCnt="6">
        <dgm:presLayoutVars>
          <dgm:bulletEnabled val="1"/>
        </dgm:presLayoutVars>
      </dgm:prSet>
      <dgm:spPr/>
    </dgm:pt>
    <dgm:pt modelId="{B3F983E4-BA8A-4250-A6DB-CDD911748B9E}" type="pres">
      <dgm:prSet presAssocID="{29DDC404-9F7C-4638-8A06-DBE01DAB5D64}" presName="sibTrans" presStyleLbl="sibTrans2D1" presStyleIdx="0" presStyleCnt="5"/>
      <dgm:spPr/>
    </dgm:pt>
    <dgm:pt modelId="{6E0D7A3D-87C3-4CFF-836B-4853A3DB8C5A}" type="pres">
      <dgm:prSet presAssocID="{29DDC404-9F7C-4638-8A06-DBE01DAB5D64}" presName="connTx" presStyleLbl="sibTrans2D1" presStyleIdx="0" presStyleCnt="5"/>
      <dgm:spPr/>
    </dgm:pt>
    <dgm:pt modelId="{FFD11FF0-3FCD-4FD5-AD73-DDDED6D7AE07}" type="pres">
      <dgm:prSet presAssocID="{75C452F3-4195-4B39-9793-33CB179835BC}" presName="composite" presStyleCnt="0"/>
      <dgm:spPr/>
    </dgm:pt>
    <dgm:pt modelId="{582E39CB-70AB-452E-BC82-015D12002ED1}" type="pres">
      <dgm:prSet presAssocID="{75C452F3-4195-4B39-9793-33CB179835BC}" presName="parTx" presStyleLbl="node1" presStyleIdx="0" presStyleCnt="6">
        <dgm:presLayoutVars>
          <dgm:chMax val="0"/>
          <dgm:chPref val="0"/>
          <dgm:bulletEnabled val="1"/>
        </dgm:presLayoutVars>
      </dgm:prSet>
      <dgm:spPr/>
    </dgm:pt>
    <dgm:pt modelId="{177553D0-5D63-4602-A079-525F4BE0F9C8}" type="pres">
      <dgm:prSet presAssocID="{75C452F3-4195-4B39-9793-33CB179835BC}" presName="parSh" presStyleLbl="node1" presStyleIdx="1" presStyleCnt="6"/>
      <dgm:spPr/>
    </dgm:pt>
    <dgm:pt modelId="{5AA62443-4E7C-4936-9B2A-DA6016162C1A}" type="pres">
      <dgm:prSet presAssocID="{75C452F3-4195-4B39-9793-33CB179835BC}" presName="desTx" presStyleLbl="fgAcc1" presStyleIdx="1" presStyleCnt="6">
        <dgm:presLayoutVars>
          <dgm:bulletEnabled val="1"/>
        </dgm:presLayoutVars>
      </dgm:prSet>
      <dgm:spPr/>
    </dgm:pt>
    <dgm:pt modelId="{23582676-6754-4BBD-A4F9-25B8F7291A99}" type="pres">
      <dgm:prSet presAssocID="{C9B79123-06D7-4B0D-B2B6-DCE9DE1D6F75}" presName="sibTrans" presStyleLbl="sibTrans2D1" presStyleIdx="1" presStyleCnt="5"/>
      <dgm:spPr/>
    </dgm:pt>
    <dgm:pt modelId="{F57C03A8-406D-4531-8ACD-4C01C62F0583}" type="pres">
      <dgm:prSet presAssocID="{C9B79123-06D7-4B0D-B2B6-DCE9DE1D6F75}" presName="connTx" presStyleLbl="sibTrans2D1" presStyleIdx="1" presStyleCnt="5"/>
      <dgm:spPr/>
    </dgm:pt>
    <dgm:pt modelId="{9A476489-4311-40A8-857C-41614CC77703}" type="pres">
      <dgm:prSet presAssocID="{157A3ACA-75A9-4BF2-8326-AE33694E5C62}" presName="composite" presStyleCnt="0"/>
      <dgm:spPr/>
    </dgm:pt>
    <dgm:pt modelId="{5AD1944B-98CE-4F3F-907F-16E36C6AD42C}" type="pres">
      <dgm:prSet presAssocID="{157A3ACA-75A9-4BF2-8326-AE33694E5C62}" presName="parTx" presStyleLbl="node1" presStyleIdx="1" presStyleCnt="6">
        <dgm:presLayoutVars>
          <dgm:chMax val="0"/>
          <dgm:chPref val="0"/>
          <dgm:bulletEnabled val="1"/>
        </dgm:presLayoutVars>
      </dgm:prSet>
      <dgm:spPr/>
    </dgm:pt>
    <dgm:pt modelId="{77BF6825-F123-4843-82F3-240E591E2618}" type="pres">
      <dgm:prSet presAssocID="{157A3ACA-75A9-4BF2-8326-AE33694E5C62}" presName="parSh" presStyleLbl="node1" presStyleIdx="2" presStyleCnt="6"/>
      <dgm:spPr/>
    </dgm:pt>
    <dgm:pt modelId="{0F5A54B7-65F8-4F06-8574-BC5D466791A4}" type="pres">
      <dgm:prSet presAssocID="{157A3ACA-75A9-4BF2-8326-AE33694E5C62}" presName="desTx" presStyleLbl="fgAcc1" presStyleIdx="2" presStyleCnt="6">
        <dgm:presLayoutVars>
          <dgm:bulletEnabled val="1"/>
        </dgm:presLayoutVars>
      </dgm:prSet>
      <dgm:spPr/>
    </dgm:pt>
    <dgm:pt modelId="{8A5E2421-F0E0-4CD3-8DEA-EE82F5DE3C34}" type="pres">
      <dgm:prSet presAssocID="{D00F9196-1657-47DD-94BC-E30A4F7C192D}" presName="sibTrans" presStyleLbl="sibTrans2D1" presStyleIdx="2" presStyleCnt="5"/>
      <dgm:spPr/>
    </dgm:pt>
    <dgm:pt modelId="{6FCAA0A1-57FA-4334-B1DB-D9D8D9B368C4}" type="pres">
      <dgm:prSet presAssocID="{D00F9196-1657-47DD-94BC-E30A4F7C192D}" presName="connTx" presStyleLbl="sibTrans2D1" presStyleIdx="2" presStyleCnt="5"/>
      <dgm:spPr/>
    </dgm:pt>
    <dgm:pt modelId="{8D1B047F-6F2B-4EB0-A0CA-B031938CBAE1}" type="pres">
      <dgm:prSet presAssocID="{063CBE99-8FCF-4F2F-81E9-8876449484C7}" presName="composite" presStyleCnt="0"/>
      <dgm:spPr/>
    </dgm:pt>
    <dgm:pt modelId="{9E62D15B-2507-4DE1-BC96-0388A80753CE}" type="pres">
      <dgm:prSet presAssocID="{063CBE99-8FCF-4F2F-81E9-8876449484C7}" presName="parTx" presStyleLbl="node1" presStyleIdx="2" presStyleCnt="6">
        <dgm:presLayoutVars>
          <dgm:chMax val="0"/>
          <dgm:chPref val="0"/>
          <dgm:bulletEnabled val="1"/>
        </dgm:presLayoutVars>
      </dgm:prSet>
      <dgm:spPr/>
    </dgm:pt>
    <dgm:pt modelId="{F870C98F-8FAE-454A-8A30-371D78BCDFC5}" type="pres">
      <dgm:prSet presAssocID="{063CBE99-8FCF-4F2F-81E9-8876449484C7}" presName="parSh" presStyleLbl="node1" presStyleIdx="3" presStyleCnt="6"/>
      <dgm:spPr/>
    </dgm:pt>
    <dgm:pt modelId="{90A50C22-945F-4ACC-9149-CEB88E0D0383}" type="pres">
      <dgm:prSet presAssocID="{063CBE99-8FCF-4F2F-81E9-8876449484C7}" presName="desTx" presStyleLbl="fgAcc1" presStyleIdx="3" presStyleCnt="6">
        <dgm:presLayoutVars>
          <dgm:bulletEnabled val="1"/>
        </dgm:presLayoutVars>
      </dgm:prSet>
      <dgm:spPr/>
    </dgm:pt>
    <dgm:pt modelId="{A5C8089B-FD27-40B3-A715-4727D91B263B}" type="pres">
      <dgm:prSet presAssocID="{0F1A0CE8-7EE3-4FE1-AD58-B937631B39BF}" presName="sibTrans" presStyleLbl="sibTrans2D1" presStyleIdx="3" presStyleCnt="5"/>
      <dgm:spPr/>
    </dgm:pt>
    <dgm:pt modelId="{9DC8B1E8-F691-4B86-93B8-B451392EA892}" type="pres">
      <dgm:prSet presAssocID="{0F1A0CE8-7EE3-4FE1-AD58-B937631B39BF}" presName="connTx" presStyleLbl="sibTrans2D1" presStyleIdx="3" presStyleCnt="5"/>
      <dgm:spPr/>
    </dgm:pt>
    <dgm:pt modelId="{6D4B11B0-E19B-4005-AFF5-DA1C5922D007}" type="pres">
      <dgm:prSet presAssocID="{07E5AAA4-ABF0-48E3-9498-BAAC86433322}" presName="composite" presStyleCnt="0"/>
      <dgm:spPr/>
    </dgm:pt>
    <dgm:pt modelId="{A2BC019C-BB26-4712-82F5-410D2309AFD7}" type="pres">
      <dgm:prSet presAssocID="{07E5AAA4-ABF0-48E3-9498-BAAC86433322}" presName="parTx" presStyleLbl="node1" presStyleIdx="3" presStyleCnt="6">
        <dgm:presLayoutVars>
          <dgm:chMax val="0"/>
          <dgm:chPref val="0"/>
          <dgm:bulletEnabled val="1"/>
        </dgm:presLayoutVars>
      </dgm:prSet>
      <dgm:spPr/>
    </dgm:pt>
    <dgm:pt modelId="{EE0A63B3-5936-4E79-A688-30C2F9EF7713}" type="pres">
      <dgm:prSet presAssocID="{07E5AAA4-ABF0-48E3-9498-BAAC86433322}" presName="parSh" presStyleLbl="node1" presStyleIdx="4" presStyleCnt="6"/>
      <dgm:spPr/>
    </dgm:pt>
    <dgm:pt modelId="{9E2F1935-3082-4E2B-A2CC-B6CD6B159268}" type="pres">
      <dgm:prSet presAssocID="{07E5AAA4-ABF0-48E3-9498-BAAC86433322}" presName="desTx" presStyleLbl="fgAcc1" presStyleIdx="4" presStyleCnt="6">
        <dgm:presLayoutVars>
          <dgm:bulletEnabled val="1"/>
        </dgm:presLayoutVars>
      </dgm:prSet>
      <dgm:spPr/>
    </dgm:pt>
    <dgm:pt modelId="{42751552-F7F4-4AA3-B188-433873686DBC}" type="pres">
      <dgm:prSet presAssocID="{B4C47217-3DD9-45AF-9BA5-FB8D318CFF94}" presName="sibTrans" presStyleLbl="sibTrans2D1" presStyleIdx="4" presStyleCnt="5"/>
      <dgm:spPr/>
    </dgm:pt>
    <dgm:pt modelId="{C88505CF-7092-4DE2-B6AA-3ECC358DC1BC}" type="pres">
      <dgm:prSet presAssocID="{B4C47217-3DD9-45AF-9BA5-FB8D318CFF94}" presName="connTx" presStyleLbl="sibTrans2D1" presStyleIdx="4" presStyleCnt="5"/>
      <dgm:spPr/>
    </dgm:pt>
    <dgm:pt modelId="{7FDDDA83-B985-4075-8EB1-64D959582AFB}" type="pres">
      <dgm:prSet presAssocID="{7BD65D78-2C1B-4071-B54E-BDED01DF3144}" presName="composite" presStyleCnt="0"/>
      <dgm:spPr/>
    </dgm:pt>
    <dgm:pt modelId="{867D4182-4D43-4096-BD10-87DCB458FFBA}" type="pres">
      <dgm:prSet presAssocID="{7BD65D78-2C1B-4071-B54E-BDED01DF3144}" presName="parTx" presStyleLbl="node1" presStyleIdx="4" presStyleCnt="6">
        <dgm:presLayoutVars>
          <dgm:chMax val="0"/>
          <dgm:chPref val="0"/>
          <dgm:bulletEnabled val="1"/>
        </dgm:presLayoutVars>
      </dgm:prSet>
      <dgm:spPr/>
    </dgm:pt>
    <dgm:pt modelId="{E2285947-FBB6-4607-8A8B-BDB3D0C4CC4C}" type="pres">
      <dgm:prSet presAssocID="{7BD65D78-2C1B-4071-B54E-BDED01DF3144}" presName="parSh" presStyleLbl="node1" presStyleIdx="5" presStyleCnt="6"/>
      <dgm:spPr/>
    </dgm:pt>
    <dgm:pt modelId="{D7D9495C-72C8-47E6-AAD0-85B38C91BF2F}" type="pres">
      <dgm:prSet presAssocID="{7BD65D78-2C1B-4071-B54E-BDED01DF3144}" presName="desTx" presStyleLbl="fgAcc1" presStyleIdx="5" presStyleCnt="6">
        <dgm:presLayoutVars>
          <dgm:bulletEnabled val="1"/>
        </dgm:presLayoutVars>
      </dgm:prSet>
      <dgm:spPr/>
    </dgm:pt>
  </dgm:ptLst>
  <dgm:cxnLst>
    <dgm:cxn modelId="{2E665A03-AD8A-4364-9F42-2E39B406F68F}" type="presOf" srcId="{C9B79123-06D7-4B0D-B2B6-DCE9DE1D6F75}" destId="{F57C03A8-406D-4531-8ACD-4C01C62F0583}" srcOrd="1" destOrd="0" presId="urn:microsoft.com/office/officeart/2005/8/layout/process3"/>
    <dgm:cxn modelId="{BBC5FE09-953A-4D7B-AFD5-AFDEA728EC5A}" type="presOf" srcId="{632C1E66-9F3F-4F58-8C9B-03C8C57CC948}" destId="{90A50C22-945F-4ACC-9149-CEB88E0D0383}" srcOrd="0" destOrd="0" presId="urn:microsoft.com/office/officeart/2005/8/layout/process3"/>
    <dgm:cxn modelId="{B6EDD30F-94E4-4739-9AE2-E2B1B806A495}" srcId="{7BD65D78-2C1B-4071-B54E-BDED01DF3144}" destId="{F1F15593-4ECA-4B00-ACC4-175729D6A55D}" srcOrd="2" destOrd="0" parTransId="{EDE5DF58-3B6A-4C5A-9B63-882D5CF9D74B}" sibTransId="{DB19185D-846B-4230-86C5-C3B48A3E8ABF}"/>
    <dgm:cxn modelId="{FBE0E010-B8FA-4891-93C3-D902CF7EDAE6}" srcId="{7BD65D78-2C1B-4071-B54E-BDED01DF3144}" destId="{5A1EDAF1-1D9E-45FA-82DD-172CC1E198CF}" srcOrd="1" destOrd="0" parTransId="{47E204C7-18C3-4A07-995D-43BAF3DA3EF1}" sibTransId="{20D6A522-0E2A-4CB4-8CCA-73BAB720C47E}"/>
    <dgm:cxn modelId="{8BA5AB16-CEAA-4006-BD2B-6A52379BC920}" srcId="{AB42892C-3243-4830-9C55-3379A255F2C8}" destId="{157A3ACA-75A9-4BF2-8326-AE33694E5C62}" srcOrd="2" destOrd="0" parTransId="{0F29F71F-0F2D-47A7-BB63-5758B4180DFC}" sibTransId="{D00F9196-1657-47DD-94BC-E30A4F7C192D}"/>
    <dgm:cxn modelId="{8D6C0017-8874-4612-91EC-10DC2CCA4F78}" type="presOf" srcId="{D00F9196-1657-47DD-94BC-E30A4F7C192D}" destId="{6FCAA0A1-57FA-4334-B1DB-D9D8D9B368C4}" srcOrd="1" destOrd="0" presId="urn:microsoft.com/office/officeart/2005/8/layout/process3"/>
    <dgm:cxn modelId="{2B84B820-2F21-40D5-B2B2-616D6A98EA4D}" type="presOf" srcId="{063CBE99-8FCF-4F2F-81E9-8876449484C7}" destId="{F870C98F-8FAE-454A-8A30-371D78BCDFC5}" srcOrd="1" destOrd="0" presId="urn:microsoft.com/office/officeart/2005/8/layout/process3"/>
    <dgm:cxn modelId="{681EFA21-1780-4A28-9EBD-92BC0C622595}" srcId="{157A3ACA-75A9-4BF2-8326-AE33694E5C62}" destId="{DD3B904B-D494-477B-BE17-80802BEC635E}" srcOrd="1" destOrd="0" parTransId="{ECA678FA-A00C-482F-A99B-13FA4C072CD0}" sibTransId="{47606086-657C-419C-A6BD-52E29F42B6B6}"/>
    <dgm:cxn modelId="{32EA6023-C8B4-4965-AB35-E59C508EE67A}" type="presOf" srcId="{466E62C8-2020-4452-9320-3ADE39F0605C}" destId="{D7D9495C-72C8-47E6-AAD0-85B38C91BF2F}" srcOrd="0" destOrd="0" presId="urn:microsoft.com/office/officeart/2005/8/layout/process3"/>
    <dgm:cxn modelId="{43CD2531-B824-4CC2-B06D-F3CFD2A31A95}" type="presOf" srcId="{F0FF17C4-142B-42DC-84C2-A7F82C8FB424}" destId="{9E2F1935-3082-4E2B-A2CC-B6CD6B159268}" srcOrd="0" destOrd="2" presId="urn:microsoft.com/office/officeart/2005/8/layout/process3"/>
    <dgm:cxn modelId="{88084E35-E88E-4F32-8C71-4FFD3DA5E541}" srcId="{632C1E66-9F3F-4F58-8C9B-03C8C57CC948}" destId="{BEC14368-BE47-4443-AAA3-E383EC6E02F8}" srcOrd="1" destOrd="0" parTransId="{5411AA71-606E-426D-B56A-BD847421F1BA}" sibTransId="{757D3987-5E0D-4BAD-8FE7-1A4E6C556619}"/>
    <dgm:cxn modelId="{5E9C8240-8AF9-42F4-8E39-ED851FB1D2F9}" srcId="{A9345B6C-8703-4920-8352-3D6CA80A72C5}" destId="{C9D42D64-82B1-4606-9112-426A726F7A68}" srcOrd="3" destOrd="0" parTransId="{9534DE90-7EE6-4ECC-8330-29A76C4EEE1C}" sibTransId="{FDA34CC3-80CC-411C-A07D-D1ECC41AD12E}"/>
    <dgm:cxn modelId="{18A6C35F-AFA0-4D10-8D5E-ECD899663395}" type="presOf" srcId="{5F27B249-C681-42B2-95F4-643FF4396500}" destId="{0AE5C81E-C5D5-47EA-8E06-5977A1BEEA01}" srcOrd="0" destOrd="0" presId="urn:microsoft.com/office/officeart/2005/8/layout/process3"/>
    <dgm:cxn modelId="{BCED8760-5144-4F30-9C17-180FA1B088E8}" type="presOf" srcId="{7BD65D78-2C1B-4071-B54E-BDED01DF3144}" destId="{867D4182-4D43-4096-BD10-87DCB458FFBA}" srcOrd="0" destOrd="0" presId="urn:microsoft.com/office/officeart/2005/8/layout/process3"/>
    <dgm:cxn modelId="{E6DC4862-00D9-4705-84AF-FD9783255C6C}" srcId="{632C1E66-9F3F-4F58-8C9B-03C8C57CC948}" destId="{F9AA47FD-626E-4D6D-BB84-C3A913EF72BC}" srcOrd="0" destOrd="0" parTransId="{75DFB2D0-2B1A-4F5A-A891-DF9FBBF61555}" sibTransId="{523F0B3D-A772-4B20-93CC-974116325765}"/>
    <dgm:cxn modelId="{219B0D63-1E06-4692-AB04-912899428BC3}" type="presOf" srcId="{DD3B904B-D494-477B-BE17-80802BEC635E}" destId="{0F5A54B7-65F8-4F06-8574-BC5D466791A4}" srcOrd="0" destOrd="1" presId="urn:microsoft.com/office/officeart/2005/8/layout/process3"/>
    <dgm:cxn modelId="{A104CC63-D3D1-4332-9654-60AA3C64DDE8}" srcId="{A9345B6C-8703-4920-8352-3D6CA80A72C5}" destId="{85D318A4-59FB-4ED6-ABF1-FAF52443E61B}" srcOrd="2" destOrd="0" parTransId="{81F9FA45-1FDF-440B-B8CE-98E351DDF436}" sibTransId="{87BA8205-1DDB-48AA-846B-7624F55F537B}"/>
    <dgm:cxn modelId="{8E947565-E0E1-464B-AAF1-A3BC3FCDE93E}" type="presOf" srcId="{157A3ACA-75A9-4BF2-8326-AE33694E5C62}" destId="{77BF6825-F123-4843-82F3-240E591E2618}" srcOrd="1" destOrd="0" presId="urn:microsoft.com/office/officeart/2005/8/layout/process3"/>
    <dgm:cxn modelId="{F1844247-C591-484C-B41E-B9CFD59371F5}" srcId="{07E5AAA4-ABF0-48E3-9498-BAAC86433322}" destId="{61F03EC3-2CB1-46CD-87DF-2835E453C129}" srcOrd="0" destOrd="0" parTransId="{67B3D738-2125-49AB-9C0D-998B7C39FED6}" sibTransId="{2C9A63AE-D912-40E2-BFC5-ECCADCC49B81}"/>
    <dgm:cxn modelId="{CA738747-CE8E-4C85-A282-23E46623BADE}" type="presOf" srcId="{157A3ACA-75A9-4BF2-8326-AE33694E5C62}" destId="{5AD1944B-98CE-4F3F-907F-16E36C6AD42C}" srcOrd="0" destOrd="0" presId="urn:microsoft.com/office/officeart/2005/8/layout/process3"/>
    <dgm:cxn modelId="{7267C747-CBAF-47A7-8AE4-86109C8C3E49}" srcId="{AB42892C-3243-4830-9C55-3379A255F2C8}" destId="{063CBE99-8FCF-4F2F-81E9-8876449484C7}" srcOrd="3" destOrd="0" parTransId="{22902370-5E35-4437-9F27-57C2C5D34DF9}" sibTransId="{0F1A0CE8-7EE3-4FE1-AD58-B937631B39BF}"/>
    <dgm:cxn modelId="{35729D68-181B-4AC0-8D30-FDA467F52A9A}" type="presOf" srcId="{B8D43C6E-DE09-4AFC-ACE9-37D8CA9DE4AE}" destId="{0F5A54B7-65F8-4F06-8574-BC5D466791A4}" srcOrd="0" destOrd="0" presId="urn:microsoft.com/office/officeart/2005/8/layout/process3"/>
    <dgm:cxn modelId="{9182224A-0608-4781-840D-F958969C3B38}" type="presOf" srcId="{D00F9196-1657-47DD-94BC-E30A4F7C192D}" destId="{8A5E2421-F0E0-4CD3-8DEA-EE82F5DE3C34}" srcOrd="0" destOrd="0" presId="urn:microsoft.com/office/officeart/2005/8/layout/process3"/>
    <dgm:cxn modelId="{C29ED64B-3570-4553-B077-00F67953F364}" type="presOf" srcId="{B4C47217-3DD9-45AF-9BA5-FB8D318CFF94}" destId="{C88505CF-7092-4DE2-B6AA-3ECC358DC1BC}" srcOrd="1" destOrd="0" presId="urn:microsoft.com/office/officeart/2005/8/layout/process3"/>
    <dgm:cxn modelId="{8B24D84B-6371-4D1F-9A0D-334A80AA7C3B}" srcId="{07E5AAA4-ABF0-48E3-9498-BAAC86433322}" destId="{F0FF17C4-142B-42DC-84C2-A7F82C8FB424}" srcOrd="2" destOrd="0" parTransId="{07D61C63-472A-4533-801F-D43F7CD8E670}" sibTransId="{DE10F68A-B977-452B-89C6-EB49C3C9A476}"/>
    <dgm:cxn modelId="{FB9DC56C-F5D8-420E-918B-5E6EB5DDF415}" type="presOf" srcId="{A9345B6C-8703-4920-8352-3D6CA80A72C5}" destId="{10C1B39B-A2F3-4127-9675-F1352E5B6100}" srcOrd="0" destOrd="0" presId="urn:microsoft.com/office/officeart/2005/8/layout/process3"/>
    <dgm:cxn modelId="{A169EF71-FC1F-4A90-806F-B7F5C4E399A1}" type="presOf" srcId="{C9B79123-06D7-4B0D-B2B6-DCE9DE1D6F75}" destId="{23582676-6754-4BBD-A4F9-25B8F7291A99}" srcOrd="0" destOrd="0" presId="urn:microsoft.com/office/officeart/2005/8/layout/process3"/>
    <dgm:cxn modelId="{AEF0257B-9B0A-4427-86E7-A7EF14532E6C}" type="presOf" srcId="{1D1535E9-D2CF-418B-B2FA-8906524BD53F}" destId="{5AA62443-4E7C-4936-9B2A-DA6016162C1A}" srcOrd="0" destOrd="0" presId="urn:microsoft.com/office/officeart/2005/8/layout/process3"/>
    <dgm:cxn modelId="{05E7877D-6B92-479A-890E-B6A05DA0EFF6}" type="presOf" srcId="{C9D42D64-82B1-4606-9112-426A726F7A68}" destId="{0AE5C81E-C5D5-47EA-8E06-5977A1BEEA01}" srcOrd="0" destOrd="3" presId="urn:microsoft.com/office/officeart/2005/8/layout/process3"/>
    <dgm:cxn modelId="{F5535380-46AD-49B9-A447-A71AF65CAE95}" type="presOf" srcId="{07E5AAA4-ABF0-48E3-9498-BAAC86433322}" destId="{EE0A63B3-5936-4E79-A688-30C2F9EF7713}" srcOrd="1" destOrd="0" presId="urn:microsoft.com/office/officeart/2005/8/layout/process3"/>
    <dgm:cxn modelId="{A5AE1A87-41ED-4560-9A59-8FD56901CD6A}" type="presOf" srcId="{AB42892C-3243-4830-9C55-3379A255F2C8}" destId="{0ADFF782-5197-4436-9E38-1E113CA037E8}" srcOrd="0" destOrd="0" presId="urn:microsoft.com/office/officeart/2005/8/layout/process3"/>
    <dgm:cxn modelId="{858D1E88-EC02-4899-AB9D-62686EEFCA67}" type="presOf" srcId="{29DDC404-9F7C-4638-8A06-DBE01DAB5D64}" destId="{B3F983E4-BA8A-4250-A6DB-CDD911748B9E}" srcOrd="0" destOrd="0" presId="urn:microsoft.com/office/officeart/2005/8/layout/process3"/>
    <dgm:cxn modelId="{2A977288-E6A2-4D12-B203-036458797F1A}" type="presOf" srcId="{063CBE99-8FCF-4F2F-81E9-8876449484C7}" destId="{9E62D15B-2507-4DE1-BC96-0388A80753CE}" srcOrd="0" destOrd="0" presId="urn:microsoft.com/office/officeart/2005/8/layout/process3"/>
    <dgm:cxn modelId="{68BA6F89-0703-47A9-8D53-F8CB29BFC3F8}" type="presOf" srcId="{0F1A0CE8-7EE3-4FE1-AD58-B937631B39BF}" destId="{9DC8B1E8-F691-4B86-93B8-B451392EA892}" srcOrd="1" destOrd="0" presId="urn:microsoft.com/office/officeart/2005/8/layout/process3"/>
    <dgm:cxn modelId="{F678798A-D334-4D3C-86A6-79CE2A9B8731}" type="presOf" srcId="{85D318A4-59FB-4ED6-ABF1-FAF52443E61B}" destId="{0AE5C81E-C5D5-47EA-8E06-5977A1BEEA01}" srcOrd="0" destOrd="2" presId="urn:microsoft.com/office/officeart/2005/8/layout/process3"/>
    <dgm:cxn modelId="{61D23C8D-9316-4008-A47A-CB8AF264D08C}" srcId="{157A3ACA-75A9-4BF2-8326-AE33694E5C62}" destId="{B8D43C6E-DE09-4AFC-ACE9-37D8CA9DE4AE}" srcOrd="0" destOrd="0" parTransId="{FE37FE66-E9D8-47EF-8936-4C76CF619A3D}" sibTransId="{EAE693AF-9ACE-490A-B18F-A2C789B37181}"/>
    <dgm:cxn modelId="{04E21790-5C3C-4816-B536-414D3B777EF7}" type="presOf" srcId="{0F1A0CE8-7EE3-4FE1-AD58-B937631B39BF}" destId="{A5C8089B-FD27-40B3-A715-4727D91B263B}" srcOrd="0" destOrd="0" presId="urn:microsoft.com/office/officeart/2005/8/layout/process3"/>
    <dgm:cxn modelId="{6E59EB99-8FAB-47BB-9B1B-B44AECE2B965}" srcId="{632C1E66-9F3F-4F58-8C9B-03C8C57CC948}" destId="{F36B3334-B875-49B1-A20B-33ECC3D8D462}" srcOrd="2" destOrd="0" parTransId="{958DB7F7-4F81-4EDD-8DC4-DC59C2308D3C}" sibTransId="{0D1DA9FB-C746-4FC4-A033-33C22DB2CDA3}"/>
    <dgm:cxn modelId="{A3918D9A-6838-49C4-9525-D3A81BC335AD}" type="presOf" srcId="{F1F15593-4ECA-4B00-ACC4-175729D6A55D}" destId="{D7D9495C-72C8-47E6-AAD0-85B38C91BF2F}" srcOrd="0" destOrd="2" presId="urn:microsoft.com/office/officeart/2005/8/layout/process3"/>
    <dgm:cxn modelId="{B4EAE2A5-9FC4-4CF1-9BBC-DA3F6F2C6ECC}" srcId="{AB42892C-3243-4830-9C55-3379A255F2C8}" destId="{07E5AAA4-ABF0-48E3-9498-BAAC86433322}" srcOrd="4" destOrd="0" parTransId="{BE328A10-4D05-4373-BF8C-F18B793FFA25}" sibTransId="{B4C47217-3DD9-45AF-9BA5-FB8D318CFF94}"/>
    <dgm:cxn modelId="{C65054AC-72C8-4B77-9FDF-B049931A1779}" srcId="{07E5AAA4-ABF0-48E3-9498-BAAC86433322}" destId="{6F4F9F7B-3807-4A21-BE5F-E9F85BBE419B}" srcOrd="1" destOrd="0" parTransId="{6D248F72-4505-4CCA-95D5-4575D0498E2C}" sibTransId="{4D304081-7856-4468-8523-18B714B47256}"/>
    <dgm:cxn modelId="{22C3CDAD-3026-43FA-80D5-6343AF677706}" srcId="{75C452F3-4195-4B39-9793-33CB179835BC}" destId="{1D1535E9-D2CF-418B-B2FA-8906524BD53F}" srcOrd="0" destOrd="0" parTransId="{E0C8ACC6-70FE-4C1F-AB56-2E71A777A57F}" sibTransId="{2E2FAEAC-9890-4514-9AEC-8015497D21E2}"/>
    <dgm:cxn modelId="{2A3F37B2-0F15-45D1-A5E7-FD1C820833F7}" type="presOf" srcId="{6F4F9F7B-3807-4A21-BE5F-E9F85BBE419B}" destId="{9E2F1935-3082-4E2B-A2CC-B6CD6B159268}" srcOrd="0" destOrd="1" presId="urn:microsoft.com/office/officeart/2005/8/layout/process3"/>
    <dgm:cxn modelId="{9933FFB8-F34D-4323-82C4-C3B000E46E77}" type="presOf" srcId="{29DDC404-9F7C-4638-8A06-DBE01DAB5D64}" destId="{6E0D7A3D-87C3-4CFF-836B-4853A3DB8C5A}" srcOrd="1" destOrd="0" presId="urn:microsoft.com/office/officeart/2005/8/layout/process3"/>
    <dgm:cxn modelId="{E705D2BA-8E2F-400C-A45F-E5D9E4694AD6}" type="presOf" srcId="{B4C47217-3DD9-45AF-9BA5-FB8D318CFF94}" destId="{42751552-F7F4-4AA3-B188-433873686DBC}" srcOrd="0" destOrd="0" presId="urn:microsoft.com/office/officeart/2005/8/layout/process3"/>
    <dgm:cxn modelId="{8AEAE9BC-07AD-4BEC-9F16-18A25A00400A}" srcId="{A9345B6C-8703-4920-8352-3D6CA80A72C5}" destId="{5F27B249-C681-42B2-95F4-643FF4396500}" srcOrd="0" destOrd="0" parTransId="{2DCB5F21-C118-47A1-93DD-5136AF74F5B4}" sibTransId="{63D64BAC-86E0-40CF-AD9D-766A9FA16D97}"/>
    <dgm:cxn modelId="{C0BABABD-AC6D-4116-9894-BB6E0D5BFFC4}" type="presOf" srcId="{5A1EDAF1-1D9E-45FA-82DD-172CC1E198CF}" destId="{D7D9495C-72C8-47E6-AAD0-85B38C91BF2F}" srcOrd="0" destOrd="1" presId="urn:microsoft.com/office/officeart/2005/8/layout/process3"/>
    <dgm:cxn modelId="{F66261C3-3A34-4C79-9165-A10E36467D89}" type="presOf" srcId="{75C452F3-4195-4B39-9793-33CB179835BC}" destId="{177553D0-5D63-4602-A079-525F4BE0F9C8}" srcOrd="1" destOrd="0" presId="urn:microsoft.com/office/officeart/2005/8/layout/process3"/>
    <dgm:cxn modelId="{DF3BF5C9-4E05-4B71-AD9A-E24574BB1C5E}" type="presOf" srcId="{F36B3334-B875-49B1-A20B-33ECC3D8D462}" destId="{90A50C22-945F-4ACC-9149-CEB88E0D0383}" srcOrd="0" destOrd="3" presId="urn:microsoft.com/office/officeart/2005/8/layout/process3"/>
    <dgm:cxn modelId="{43C6D1D0-051D-4529-AF5C-1476248F05E1}" srcId="{7BD65D78-2C1B-4071-B54E-BDED01DF3144}" destId="{466E62C8-2020-4452-9320-3ADE39F0605C}" srcOrd="0" destOrd="0" parTransId="{80A6F375-2B8D-43AA-8109-F3A161B52A81}" sibTransId="{B07A6A8C-FA44-402C-AFF4-2260D03A46DA}"/>
    <dgm:cxn modelId="{E68F37D2-7F38-4F90-9F0B-B003AFA44BF6}" srcId="{063CBE99-8FCF-4F2F-81E9-8876449484C7}" destId="{632C1E66-9F3F-4F58-8C9B-03C8C57CC948}" srcOrd="0" destOrd="0" parTransId="{EA2B0091-C577-4730-80D4-7CE9781FF962}" sibTransId="{6F74ABFD-48F6-410E-8FD0-BF0720536401}"/>
    <dgm:cxn modelId="{010A71D5-824F-4BD9-8BD6-F26E2083A333}" srcId="{AB42892C-3243-4830-9C55-3379A255F2C8}" destId="{7BD65D78-2C1B-4071-B54E-BDED01DF3144}" srcOrd="5" destOrd="0" parTransId="{B930FA2E-A4CD-48A3-9D24-D3EF0691731A}" sibTransId="{5F9194CA-19A3-425B-B78D-827F04E433E4}"/>
    <dgm:cxn modelId="{D2032CD8-AC02-4869-9099-59B5A9E17B42}" type="presOf" srcId="{F9AA47FD-626E-4D6D-BB84-C3A913EF72BC}" destId="{90A50C22-945F-4ACC-9149-CEB88E0D0383}" srcOrd="0" destOrd="1" presId="urn:microsoft.com/office/officeart/2005/8/layout/process3"/>
    <dgm:cxn modelId="{802030D8-FE98-436C-B5FE-000747E5C188}" type="presOf" srcId="{75C452F3-4195-4B39-9793-33CB179835BC}" destId="{582E39CB-70AB-452E-BC82-015D12002ED1}" srcOrd="0" destOrd="0" presId="urn:microsoft.com/office/officeart/2005/8/layout/process3"/>
    <dgm:cxn modelId="{09A0A1DD-4756-488B-A3BE-9EBE72F761DA}" srcId="{A9345B6C-8703-4920-8352-3D6CA80A72C5}" destId="{D49CFB2C-7D6D-41F0-B499-019BF8A839EF}" srcOrd="1" destOrd="0" parTransId="{E56BA1F4-9E47-4481-AEF5-45A8D06CF317}" sibTransId="{BCD4B665-4030-4688-A8A7-D47A4FF38C37}"/>
    <dgm:cxn modelId="{9E3803E2-2BC0-489C-AB81-93BE5CDA6A03}" type="presOf" srcId="{D49CFB2C-7D6D-41F0-B499-019BF8A839EF}" destId="{0AE5C81E-C5D5-47EA-8E06-5977A1BEEA01}" srcOrd="0" destOrd="1" presId="urn:microsoft.com/office/officeart/2005/8/layout/process3"/>
    <dgm:cxn modelId="{19DFB7E2-83A0-4DB6-899D-DF02CA6BC579}" type="presOf" srcId="{BEC14368-BE47-4443-AAA3-E383EC6E02F8}" destId="{90A50C22-945F-4ACC-9149-CEB88E0D0383}" srcOrd="0" destOrd="2" presId="urn:microsoft.com/office/officeart/2005/8/layout/process3"/>
    <dgm:cxn modelId="{2AFCF2E6-59F2-4ADD-A7C3-F70C27AC111E}" type="presOf" srcId="{A9345B6C-8703-4920-8352-3D6CA80A72C5}" destId="{457CBD5C-A699-4388-83F2-F1EB3869CB04}" srcOrd="1" destOrd="0" presId="urn:microsoft.com/office/officeart/2005/8/layout/process3"/>
    <dgm:cxn modelId="{C35567E8-5553-43F7-8B97-8B0BFEF6D835}" type="presOf" srcId="{61F03EC3-2CB1-46CD-87DF-2835E453C129}" destId="{9E2F1935-3082-4E2B-A2CC-B6CD6B159268}" srcOrd="0" destOrd="0" presId="urn:microsoft.com/office/officeart/2005/8/layout/process3"/>
    <dgm:cxn modelId="{95B3FBE8-65BE-4034-BDCE-8D0371519FBD}" type="presOf" srcId="{07E5AAA4-ABF0-48E3-9498-BAAC86433322}" destId="{A2BC019C-BB26-4712-82F5-410D2309AFD7}" srcOrd="0" destOrd="0" presId="urn:microsoft.com/office/officeart/2005/8/layout/process3"/>
    <dgm:cxn modelId="{154449EE-6F4A-47A4-976F-DAEC9E811F66}" type="presOf" srcId="{7BD65D78-2C1B-4071-B54E-BDED01DF3144}" destId="{E2285947-FBB6-4607-8A8B-BDB3D0C4CC4C}" srcOrd="1" destOrd="0" presId="urn:microsoft.com/office/officeart/2005/8/layout/process3"/>
    <dgm:cxn modelId="{E66F84F4-A1AC-4D44-8BA0-DBCE66A26973}" srcId="{AB42892C-3243-4830-9C55-3379A255F2C8}" destId="{75C452F3-4195-4B39-9793-33CB179835BC}" srcOrd="1" destOrd="0" parTransId="{F3299A21-9718-44FC-AA77-7FBBAA90646C}" sibTransId="{C9B79123-06D7-4B0D-B2B6-DCE9DE1D6F75}"/>
    <dgm:cxn modelId="{D6EB76FD-3A9D-481E-811D-0E3D75C4ADA8}" srcId="{AB42892C-3243-4830-9C55-3379A255F2C8}" destId="{A9345B6C-8703-4920-8352-3D6CA80A72C5}" srcOrd="0" destOrd="0" parTransId="{B99D7645-B154-4E62-86CF-6730441151DD}" sibTransId="{29DDC404-9F7C-4638-8A06-DBE01DAB5D64}"/>
    <dgm:cxn modelId="{AF9BE3F6-75FC-4B36-91E7-C89A0170B6C7}" type="presParOf" srcId="{0ADFF782-5197-4436-9E38-1E113CA037E8}" destId="{EEF5CA07-BA8D-4A8D-A0BA-14DC561FEE3E}" srcOrd="0" destOrd="0" presId="urn:microsoft.com/office/officeart/2005/8/layout/process3"/>
    <dgm:cxn modelId="{B38A9085-9B16-4765-9044-6B79A5A314E9}" type="presParOf" srcId="{EEF5CA07-BA8D-4A8D-A0BA-14DC561FEE3E}" destId="{10C1B39B-A2F3-4127-9675-F1352E5B6100}" srcOrd="0" destOrd="0" presId="urn:microsoft.com/office/officeart/2005/8/layout/process3"/>
    <dgm:cxn modelId="{E8CDEDAE-A988-4DF5-8AC6-22D43DF9008F}" type="presParOf" srcId="{EEF5CA07-BA8D-4A8D-A0BA-14DC561FEE3E}" destId="{457CBD5C-A699-4388-83F2-F1EB3869CB04}" srcOrd="1" destOrd="0" presId="urn:microsoft.com/office/officeart/2005/8/layout/process3"/>
    <dgm:cxn modelId="{88C79438-9779-4925-9936-81BAD6A88037}" type="presParOf" srcId="{EEF5CA07-BA8D-4A8D-A0BA-14DC561FEE3E}" destId="{0AE5C81E-C5D5-47EA-8E06-5977A1BEEA01}" srcOrd="2" destOrd="0" presId="urn:microsoft.com/office/officeart/2005/8/layout/process3"/>
    <dgm:cxn modelId="{0255A0C3-9086-4738-A9BD-90138DC3D6D5}" type="presParOf" srcId="{0ADFF782-5197-4436-9E38-1E113CA037E8}" destId="{B3F983E4-BA8A-4250-A6DB-CDD911748B9E}" srcOrd="1" destOrd="0" presId="urn:microsoft.com/office/officeart/2005/8/layout/process3"/>
    <dgm:cxn modelId="{8A052A49-7985-4B78-A193-130726BF4CB6}" type="presParOf" srcId="{B3F983E4-BA8A-4250-A6DB-CDD911748B9E}" destId="{6E0D7A3D-87C3-4CFF-836B-4853A3DB8C5A}" srcOrd="0" destOrd="0" presId="urn:microsoft.com/office/officeart/2005/8/layout/process3"/>
    <dgm:cxn modelId="{FD60B2F4-3C80-42A0-AF56-3F11278103BC}" type="presParOf" srcId="{0ADFF782-5197-4436-9E38-1E113CA037E8}" destId="{FFD11FF0-3FCD-4FD5-AD73-DDDED6D7AE07}" srcOrd="2" destOrd="0" presId="urn:microsoft.com/office/officeart/2005/8/layout/process3"/>
    <dgm:cxn modelId="{E90F2429-6D6F-4AC4-BB19-D508C32EA138}" type="presParOf" srcId="{FFD11FF0-3FCD-4FD5-AD73-DDDED6D7AE07}" destId="{582E39CB-70AB-452E-BC82-015D12002ED1}" srcOrd="0" destOrd="0" presId="urn:microsoft.com/office/officeart/2005/8/layout/process3"/>
    <dgm:cxn modelId="{A306302E-A737-4DBF-B84D-5304976B5A38}" type="presParOf" srcId="{FFD11FF0-3FCD-4FD5-AD73-DDDED6D7AE07}" destId="{177553D0-5D63-4602-A079-525F4BE0F9C8}" srcOrd="1" destOrd="0" presId="urn:microsoft.com/office/officeart/2005/8/layout/process3"/>
    <dgm:cxn modelId="{0FC0A08B-4A9B-4516-A914-26AE8380D95D}" type="presParOf" srcId="{FFD11FF0-3FCD-4FD5-AD73-DDDED6D7AE07}" destId="{5AA62443-4E7C-4936-9B2A-DA6016162C1A}" srcOrd="2" destOrd="0" presId="urn:microsoft.com/office/officeart/2005/8/layout/process3"/>
    <dgm:cxn modelId="{E17677A0-FFDD-4315-B2EC-66DB8F2447F5}" type="presParOf" srcId="{0ADFF782-5197-4436-9E38-1E113CA037E8}" destId="{23582676-6754-4BBD-A4F9-25B8F7291A99}" srcOrd="3" destOrd="0" presId="urn:microsoft.com/office/officeart/2005/8/layout/process3"/>
    <dgm:cxn modelId="{C591EF33-9A71-4E7A-8FF0-6435E1DA7F24}" type="presParOf" srcId="{23582676-6754-4BBD-A4F9-25B8F7291A99}" destId="{F57C03A8-406D-4531-8ACD-4C01C62F0583}" srcOrd="0" destOrd="0" presId="urn:microsoft.com/office/officeart/2005/8/layout/process3"/>
    <dgm:cxn modelId="{EB682E0F-0939-4F04-9BA2-A3911EE5FB4C}" type="presParOf" srcId="{0ADFF782-5197-4436-9E38-1E113CA037E8}" destId="{9A476489-4311-40A8-857C-41614CC77703}" srcOrd="4" destOrd="0" presId="urn:microsoft.com/office/officeart/2005/8/layout/process3"/>
    <dgm:cxn modelId="{0F42489B-FC65-4AB8-A9D7-90FA6A8CB2FD}" type="presParOf" srcId="{9A476489-4311-40A8-857C-41614CC77703}" destId="{5AD1944B-98CE-4F3F-907F-16E36C6AD42C}" srcOrd="0" destOrd="0" presId="urn:microsoft.com/office/officeart/2005/8/layout/process3"/>
    <dgm:cxn modelId="{4C887FE4-787E-4053-93C6-0D9205A3E00C}" type="presParOf" srcId="{9A476489-4311-40A8-857C-41614CC77703}" destId="{77BF6825-F123-4843-82F3-240E591E2618}" srcOrd="1" destOrd="0" presId="urn:microsoft.com/office/officeart/2005/8/layout/process3"/>
    <dgm:cxn modelId="{EAE91FB7-7FF5-44CB-8E30-4D1EBB1F9625}" type="presParOf" srcId="{9A476489-4311-40A8-857C-41614CC77703}" destId="{0F5A54B7-65F8-4F06-8574-BC5D466791A4}" srcOrd="2" destOrd="0" presId="urn:microsoft.com/office/officeart/2005/8/layout/process3"/>
    <dgm:cxn modelId="{AC079729-84D3-4471-8234-0AB583034789}" type="presParOf" srcId="{0ADFF782-5197-4436-9E38-1E113CA037E8}" destId="{8A5E2421-F0E0-4CD3-8DEA-EE82F5DE3C34}" srcOrd="5" destOrd="0" presId="urn:microsoft.com/office/officeart/2005/8/layout/process3"/>
    <dgm:cxn modelId="{47E8F497-0799-4D99-BBA1-8F2255848540}" type="presParOf" srcId="{8A5E2421-F0E0-4CD3-8DEA-EE82F5DE3C34}" destId="{6FCAA0A1-57FA-4334-B1DB-D9D8D9B368C4}" srcOrd="0" destOrd="0" presId="urn:microsoft.com/office/officeart/2005/8/layout/process3"/>
    <dgm:cxn modelId="{05F5B84B-599F-4B5B-B492-750DD96AE262}" type="presParOf" srcId="{0ADFF782-5197-4436-9E38-1E113CA037E8}" destId="{8D1B047F-6F2B-4EB0-A0CA-B031938CBAE1}" srcOrd="6" destOrd="0" presId="urn:microsoft.com/office/officeart/2005/8/layout/process3"/>
    <dgm:cxn modelId="{6D8BB0B3-E034-465F-82E7-6AA3B23557E5}" type="presParOf" srcId="{8D1B047F-6F2B-4EB0-A0CA-B031938CBAE1}" destId="{9E62D15B-2507-4DE1-BC96-0388A80753CE}" srcOrd="0" destOrd="0" presId="urn:microsoft.com/office/officeart/2005/8/layout/process3"/>
    <dgm:cxn modelId="{DEB2D131-0B76-4E23-BC2D-9EBEB7D00CBA}" type="presParOf" srcId="{8D1B047F-6F2B-4EB0-A0CA-B031938CBAE1}" destId="{F870C98F-8FAE-454A-8A30-371D78BCDFC5}" srcOrd="1" destOrd="0" presId="urn:microsoft.com/office/officeart/2005/8/layout/process3"/>
    <dgm:cxn modelId="{C58733B8-7C45-4402-8BBB-983432F48CEF}" type="presParOf" srcId="{8D1B047F-6F2B-4EB0-A0CA-B031938CBAE1}" destId="{90A50C22-945F-4ACC-9149-CEB88E0D0383}" srcOrd="2" destOrd="0" presId="urn:microsoft.com/office/officeart/2005/8/layout/process3"/>
    <dgm:cxn modelId="{1BD09923-7069-46C1-8ADD-CF21AD930AB6}" type="presParOf" srcId="{0ADFF782-5197-4436-9E38-1E113CA037E8}" destId="{A5C8089B-FD27-40B3-A715-4727D91B263B}" srcOrd="7" destOrd="0" presId="urn:microsoft.com/office/officeart/2005/8/layout/process3"/>
    <dgm:cxn modelId="{57D0DDEC-14E6-439E-B1F6-172FE8A1E341}" type="presParOf" srcId="{A5C8089B-FD27-40B3-A715-4727D91B263B}" destId="{9DC8B1E8-F691-4B86-93B8-B451392EA892}" srcOrd="0" destOrd="0" presId="urn:microsoft.com/office/officeart/2005/8/layout/process3"/>
    <dgm:cxn modelId="{31DC172F-76FF-4631-9BAA-70814642ABBD}" type="presParOf" srcId="{0ADFF782-5197-4436-9E38-1E113CA037E8}" destId="{6D4B11B0-E19B-4005-AFF5-DA1C5922D007}" srcOrd="8" destOrd="0" presId="urn:microsoft.com/office/officeart/2005/8/layout/process3"/>
    <dgm:cxn modelId="{ADA34847-CC63-4B13-843F-C78E895C1EB5}" type="presParOf" srcId="{6D4B11B0-E19B-4005-AFF5-DA1C5922D007}" destId="{A2BC019C-BB26-4712-82F5-410D2309AFD7}" srcOrd="0" destOrd="0" presId="urn:microsoft.com/office/officeart/2005/8/layout/process3"/>
    <dgm:cxn modelId="{002801CA-75E9-49C4-93B5-47499FEACE1F}" type="presParOf" srcId="{6D4B11B0-E19B-4005-AFF5-DA1C5922D007}" destId="{EE0A63B3-5936-4E79-A688-30C2F9EF7713}" srcOrd="1" destOrd="0" presId="urn:microsoft.com/office/officeart/2005/8/layout/process3"/>
    <dgm:cxn modelId="{1913755B-BF1E-456F-BDDC-2F032225A6D1}" type="presParOf" srcId="{6D4B11B0-E19B-4005-AFF5-DA1C5922D007}" destId="{9E2F1935-3082-4E2B-A2CC-B6CD6B159268}" srcOrd="2" destOrd="0" presId="urn:microsoft.com/office/officeart/2005/8/layout/process3"/>
    <dgm:cxn modelId="{6B2BA0BF-A49E-40EA-815E-306C3901579A}" type="presParOf" srcId="{0ADFF782-5197-4436-9E38-1E113CA037E8}" destId="{42751552-F7F4-4AA3-B188-433873686DBC}" srcOrd="9" destOrd="0" presId="urn:microsoft.com/office/officeart/2005/8/layout/process3"/>
    <dgm:cxn modelId="{16669996-E69C-4516-93EA-8F7A51159B34}" type="presParOf" srcId="{42751552-F7F4-4AA3-B188-433873686DBC}" destId="{C88505CF-7092-4DE2-B6AA-3ECC358DC1BC}" srcOrd="0" destOrd="0" presId="urn:microsoft.com/office/officeart/2005/8/layout/process3"/>
    <dgm:cxn modelId="{5587128B-67EF-4A21-AB43-398322E79CB1}" type="presParOf" srcId="{0ADFF782-5197-4436-9E38-1E113CA037E8}" destId="{7FDDDA83-B985-4075-8EB1-64D959582AFB}" srcOrd="10" destOrd="0" presId="urn:microsoft.com/office/officeart/2005/8/layout/process3"/>
    <dgm:cxn modelId="{C5182E3F-B4A4-47A0-8C2B-C9D1536FF7FA}" type="presParOf" srcId="{7FDDDA83-B985-4075-8EB1-64D959582AFB}" destId="{867D4182-4D43-4096-BD10-87DCB458FFBA}" srcOrd="0" destOrd="0" presId="urn:microsoft.com/office/officeart/2005/8/layout/process3"/>
    <dgm:cxn modelId="{27D9F59F-F28D-4CE1-B395-912E895FC914}" type="presParOf" srcId="{7FDDDA83-B985-4075-8EB1-64D959582AFB}" destId="{E2285947-FBB6-4607-8A8B-BDB3D0C4CC4C}" srcOrd="1" destOrd="0" presId="urn:microsoft.com/office/officeart/2005/8/layout/process3"/>
    <dgm:cxn modelId="{CC9832BB-61E1-41B3-9492-0E9A754E69A3}" type="presParOf" srcId="{7FDDDA83-B985-4075-8EB1-64D959582AFB}" destId="{D7D9495C-72C8-47E6-AAD0-85B38C91BF2F}"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12CD52-E3BF-48B8-950C-834239C21274}"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fr-CA"/>
        </a:p>
      </dgm:t>
    </dgm:pt>
    <dgm:pt modelId="{2A782637-40BE-4E4C-9FB4-CBF6C20822B5}">
      <dgm:prSet phldrT="[Texte]" phldr="0"/>
      <dgm:spPr/>
      <dgm:t>
        <a:bodyPr/>
        <a:lstStyle/>
        <a:p>
          <a:pPr rtl="0"/>
          <a:r>
            <a:rPr lang="fr-FR"/>
            <a:t>Acceptation</a:t>
          </a:r>
        </a:p>
      </dgm:t>
    </dgm:pt>
    <dgm:pt modelId="{4FFD4957-DF17-4670-9B23-75143B0B451F}" type="parTrans" cxnId="{51E7BAD2-5B1F-4C54-BFD3-5BBA99FF0B36}">
      <dgm:prSet/>
      <dgm:spPr/>
      <dgm:t>
        <a:bodyPr/>
        <a:lstStyle/>
        <a:p>
          <a:endParaRPr lang="fr-CA"/>
        </a:p>
      </dgm:t>
    </dgm:pt>
    <dgm:pt modelId="{E5D40CAE-C256-4AB4-A216-CABFEA64B29B}" type="sibTrans" cxnId="{51E7BAD2-5B1F-4C54-BFD3-5BBA99FF0B36}">
      <dgm:prSet/>
      <dgm:spPr/>
      <dgm:t>
        <a:bodyPr/>
        <a:lstStyle/>
        <a:p>
          <a:endParaRPr lang="fr-CA"/>
        </a:p>
      </dgm:t>
    </dgm:pt>
    <dgm:pt modelId="{8E30A765-4DB0-419A-916F-977A614FE234}">
      <dgm:prSet phldrT="[Texte]" phldr="0"/>
      <dgm:spPr/>
      <dgm:t>
        <a:bodyPr/>
        <a:lstStyle/>
        <a:p>
          <a:r>
            <a:rPr lang="fr-FR"/>
            <a:t>Système</a:t>
          </a:r>
        </a:p>
      </dgm:t>
    </dgm:pt>
    <dgm:pt modelId="{BAB9EC50-2270-4B36-AD5C-08E778293A24}" type="parTrans" cxnId="{1902B384-64F4-4885-90BA-B9D6A6DB676F}">
      <dgm:prSet/>
      <dgm:spPr/>
      <dgm:t>
        <a:bodyPr/>
        <a:lstStyle/>
        <a:p>
          <a:endParaRPr lang="fr-CA"/>
        </a:p>
      </dgm:t>
    </dgm:pt>
    <dgm:pt modelId="{3058819C-0A43-4E31-907B-262C7F2DF7DB}" type="sibTrans" cxnId="{1902B384-64F4-4885-90BA-B9D6A6DB676F}">
      <dgm:prSet/>
      <dgm:spPr/>
      <dgm:t>
        <a:bodyPr/>
        <a:lstStyle/>
        <a:p>
          <a:endParaRPr lang="fr-CA"/>
        </a:p>
      </dgm:t>
    </dgm:pt>
    <dgm:pt modelId="{7FD0201F-569F-4DBA-8394-9D31E6F1DDDA}">
      <dgm:prSet phldrT="[Texte]" phldr="0"/>
      <dgm:spPr/>
      <dgm:t>
        <a:bodyPr/>
        <a:lstStyle/>
        <a:p>
          <a:r>
            <a:rPr lang="fr-FR"/>
            <a:t>Composant</a:t>
          </a:r>
        </a:p>
      </dgm:t>
    </dgm:pt>
    <dgm:pt modelId="{2A70FE10-1482-4E8C-BDF3-B705CEDABE58}" type="parTrans" cxnId="{891EACA5-8970-45D8-B421-33210BD948D1}">
      <dgm:prSet/>
      <dgm:spPr/>
      <dgm:t>
        <a:bodyPr/>
        <a:lstStyle/>
        <a:p>
          <a:endParaRPr lang="fr-CA"/>
        </a:p>
      </dgm:t>
    </dgm:pt>
    <dgm:pt modelId="{73861ED6-BFAD-47DC-AD26-CA09A434DE33}" type="sibTrans" cxnId="{891EACA5-8970-45D8-B421-33210BD948D1}">
      <dgm:prSet/>
      <dgm:spPr/>
      <dgm:t>
        <a:bodyPr/>
        <a:lstStyle/>
        <a:p>
          <a:endParaRPr lang="fr-CA"/>
        </a:p>
      </dgm:t>
    </dgm:pt>
    <dgm:pt modelId="{965E52B5-5CD7-4E1B-B183-5B27F421B422}" type="pres">
      <dgm:prSet presAssocID="{2412CD52-E3BF-48B8-950C-834239C21274}" presName="compositeShape" presStyleCnt="0">
        <dgm:presLayoutVars>
          <dgm:dir/>
          <dgm:resizeHandles/>
        </dgm:presLayoutVars>
      </dgm:prSet>
      <dgm:spPr/>
    </dgm:pt>
    <dgm:pt modelId="{23B0DE63-FCDC-44A8-8299-9409609F531C}" type="pres">
      <dgm:prSet presAssocID="{2412CD52-E3BF-48B8-950C-834239C21274}" presName="pyramid" presStyleLbl="node1" presStyleIdx="0" presStyleCnt="1"/>
      <dgm:spPr/>
    </dgm:pt>
    <dgm:pt modelId="{9C272545-B05F-4E89-A3F9-664ECC8DFFFB}" type="pres">
      <dgm:prSet presAssocID="{2412CD52-E3BF-48B8-950C-834239C21274}" presName="theList" presStyleCnt="0"/>
      <dgm:spPr/>
    </dgm:pt>
    <dgm:pt modelId="{E807C9C7-119F-4552-8F59-90BED8AFE773}" type="pres">
      <dgm:prSet presAssocID="{2A782637-40BE-4E4C-9FB4-CBF6C20822B5}" presName="aNode" presStyleLbl="fgAcc1" presStyleIdx="0" presStyleCnt="3">
        <dgm:presLayoutVars>
          <dgm:bulletEnabled val="1"/>
        </dgm:presLayoutVars>
      </dgm:prSet>
      <dgm:spPr/>
    </dgm:pt>
    <dgm:pt modelId="{A436A84C-9F71-425F-8D01-42F801E1B604}" type="pres">
      <dgm:prSet presAssocID="{2A782637-40BE-4E4C-9FB4-CBF6C20822B5}" presName="aSpace" presStyleCnt="0"/>
      <dgm:spPr/>
    </dgm:pt>
    <dgm:pt modelId="{16211751-36C4-4466-BD4C-892E54CBC9F9}" type="pres">
      <dgm:prSet presAssocID="{8E30A765-4DB0-419A-916F-977A614FE234}" presName="aNode" presStyleLbl="fgAcc1" presStyleIdx="1" presStyleCnt="3">
        <dgm:presLayoutVars>
          <dgm:bulletEnabled val="1"/>
        </dgm:presLayoutVars>
      </dgm:prSet>
      <dgm:spPr/>
    </dgm:pt>
    <dgm:pt modelId="{B9CE6CA9-F378-4CF8-AD77-DFCE38D936CE}" type="pres">
      <dgm:prSet presAssocID="{8E30A765-4DB0-419A-916F-977A614FE234}" presName="aSpace" presStyleCnt="0"/>
      <dgm:spPr/>
    </dgm:pt>
    <dgm:pt modelId="{4A4C34A3-8F60-4D9D-9CBA-49B9171611F1}" type="pres">
      <dgm:prSet presAssocID="{7FD0201F-569F-4DBA-8394-9D31E6F1DDDA}" presName="aNode" presStyleLbl="fgAcc1" presStyleIdx="2" presStyleCnt="3">
        <dgm:presLayoutVars>
          <dgm:bulletEnabled val="1"/>
        </dgm:presLayoutVars>
      </dgm:prSet>
      <dgm:spPr/>
    </dgm:pt>
    <dgm:pt modelId="{2FA5432B-FD8B-4291-9B32-F07FCB0162C5}" type="pres">
      <dgm:prSet presAssocID="{7FD0201F-569F-4DBA-8394-9D31E6F1DDDA}" presName="aSpace" presStyleCnt="0"/>
      <dgm:spPr/>
    </dgm:pt>
  </dgm:ptLst>
  <dgm:cxnLst>
    <dgm:cxn modelId="{67282F3B-1869-459E-B8D8-0FAC45FD88BC}" type="presOf" srcId="{2412CD52-E3BF-48B8-950C-834239C21274}" destId="{965E52B5-5CD7-4E1B-B183-5B27F421B422}" srcOrd="0" destOrd="0" presId="urn:microsoft.com/office/officeart/2005/8/layout/pyramid2"/>
    <dgm:cxn modelId="{F2FC334F-A25F-4BC1-9A81-E178CD7B34A5}" type="presOf" srcId="{7FD0201F-569F-4DBA-8394-9D31E6F1DDDA}" destId="{4A4C34A3-8F60-4D9D-9CBA-49B9171611F1}" srcOrd="0" destOrd="0" presId="urn:microsoft.com/office/officeart/2005/8/layout/pyramid2"/>
    <dgm:cxn modelId="{1902B384-64F4-4885-90BA-B9D6A6DB676F}" srcId="{2412CD52-E3BF-48B8-950C-834239C21274}" destId="{8E30A765-4DB0-419A-916F-977A614FE234}" srcOrd="1" destOrd="0" parTransId="{BAB9EC50-2270-4B36-AD5C-08E778293A24}" sibTransId="{3058819C-0A43-4E31-907B-262C7F2DF7DB}"/>
    <dgm:cxn modelId="{891EACA5-8970-45D8-B421-33210BD948D1}" srcId="{2412CD52-E3BF-48B8-950C-834239C21274}" destId="{7FD0201F-569F-4DBA-8394-9D31E6F1DDDA}" srcOrd="2" destOrd="0" parTransId="{2A70FE10-1482-4E8C-BDF3-B705CEDABE58}" sibTransId="{73861ED6-BFAD-47DC-AD26-CA09A434DE33}"/>
    <dgm:cxn modelId="{D0F7FDA8-81B0-4E64-8F60-FDA620D4E12A}" type="presOf" srcId="{8E30A765-4DB0-419A-916F-977A614FE234}" destId="{16211751-36C4-4466-BD4C-892E54CBC9F9}" srcOrd="0" destOrd="0" presId="urn:microsoft.com/office/officeart/2005/8/layout/pyramid2"/>
    <dgm:cxn modelId="{51E7BAD2-5B1F-4C54-BFD3-5BBA99FF0B36}" srcId="{2412CD52-E3BF-48B8-950C-834239C21274}" destId="{2A782637-40BE-4E4C-9FB4-CBF6C20822B5}" srcOrd="0" destOrd="0" parTransId="{4FFD4957-DF17-4670-9B23-75143B0B451F}" sibTransId="{E5D40CAE-C256-4AB4-A216-CABFEA64B29B}"/>
    <dgm:cxn modelId="{B67008EB-D0DC-4F87-A82D-12776439B324}" type="presOf" srcId="{2A782637-40BE-4E4C-9FB4-CBF6C20822B5}" destId="{E807C9C7-119F-4552-8F59-90BED8AFE773}" srcOrd="0" destOrd="0" presId="urn:microsoft.com/office/officeart/2005/8/layout/pyramid2"/>
    <dgm:cxn modelId="{1B3CCCE9-E24A-45D8-9964-7854D5A8715C}" type="presParOf" srcId="{965E52B5-5CD7-4E1B-B183-5B27F421B422}" destId="{23B0DE63-FCDC-44A8-8299-9409609F531C}" srcOrd="0" destOrd="0" presId="urn:microsoft.com/office/officeart/2005/8/layout/pyramid2"/>
    <dgm:cxn modelId="{CF7C85BE-74C8-40CB-AE2F-20F606775CBD}" type="presParOf" srcId="{965E52B5-5CD7-4E1B-B183-5B27F421B422}" destId="{9C272545-B05F-4E89-A3F9-664ECC8DFFFB}" srcOrd="1" destOrd="0" presId="urn:microsoft.com/office/officeart/2005/8/layout/pyramid2"/>
    <dgm:cxn modelId="{F403C0E5-214E-45E7-80B7-4983662DA989}" type="presParOf" srcId="{9C272545-B05F-4E89-A3F9-664ECC8DFFFB}" destId="{E807C9C7-119F-4552-8F59-90BED8AFE773}" srcOrd="0" destOrd="0" presId="urn:microsoft.com/office/officeart/2005/8/layout/pyramid2"/>
    <dgm:cxn modelId="{EB5E1E8E-4C24-444F-B51A-3CD1BE5F60DD}" type="presParOf" srcId="{9C272545-B05F-4E89-A3F9-664ECC8DFFFB}" destId="{A436A84C-9F71-425F-8D01-42F801E1B604}" srcOrd="1" destOrd="0" presId="urn:microsoft.com/office/officeart/2005/8/layout/pyramid2"/>
    <dgm:cxn modelId="{E1A428E3-C97E-47AC-AEC2-DCE8769C1C21}" type="presParOf" srcId="{9C272545-B05F-4E89-A3F9-664ECC8DFFFB}" destId="{16211751-36C4-4466-BD4C-892E54CBC9F9}" srcOrd="2" destOrd="0" presId="urn:microsoft.com/office/officeart/2005/8/layout/pyramid2"/>
    <dgm:cxn modelId="{A2E7ABF3-0766-4C2A-A6C3-82D5A8ECA71A}" type="presParOf" srcId="{9C272545-B05F-4E89-A3F9-664ECC8DFFFB}" destId="{B9CE6CA9-F378-4CF8-AD77-DFCE38D936CE}" srcOrd="3" destOrd="0" presId="urn:microsoft.com/office/officeart/2005/8/layout/pyramid2"/>
    <dgm:cxn modelId="{F0BAF20B-24ED-47AC-8A8C-B0B54FE6E4A4}" type="presParOf" srcId="{9C272545-B05F-4E89-A3F9-664ECC8DFFFB}" destId="{4A4C34A3-8F60-4D9D-9CBA-49B9171611F1}" srcOrd="4" destOrd="0" presId="urn:microsoft.com/office/officeart/2005/8/layout/pyramid2"/>
    <dgm:cxn modelId="{6475236D-6995-430B-9B90-47576831ADCB}" type="presParOf" srcId="{9C272545-B05F-4E89-A3F9-664ECC8DFFFB}" destId="{2FA5432B-FD8B-4291-9B32-F07FCB0162C5}" srcOrd="5" destOrd="0" presId="urn:microsoft.com/office/officeart/2005/8/layout/pyramid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74045DA-2BE3-458F-B123-659C0688ABB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fr-CA"/>
        </a:p>
      </dgm:t>
    </dgm:pt>
    <dgm:pt modelId="{18323F07-58E3-48D1-A329-8337514D0CBF}">
      <dgm:prSet/>
      <dgm:spPr/>
      <dgm:t>
        <a:bodyPr/>
        <a:lstStyle/>
        <a:p>
          <a:r>
            <a:rPr lang="fr-CA"/>
            <a:t>Fonctionnels</a:t>
          </a:r>
        </a:p>
      </dgm:t>
    </dgm:pt>
    <dgm:pt modelId="{9FEFFD10-8E44-4053-9FD7-F675F225FD96}" type="parTrans" cxnId="{3CD8AEBF-4814-4409-A4D9-66FF69DC0B92}">
      <dgm:prSet/>
      <dgm:spPr/>
      <dgm:t>
        <a:bodyPr/>
        <a:lstStyle/>
        <a:p>
          <a:endParaRPr lang="fr-CA"/>
        </a:p>
      </dgm:t>
    </dgm:pt>
    <dgm:pt modelId="{C68D5814-6E16-48EE-848C-3F1D0D9636ED}" type="sibTrans" cxnId="{3CD8AEBF-4814-4409-A4D9-66FF69DC0B92}">
      <dgm:prSet/>
      <dgm:spPr/>
      <dgm:t>
        <a:bodyPr/>
        <a:lstStyle/>
        <a:p>
          <a:endParaRPr lang="fr-CA"/>
        </a:p>
      </dgm:t>
    </dgm:pt>
    <dgm:pt modelId="{F99426CD-36B3-4F94-82AC-B1264A81685A}">
      <dgm:prSet/>
      <dgm:spPr/>
      <dgm:t>
        <a:bodyPr/>
        <a:lstStyle/>
        <a:p>
          <a:r>
            <a:rPr lang="fr-CA" b="1"/>
            <a:t>Objectif</a:t>
          </a:r>
          <a:r>
            <a:rPr lang="fr-CA"/>
            <a:t> : Vérifier que le système réalise les fonctions spécifiées.</a:t>
          </a:r>
        </a:p>
      </dgm:t>
    </dgm:pt>
    <dgm:pt modelId="{7C26CCC6-12F9-470E-9FD0-02E551E7D2A9}" type="parTrans" cxnId="{3422C9DF-07DA-4FAB-829B-B9A3D0334976}">
      <dgm:prSet/>
      <dgm:spPr/>
      <dgm:t>
        <a:bodyPr/>
        <a:lstStyle/>
        <a:p>
          <a:endParaRPr lang="fr-CA"/>
        </a:p>
      </dgm:t>
    </dgm:pt>
    <dgm:pt modelId="{CC11E494-38C1-47E5-86F1-3890C7A43EA5}" type="sibTrans" cxnId="{3422C9DF-07DA-4FAB-829B-B9A3D0334976}">
      <dgm:prSet/>
      <dgm:spPr/>
      <dgm:t>
        <a:bodyPr/>
        <a:lstStyle/>
        <a:p>
          <a:endParaRPr lang="fr-CA"/>
        </a:p>
      </dgm:t>
    </dgm:pt>
    <dgm:pt modelId="{22BE98F5-FC2D-453F-B8C4-74EFE174DEB2}">
      <dgm:prSet/>
      <dgm:spPr/>
      <dgm:t>
        <a:bodyPr/>
        <a:lstStyle/>
        <a:p>
          <a:pPr>
            <a:buClrTx/>
            <a:buSzTx/>
            <a:buFontTx/>
            <a:buNone/>
          </a:pPr>
          <a:r>
            <a:rPr lang="fr-CA"/>
            <a:t>-Fonctionnalités métier</a:t>
          </a:r>
          <a:br>
            <a:rPr lang="fr-CA"/>
          </a:br>
          <a:r>
            <a:rPr lang="fr-CA"/>
            <a:t>- Contrôle des accès</a:t>
          </a:r>
          <a:br>
            <a:rPr lang="fr-CA"/>
          </a:br>
          <a:r>
            <a:rPr lang="fr-CA"/>
            <a:t>- Interopérabilité</a:t>
          </a:r>
        </a:p>
      </dgm:t>
    </dgm:pt>
    <dgm:pt modelId="{18E4912B-10C1-461C-A7A0-8201AE717A54}" type="parTrans" cxnId="{07299D3F-D6BD-4365-81CD-12AD5EDC0923}">
      <dgm:prSet/>
      <dgm:spPr/>
      <dgm:t>
        <a:bodyPr/>
        <a:lstStyle/>
        <a:p>
          <a:endParaRPr lang="fr-CA"/>
        </a:p>
      </dgm:t>
    </dgm:pt>
    <dgm:pt modelId="{A940E945-3719-40B7-82A4-6EF91B48C6F2}" type="sibTrans" cxnId="{07299D3F-D6BD-4365-81CD-12AD5EDC0923}">
      <dgm:prSet/>
      <dgm:spPr/>
      <dgm:t>
        <a:bodyPr/>
        <a:lstStyle/>
        <a:p>
          <a:endParaRPr lang="fr-CA"/>
        </a:p>
      </dgm:t>
    </dgm:pt>
    <dgm:pt modelId="{C013AA5A-1604-4B9C-A101-96AA408C2CA3}">
      <dgm:prSet/>
      <dgm:spPr/>
      <dgm:t>
        <a:bodyPr/>
        <a:lstStyle/>
        <a:p>
          <a:r>
            <a:rPr lang="fr-CA"/>
            <a:t>Non fonctionnels</a:t>
          </a:r>
        </a:p>
      </dgm:t>
    </dgm:pt>
    <dgm:pt modelId="{9E174261-53F5-42E8-A5BC-06F9040C70C4}" type="parTrans" cxnId="{4FD39DA9-3E76-4670-8964-CEC3699FEF8A}">
      <dgm:prSet/>
      <dgm:spPr/>
      <dgm:t>
        <a:bodyPr/>
        <a:lstStyle/>
        <a:p>
          <a:endParaRPr lang="fr-CA"/>
        </a:p>
      </dgm:t>
    </dgm:pt>
    <dgm:pt modelId="{2B618B3C-C14F-4FE5-BD8A-D2FDB18D48BF}" type="sibTrans" cxnId="{4FD39DA9-3E76-4670-8964-CEC3699FEF8A}">
      <dgm:prSet/>
      <dgm:spPr/>
      <dgm:t>
        <a:bodyPr/>
        <a:lstStyle/>
        <a:p>
          <a:endParaRPr lang="fr-CA"/>
        </a:p>
      </dgm:t>
    </dgm:pt>
    <dgm:pt modelId="{A4368B26-1790-49C2-9803-2E6D47E0C4D2}">
      <dgm:prSet/>
      <dgm:spPr/>
      <dgm:t>
        <a:bodyPr/>
        <a:lstStyle/>
        <a:p>
          <a:r>
            <a:rPr lang="fr-CA" b="1"/>
            <a:t>Objectif</a:t>
          </a:r>
          <a:r>
            <a:rPr lang="fr-CA"/>
            <a:t> : Évaluer les caractéristiques de qualité autres que la fonctionnalité.</a:t>
          </a:r>
        </a:p>
      </dgm:t>
    </dgm:pt>
    <dgm:pt modelId="{4AA35690-B18C-42A8-B7D2-226625119D18}" type="parTrans" cxnId="{09D64C2F-D2AB-4D3D-88FD-F3FFA0F13971}">
      <dgm:prSet/>
      <dgm:spPr/>
      <dgm:t>
        <a:bodyPr/>
        <a:lstStyle/>
        <a:p>
          <a:endParaRPr lang="fr-CA"/>
        </a:p>
      </dgm:t>
    </dgm:pt>
    <dgm:pt modelId="{2A845357-FC5C-4562-85B2-5A35ECB4F29E}" type="sibTrans" cxnId="{09D64C2F-D2AB-4D3D-88FD-F3FFA0F13971}">
      <dgm:prSet/>
      <dgm:spPr/>
      <dgm:t>
        <a:bodyPr/>
        <a:lstStyle/>
        <a:p>
          <a:endParaRPr lang="fr-CA"/>
        </a:p>
      </dgm:t>
    </dgm:pt>
    <dgm:pt modelId="{5C980F56-9C30-4486-A4AC-7735424CEB2D}">
      <dgm:prSet/>
      <dgm:spPr/>
      <dgm:t>
        <a:bodyPr/>
        <a:lstStyle/>
        <a:p>
          <a:pPr>
            <a:buFont typeface="Arial" panose="020B0604020202020204" pitchFamily="34" charset="0"/>
            <a:buChar char="•"/>
          </a:pPr>
          <a:r>
            <a:rPr lang="fr-CA"/>
            <a:t>- Performance</a:t>
          </a:r>
          <a:br>
            <a:rPr lang="fr-CA"/>
          </a:br>
          <a:r>
            <a:rPr lang="fr-CA"/>
            <a:t>- Ergonomie</a:t>
          </a:r>
          <a:br>
            <a:rPr lang="fr-CA"/>
          </a:br>
          <a:r>
            <a:rPr lang="fr-CA"/>
            <a:t>- Sécurité technologique</a:t>
          </a:r>
        </a:p>
      </dgm:t>
    </dgm:pt>
    <dgm:pt modelId="{DAEC7A0D-AFB5-438B-80CD-40C8FF69C07D}" type="parTrans" cxnId="{53AC9D6A-FA80-4D72-9DC3-4F6DA1617A79}">
      <dgm:prSet/>
      <dgm:spPr/>
      <dgm:t>
        <a:bodyPr/>
        <a:lstStyle/>
        <a:p>
          <a:endParaRPr lang="fr-CA"/>
        </a:p>
      </dgm:t>
    </dgm:pt>
    <dgm:pt modelId="{E9D36E94-53E7-4329-908F-1C5D94DEBACE}" type="sibTrans" cxnId="{53AC9D6A-FA80-4D72-9DC3-4F6DA1617A79}">
      <dgm:prSet/>
      <dgm:spPr/>
      <dgm:t>
        <a:bodyPr/>
        <a:lstStyle/>
        <a:p>
          <a:endParaRPr lang="fr-CA"/>
        </a:p>
      </dgm:t>
    </dgm:pt>
    <dgm:pt modelId="{C75728A0-2572-410E-982E-3662E7BD2417}">
      <dgm:prSet/>
      <dgm:spPr/>
      <dgm:t>
        <a:bodyPr/>
        <a:lstStyle/>
        <a:p>
          <a:r>
            <a:rPr lang="fr-CA"/>
            <a:t>Structurels</a:t>
          </a:r>
        </a:p>
      </dgm:t>
    </dgm:pt>
    <dgm:pt modelId="{F3ADC606-5979-478F-A870-ACE75F36D66D}" type="parTrans" cxnId="{B0CE0AF7-8744-4FB5-A828-BF3D231B2747}">
      <dgm:prSet/>
      <dgm:spPr/>
      <dgm:t>
        <a:bodyPr/>
        <a:lstStyle/>
        <a:p>
          <a:endParaRPr lang="fr-CA"/>
        </a:p>
      </dgm:t>
    </dgm:pt>
    <dgm:pt modelId="{1D1AFB54-54BB-46E3-A6F2-E652AEF40CD2}" type="sibTrans" cxnId="{B0CE0AF7-8744-4FB5-A828-BF3D231B2747}">
      <dgm:prSet/>
      <dgm:spPr/>
      <dgm:t>
        <a:bodyPr/>
        <a:lstStyle/>
        <a:p>
          <a:endParaRPr lang="fr-CA"/>
        </a:p>
      </dgm:t>
    </dgm:pt>
    <dgm:pt modelId="{C34AB473-AF23-43FB-8018-D0175149D450}">
      <dgm:prSet/>
      <dgm:spPr/>
      <dgm:t>
        <a:bodyPr/>
        <a:lstStyle/>
        <a:p>
          <a:r>
            <a:rPr lang="fr-CA" b="1"/>
            <a:t>Objectif</a:t>
          </a:r>
          <a:r>
            <a:rPr lang="fr-CA"/>
            <a:t> : Vérifier la structure interne du code, des configurations ou du système.</a:t>
          </a:r>
        </a:p>
      </dgm:t>
    </dgm:pt>
    <dgm:pt modelId="{E9B01E33-BD79-449F-ABAF-C15B5617694E}" type="parTrans" cxnId="{C5AD6704-B494-4A74-98CB-9AD44DBE1BE1}">
      <dgm:prSet/>
      <dgm:spPr/>
      <dgm:t>
        <a:bodyPr/>
        <a:lstStyle/>
        <a:p>
          <a:endParaRPr lang="fr-CA"/>
        </a:p>
      </dgm:t>
    </dgm:pt>
    <dgm:pt modelId="{3B60BBF4-3BAB-46E3-9CC9-3D8F7F648FF0}" type="sibTrans" cxnId="{C5AD6704-B494-4A74-98CB-9AD44DBE1BE1}">
      <dgm:prSet/>
      <dgm:spPr/>
      <dgm:t>
        <a:bodyPr/>
        <a:lstStyle/>
        <a:p>
          <a:endParaRPr lang="fr-CA"/>
        </a:p>
      </dgm:t>
    </dgm:pt>
    <dgm:pt modelId="{2FE3E899-B604-4751-951D-1E3DE35965C1}">
      <dgm:prSet/>
      <dgm:spPr/>
      <dgm:t>
        <a:bodyPr/>
        <a:lstStyle/>
        <a:p>
          <a:pPr rtl="0"/>
          <a:r>
            <a:rPr lang="fr-CA" sz="1200" b="0" i="0">
              <a:latin typeface="Aptos"/>
            </a:rPr>
            <a:t>Tests boîte blanche :</a:t>
          </a:r>
          <a:br>
            <a:rPr lang="fr-CA" sz="1200" b="0" i="0">
              <a:latin typeface="Aptos"/>
            </a:rPr>
          </a:br>
          <a:r>
            <a:rPr lang="fr-CA" sz="1200" b="0" i="0">
              <a:latin typeface="Aptos"/>
            </a:rPr>
            <a:t>- Couverture de code</a:t>
          </a:r>
          <a:br>
            <a:rPr lang="fr-CA" sz="1200" b="0" i="0">
              <a:latin typeface="Aptos"/>
            </a:rPr>
          </a:br>
          <a:r>
            <a:rPr lang="fr-CA" sz="1200" b="0" i="0">
              <a:latin typeface="Aptos"/>
            </a:rPr>
            <a:t>- Chemins et branches</a:t>
          </a:r>
          <a:r>
            <a:rPr lang="fr-CA" b="0" i="0">
              <a:latin typeface="DM Sans"/>
            </a:rPr>
            <a:t>.</a:t>
          </a:r>
          <a:endParaRPr lang="fr-CA"/>
        </a:p>
      </dgm:t>
    </dgm:pt>
    <dgm:pt modelId="{07D5D557-FC83-4A3A-A2B7-CAFBC1EC7E76}" type="parTrans" cxnId="{FE73B373-5C19-4A7C-B754-61146A3EB458}">
      <dgm:prSet/>
      <dgm:spPr/>
      <dgm:t>
        <a:bodyPr/>
        <a:lstStyle/>
        <a:p>
          <a:endParaRPr lang="fr-CA"/>
        </a:p>
      </dgm:t>
    </dgm:pt>
    <dgm:pt modelId="{15843191-C1DF-4538-974F-1E28FD7238DA}" type="sibTrans" cxnId="{FE73B373-5C19-4A7C-B754-61146A3EB458}">
      <dgm:prSet/>
      <dgm:spPr/>
      <dgm:t>
        <a:bodyPr/>
        <a:lstStyle/>
        <a:p>
          <a:endParaRPr lang="fr-CA"/>
        </a:p>
      </dgm:t>
    </dgm:pt>
    <dgm:pt modelId="{95FDD205-730D-4038-BD54-4B8CFAC91248}">
      <dgm:prSet/>
      <dgm:spPr>
        <a:solidFill>
          <a:srgbClr val="FEFECA"/>
        </a:solidFill>
        <a:ln>
          <a:solidFill>
            <a:srgbClr val="FEFECA"/>
          </a:solidFill>
        </a:ln>
      </dgm:spPr>
      <dgm:t>
        <a:bodyPr/>
        <a:lstStyle/>
        <a:p>
          <a:r>
            <a:rPr lang="fr-CA"/>
            <a:t>Change </a:t>
          </a:r>
          <a:r>
            <a:rPr lang="fr-CA" err="1"/>
            <a:t>related</a:t>
          </a:r>
          <a:endParaRPr lang="fr-CA"/>
        </a:p>
      </dgm:t>
    </dgm:pt>
    <dgm:pt modelId="{F7E682FD-D359-4CFE-BC39-228F296AAF2C}" type="parTrans" cxnId="{4ABFF2D0-44BA-4F15-B08E-002BF65B3201}">
      <dgm:prSet/>
      <dgm:spPr/>
      <dgm:t>
        <a:bodyPr/>
        <a:lstStyle/>
        <a:p>
          <a:endParaRPr lang="fr-CA"/>
        </a:p>
      </dgm:t>
    </dgm:pt>
    <dgm:pt modelId="{90D8088A-0C6D-4E43-9C6C-DC245A97CC0A}" type="sibTrans" cxnId="{4ABFF2D0-44BA-4F15-B08E-002BF65B3201}">
      <dgm:prSet/>
      <dgm:spPr/>
      <dgm:t>
        <a:bodyPr/>
        <a:lstStyle/>
        <a:p>
          <a:endParaRPr lang="fr-CA"/>
        </a:p>
      </dgm:t>
    </dgm:pt>
    <dgm:pt modelId="{A74454CB-2769-4CD4-A556-A2B793C684CD}">
      <dgm:prSet/>
      <dgm:spPr/>
      <dgm:t>
        <a:bodyPr/>
        <a:lstStyle/>
        <a:p>
          <a:r>
            <a:rPr lang="fr-CA" b="1"/>
            <a:t>Objectif</a:t>
          </a:r>
          <a:r>
            <a:rPr lang="fr-CA"/>
            <a:t> : Confirmer les corrections et détecter les effets de bord.</a:t>
          </a:r>
        </a:p>
      </dgm:t>
    </dgm:pt>
    <dgm:pt modelId="{554DD5C6-1C16-47C9-BE10-CCD469413887}" type="parTrans" cxnId="{F8AE9C82-7011-4A86-A074-A7C99495DA53}">
      <dgm:prSet/>
      <dgm:spPr/>
      <dgm:t>
        <a:bodyPr/>
        <a:lstStyle/>
        <a:p>
          <a:endParaRPr lang="fr-CA"/>
        </a:p>
      </dgm:t>
    </dgm:pt>
    <dgm:pt modelId="{1E9A21F5-3CED-4C1D-931F-5CA80F4967F4}" type="sibTrans" cxnId="{F8AE9C82-7011-4A86-A074-A7C99495DA53}">
      <dgm:prSet/>
      <dgm:spPr/>
      <dgm:t>
        <a:bodyPr/>
        <a:lstStyle/>
        <a:p>
          <a:endParaRPr lang="fr-CA"/>
        </a:p>
      </dgm:t>
    </dgm:pt>
    <dgm:pt modelId="{25B46DFF-4FF7-4F8D-B1D7-C5488914C3C7}">
      <dgm:prSet phldr="0"/>
      <dgm:spPr/>
      <dgm:t>
        <a:bodyPr/>
        <a:lstStyle/>
        <a:p>
          <a:pPr algn="l">
            <a:buNone/>
          </a:pPr>
          <a:r>
            <a:rPr lang="fr-CA" sz="1800" b="0" i="0" u="none"/>
            <a:t>- Confirmation : vérifier qu’un défaut corrigé ne réapparaît pas. </a:t>
          </a:r>
          <a:br>
            <a:rPr lang="fr-CA" sz="1800" b="0" i="0" u="none"/>
          </a:br>
          <a:br>
            <a:rPr lang="fr-CA" sz="1800" b="0" i="0" u="none"/>
          </a:br>
          <a:r>
            <a:rPr lang="fr-CA" sz="1800" b="0" i="0" u="none"/>
            <a:t>- Non-régression : s’assurer qu’aucune régression n’a été introduite.</a:t>
          </a:r>
          <a:endParaRPr lang="fr-CA" sz="1800">
            <a:latin typeface="DM Sans"/>
          </a:endParaRPr>
        </a:p>
      </dgm:t>
    </dgm:pt>
    <dgm:pt modelId="{353F8E33-164C-4AA3-BE64-83A9F810C6A6}" type="parTrans" cxnId="{2C9CA352-6B8A-4A8F-91DE-3DF10F4AAA24}">
      <dgm:prSet/>
      <dgm:spPr/>
      <dgm:t>
        <a:bodyPr/>
        <a:lstStyle/>
        <a:p>
          <a:endParaRPr lang="fr-CA"/>
        </a:p>
      </dgm:t>
    </dgm:pt>
    <dgm:pt modelId="{4A1440FF-DF91-4FF1-A8F9-3CC652240A74}" type="sibTrans" cxnId="{2C9CA352-6B8A-4A8F-91DE-3DF10F4AAA24}">
      <dgm:prSet/>
      <dgm:spPr/>
      <dgm:t>
        <a:bodyPr/>
        <a:lstStyle/>
        <a:p>
          <a:endParaRPr lang="fr-CA"/>
        </a:p>
      </dgm:t>
    </dgm:pt>
    <dgm:pt modelId="{C87B880B-6B2D-44D9-9560-D8ACB14E41E9}" type="pres">
      <dgm:prSet presAssocID="{174045DA-2BE3-458F-B123-659C0688ABB6}" presName="theList" presStyleCnt="0">
        <dgm:presLayoutVars>
          <dgm:dir/>
          <dgm:animLvl val="lvl"/>
          <dgm:resizeHandles val="exact"/>
        </dgm:presLayoutVars>
      </dgm:prSet>
      <dgm:spPr/>
    </dgm:pt>
    <dgm:pt modelId="{BD2BC597-E730-4298-871D-D26769743B99}" type="pres">
      <dgm:prSet presAssocID="{18323F07-58E3-48D1-A329-8337514D0CBF}" presName="compNode" presStyleCnt="0"/>
      <dgm:spPr/>
    </dgm:pt>
    <dgm:pt modelId="{BAEE1BEE-DB93-4F52-A5B5-9C214AAC286E}" type="pres">
      <dgm:prSet presAssocID="{18323F07-58E3-48D1-A329-8337514D0CBF}" presName="aNode" presStyleLbl="bgShp" presStyleIdx="0" presStyleCnt="4"/>
      <dgm:spPr/>
    </dgm:pt>
    <dgm:pt modelId="{F2D76CD5-6667-4CC3-9433-EBCC9A3A83B7}" type="pres">
      <dgm:prSet presAssocID="{18323F07-58E3-48D1-A329-8337514D0CBF}" presName="textNode" presStyleLbl="bgShp" presStyleIdx="0" presStyleCnt="4"/>
      <dgm:spPr/>
    </dgm:pt>
    <dgm:pt modelId="{E7866D04-DC37-412F-BACF-4C70F0F7B749}" type="pres">
      <dgm:prSet presAssocID="{18323F07-58E3-48D1-A329-8337514D0CBF}" presName="compChildNode" presStyleCnt="0"/>
      <dgm:spPr/>
    </dgm:pt>
    <dgm:pt modelId="{A7650B19-FD8F-4A73-A802-07C041668642}" type="pres">
      <dgm:prSet presAssocID="{18323F07-58E3-48D1-A329-8337514D0CBF}" presName="theInnerList" presStyleCnt="0"/>
      <dgm:spPr/>
    </dgm:pt>
    <dgm:pt modelId="{A9EEECEF-E4EF-4372-AA26-9A71F90D937A}" type="pres">
      <dgm:prSet presAssocID="{F99426CD-36B3-4F94-82AC-B1264A81685A}" presName="childNode" presStyleLbl="node1" presStyleIdx="0" presStyleCnt="8">
        <dgm:presLayoutVars>
          <dgm:bulletEnabled val="1"/>
        </dgm:presLayoutVars>
      </dgm:prSet>
      <dgm:spPr/>
    </dgm:pt>
    <dgm:pt modelId="{8D30414A-CB32-41A6-B4EE-9116794A765B}" type="pres">
      <dgm:prSet presAssocID="{F99426CD-36B3-4F94-82AC-B1264A81685A}" presName="aSpace2" presStyleCnt="0"/>
      <dgm:spPr/>
    </dgm:pt>
    <dgm:pt modelId="{AF9F910D-174A-4303-A513-A0991BA5B140}" type="pres">
      <dgm:prSet presAssocID="{22BE98F5-FC2D-453F-B8C4-74EFE174DEB2}" presName="childNode" presStyleLbl="node1" presStyleIdx="1" presStyleCnt="8">
        <dgm:presLayoutVars>
          <dgm:bulletEnabled val="1"/>
        </dgm:presLayoutVars>
      </dgm:prSet>
      <dgm:spPr/>
    </dgm:pt>
    <dgm:pt modelId="{5E934D37-E2B9-4099-9A5A-3CB8E9C075B7}" type="pres">
      <dgm:prSet presAssocID="{18323F07-58E3-48D1-A329-8337514D0CBF}" presName="aSpace" presStyleCnt="0"/>
      <dgm:spPr/>
    </dgm:pt>
    <dgm:pt modelId="{215385B1-62C2-4E4C-97A9-D6D56E6134C8}" type="pres">
      <dgm:prSet presAssocID="{C013AA5A-1604-4B9C-A101-96AA408C2CA3}" presName="compNode" presStyleCnt="0"/>
      <dgm:spPr/>
    </dgm:pt>
    <dgm:pt modelId="{8164E481-7DA2-43AD-B977-3297ECB146F3}" type="pres">
      <dgm:prSet presAssocID="{C013AA5A-1604-4B9C-A101-96AA408C2CA3}" presName="aNode" presStyleLbl="bgShp" presStyleIdx="1" presStyleCnt="4"/>
      <dgm:spPr/>
    </dgm:pt>
    <dgm:pt modelId="{92AE8911-BC99-4790-9595-45FCE0A2BF3B}" type="pres">
      <dgm:prSet presAssocID="{C013AA5A-1604-4B9C-A101-96AA408C2CA3}" presName="textNode" presStyleLbl="bgShp" presStyleIdx="1" presStyleCnt="4"/>
      <dgm:spPr/>
    </dgm:pt>
    <dgm:pt modelId="{0DD9211B-ABD2-4A6A-9CE0-ECFEA7FE1334}" type="pres">
      <dgm:prSet presAssocID="{C013AA5A-1604-4B9C-A101-96AA408C2CA3}" presName="compChildNode" presStyleCnt="0"/>
      <dgm:spPr/>
    </dgm:pt>
    <dgm:pt modelId="{3DD59ED9-053F-49AC-A9DE-5FA6D3785E93}" type="pres">
      <dgm:prSet presAssocID="{C013AA5A-1604-4B9C-A101-96AA408C2CA3}" presName="theInnerList" presStyleCnt="0"/>
      <dgm:spPr/>
    </dgm:pt>
    <dgm:pt modelId="{096BE940-DB88-4DBC-A6B3-62BBAA3CF14F}" type="pres">
      <dgm:prSet presAssocID="{A4368B26-1790-49C2-9803-2E6D47E0C4D2}" presName="childNode" presStyleLbl="node1" presStyleIdx="2" presStyleCnt="8">
        <dgm:presLayoutVars>
          <dgm:bulletEnabled val="1"/>
        </dgm:presLayoutVars>
      </dgm:prSet>
      <dgm:spPr/>
    </dgm:pt>
    <dgm:pt modelId="{DEEA2DF7-12E3-4EF3-AF38-F226F8AFE0E5}" type="pres">
      <dgm:prSet presAssocID="{A4368B26-1790-49C2-9803-2E6D47E0C4D2}" presName="aSpace2" presStyleCnt="0"/>
      <dgm:spPr/>
    </dgm:pt>
    <dgm:pt modelId="{ACCED1A4-7577-4FE7-8A27-CA8B8A510532}" type="pres">
      <dgm:prSet presAssocID="{5C980F56-9C30-4486-A4AC-7735424CEB2D}" presName="childNode" presStyleLbl="node1" presStyleIdx="3" presStyleCnt="8">
        <dgm:presLayoutVars>
          <dgm:bulletEnabled val="1"/>
        </dgm:presLayoutVars>
      </dgm:prSet>
      <dgm:spPr/>
    </dgm:pt>
    <dgm:pt modelId="{FD523D84-0B4F-486D-BAFF-C1BB5CAF19B1}" type="pres">
      <dgm:prSet presAssocID="{C013AA5A-1604-4B9C-A101-96AA408C2CA3}" presName="aSpace" presStyleCnt="0"/>
      <dgm:spPr/>
    </dgm:pt>
    <dgm:pt modelId="{70FABCC1-3273-4B6B-9FB4-CBBA9B3AEDE7}" type="pres">
      <dgm:prSet presAssocID="{C75728A0-2572-410E-982E-3662E7BD2417}" presName="compNode" presStyleCnt="0"/>
      <dgm:spPr/>
    </dgm:pt>
    <dgm:pt modelId="{7F013B63-DD1A-4D7A-B209-AFE002FA436A}" type="pres">
      <dgm:prSet presAssocID="{C75728A0-2572-410E-982E-3662E7BD2417}" presName="aNode" presStyleLbl="bgShp" presStyleIdx="2" presStyleCnt="4"/>
      <dgm:spPr/>
    </dgm:pt>
    <dgm:pt modelId="{AAD021D4-C658-42D4-A391-DDC32615CD31}" type="pres">
      <dgm:prSet presAssocID="{C75728A0-2572-410E-982E-3662E7BD2417}" presName="textNode" presStyleLbl="bgShp" presStyleIdx="2" presStyleCnt="4"/>
      <dgm:spPr/>
    </dgm:pt>
    <dgm:pt modelId="{1DD7D00D-7570-476B-AC93-48AB0719BC4A}" type="pres">
      <dgm:prSet presAssocID="{C75728A0-2572-410E-982E-3662E7BD2417}" presName="compChildNode" presStyleCnt="0"/>
      <dgm:spPr/>
    </dgm:pt>
    <dgm:pt modelId="{3EA99E53-AD69-48E5-A5DE-3FA70758DB38}" type="pres">
      <dgm:prSet presAssocID="{C75728A0-2572-410E-982E-3662E7BD2417}" presName="theInnerList" presStyleCnt="0"/>
      <dgm:spPr/>
    </dgm:pt>
    <dgm:pt modelId="{3187AE5E-F4B1-4EB0-A1BA-7C445CF66F90}" type="pres">
      <dgm:prSet presAssocID="{C34AB473-AF23-43FB-8018-D0175149D450}" presName="childNode" presStyleLbl="node1" presStyleIdx="4" presStyleCnt="8">
        <dgm:presLayoutVars>
          <dgm:bulletEnabled val="1"/>
        </dgm:presLayoutVars>
      </dgm:prSet>
      <dgm:spPr/>
    </dgm:pt>
    <dgm:pt modelId="{6D6548D8-271D-4DDF-B81E-250A242C0445}" type="pres">
      <dgm:prSet presAssocID="{C34AB473-AF23-43FB-8018-D0175149D450}" presName="aSpace2" presStyleCnt="0"/>
      <dgm:spPr/>
    </dgm:pt>
    <dgm:pt modelId="{13DB2E4D-317F-4E7D-AFBB-1BDCFE9943FF}" type="pres">
      <dgm:prSet presAssocID="{2FE3E899-B604-4751-951D-1E3DE35965C1}" presName="childNode" presStyleLbl="node1" presStyleIdx="5" presStyleCnt="8">
        <dgm:presLayoutVars>
          <dgm:bulletEnabled val="1"/>
        </dgm:presLayoutVars>
      </dgm:prSet>
      <dgm:spPr/>
    </dgm:pt>
    <dgm:pt modelId="{AA51C068-7312-49EE-87D5-FC49F0C77A20}" type="pres">
      <dgm:prSet presAssocID="{C75728A0-2572-410E-982E-3662E7BD2417}" presName="aSpace" presStyleCnt="0"/>
      <dgm:spPr/>
    </dgm:pt>
    <dgm:pt modelId="{EA26DF2E-338A-47EB-B538-C1D7DE59D89C}" type="pres">
      <dgm:prSet presAssocID="{95FDD205-730D-4038-BD54-4B8CFAC91248}" presName="compNode" presStyleCnt="0"/>
      <dgm:spPr/>
    </dgm:pt>
    <dgm:pt modelId="{E9239390-ABE4-4684-8D04-17F5BAD9A34B}" type="pres">
      <dgm:prSet presAssocID="{95FDD205-730D-4038-BD54-4B8CFAC91248}" presName="aNode" presStyleLbl="bgShp" presStyleIdx="3" presStyleCnt="4"/>
      <dgm:spPr/>
    </dgm:pt>
    <dgm:pt modelId="{8278BBCA-134C-4897-8CFC-7BF112F78498}" type="pres">
      <dgm:prSet presAssocID="{95FDD205-730D-4038-BD54-4B8CFAC91248}" presName="textNode" presStyleLbl="bgShp" presStyleIdx="3" presStyleCnt="4"/>
      <dgm:spPr/>
    </dgm:pt>
    <dgm:pt modelId="{7C224547-ED7B-47E2-969B-6E185B338B12}" type="pres">
      <dgm:prSet presAssocID="{95FDD205-730D-4038-BD54-4B8CFAC91248}" presName="compChildNode" presStyleCnt="0"/>
      <dgm:spPr/>
    </dgm:pt>
    <dgm:pt modelId="{EF5BCE14-2480-489B-91AD-908C638A6D59}" type="pres">
      <dgm:prSet presAssocID="{95FDD205-730D-4038-BD54-4B8CFAC91248}" presName="theInnerList" presStyleCnt="0"/>
      <dgm:spPr/>
    </dgm:pt>
    <dgm:pt modelId="{3D9EF2B7-F7BB-4B92-935E-E8AE158147A8}" type="pres">
      <dgm:prSet presAssocID="{A74454CB-2769-4CD4-A556-A2B793C684CD}" presName="childNode" presStyleLbl="node1" presStyleIdx="6" presStyleCnt="8">
        <dgm:presLayoutVars>
          <dgm:bulletEnabled val="1"/>
        </dgm:presLayoutVars>
      </dgm:prSet>
      <dgm:spPr/>
    </dgm:pt>
    <dgm:pt modelId="{C80F95CC-C2E2-4023-A7B5-D55E92099579}" type="pres">
      <dgm:prSet presAssocID="{A74454CB-2769-4CD4-A556-A2B793C684CD}" presName="aSpace2" presStyleCnt="0"/>
      <dgm:spPr/>
    </dgm:pt>
    <dgm:pt modelId="{2A067413-EE44-4BDE-A407-BF205D1DD9EC}" type="pres">
      <dgm:prSet presAssocID="{25B46DFF-4FF7-4F8D-B1D7-C5488914C3C7}" presName="childNode" presStyleLbl="node1" presStyleIdx="7" presStyleCnt="8">
        <dgm:presLayoutVars>
          <dgm:bulletEnabled val="1"/>
        </dgm:presLayoutVars>
      </dgm:prSet>
      <dgm:spPr/>
    </dgm:pt>
  </dgm:ptLst>
  <dgm:cxnLst>
    <dgm:cxn modelId="{C5AD6704-B494-4A74-98CB-9AD44DBE1BE1}" srcId="{C75728A0-2572-410E-982E-3662E7BD2417}" destId="{C34AB473-AF23-43FB-8018-D0175149D450}" srcOrd="0" destOrd="0" parTransId="{E9B01E33-BD79-449F-ABAF-C15B5617694E}" sibTransId="{3B60BBF4-3BAB-46E3-9CC9-3D8F7F648FF0}"/>
    <dgm:cxn modelId="{DF8D481B-3F6F-45FA-AAE9-27C978890CCA}" type="presOf" srcId="{C75728A0-2572-410E-982E-3662E7BD2417}" destId="{7F013B63-DD1A-4D7A-B209-AFE002FA436A}" srcOrd="0" destOrd="0" presId="urn:microsoft.com/office/officeart/2005/8/layout/lProcess2"/>
    <dgm:cxn modelId="{62B9581F-F157-4780-89A8-2B4B89BD884D}" type="presOf" srcId="{22BE98F5-FC2D-453F-B8C4-74EFE174DEB2}" destId="{AF9F910D-174A-4303-A513-A0991BA5B140}" srcOrd="0" destOrd="0" presId="urn:microsoft.com/office/officeart/2005/8/layout/lProcess2"/>
    <dgm:cxn modelId="{09D64C2F-D2AB-4D3D-88FD-F3FFA0F13971}" srcId="{C013AA5A-1604-4B9C-A101-96AA408C2CA3}" destId="{A4368B26-1790-49C2-9803-2E6D47E0C4D2}" srcOrd="0" destOrd="0" parTransId="{4AA35690-B18C-42A8-B7D2-226625119D18}" sibTransId="{2A845357-FC5C-4562-85B2-5A35ECB4F29E}"/>
    <dgm:cxn modelId="{07299D3F-D6BD-4365-81CD-12AD5EDC0923}" srcId="{18323F07-58E3-48D1-A329-8337514D0CBF}" destId="{22BE98F5-FC2D-453F-B8C4-74EFE174DEB2}" srcOrd="1" destOrd="0" parTransId="{18E4912B-10C1-461C-A7A0-8201AE717A54}" sibTransId="{A940E945-3719-40B7-82A4-6EF91B48C6F2}"/>
    <dgm:cxn modelId="{FF6F3B43-E8C9-45F8-A3E7-1F8901B4A989}" type="presOf" srcId="{95FDD205-730D-4038-BD54-4B8CFAC91248}" destId="{E9239390-ABE4-4684-8D04-17F5BAD9A34B}" srcOrd="0" destOrd="0" presId="urn:microsoft.com/office/officeart/2005/8/layout/lProcess2"/>
    <dgm:cxn modelId="{53AC9D6A-FA80-4D72-9DC3-4F6DA1617A79}" srcId="{C013AA5A-1604-4B9C-A101-96AA408C2CA3}" destId="{5C980F56-9C30-4486-A4AC-7735424CEB2D}" srcOrd="1" destOrd="0" parTransId="{DAEC7A0D-AFB5-438B-80CD-40C8FF69C07D}" sibTransId="{E9D36E94-53E7-4329-908F-1C5D94DEBACE}"/>
    <dgm:cxn modelId="{95A58670-A366-4FA8-9B7A-A48292514926}" type="presOf" srcId="{A74454CB-2769-4CD4-A556-A2B793C684CD}" destId="{3D9EF2B7-F7BB-4B92-935E-E8AE158147A8}" srcOrd="0" destOrd="0" presId="urn:microsoft.com/office/officeart/2005/8/layout/lProcess2"/>
    <dgm:cxn modelId="{893A8851-4E14-49DC-BB97-000071E8FAA0}" type="presOf" srcId="{18323F07-58E3-48D1-A329-8337514D0CBF}" destId="{F2D76CD5-6667-4CC3-9433-EBCC9A3A83B7}" srcOrd="1" destOrd="0" presId="urn:microsoft.com/office/officeart/2005/8/layout/lProcess2"/>
    <dgm:cxn modelId="{2C9CA352-6B8A-4A8F-91DE-3DF10F4AAA24}" srcId="{95FDD205-730D-4038-BD54-4B8CFAC91248}" destId="{25B46DFF-4FF7-4F8D-B1D7-C5488914C3C7}" srcOrd="1" destOrd="0" parTransId="{353F8E33-164C-4AA3-BE64-83A9F810C6A6}" sibTransId="{4A1440FF-DF91-4FF1-A8F9-3CC652240A74}"/>
    <dgm:cxn modelId="{FE73B373-5C19-4A7C-B754-61146A3EB458}" srcId="{C75728A0-2572-410E-982E-3662E7BD2417}" destId="{2FE3E899-B604-4751-951D-1E3DE35965C1}" srcOrd="1" destOrd="0" parTransId="{07D5D557-FC83-4A3A-A2B7-CAFBC1EC7E76}" sibTransId="{15843191-C1DF-4538-974F-1E28FD7238DA}"/>
    <dgm:cxn modelId="{B94C1074-5B7B-4D3F-BE1E-328B61455CF5}" type="presOf" srcId="{C34AB473-AF23-43FB-8018-D0175149D450}" destId="{3187AE5E-F4B1-4EB0-A1BA-7C445CF66F90}" srcOrd="0" destOrd="0" presId="urn:microsoft.com/office/officeart/2005/8/layout/lProcess2"/>
    <dgm:cxn modelId="{F8AE9C82-7011-4A86-A074-A7C99495DA53}" srcId="{95FDD205-730D-4038-BD54-4B8CFAC91248}" destId="{A74454CB-2769-4CD4-A556-A2B793C684CD}" srcOrd="0" destOrd="0" parTransId="{554DD5C6-1C16-47C9-BE10-CCD469413887}" sibTransId="{1E9A21F5-3CED-4C1D-931F-5CA80F4967F4}"/>
    <dgm:cxn modelId="{91121B8D-534C-4941-AF71-B04E8BCF99C3}" type="presOf" srcId="{A4368B26-1790-49C2-9803-2E6D47E0C4D2}" destId="{096BE940-DB88-4DBC-A6B3-62BBAA3CF14F}" srcOrd="0" destOrd="0" presId="urn:microsoft.com/office/officeart/2005/8/layout/lProcess2"/>
    <dgm:cxn modelId="{092B2E93-642C-45B7-A155-B81751DDB6CB}" type="presOf" srcId="{5C980F56-9C30-4486-A4AC-7735424CEB2D}" destId="{ACCED1A4-7577-4FE7-8A27-CA8B8A510532}" srcOrd="0" destOrd="0" presId="urn:microsoft.com/office/officeart/2005/8/layout/lProcess2"/>
    <dgm:cxn modelId="{4B408999-0E2D-4D8D-BB6D-37ED06AA33F9}" type="presOf" srcId="{C013AA5A-1604-4B9C-A101-96AA408C2CA3}" destId="{92AE8911-BC99-4790-9595-45FCE0A2BF3B}" srcOrd="1" destOrd="0" presId="urn:microsoft.com/office/officeart/2005/8/layout/lProcess2"/>
    <dgm:cxn modelId="{08C2EA9D-3026-4451-BB4A-501D0C061B74}" type="presOf" srcId="{F99426CD-36B3-4F94-82AC-B1264A81685A}" destId="{A9EEECEF-E4EF-4372-AA26-9A71F90D937A}" srcOrd="0" destOrd="0" presId="urn:microsoft.com/office/officeart/2005/8/layout/lProcess2"/>
    <dgm:cxn modelId="{7CE33AA8-5318-4C46-A912-68535C590FEB}" type="presOf" srcId="{25B46DFF-4FF7-4F8D-B1D7-C5488914C3C7}" destId="{2A067413-EE44-4BDE-A407-BF205D1DD9EC}" srcOrd="0" destOrd="0" presId="urn:microsoft.com/office/officeart/2005/8/layout/lProcess2"/>
    <dgm:cxn modelId="{4FD39DA9-3E76-4670-8964-CEC3699FEF8A}" srcId="{174045DA-2BE3-458F-B123-659C0688ABB6}" destId="{C013AA5A-1604-4B9C-A101-96AA408C2CA3}" srcOrd="1" destOrd="0" parTransId="{9E174261-53F5-42E8-A5BC-06F9040C70C4}" sibTransId="{2B618B3C-C14F-4FE5-BD8A-D2FDB18D48BF}"/>
    <dgm:cxn modelId="{B8F202B9-5FB6-4F9E-A27F-36D0911BD7DC}" type="presOf" srcId="{2FE3E899-B604-4751-951D-1E3DE35965C1}" destId="{13DB2E4D-317F-4E7D-AFBB-1BDCFE9943FF}" srcOrd="0" destOrd="0" presId="urn:microsoft.com/office/officeart/2005/8/layout/lProcess2"/>
    <dgm:cxn modelId="{3CD8AEBF-4814-4409-A4D9-66FF69DC0B92}" srcId="{174045DA-2BE3-458F-B123-659C0688ABB6}" destId="{18323F07-58E3-48D1-A329-8337514D0CBF}" srcOrd="0" destOrd="0" parTransId="{9FEFFD10-8E44-4053-9FD7-F675F225FD96}" sibTransId="{C68D5814-6E16-48EE-848C-3F1D0D9636ED}"/>
    <dgm:cxn modelId="{0BF684C0-7437-42FD-A24F-F5235829C5B0}" type="presOf" srcId="{C013AA5A-1604-4B9C-A101-96AA408C2CA3}" destId="{8164E481-7DA2-43AD-B977-3297ECB146F3}" srcOrd="0" destOrd="0" presId="urn:microsoft.com/office/officeart/2005/8/layout/lProcess2"/>
    <dgm:cxn modelId="{BC96C1C3-2277-4338-969B-9EEEC98C4A69}" type="presOf" srcId="{18323F07-58E3-48D1-A329-8337514D0CBF}" destId="{BAEE1BEE-DB93-4F52-A5B5-9C214AAC286E}" srcOrd="0" destOrd="0" presId="urn:microsoft.com/office/officeart/2005/8/layout/lProcess2"/>
    <dgm:cxn modelId="{4ABFF2D0-44BA-4F15-B08E-002BF65B3201}" srcId="{174045DA-2BE3-458F-B123-659C0688ABB6}" destId="{95FDD205-730D-4038-BD54-4B8CFAC91248}" srcOrd="3" destOrd="0" parTransId="{F7E682FD-D359-4CFE-BC39-228F296AAF2C}" sibTransId="{90D8088A-0C6D-4E43-9C6C-DC245A97CC0A}"/>
    <dgm:cxn modelId="{30CD91D2-1ABE-4307-9350-0B89258C9F41}" type="presOf" srcId="{C75728A0-2572-410E-982E-3662E7BD2417}" destId="{AAD021D4-C658-42D4-A391-DDC32615CD31}" srcOrd="1" destOrd="0" presId="urn:microsoft.com/office/officeart/2005/8/layout/lProcess2"/>
    <dgm:cxn modelId="{3422C9DF-07DA-4FAB-829B-B9A3D0334976}" srcId="{18323F07-58E3-48D1-A329-8337514D0CBF}" destId="{F99426CD-36B3-4F94-82AC-B1264A81685A}" srcOrd="0" destOrd="0" parTransId="{7C26CCC6-12F9-470E-9FD0-02E551E7D2A9}" sibTransId="{CC11E494-38C1-47E5-86F1-3890C7A43EA5}"/>
    <dgm:cxn modelId="{E45344E5-9635-4593-85E7-C619A9F06301}" type="presOf" srcId="{95FDD205-730D-4038-BD54-4B8CFAC91248}" destId="{8278BBCA-134C-4897-8CFC-7BF112F78498}" srcOrd="1" destOrd="0" presId="urn:microsoft.com/office/officeart/2005/8/layout/lProcess2"/>
    <dgm:cxn modelId="{B0CE0AF7-8744-4FB5-A828-BF3D231B2747}" srcId="{174045DA-2BE3-458F-B123-659C0688ABB6}" destId="{C75728A0-2572-410E-982E-3662E7BD2417}" srcOrd="2" destOrd="0" parTransId="{F3ADC606-5979-478F-A870-ACE75F36D66D}" sibTransId="{1D1AFB54-54BB-46E3-A6F2-E652AEF40CD2}"/>
    <dgm:cxn modelId="{7BD9E2F9-2C0F-4BCA-9232-2A19C5BE1DE5}" type="presOf" srcId="{174045DA-2BE3-458F-B123-659C0688ABB6}" destId="{C87B880B-6B2D-44D9-9560-D8ACB14E41E9}" srcOrd="0" destOrd="0" presId="urn:microsoft.com/office/officeart/2005/8/layout/lProcess2"/>
    <dgm:cxn modelId="{64937B57-5C33-4EFB-9BF7-11E58D83C0BB}" type="presParOf" srcId="{C87B880B-6B2D-44D9-9560-D8ACB14E41E9}" destId="{BD2BC597-E730-4298-871D-D26769743B99}" srcOrd="0" destOrd="0" presId="urn:microsoft.com/office/officeart/2005/8/layout/lProcess2"/>
    <dgm:cxn modelId="{9D515304-AB51-4DC9-990E-C2154E55776F}" type="presParOf" srcId="{BD2BC597-E730-4298-871D-D26769743B99}" destId="{BAEE1BEE-DB93-4F52-A5B5-9C214AAC286E}" srcOrd="0" destOrd="0" presId="urn:microsoft.com/office/officeart/2005/8/layout/lProcess2"/>
    <dgm:cxn modelId="{B5927DD9-07E1-4D2C-9CEC-3E8C64163FCB}" type="presParOf" srcId="{BD2BC597-E730-4298-871D-D26769743B99}" destId="{F2D76CD5-6667-4CC3-9433-EBCC9A3A83B7}" srcOrd="1" destOrd="0" presId="urn:microsoft.com/office/officeart/2005/8/layout/lProcess2"/>
    <dgm:cxn modelId="{65087303-DA7D-4E29-B876-65E36DE17C3F}" type="presParOf" srcId="{BD2BC597-E730-4298-871D-D26769743B99}" destId="{E7866D04-DC37-412F-BACF-4C70F0F7B749}" srcOrd="2" destOrd="0" presId="urn:microsoft.com/office/officeart/2005/8/layout/lProcess2"/>
    <dgm:cxn modelId="{58E0CAEF-4CC3-4477-B26B-A66DE7D96A55}" type="presParOf" srcId="{E7866D04-DC37-412F-BACF-4C70F0F7B749}" destId="{A7650B19-FD8F-4A73-A802-07C041668642}" srcOrd="0" destOrd="0" presId="urn:microsoft.com/office/officeart/2005/8/layout/lProcess2"/>
    <dgm:cxn modelId="{0AA77A43-87A6-4302-AA85-35895368D478}" type="presParOf" srcId="{A7650B19-FD8F-4A73-A802-07C041668642}" destId="{A9EEECEF-E4EF-4372-AA26-9A71F90D937A}" srcOrd="0" destOrd="0" presId="urn:microsoft.com/office/officeart/2005/8/layout/lProcess2"/>
    <dgm:cxn modelId="{320F829D-56AA-4FB5-A328-E45C73DE0A5A}" type="presParOf" srcId="{A7650B19-FD8F-4A73-A802-07C041668642}" destId="{8D30414A-CB32-41A6-B4EE-9116794A765B}" srcOrd="1" destOrd="0" presId="urn:microsoft.com/office/officeart/2005/8/layout/lProcess2"/>
    <dgm:cxn modelId="{80A0B22A-89B8-488C-BEEF-E2C0468057D6}" type="presParOf" srcId="{A7650B19-FD8F-4A73-A802-07C041668642}" destId="{AF9F910D-174A-4303-A513-A0991BA5B140}" srcOrd="2" destOrd="0" presId="urn:microsoft.com/office/officeart/2005/8/layout/lProcess2"/>
    <dgm:cxn modelId="{A4D4BD04-1AA2-45EB-A178-0F6DDF3FC1FC}" type="presParOf" srcId="{C87B880B-6B2D-44D9-9560-D8ACB14E41E9}" destId="{5E934D37-E2B9-4099-9A5A-3CB8E9C075B7}" srcOrd="1" destOrd="0" presId="urn:microsoft.com/office/officeart/2005/8/layout/lProcess2"/>
    <dgm:cxn modelId="{C8D88D78-7CE9-4866-AD2E-B5277EB20069}" type="presParOf" srcId="{C87B880B-6B2D-44D9-9560-D8ACB14E41E9}" destId="{215385B1-62C2-4E4C-97A9-D6D56E6134C8}" srcOrd="2" destOrd="0" presId="urn:microsoft.com/office/officeart/2005/8/layout/lProcess2"/>
    <dgm:cxn modelId="{E342EA44-1772-49E5-9024-73EB89562100}" type="presParOf" srcId="{215385B1-62C2-4E4C-97A9-D6D56E6134C8}" destId="{8164E481-7DA2-43AD-B977-3297ECB146F3}" srcOrd="0" destOrd="0" presId="urn:microsoft.com/office/officeart/2005/8/layout/lProcess2"/>
    <dgm:cxn modelId="{FABDE9C0-339F-4AC6-AF07-19FF281D4FB1}" type="presParOf" srcId="{215385B1-62C2-4E4C-97A9-D6D56E6134C8}" destId="{92AE8911-BC99-4790-9595-45FCE0A2BF3B}" srcOrd="1" destOrd="0" presId="urn:microsoft.com/office/officeart/2005/8/layout/lProcess2"/>
    <dgm:cxn modelId="{7401B51D-B9FA-4C27-A6EA-D6CB3644DF90}" type="presParOf" srcId="{215385B1-62C2-4E4C-97A9-D6D56E6134C8}" destId="{0DD9211B-ABD2-4A6A-9CE0-ECFEA7FE1334}" srcOrd="2" destOrd="0" presId="urn:microsoft.com/office/officeart/2005/8/layout/lProcess2"/>
    <dgm:cxn modelId="{E88637D5-A2B4-4C11-8691-287D27D02E02}" type="presParOf" srcId="{0DD9211B-ABD2-4A6A-9CE0-ECFEA7FE1334}" destId="{3DD59ED9-053F-49AC-A9DE-5FA6D3785E93}" srcOrd="0" destOrd="0" presId="urn:microsoft.com/office/officeart/2005/8/layout/lProcess2"/>
    <dgm:cxn modelId="{47C87240-489C-4D6E-96C5-BF4A070A8C20}" type="presParOf" srcId="{3DD59ED9-053F-49AC-A9DE-5FA6D3785E93}" destId="{096BE940-DB88-4DBC-A6B3-62BBAA3CF14F}" srcOrd="0" destOrd="0" presId="urn:microsoft.com/office/officeart/2005/8/layout/lProcess2"/>
    <dgm:cxn modelId="{04A16051-A64A-4E13-A6B2-31385B72A1E3}" type="presParOf" srcId="{3DD59ED9-053F-49AC-A9DE-5FA6D3785E93}" destId="{DEEA2DF7-12E3-4EF3-AF38-F226F8AFE0E5}" srcOrd="1" destOrd="0" presId="urn:microsoft.com/office/officeart/2005/8/layout/lProcess2"/>
    <dgm:cxn modelId="{0C3BE09E-3DD7-4EDA-B138-1130DF6590CB}" type="presParOf" srcId="{3DD59ED9-053F-49AC-A9DE-5FA6D3785E93}" destId="{ACCED1A4-7577-4FE7-8A27-CA8B8A510532}" srcOrd="2" destOrd="0" presId="urn:microsoft.com/office/officeart/2005/8/layout/lProcess2"/>
    <dgm:cxn modelId="{E9496137-5D27-43BB-9A96-D106FECAAE4F}" type="presParOf" srcId="{C87B880B-6B2D-44D9-9560-D8ACB14E41E9}" destId="{FD523D84-0B4F-486D-BAFF-C1BB5CAF19B1}" srcOrd="3" destOrd="0" presId="urn:microsoft.com/office/officeart/2005/8/layout/lProcess2"/>
    <dgm:cxn modelId="{A383EE8C-C04C-40E8-8D29-8576FC3F1755}" type="presParOf" srcId="{C87B880B-6B2D-44D9-9560-D8ACB14E41E9}" destId="{70FABCC1-3273-4B6B-9FB4-CBBA9B3AEDE7}" srcOrd="4" destOrd="0" presId="urn:microsoft.com/office/officeart/2005/8/layout/lProcess2"/>
    <dgm:cxn modelId="{F3B1BBDD-B055-462B-AB08-C99C9A3A1184}" type="presParOf" srcId="{70FABCC1-3273-4B6B-9FB4-CBBA9B3AEDE7}" destId="{7F013B63-DD1A-4D7A-B209-AFE002FA436A}" srcOrd="0" destOrd="0" presId="urn:microsoft.com/office/officeart/2005/8/layout/lProcess2"/>
    <dgm:cxn modelId="{8291C5DF-45D3-4B21-B846-EB573A080FA7}" type="presParOf" srcId="{70FABCC1-3273-4B6B-9FB4-CBBA9B3AEDE7}" destId="{AAD021D4-C658-42D4-A391-DDC32615CD31}" srcOrd="1" destOrd="0" presId="urn:microsoft.com/office/officeart/2005/8/layout/lProcess2"/>
    <dgm:cxn modelId="{E1651711-5F67-425C-8DD3-A7493D82DC9F}" type="presParOf" srcId="{70FABCC1-3273-4B6B-9FB4-CBBA9B3AEDE7}" destId="{1DD7D00D-7570-476B-AC93-48AB0719BC4A}" srcOrd="2" destOrd="0" presId="urn:microsoft.com/office/officeart/2005/8/layout/lProcess2"/>
    <dgm:cxn modelId="{65CA0861-AC41-44F0-A562-1A6FF448FD6D}" type="presParOf" srcId="{1DD7D00D-7570-476B-AC93-48AB0719BC4A}" destId="{3EA99E53-AD69-48E5-A5DE-3FA70758DB38}" srcOrd="0" destOrd="0" presId="urn:microsoft.com/office/officeart/2005/8/layout/lProcess2"/>
    <dgm:cxn modelId="{183BB1A8-AF1F-4A56-8E23-C89AD939A991}" type="presParOf" srcId="{3EA99E53-AD69-48E5-A5DE-3FA70758DB38}" destId="{3187AE5E-F4B1-4EB0-A1BA-7C445CF66F90}" srcOrd="0" destOrd="0" presId="urn:microsoft.com/office/officeart/2005/8/layout/lProcess2"/>
    <dgm:cxn modelId="{69045B82-BF64-4FC7-B7FA-D49F445578C5}" type="presParOf" srcId="{3EA99E53-AD69-48E5-A5DE-3FA70758DB38}" destId="{6D6548D8-271D-4DDF-B81E-250A242C0445}" srcOrd="1" destOrd="0" presId="urn:microsoft.com/office/officeart/2005/8/layout/lProcess2"/>
    <dgm:cxn modelId="{AE07C832-D575-4918-BFD7-C9D5BB294C80}" type="presParOf" srcId="{3EA99E53-AD69-48E5-A5DE-3FA70758DB38}" destId="{13DB2E4D-317F-4E7D-AFBB-1BDCFE9943FF}" srcOrd="2" destOrd="0" presId="urn:microsoft.com/office/officeart/2005/8/layout/lProcess2"/>
    <dgm:cxn modelId="{54903877-32A8-49E6-B7F1-ED0AE49AC9BB}" type="presParOf" srcId="{C87B880B-6B2D-44D9-9560-D8ACB14E41E9}" destId="{AA51C068-7312-49EE-87D5-FC49F0C77A20}" srcOrd="5" destOrd="0" presId="urn:microsoft.com/office/officeart/2005/8/layout/lProcess2"/>
    <dgm:cxn modelId="{535E51D0-2982-4654-9B98-E451161EF76D}" type="presParOf" srcId="{C87B880B-6B2D-44D9-9560-D8ACB14E41E9}" destId="{EA26DF2E-338A-47EB-B538-C1D7DE59D89C}" srcOrd="6" destOrd="0" presId="urn:microsoft.com/office/officeart/2005/8/layout/lProcess2"/>
    <dgm:cxn modelId="{EF97EC36-2670-4DE7-A296-9A3EBA0B98FE}" type="presParOf" srcId="{EA26DF2E-338A-47EB-B538-C1D7DE59D89C}" destId="{E9239390-ABE4-4684-8D04-17F5BAD9A34B}" srcOrd="0" destOrd="0" presId="urn:microsoft.com/office/officeart/2005/8/layout/lProcess2"/>
    <dgm:cxn modelId="{E022E0CA-85CD-423A-BD20-3BBB4B97B21B}" type="presParOf" srcId="{EA26DF2E-338A-47EB-B538-C1D7DE59D89C}" destId="{8278BBCA-134C-4897-8CFC-7BF112F78498}" srcOrd="1" destOrd="0" presId="urn:microsoft.com/office/officeart/2005/8/layout/lProcess2"/>
    <dgm:cxn modelId="{0BCFF2D8-D617-47A1-8D7B-97644E9F6D9D}" type="presParOf" srcId="{EA26DF2E-338A-47EB-B538-C1D7DE59D89C}" destId="{7C224547-ED7B-47E2-969B-6E185B338B12}" srcOrd="2" destOrd="0" presId="urn:microsoft.com/office/officeart/2005/8/layout/lProcess2"/>
    <dgm:cxn modelId="{D4007840-1858-45A5-9068-8057B9DD1B71}" type="presParOf" srcId="{7C224547-ED7B-47E2-969B-6E185B338B12}" destId="{EF5BCE14-2480-489B-91AD-908C638A6D59}" srcOrd="0" destOrd="0" presId="urn:microsoft.com/office/officeart/2005/8/layout/lProcess2"/>
    <dgm:cxn modelId="{DD1C03D0-DCAB-4754-87C4-4F8153343D8B}" type="presParOf" srcId="{EF5BCE14-2480-489B-91AD-908C638A6D59}" destId="{3D9EF2B7-F7BB-4B92-935E-E8AE158147A8}" srcOrd="0" destOrd="0" presId="urn:microsoft.com/office/officeart/2005/8/layout/lProcess2"/>
    <dgm:cxn modelId="{9D4730D0-E67F-43DD-A349-E843EEA2EC80}" type="presParOf" srcId="{EF5BCE14-2480-489B-91AD-908C638A6D59}" destId="{C80F95CC-C2E2-4023-A7B5-D55E92099579}" srcOrd="1" destOrd="0" presId="urn:microsoft.com/office/officeart/2005/8/layout/lProcess2"/>
    <dgm:cxn modelId="{EFDF43DC-68EA-456E-8FD4-392962A49C38}" type="presParOf" srcId="{EF5BCE14-2480-489B-91AD-908C638A6D59}" destId="{2A067413-EE44-4BDE-A407-BF205D1DD9EC}" srcOrd="2" destOrd="0" presId="urn:microsoft.com/office/officeart/2005/8/layout/l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25A46E6-BB43-4E93-B211-5B8EE018F73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CA"/>
        </a:p>
      </dgm:t>
    </dgm:pt>
    <dgm:pt modelId="{6783C3CE-FE0D-4BC3-B37C-2262FC26E41B}">
      <dgm:prSet/>
      <dgm:spPr/>
      <dgm:t>
        <a:bodyPr/>
        <a:lstStyle/>
        <a:p>
          <a:r>
            <a:rPr lang="fr-CA"/>
            <a:t>Créer une suite de test par intégration</a:t>
          </a:r>
        </a:p>
      </dgm:t>
    </dgm:pt>
    <dgm:pt modelId="{DC7A8CEF-1C7A-44F7-9571-6E1ABEF87265}" type="parTrans" cxnId="{E1D16ABD-C400-492F-9C1C-916122A6B272}">
      <dgm:prSet/>
      <dgm:spPr/>
      <dgm:t>
        <a:bodyPr/>
        <a:lstStyle/>
        <a:p>
          <a:endParaRPr lang="fr-CA"/>
        </a:p>
      </dgm:t>
    </dgm:pt>
    <dgm:pt modelId="{4A76C4AD-6D53-4456-9127-856C89883AF2}" type="sibTrans" cxnId="{E1D16ABD-C400-492F-9C1C-916122A6B272}">
      <dgm:prSet/>
      <dgm:spPr/>
      <dgm:t>
        <a:bodyPr/>
        <a:lstStyle/>
        <a:p>
          <a:endParaRPr lang="fr-CA"/>
        </a:p>
      </dgm:t>
    </dgm:pt>
    <dgm:pt modelId="{4841181E-686D-4318-A02E-D3BDE3D10381}">
      <dgm:prSet/>
      <dgm:spPr/>
      <dgm:t>
        <a:bodyPr/>
        <a:lstStyle/>
        <a:p>
          <a:r>
            <a:rPr lang="fr-CA"/>
            <a:t>&lt;Producteur&gt; - &lt;Transporteur&gt; -&gt; &lt;Consommateur&gt;</a:t>
          </a:r>
        </a:p>
      </dgm:t>
    </dgm:pt>
    <dgm:pt modelId="{E0D22CC1-AC3A-463D-A164-8094B4260F58}" type="parTrans" cxnId="{C8C62D72-7483-4603-81A8-EFF291968949}">
      <dgm:prSet/>
      <dgm:spPr/>
      <dgm:t>
        <a:bodyPr/>
        <a:lstStyle/>
        <a:p>
          <a:endParaRPr lang="fr-CA"/>
        </a:p>
      </dgm:t>
    </dgm:pt>
    <dgm:pt modelId="{3B87FE46-63DA-48B0-AD50-0A3C6F5446C1}" type="sibTrans" cxnId="{C8C62D72-7483-4603-81A8-EFF291968949}">
      <dgm:prSet/>
      <dgm:spPr/>
      <dgm:t>
        <a:bodyPr/>
        <a:lstStyle/>
        <a:p>
          <a:endParaRPr lang="fr-CA"/>
        </a:p>
      </dgm:t>
    </dgm:pt>
    <dgm:pt modelId="{82C35685-1B7D-43FB-AB90-EACF2AE31928}">
      <dgm:prSet/>
      <dgm:spPr/>
      <dgm:t>
        <a:bodyPr/>
        <a:lstStyle/>
        <a:p>
          <a:r>
            <a:rPr lang="fr-CA"/>
            <a:t>Créer un test &lt;Producteur&gt; </a:t>
          </a:r>
        </a:p>
      </dgm:t>
    </dgm:pt>
    <dgm:pt modelId="{50C29687-4F81-4F4D-99E7-CB8965A6BDE8}" type="parTrans" cxnId="{ECBE28AC-32A9-44F9-B879-0A14460B4355}">
      <dgm:prSet/>
      <dgm:spPr/>
      <dgm:t>
        <a:bodyPr/>
        <a:lstStyle/>
        <a:p>
          <a:endParaRPr lang="fr-CA"/>
        </a:p>
      </dgm:t>
    </dgm:pt>
    <dgm:pt modelId="{203AB1B2-6CD7-42FA-A057-5BC0AF480ED0}" type="sibTrans" cxnId="{ECBE28AC-32A9-44F9-B879-0A14460B4355}">
      <dgm:prSet/>
      <dgm:spPr/>
      <dgm:t>
        <a:bodyPr/>
        <a:lstStyle/>
        <a:p>
          <a:endParaRPr lang="fr-CA"/>
        </a:p>
      </dgm:t>
    </dgm:pt>
    <dgm:pt modelId="{1D66581D-68BD-43B2-B87A-46E5D4DE4733}">
      <dgm:prSet/>
      <dgm:spPr/>
      <dgm:t>
        <a:bodyPr/>
        <a:lstStyle/>
        <a:p>
          <a:r>
            <a:rPr lang="fr-CA"/>
            <a:t>Valider le déclenchement et l’exécution de la production</a:t>
          </a:r>
        </a:p>
      </dgm:t>
    </dgm:pt>
    <dgm:pt modelId="{9383C5BB-2A37-4648-B28C-AC381E20FDAF}" type="parTrans" cxnId="{7DD99342-FA71-4689-9C4F-DB2FACB0D930}">
      <dgm:prSet/>
      <dgm:spPr/>
      <dgm:t>
        <a:bodyPr/>
        <a:lstStyle/>
        <a:p>
          <a:endParaRPr lang="fr-CA"/>
        </a:p>
      </dgm:t>
    </dgm:pt>
    <dgm:pt modelId="{57B009F9-0547-441D-83F2-2C495B6468C7}" type="sibTrans" cxnId="{7DD99342-FA71-4689-9C4F-DB2FACB0D930}">
      <dgm:prSet/>
      <dgm:spPr/>
      <dgm:t>
        <a:bodyPr/>
        <a:lstStyle/>
        <a:p>
          <a:endParaRPr lang="fr-CA"/>
        </a:p>
      </dgm:t>
    </dgm:pt>
    <dgm:pt modelId="{8040B32D-C16D-4166-B4B9-4E45A9DD1E0C}">
      <dgm:prSet/>
      <dgm:spPr/>
      <dgm:t>
        <a:bodyPr/>
        <a:lstStyle/>
        <a:p>
          <a:r>
            <a:rPr lang="fr-CA"/>
            <a:t>Valider le format des données</a:t>
          </a:r>
        </a:p>
      </dgm:t>
    </dgm:pt>
    <dgm:pt modelId="{19C76237-AD7E-4927-A77A-E13DA69312AE}" type="parTrans" cxnId="{D51ACD01-FB91-46E7-9F07-CBBCACD561C2}">
      <dgm:prSet/>
      <dgm:spPr/>
      <dgm:t>
        <a:bodyPr/>
        <a:lstStyle/>
        <a:p>
          <a:endParaRPr lang="fr-CA"/>
        </a:p>
      </dgm:t>
    </dgm:pt>
    <dgm:pt modelId="{F193758E-D8AB-4278-AB0D-4EFB5C0CD7A7}" type="sibTrans" cxnId="{D51ACD01-FB91-46E7-9F07-CBBCACD561C2}">
      <dgm:prSet/>
      <dgm:spPr/>
      <dgm:t>
        <a:bodyPr/>
        <a:lstStyle/>
        <a:p>
          <a:endParaRPr lang="fr-CA"/>
        </a:p>
      </dgm:t>
    </dgm:pt>
    <dgm:pt modelId="{04C9D5A4-3EB8-42B9-A23A-C5E433A75B6B}">
      <dgm:prSet/>
      <dgm:spPr/>
      <dgm:t>
        <a:bodyPr/>
        <a:lstStyle/>
        <a:p>
          <a:r>
            <a:rPr lang="fr-CA"/>
            <a:t>Valider les valeurs du point de vue affaires</a:t>
          </a:r>
        </a:p>
      </dgm:t>
    </dgm:pt>
    <dgm:pt modelId="{04FD150E-F4AB-4598-8BF8-C959D200DF20}" type="parTrans" cxnId="{525C11C2-76CA-46FE-8F87-EF5FDC393BCC}">
      <dgm:prSet/>
      <dgm:spPr/>
      <dgm:t>
        <a:bodyPr/>
        <a:lstStyle/>
        <a:p>
          <a:endParaRPr lang="fr-CA"/>
        </a:p>
      </dgm:t>
    </dgm:pt>
    <dgm:pt modelId="{89ABB4BC-991D-4BDE-BACF-8A8D22C06C7A}" type="sibTrans" cxnId="{525C11C2-76CA-46FE-8F87-EF5FDC393BCC}">
      <dgm:prSet/>
      <dgm:spPr/>
      <dgm:t>
        <a:bodyPr/>
        <a:lstStyle/>
        <a:p>
          <a:endParaRPr lang="fr-CA"/>
        </a:p>
      </dgm:t>
    </dgm:pt>
    <dgm:pt modelId="{2D1A9A90-72FB-433A-9857-51DC9E8A1F6F}">
      <dgm:prSet/>
      <dgm:spPr/>
      <dgm:t>
        <a:bodyPr/>
        <a:lstStyle/>
        <a:p>
          <a:r>
            <a:rPr lang="fr-CA"/>
            <a:t>Créer un test &lt;Transporteur&gt;</a:t>
          </a:r>
        </a:p>
      </dgm:t>
    </dgm:pt>
    <dgm:pt modelId="{D301CC7B-F897-4162-8F1F-22D976F3D794}" type="parTrans" cxnId="{02139147-402C-49D6-BBDF-8D0C7F995303}">
      <dgm:prSet/>
      <dgm:spPr/>
      <dgm:t>
        <a:bodyPr/>
        <a:lstStyle/>
        <a:p>
          <a:endParaRPr lang="fr-CA"/>
        </a:p>
      </dgm:t>
    </dgm:pt>
    <dgm:pt modelId="{8895FD3E-4986-498E-A338-9A78C1044C69}" type="sibTrans" cxnId="{02139147-402C-49D6-BBDF-8D0C7F995303}">
      <dgm:prSet/>
      <dgm:spPr/>
      <dgm:t>
        <a:bodyPr/>
        <a:lstStyle/>
        <a:p>
          <a:endParaRPr lang="fr-CA"/>
        </a:p>
      </dgm:t>
    </dgm:pt>
    <dgm:pt modelId="{43734AE6-79C8-4C4B-8378-BCC7D1F508D8}">
      <dgm:prSet/>
      <dgm:spPr/>
      <dgm:t>
        <a:bodyPr/>
        <a:lstStyle/>
        <a:p>
          <a:r>
            <a:rPr lang="fr-CA"/>
            <a:t>Valider le déclenchement du transport</a:t>
          </a:r>
        </a:p>
      </dgm:t>
    </dgm:pt>
    <dgm:pt modelId="{CF40AD74-432C-4F32-AFE7-FC4CD9C36B66}" type="parTrans" cxnId="{F3787F9F-FF1B-400D-A7F1-1B8F5C07177D}">
      <dgm:prSet/>
      <dgm:spPr/>
      <dgm:t>
        <a:bodyPr/>
        <a:lstStyle/>
        <a:p>
          <a:endParaRPr lang="fr-CA"/>
        </a:p>
      </dgm:t>
    </dgm:pt>
    <dgm:pt modelId="{393C320B-5DA6-4C1B-95F0-0AA1D84A976A}" type="sibTrans" cxnId="{F3787F9F-FF1B-400D-A7F1-1B8F5C07177D}">
      <dgm:prSet/>
      <dgm:spPr/>
      <dgm:t>
        <a:bodyPr/>
        <a:lstStyle/>
        <a:p>
          <a:endParaRPr lang="fr-CA"/>
        </a:p>
      </dgm:t>
    </dgm:pt>
    <dgm:pt modelId="{01F96DF4-F813-4D79-AE16-5C3878D0FBDF}">
      <dgm:prSet/>
      <dgm:spPr/>
      <dgm:t>
        <a:bodyPr/>
        <a:lstStyle/>
        <a:p>
          <a:r>
            <a:rPr lang="fr-CA"/>
            <a:t>Valider la performance et la capacité</a:t>
          </a:r>
        </a:p>
      </dgm:t>
    </dgm:pt>
    <dgm:pt modelId="{316ED253-2C15-452F-9EF3-5901FA7374F8}" type="parTrans" cxnId="{7BE2A7FA-0204-423B-9237-B971E645431F}">
      <dgm:prSet/>
      <dgm:spPr/>
      <dgm:t>
        <a:bodyPr/>
        <a:lstStyle/>
        <a:p>
          <a:endParaRPr lang="fr-CA"/>
        </a:p>
      </dgm:t>
    </dgm:pt>
    <dgm:pt modelId="{BFD46E24-AF95-4C0A-AE2F-0570EB1AD30B}" type="sibTrans" cxnId="{7BE2A7FA-0204-423B-9237-B971E645431F}">
      <dgm:prSet/>
      <dgm:spPr/>
      <dgm:t>
        <a:bodyPr/>
        <a:lstStyle/>
        <a:p>
          <a:endParaRPr lang="fr-CA"/>
        </a:p>
      </dgm:t>
    </dgm:pt>
    <dgm:pt modelId="{5BCBF7A8-20EC-4042-8D2B-659A1157A816}">
      <dgm:prSet/>
      <dgm:spPr/>
      <dgm:t>
        <a:bodyPr/>
        <a:lstStyle/>
        <a:p>
          <a:r>
            <a:rPr lang="fr-CA"/>
            <a:t>Valider la sécurité</a:t>
          </a:r>
        </a:p>
      </dgm:t>
    </dgm:pt>
    <dgm:pt modelId="{FA5105CF-DF3E-4E6B-941F-C40355034F12}" type="parTrans" cxnId="{C369D9AC-FB58-4EC5-9C5D-5C6E04481BC4}">
      <dgm:prSet/>
      <dgm:spPr/>
      <dgm:t>
        <a:bodyPr/>
        <a:lstStyle/>
        <a:p>
          <a:endParaRPr lang="fr-CA"/>
        </a:p>
      </dgm:t>
    </dgm:pt>
    <dgm:pt modelId="{9C7239BA-38D0-448F-84C6-CBFB39A3DAAD}" type="sibTrans" cxnId="{C369D9AC-FB58-4EC5-9C5D-5C6E04481BC4}">
      <dgm:prSet/>
      <dgm:spPr/>
      <dgm:t>
        <a:bodyPr/>
        <a:lstStyle/>
        <a:p>
          <a:endParaRPr lang="fr-CA"/>
        </a:p>
      </dgm:t>
    </dgm:pt>
    <dgm:pt modelId="{BD0F1231-F94B-441E-B433-1963D7B6AC8C}">
      <dgm:prSet/>
      <dgm:spPr/>
      <dgm:t>
        <a:bodyPr/>
        <a:lstStyle/>
        <a:p>
          <a:r>
            <a:rPr lang="fr-CA"/>
            <a:t>Valider la journalisation et la gestion des erreurs</a:t>
          </a:r>
        </a:p>
      </dgm:t>
    </dgm:pt>
    <dgm:pt modelId="{0AD4B1F4-3EE1-4C2C-930D-46C6E09675D2}" type="parTrans" cxnId="{95BB3C73-E3FC-4524-B4ED-8776FAA120A0}">
      <dgm:prSet/>
      <dgm:spPr/>
      <dgm:t>
        <a:bodyPr/>
        <a:lstStyle/>
        <a:p>
          <a:endParaRPr lang="fr-CA"/>
        </a:p>
      </dgm:t>
    </dgm:pt>
    <dgm:pt modelId="{F5F35F20-C3BB-4314-966E-49F2B13941DB}" type="sibTrans" cxnId="{95BB3C73-E3FC-4524-B4ED-8776FAA120A0}">
      <dgm:prSet/>
      <dgm:spPr/>
      <dgm:t>
        <a:bodyPr/>
        <a:lstStyle/>
        <a:p>
          <a:endParaRPr lang="fr-CA"/>
        </a:p>
      </dgm:t>
    </dgm:pt>
    <dgm:pt modelId="{7A68C305-2953-45F9-8FAB-6337D2E24826}">
      <dgm:prSet/>
      <dgm:spPr/>
      <dgm:t>
        <a:bodyPr/>
        <a:lstStyle/>
        <a:p>
          <a:r>
            <a:rPr lang="fr-CA"/>
            <a:t>Créer un test &lt;Consommateur&gt;</a:t>
          </a:r>
        </a:p>
      </dgm:t>
    </dgm:pt>
    <dgm:pt modelId="{883581C4-0783-40A7-801B-6F6ED9A2BF40}" type="parTrans" cxnId="{4CE71A4E-7BA5-42B3-8095-F9FB219FCAFA}">
      <dgm:prSet/>
      <dgm:spPr/>
      <dgm:t>
        <a:bodyPr/>
        <a:lstStyle/>
        <a:p>
          <a:endParaRPr lang="fr-CA"/>
        </a:p>
      </dgm:t>
    </dgm:pt>
    <dgm:pt modelId="{DCDA9842-048E-4D26-BCDE-1AD61B2B2073}" type="sibTrans" cxnId="{4CE71A4E-7BA5-42B3-8095-F9FB219FCAFA}">
      <dgm:prSet/>
      <dgm:spPr/>
      <dgm:t>
        <a:bodyPr/>
        <a:lstStyle/>
        <a:p>
          <a:endParaRPr lang="fr-CA"/>
        </a:p>
      </dgm:t>
    </dgm:pt>
    <dgm:pt modelId="{11E6FECB-C7CB-45C0-86DB-1691A35F2ADE}">
      <dgm:prSet/>
      <dgm:spPr/>
      <dgm:t>
        <a:bodyPr/>
        <a:lstStyle/>
        <a:p>
          <a:r>
            <a:rPr lang="fr-CA"/>
            <a:t>Valider le déclenchement du traitement</a:t>
          </a:r>
        </a:p>
      </dgm:t>
    </dgm:pt>
    <dgm:pt modelId="{C9E7FF05-C6B8-4933-A0EE-BC975281BA1A}" type="parTrans" cxnId="{2248ECA2-56AC-4E97-B2ED-EB546D82D0CD}">
      <dgm:prSet/>
      <dgm:spPr/>
      <dgm:t>
        <a:bodyPr/>
        <a:lstStyle/>
        <a:p>
          <a:endParaRPr lang="fr-CA"/>
        </a:p>
      </dgm:t>
    </dgm:pt>
    <dgm:pt modelId="{8F24C425-430A-4D3A-826E-C76EE93364B4}" type="sibTrans" cxnId="{2248ECA2-56AC-4E97-B2ED-EB546D82D0CD}">
      <dgm:prSet/>
      <dgm:spPr/>
      <dgm:t>
        <a:bodyPr/>
        <a:lstStyle/>
        <a:p>
          <a:endParaRPr lang="fr-CA"/>
        </a:p>
      </dgm:t>
    </dgm:pt>
    <dgm:pt modelId="{1AF15000-5BA4-4A1E-871E-C782413E7D46}">
      <dgm:prSet/>
      <dgm:spPr/>
      <dgm:t>
        <a:bodyPr/>
        <a:lstStyle/>
        <a:p>
          <a:r>
            <a:rPr lang="fr-CA"/>
            <a:t>Valider que les données peuvent être consommées (format)</a:t>
          </a:r>
        </a:p>
      </dgm:t>
    </dgm:pt>
    <dgm:pt modelId="{C886325D-AC0B-4A7B-A4AA-C1D819BF9414}" type="parTrans" cxnId="{A72872D6-E553-4A04-980B-471D3CD6EEAE}">
      <dgm:prSet/>
      <dgm:spPr/>
      <dgm:t>
        <a:bodyPr/>
        <a:lstStyle/>
        <a:p>
          <a:endParaRPr lang="fr-CA"/>
        </a:p>
      </dgm:t>
    </dgm:pt>
    <dgm:pt modelId="{F21EA673-2E5A-49FC-8134-E04D6EAC4CF8}" type="sibTrans" cxnId="{A72872D6-E553-4A04-980B-471D3CD6EEAE}">
      <dgm:prSet/>
      <dgm:spPr/>
      <dgm:t>
        <a:bodyPr/>
        <a:lstStyle/>
        <a:p>
          <a:endParaRPr lang="fr-CA"/>
        </a:p>
      </dgm:t>
    </dgm:pt>
    <dgm:pt modelId="{3D2CA1D2-6B48-487D-969E-79937F093916}">
      <dgm:prSet/>
      <dgm:spPr/>
      <dgm:t>
        <a:bodyPr/>
        <a:lstStyle/>
        <a:p>
          <a:r>
            <a:rPr lang="fr-CA"/>
            <a:t>Valider que le traitement du consommateur a les données nécessaires</a:t>
          </a:r>
        </a:p>
      </dgm:t>
    </dgm:pt>
    <dgm:pt modelId="{F4DF3E86-F4B4-4AA8-95D3-E935CC194729}" type="parTrans" cxnId="{822396B8-1B3B-47F8-8C3B-467562AE02D2}">
      <dgm:prSet/>
      <dgm:spPr/>
      <dgm:t>
        <a:bodyPr/>
        <a:lstStyle/>
        <a:p>
          <a:endParaRPr lang="fr-CA"/>
        </a:p>
      </dgm:t>
    </dgm:pt>
    <dgm:pt modelId="{1449F652-96DE-4FA8-A920-570699EE724B}" type="sibTrans" cxnId="{822396B8-1B3B-47F8-8C3B-467562AE02D2}">
      <dgm:prSet/>
      <dgm:spPr/>
      <dgm:t>
        <a:bodyPr/>
        <a:lstStyle/>
        <a:p>
          <a:endParaRPr lang="fr-CA"/>
        </a:p>
      </dgm:t>
    </dgm:pt>
    <dgm:pt modelId="{E2486DF4-74AC-4367-9D1D-7691EBCCCF9B}">
      <dgm:prSet/>
      <dgm:spPr/>
      <dgm:t>
        <a:bodyPr/>
        <a:lstStyle/>
        <a:p>
          <a:r>
            <a:rPr lang="fr-CA"/>
            <a:t>ex: Sentinelle -&gt; CIS -&gt; Entrepôt Financier</a:t>
          </a:r>
        </a:p>
      </dgm:t>
    </dgm:pt>
    <dgm:pt modelId="{80695697-C1D2-40AD-AC88-AA1BC77B336B}" type="parTrans" cxnId="{62C6F34E-0435-4B65-B9C9-5C078C66D30E}">
      <dgm:prSet/>
      <dgm:spPr/>
      <dgm:t>
        <a:bodyPr/>
        <a:lstStyle/>
        <a:p>
          <a:endParaRPr lang="fr-CA"/>
        </a:p>
      </dgm:t>
    </dgm:pt>
    <dgm:pt modelId="{20D37CF5-5235-4E46-B1C6-22DDCB9E0AAB}" type="sibTrans" cxnId="{62C6F34E-0435-4B65-B9C9-5C078C66D30E}">
      <dgm:prSet/>
      <dgm:spPr/>
      <dgm:t>
        <a:bodyPr/>
        <a:lstStyle/>
        <a:p>
          <a:endParaRPr lang="fr-CA"/>
        </a:p>
      </dgm:t>
    </dgm:pt>
    <dgm:pt modelId="{53293DFB-730D-4042-956A-FC2F317B46F2}" type="pres">
      <dgm:prSet presAssocID="{A25A46E6-BB43-4E93-B211-5B8EE018F73C}" presName="linear" presStyleCnt="0">
        <dgm:presLayoutVars>
          <dgm:dir/>
          <dgm:animLvl val="lvl"/>
          <dgm:resizeHandles val="exact"/>
        </dgm:presLayoutVars>
      </dgm:prSet>
      <dgm:spPr/>
    </dgm:pt>
    <dgm:pt modelId="{D8B70970-26A5-4F3D-8599-31531A4818F4}" type="pres">
      <dgm:prSet presAssocID="{6783C3CE-FE0D-4BC3-B37C-2262FC26E41B}" presName="parentLin" presStyleCnt="0"/>
      <dgm:spPr/>
    </dgm:pt>
    <dgm:pt modelId="{15E9586A-CBDF-4AD6-8D1B-1D6736D79804}" type="pres">
      <dgm:prSet presAssocID="{6783C3CE-FE0D-4BC3-B37C-2262FC26E41B}" presName="parentLeftMargin" presStyleLbl="node1" presStyleIdx="0" presStyleCnt="4"/>
      <dgm:spPr/>
    </dgm:pt>
    <dgm:pt modelId="{681CCF29-962D-49E3-8B5B-626D8F2DC615}" type="pres">
      <dgm:prSet presAssocID="{6783C3CE-FE0D-4BC3-B37C-2262FC26E41B}" presName="parentText" presStyleLbl="node1" presStyleIdx="0" presStyleCnt="4">
        <dgm:presLayoutVars>
          <dgm:chMax val="0"/>
          <dgm:bulletEnabled val="1"/>
        </dgm:presLayoutVars>
      </dgm:prSet>
      <dgm:spPr/>
    </dgm:pt>
    <dgm:pt modelId="{C0CF6D29-72D0-45DE-9FE6-40314B45C079}" type="pres">
      <dgm:prSet presAssocID="{6783C3CE-FE0D-4BC3-B37C-2262FC26E41B}" presName="negativeSpace" presStyleCnt="0"/>
      <dgm:spPr/>
    </dgm:pt>
    <dgm:pt modelId="{91675D08-6795-411B-BE73-CD1E6E2865EF}" type="pres">
      <dgm:prSet presAssocID="{6783C3CE-FE0D-4BC3-B37C-2262FC26E41B}" presName="childText" presStyleLbl="conFgAcc1" presStyleIdx="0" presStyleCnt="4">
        <dgm:presLayoutVars>
          <dgm:bulletEnabled val="1"/>
        </dgm:presLayoutVars>
      </dgm:prSet>
      <dgm:spPr/>
    </dgm:pt>
    <dgm:pt modelId="{125EA7A7-EA62-4F63-9D16-2AF0596789A1}" type="pres">
      <dgm:prSet presAssocID="{4A76C4AD-6D53-4456-9127-856C89883AF2}" presName="spaceBetweenRectangles" presStyleCnt="0"/>
      <dgm:spPr/>
    </dgm:pt>
    <dgm:pt modelId="{5E68853D-FBBD-4E50-A43F-9F50F404E429}" type="pres">
      <dgm:prSet presAssocID="{82C35685-1B7D-43FB-AB90-EACF2AE31928}" presName="parentLin" presStyleCnt="0"/>
      <dgm:spPr/>
    </dgm:pt>
    <dgm:pt modelId="{488A5C53-1F22-464E-B393-6272C3CF7A56}" type="pres">
      <dgm:prSet presAssocID="{82C35685-1B7D-43FB-AB90-EACF2AE31928}" presName="parentLeftMargin" presStyleLbl="node1" presStyleIdx="0" presStyleCnt="4"/>
      <dgm:spPr/>
    </dgm:pt>
    <dgm:pt modelId="{8843040C-B6DE-40FA-9E39-A05CA838F530}" type="pres">
      <dgm:prSet presAssocID="{82C35685-1B7D-43FB-AB90-EACF2AE31928}" presName="parentText" presStyleLbl="node1" presStyleIdx="1" presStyleCnt="4">
        <dgm:presLayoutVars>
          <dgm:chMax val="0"/>
          <dgm:bulletEnabled val="1"/>
        </dgm:presLayoutVars>
      </dgm:prSet>
      <dgm:spPr/>
    </dgm:pt>
    <dgm:pt modelId="{8EBEADC5-B0FD-4E9A-8C2E-15BC6A1F4A0D}" type="pres">
      <dgm:prSet presAssocID="{82C35685-1B7D-43FB-AB90-EACF2AE31928}" presName="negativeSpace" presStyleCnt="0"/>
      <dgm:spPr/>
    </dgm:pt>
    <dgm:pt modelId="{A79ADEB8-5578-4059-A3ED-0C82D5C56F98}" type="pres">
      <dgm:prSet presAssocID="{82C35685-1B7D-43FB-AB90-EACF2AE31928}" presName="childText" presStyleLbl="conFgAcc1" presStyleIdx="1" presStyleCnt="4">
        <dgm:presLayoutVars>
          <dgm:bulletEnabled val="1"/>
        </dgm:presLayoutVars>
      </dgm:prSet>
      <dgm:spPr/>
    </dgm:pt>
    <dgm:pt modelId="{25B52E0E-E30E-42C2-978B-58B9EEA05AC9}" type="pres">
      <dgm:prSet presAssocID="{203AB1B2-6CD7-42FA-A057-5BC0AF480ED0}" presName="spaceBetweenRectangles" presStyleCnt="0"/>
      <dgm:spPr/>
    </dgm:pt>
    <dgm:pt modelId="{E043092E-CF6A-46E3-B9FA-C06EE81FD205}" type="pres">
      <dgm:prSet presAssocID="{2D1A9A90-72FB-433A-9857-51DC9E8A1F6F}" presName="parentLin" presStyleCnt="0"/>
      <dgm:spPr/>
    </dgm:pt>
    <dgm:pt modelId="{1A3B3DF4-8B98-4F52-8CC1-0A50F8341534}" type="pres">
      <dgm:prSet presAssocID="{2D1A9A90-72FB-433A-9857-51DC9E8A1F6F}" presName="parentLeftMargin" presStyleLbl="node1" presStyleIdx="1" presStyleCnt="4"/>
      <dgm:spPr/>
    </dgm:pt>
    <dgm:pt modelId="{8BDF164F-098D-44EB-9E0C-FD188D1AAE95}" type="pres">
      <dgm:prSet presAssocID="{2D1A9A90-72FB-433A-9857-51DC9E8A1F6F}" presName="parentText" presStyleLbl="node1" presStyleIdx="2" presStyleCnt="4">
        <dgm:presLayoutVars>
          <dgm:chMax val="0"/>
          <dgm:bulletEnabled val="1"/>
        </dgm:presLayoutVars>
      </dgm:prSet>
      <dgm:spPr/>
    </dgm:pt>
    <dgm:pt modelId="{B7FBCEAE-BF47-47F2-B0FA-B5B9E17B6AF1}" type="pres">
      <dgm:prSet presAssocID="{2D1A9A90-72FB-433A-9857-51DC9E8A1F6F}" presName="negativeSpace" presStyleCnt="0"/>
      <dgm:spPr/>
    </dgm:pt>
    <dgm:pt modelId="{4A71DFAB-F26A-4B9D-8663-F3EAA414CF3B}" type="pres">
      <dgm:prSet presAssocID="{2D1A9A90-72FB-433A-9857-51DC9E8A1F6F}" presName="childText" presStyleLbl="conFgAcc1" presStyleIdx="2" presStyleCnt="4">
        <dgm:presLayoutVars>
          <dgm:bulletEnabled val="1"/>
        </dgm:presLayoutVars>
      </dgm:prSet>
      <dgm:spPr/>
    </dgm:pt>
    <dgm:pt modelId="{6A50FD72-5A9C-457B-BA75-7BB18B50D02D}" type="pres">
      <dgm:prSet presAssocID="{8895FD3E-4986-498E-A338-9A78C1044C69}" presName="spaceBetweenRectangles" presStyleCnt="0"/>
      <dgm:spPr/>
    </dgm:pt>
    <dgm:pt modelId="{B656E138-3236-4F99-A5A7-F9631214294F}" type="pres">
      <dgm:prSet presAssocID="{7A68C305-2953-45F9-8FAB-6337D2E24826}" presName="parentLin" presStyleCnt="0"/>
      <dgm:spPr/>
    </dgm:pt>
    <dgm:pt modelId="{BBFD6112-DDFA-40B2-9125-F2E15CC2FDE0}" type="pres">
      <dgm:prSet presAssocID="{7A68C305-2953-45F9-8FAB-6337D2E24826}" presName="parentLeftMargin" presStyleLbl="node1" presStyleIdx="2" presStyleCnt="4"/>
      <dgm:spPr/>
    </dgm:pt>
    <dgm:pt modelId="{4D7CC929-7E41-415B-B1C6-CDD1B7363DAB}" type="pres">
      <dgm:prSet presAssocID="{7A68C305-2953-45F9-8FAB-6337D2E24826}" presName="parentText" presStyleLbl="node1" presStyleIdx="3" presStyleCnt="4">
        <dgm:presLayoutVars>
          <dgm:chMax val="0"/>
          <dgm:bulletEnabled val="1"/>
        </dgm:presLayoutVars>
      </dgm:prSet>
      <dgm:spPr/>
    </dgm:pt>
    <dgm:pt modelId="{E6525F75-ABBA-4988-8356-7F084477EF21}" type="pres">
      <dgm:prSet presAssocID="{7A68C305-2953-45F9-8FAB-6337D2E24826}" presName="negativeSpace" presStyleCnt="0"/>
      <dgm:spPr/>
    </dgm:pt>
    <dgm:pt modelId="{98ECE461-00F3-4C8B-99EC-D6154F853DC6}" type="pres">
      <dgm:prSet presAssocID="{7A68C305-2953-45F9-8FAB-6337D2E24826}" presName="childText" presStyleLbl="conFgAcc1" presStyleIdx="3" presStyleCnt="4">
        <dgm:presLayoutVars>
          <dgm:bulletEnabled val="1"/>
        </dgm:presLayoutVars>
      </dgm:prSet>
      <dgm:spPr/>
    </dgm:pt>
  </dgm:ptLst>
  <dgm:cxnLst>
    <dgm:cxn modelId="{D51ACD01-FB91-46E7-9F07-CBBCACD561C2}" srcId="{82C35685-1B7D-43FB-AB90-EACF2AE31928}" destId="{8040B32D-C16D-4166-B4B9-4E45A9DD1E0C}" srcOrd="1" destOrd="0" parTransId="{19C76237-AD7E-4927-A77A-E13DA69312AE}" sibTransId="{F193758E-D8AB-4278-AB0D-4EFB5C0CD7A7}"/>
    <dgm:cxn modelId="{595BA912-F82C-4AD0-8DD3-C25817333A6F}" type="presOf" srcId="{BD0F1231-F94B-441E-B433-1963D7B6AC8C}" destId="{4A71DFAB-F26A-4B9D-8663-F3EAA414CF3B}" srcOrd="0" destOrd="3" presId="urn:microsoft.com/office/officeart/2005/8/layout/list1"/>
    <dgm:cxn modelId="{141AC319-1ED4-4AB6-9686-FC526D63BB20}" type="presOf" srcId="{A25A46E6-BB43-4E93-B211-5B8EE018F73C}" destId="{53293DFB-730D-4042-956A-FC2F317B46F2}" srcOrd="0" destOrd="0" presId="urn:microsoft.com/office/officeart/2005/8/layout/list1"/>
    <dgm:cxn modelId="{68959C1C-9CC5-42B4-9137-D24DF625B91C}" type="presOf" srcId="{4841181E-686D-4318-A02E-D3BDE3D10381}" destId="{91675D08-6795-411B-BE73-CD1E6E2865EF}" srcOrd="0" destOrd="0" presId="urn:microsoft.com/office/officeart/2005/8/layout/list1"/>
    <dgm:cxn modelId="{41CF3C21-712A-467B-B7AB-5D310D507026}" type="presOf" srcId="{E2486DF4-74AC-4367-9D1D-7691EBCCCF9B}" destId="{91675D08-6795-411B-BE73-CD1E6E2865EF}" srcOrd="0" destOrd="1" presId="urn:microsoft.com/office/officeart/2005/8/layout/list1"/>
    <dgm:cxn modelId="{5A8B1330-CBDE-4C8D-99A7-31A2C670C50A}" type="presOf" srcId="{82C35685-1B7D-43FB-AB90-EACF2AE31928}" destId="{488A5C53-1F22-464E-B393-6272C3CF7A56}" srcOrd="0" destOrd="0" presId="urn:microsoft.com/office/officeart/2005/8/layout/list1"/>
    <dgm:cxn modelId="{7DD99342-FA71-4689-9C4F-DB2FACB0D930}" srcId="{82C35685-1B7D-43FB-AB90-EACF2AE31928}" destId="{1D66581D-68BD-43B2-B87A-46E5D4DE4733}" srcOrd="0" destOrd="0" parTransId="{9383C5BB-2A37-4648-B28C-AC381E20FDAF}" sibTransId="{57B009F9-0547-441D-83F2-2C495B6468C7}"/>
    <dgm:cxn modelId="{CCDB6E64-7198-4C2B-80B6-8B5CA020C635}" type="presOf" srcId="{1D66581D-68BD-43B2-B87A-46E5D4DE4733}" destId="{A79ADEB8-5578-4059-A3ED-0C82D5C56F98}" srcOrd="0" destOrd="0" presId="urn:microsoft.com/office/officeart/2005/8/layout/list1"/>
    <dgm:cxn modelId="{02139147-402C-49D6-BBDF-8D0C7F995303}" srcId="{A25A46E6-BB43-4E93-B211-5B8EE018F73C}" destId="{2D1A9A90-72FB-433A-9857-51DC9E8A1F6F}" srcOrd="2" destOrd="0" parTransId="{D301CC7B-F897-4162-8F1F-22D976F3D794}" sibTransId="{8895FD3E-4986-498E-A338-9A78C1044C69}"/>
    <dgm:cxn modelId="{0307144B-086F-4A74-867C-8DB1420CF3AC}" type="presOf" srcId="{2D1A9A90-72FB-433A-9857-51DC9E8A1F6F}" destId="{8BDF164F-098D-44EB-9E0C-FD188D1AAE95}" srcOrd="1" destOrd="0" presId="urn:microsoft.com/office/officeart/2005/8/layout/list1"/>
    <dgm:cxn modelId="{4CE71A4E-7BA5-42B3-8095-F9FB219FCAFA}" srcId="{A25A46E6-BB43-4E93-B211-5B8EE018F73C}" destId="{7A68C305-2953-45F9-8FAB-6337D2E24826}" srcOrd="3" destOrd="0" parTransId="{883581C4-0783-40A7-801B-6F6ED9A2BF40}" sibTransId="{DCDA9842-048E-4D26-BCDE-1AD61B2B2073}"/>
    <dgm:cxn modelId="{62C6F34E-0435-4B65-B9C9-5C078C66D30E}" srcId="{6783C3CE-FE0D-4BC3-B37C-2262FC26E41B}" destId="{E2486DF4-74AC-4367-9D1D-7691EBCCCF9B}" srcOrd="1" destOrd="0" parTransId="{80695697-C1D2-40AD-AC88-AA1BC77B336B}" sibTransId="{20D37CF5-5235-4E46-B1C6-22DDCB9E0AAB}"/>
    <dgm:cxn modelId="{C8C62D72-7483-4603-81A8-EFF291968949}" srcId="{6783C3CE-FE0D-4BC3-B37C-2262FC26E41B}" destId="{4841181E-686D-4318-A02E-D3BDE3D10381}" srcOrd="0" destOrd="0" parTransId="{E0D22CC1-AC3A-463D-A164-8094B4260F58}" sibTransId="{3B87FE46-63DA-48B0-AD50-0A3C6F5446C1}"/>
    <dgm:cxn modelId="{95BB3C73-E3FC-4524-B4ED-8776FAA120A0}" srcId="{2D1A9A90-72FB-433A-9857-51DC9E8A1F6F}" destId="{BD0F1231-F94B-441E-B433-1963D7B6AC8C}" srcOrd="3" destOrd="0" parTransId="{0AD4B1F4-3EE1-4C2C-930D-46C6E09675D2}" sibTransId="{F5F35F20-C3BB-4314-966E-49F2B13941DB}"/>
    <dgm:cxn modelId="{FDCBE883-509B-4509-ABDC-0D297706AF78}" type="presOf" srcId="{6783C3CE-FE0D-4BC3-B37C-2262FC26E41B}" destId="{15E9586A-CBDF-4AD6-8D1B-1D6736D79804}" srcOrd="0" destOrd="0" presId="urn:microsoft.com/office/officeart/2005/8/layout/list1"/>
    <dgm:cxn modelId="{90508688-A3DB-41E3-A343-CC842EA88D66}" type="presOf" srcId="{43734AE6-79C8-4C4B-8378-BCC7D1F508D8}" destId="{4A71DFAB-F26A-4B9D-8663-F3EAA414CF3B}" srcOrd="0" destOrd="0" presId="urn:microsoft.com/office/officeart/2005/8/layout/list1"/>
    <dgm:cxn modelId="{2FCE8690-12B7-4284-986E-4BE447D81697}" type="presOf" srcId="{82C35685-1B7D-43FB-AB90-EACF2AE31928}" destId="{8843040C-B6DE-40FA-9E39-A05CA838F530}" srcOrd="1" destOrd="0" presId="urn:microsoft.com/office/officeart/2005/8/layout/list1"/>
    <dgm:cxn modelId="{F3787F9F-FF1B-400D-A7F1-1B8F5C07177D}" srcId="{2D1A9A90-72FB-433A-9857-51DC9E8A1F6F}" destId="{43734AE6-79C8-4C4B-8378-BCC7D1F508D8}" srcOrd="0" destOrd="0" parTransId="{CF40AD74-432C-4F32-AFE7-FC4CD9C36B66}" sibTransId="{393C320B-5DA6-4C1B-95F0-0AA1D84A976A}"/>
    <dgm:cxn modelId="{2248ECA2-56AC-4E97-B2ED-EB546D82D0CD}" srcId="{7A68C305-2953-45F9-8FAB-6337D2E24826}" destId="{11E6FECB-C7CB-45C0-86DB-1691A35F2ADE}" srcOrd="0" destOrd="0" parTransId="{C9E7FF05-C6B8-4933-A0EE-BC975281BA1A}" sibTransId="{8F24C425-430A-4D3A-826E-C76EE93364B4}"/>
    <dgm:cxn modelId="{B1D1EAA4-CDFA-4F03-A75B-5BD3E7B27E90}" type="presOf" srcId="{6783C3CE-FE0D-4BC3-B37C-2262FC26E41B}" destId="{681CCF29-962D-49E3-8B5B-626D8F2DC615}" srcOrd="1" destOrd="0" presId="urn:microsoft.com/office/officeart/2005/8/layout/list1"/>
    <dgm:cxn modelId="{FB6A11A5-96BB-4CF1-9D97-AD1D040A38E3}" type="presOf" srcId="{3D2CA1D2-6B48-487D-969E-79937F093916}" destId="{98ECE461-00F3-4C8B-99EC-D6154F853DC6}" srcOrd="0" destOrd="2" presId="urn:microsoft.com/office/officeart/2005/8/layout/list1"/>
    <dgm:cxn modelId="{ECBE28AC-32A9-44F9-B879-0A14460B4355}" srcId="{A25A46E6-BB43-4E93-B211-5B8EE018F73C}" destId="{82C35685-1B7D-43FB-AB90-EACF2AE31928}" srcOrd="1" destOrd="0" parTransId="{50C29687-4F81-4F4D-99E7-CB8965A6BDE8}" sibTransId="{203AB1B2-6CD7-42FA-A057-5BC0AF480ED0}"/>
    <dgm:cxn modelId="{C369D9AC-FB58-4EC5-9C5D-5C6E04481BC4}" srcId="{2D1A9A90-72FB-433A-9857-51DC9E8A1F6F}" destId="{5BCBF7A8-20EC-4042-8D2B-659A1157A816}" srcOrd="2" destOrd="0" parTransId="{FA5105CF-DF3E-4E6B-941F-C40355034F12}" sibTransId="{9C7239BA-38D0-448F-84C6-CBFB39A3DAAD}"/>
    <dgm:cxn modelId="{9B48B1B1-B312-4059-884E-D572A9271DC0}" type="presOf" srcId="{7A68C305-2953-45F9-8FAB-6337D2E24826}" destId="{BBFD6112-DDFA-40B2-9125-F2E15CC2FDE0}" srcOrd="0" destOrd="0" presId="urn:microsoft.com/office/officeart/2005/8/layout/list1"/>
    <dgm:cxn modelId="{822396B8-1B3B-47F8-8C3B-467562AE02D2}" srcId="{7A68C305-2953-45F9-8FAB-6337D2E24826}" destId="{3D2CA1D2-6B48-487D-969E-79937F093916}" srcOrd="2" destOrd="0" parTransId="{F4DF3E86-F4B4-4AA8-95D3-E935CC194729}" sibTransId="{1449F652-96DE-4FA8-A920-570699EE724B}"/>
    <dgm:cxn modelId="{E1D16ABD-C400-492F-9C1C-916122A6B272}" srcId="{A25A46E6-BB43-4E93-B211-5B8EE018F73C}" destId="{6783C3CE-FE0D-4BC3-B37C-2262FC26E41B}" srcOrd="0" destOrd="0" parTransId="{DC7A8CEF-1C7A-44F7-9571-6E1ABEF87265}" sibTransId="{4A76C4AD-6D53-4456-9127-856C89883AF2}"/>
    <dgm:cxn modelId="{525C11C2-76CA-46FE-8F87-EF5FDC393BCC}" srcId="{82C35685-1B7D-43FB-AB90-EACF2AE31928}" destId="{04C9D5A4-3EB8-42B9-A23A-C5E433A75B6B}" srcOrd="2" destOrd="0" parTransId="{04FD150E-F4AB-4598-8BF8-C959D200DF20}" sibTransId="{89ABB4BC-991D-4BDE-BACF-8A8D22C06C7A}"/>
    <dgm:cxn modelId="{EF271CC2-BF52-4FBD-BB44-40B3A6CF1676}" type="presOf" srcId="{01F96DF4-F813-4D79-AE16-5C3878D0FBDF}" destId="{4A71DFAB-F26A-4B9D-8663-F3EAA414CF3B}" srcOrd="0" destOrd="1" presId="urn:microsoft.com/office/officeart/2005/8/layout/list1"/>
    <dgm:cxn modelId="{7610C9C5-AAF5-47DC-845A-F3867DD42D80}" type="presOf" srcId="{11E6FECB-C7CB-45C0-86DB-1691A35F2ADE}" destId="{98ECE461-00F3-4C8B-99EC-D6154F853DC6}" srcOrd="0" destOrd="0" presId="urn:microsoft.com/office/officeart/2005/8/layout/list1"/>
    <dgm:cxn modelId="{322992D5-9E32-4EA2-AD4F-CF5953AFC0BA}" type="presOf" srcId="{2D1A9A90-72FB-433A-9857-51DC9E8A1F6F}" destId="{1A3B3DF4-8B98-4F52-8CC1-0A50F8341534}" srcOrd="0" destOrd="0" presId="urn:microsoft.com/office/officeart/2005/8/layout/list1"/>
    <dgm:cxn modelId="{F6FF34D6-723A-45DB-B441-71E57E0136A5}" type="presOf" srcId="{5BCBF7A8-20EC-4042-8D2B-659A1157A816}" destId="{4A71DFAB-F26A-4B9D-8663-F3EAA414CF3B}" srcOrd="0" destOrd="2" presId="urn:microsoft.com/office/officeart/2005/8/layout/list1"/>
    <dgm:cxn modelId="{A72872D6-E553-4A04-980B-471D3CD6EEAE}" srcId="{7A68C305-2953-45F9-8FAB-6337D2E24826}" destId="{1AF15000-5BA4-4A1E-871E-C782413E7D46}" srcOrd="1" destOrd="0" parTransId="{C886325D-AC0B-4A7B-A4AA-C1D819BF9414}" sibTransId="{F21EA673-2E5A-49FC-8134-E04D6EAC4CF8}"/>
    <dgm:cxn modelId="{2ABC93D6-4E71-4C0F-968A-F0E1E1109817}" type="presOf" srcId="{7A68C305-2953-45F9-8FAB-6337D2E24826}" destId="{4D7CC929-7E41-415B-B1C6-CDD1B7363DAB}" srcOrd="1" destOrd="0" presId="urn:microsoft.com/office/officeart/2005/8/layout/list1"/>
    <dgm:cxn modelId="{9AC228DB-1E11-4FB7-AE70-FA770D826442}" type="presOf" srcId="{1AF15000-5BA4-4A1E-871E-C782413E7D46}" destId="{98ECE461-00F3-4C8B-99EC-D6154F853DC6}" srcOrd="0" destOrd="1" presId="urn:microsoft.com/office/officeart/2005/8/layout/list1"/>
    <dgm:cxn modelId="{B80F43E3-F12F-4D58-8B6A-1BC1A496E8CF}" type="presOf" srcId="{8040B32D-C16D-4166-B4B9-4E45A9DD1E0C}" destId="{A79ADEB8-5578-4059-A3ED-0C82D5C56F98}" srcOrd="0" destOrd="1" presId="urn:microsoft.com/office/officeart/2005/8/layout/list1"/>
    <dgm:cxn modelId="{3A8B4CF6-25F7-4F60-A93C-C786175F3E93}" type="presOf" srcId="{04C9D5A4-3EB8-42B9-A23A-C5E433A75B6B}" destId="{A79ADEB8-5578-4059-A3ED-0C82D5C56F98}" srcOrd="0" destOrd="2" presId="urn:microsoft.com/office/officeart/2005/8/layout/list1"/>
    <dgm:cxn modelId="{7BE2A7FA-0204-423B-9237-B971E645431F}" srcId="{2D1A9A90-72FB-433A-9857-51DC9E8A1F6F}" destId="{01F96DF4-F813-4D79-AE16-5C3878D0FBDF}" srcOrd="1" destOrd="0" parTransId="{316ED253-2C15-452F-9EF3-5901FA7374F8}" sibTransId="{BFD46E24-AF95-4C0A-AE2F-0570EB1AD30B}"/>
    <dgm:cxn modelId="{9982FA58-740D-49C0-9487-07FB37FC273F}" type="presParOf" srcId="{53293DFB-730D-4042-956A-FC2F317B46F2}" destId="{D8B70970-26A5-4F3D-8599-31531A4818F4}" srcOrd="0" destOrd="0" presId="urn:microsoft.com/office/officeart/2005/8/layout/list1"/>
    <dgm:cxn modelId="{3226A8FA-90B0-4AED-A942-8A505C757669}" type="presParOf" srcId="{D8B70970-26A5-4F3D-8599-31531A4818F4}" destId="{15E9586A-CBDF-4AD6-8D1B-1D6736D79804}" srcOrd="0" destOrd="0" presId="urn:microsoft.com/office/officeart/2005/8/layout/list1"/>
    <dgm:cxn modelId="{2AEB5229-8246-40ED-A11E-1B7DD515E6D6}" type="presParOf" srcId="{D8B70970-26A5-4F3D-8599-31531A4818F4}" destId="{681CCF29-962D-49E3-8B5B-626D8F2DC615}" srcOrd="1" destOrd="0" presId="urn:microsoft.com/office/officeart/2005/8/layout/list1"/>
    <dgm:cxn modelId="{C175DCC4-2171-4811-B0EA-BB2B46AC9D7B}" type="presParOf" srcId="{53293DFB-730D-4042-956A-FC2F317B46F2}" destId="{C0CF6D29-72D0-45DE-9FE6-40314B45C079}" srcOrd="1" destOrd="0" presId="urn:microsoft.com/office/officeart/2005/8/layout/list1"/>
    <dgm:cxn modelId="{3B88C860-D2AC-460E-AEC5-B4A1B44AFF48}" type="presParOf" srcId="{53293DFB-730D-4042-956A-FC2F317B46F2}" destId="{91675D08-6795-411B-BE73-CD1E6E2865EF}" srcOrd="2" destOrd="0" presId="urn:microsoft.com/office/officeart/2005/8/layout/list1"/>
    <dgm:cxn modelId="{72C2BEFC-8DF9-434A-AE49-7B330E5BEBD1}" type="presParOf" srcId="{53293DFB-730D-4042-956A-FC2F317B46F2}" destId="{125EA7A7-EA62-4F63-9D16-2AF0596789A1}" srcOrd="3" destOrd="0" presId="urn:microsoft.com/office/officeart/2005/8/layout/list1"/>
    <dgm:cxn modelId="{C9CC56B9-9E82-4D2A-B57C-102BB166538E}" type="presParOf" srcId="{53293DFB-730D-4042-956A-FC2F317B46F2}" destId="{5E68853D-FBBD-4E50-A43F-9F50F404E429}" srcOrd="4" destOrd="0" presId="urn:microsoft.com/office/officeart/2005/8/layout/list1"/>
    <dgm:cxn modelId="{863CA140-2883-4BC4-B418-745D5B9A3BED}" type="presParOf" srcId="{5E68853D-FBBD-4E50-A43F-9F50F404E429}" destId="{488A5C53-1F22-464E-B393-6272C3CF7A56}" srcOrd="0" destOrd="0" presId="urn:microsoft.com/office/officeart/2005/8/layout/list1"/>
    <dgm:cxn modelId="{55C40F0D-DEC0-4D13-BBFE-966428F7AE4D}" type="presParOf" srcId="{5E68853D-FBBD-4E50-A43F-9F50F404E429}" destId="{8843040C-B6DE-40FA-9E39-A05CA838F530}" srcOrd="1" destOrd="0" presId="urn:microsoft.com/office/officeart/2005/8/layout/list1"/>
    <dgm:cxn modelId="{307CB660-C724-4B2D-81FA-359FA9BE583C}" type="presParOf" srcId="{53293DFB-730D-4042-956A-FC2F317B46F2}" destId="{8EBEADC5-B0FD-4E9A-8C2E-15BC6A1F4A0D}" srcOrd="5" destOrd="0" presId="urn:microsoft.com/office/officeart/2005/8/layout/list1"/>
    <dgm:cxn modelId="{2E9C9AEC-D11D-4D29-9FC1-9CA84B3BF6D9}" type="presParOf" srcId="{53293DFB-730D-4042-956A-FC2F317B46F2}" destId="{A79ADEB8-5578-4059-A3ED-0C82D5C56F98}" srcOrd="6" destOrd="0" presId="urn:microsoft.com/office/officeart/2005/8/layout/list1"/>
    <dgm:cxn modelId="{A31242E5-ABD8-4059-9F6E-6E91F19A737A}" type="presParOf" srcId="{53293DFB-730D-4042-956A-FC2F317B46F2}" destId="{25B52E0E-E30E-42C2-978B-58B9EEA05AC9}" srcOrd="7" destOrd="0" presId="urn:microsoft.com/office/officeart/2005/8/layout/list1"/>
    <dgm:cxn modelId="{7E9C99BD-DDDF-47EE-AB19-324B427C4847}" type="presParOf" srcId="{53293DFB-730D-4042-956A-FC2F317B46F2}" destId="{E043092E-CF6A-46E3-B9FA-C06EE81FD205}" srcOrd="8" destOrd="0" presId="urn:microsoft.com/office/officeart/2005/8/layout/list1"/>
    <dgm:cxn modelId="{94669366-9482-40E5-AB7B-ABF0396FC6FD}" type="presParOf" srcId="{E043092E-CF6A-46E3-B9FA-C06EE81FD205}" destId="{1A3B3DF4-8B98-4F52-8CC1-0A50F8341534}" srcOrd="0" destOrd="0" presId="urn:microsoft.com/office/officeart/2005/8/layout/list1"/>
    <dgm:cxn modelId="{4C655DA7-F499-47AB-A6F3-1F9A7567E04B}" type="presParOf" srcId="{E043092E-CF6A-46E3-B9FA-C06EE81FD205}" destId="{8BDF164F-098D-44EB-9E0C-FD188D1AAE95}" srcOrd="1" destOrd="0" presId="urn:microsoft.com/office/officeart/2005/8/layout/list1"/>
    <dgm:cxn modelId="{327471E1-F24B-46F3-8714-769BF0E82771}" type="presParOf" srcId="{53293DFB-730D-4042-956A-FC2F317B46F2}" destId="{B7FBCEAE-BF47-47F2-B0FA-B5B9E17B6AF1}" srcOrd="9" destOrd="0" presId="urn:microsoft.com/office/officeart/2005/8/layout/list1"/>
    <dgm:cxn modelId="{5E0366B4-4F8B-4E84-B977-EB3A52BD3E1E}" type="presParOf" srcId="{53293DFB-730D-4042-956A-FC2F317B46F2}" destId="{4A71DFAB-F26A-4B9D-8663-F3EAA414CF3B}" srcOrd="10" destOrd="0" presId="urn:microsoft.com/office/officeart/2005/8/layout/list1"/>
    <dgm:cxn modelId="{01A5081D-622C-4CFD-BA0E-901B21CBE3B5}" type="presParOf" srcId="{53293DFB-730D-4042-956A-FC2F317B46F2}" destId="{6A50FD72-5A9C-457B-BA75-7BB18B50D02D}" srcOrd="11" destOrd="0" presId="urn:microsoft.com/office/officeart/2005/8/layout/list1"/>
    <dgm:cxn modelId="{8411FD1C-5AC7-4690-A799-51F426F3A66E}" type="presParOf" srcId="{53293DFB-730D-4042-956A-FC2F317B46F2}" destId="{B656E138-3236-4F99-A5A7-F9631214294F}" srcOrd="12" destOrd="0" presId="urn:microsoft.com/office/officeart/2005/8/layout/list1"/>
    <dgm:cxn modelId="{73A7B9C2-C660-499E-904B-72A465100659}" type="presParOf" srcId="{B656E138-3236-4F99-A5A7-F9631214294F}" destId="{BBFD6112-DDFA-40B2-9125-F2E15CC2FDE0}" srcOrd="0" destOrd="0" presId="urn:microsoft.com/office/officeart/2005/8/layout/list1"/>
    <dgm:cxn modelId="{EA48321F-0657-43D4-B9D3-B6D990FEA784}" type="presParOf" srcId="{B656E138-3236-4F99-A5A7-F9631214294F}" destId="{4D7CC929-7E41-415B-B1C6-CDD1B7363DAB}" srcOrd="1" destOrd="0" presId="urn:microsoft.com/office/officeart/2005/8/layout/list1"/>
    <dgm:cxn modelId="{6A02F7B8-6157-43B7-A20E-85092E495871}" type="presParOf" srcId="{53293DFB-730D-4042-956A-FC2F317B46F2}" destId="{E6525F75-ABBA-4988-8356-7F084477EF21}" srcOrd="13" destOrd="0" presId="urn:microsoft.com/office/officeart/2005/8/layout/list1"/>
    <dgm:cxn modelId="{C1160B5B-821B-48AC-A471-526593724D89}" type="presParOf" srcId="{53293DFB-730D-4042-956A-FC2F317B46F2}" destId="{98ECE461-00F3-4C8B-99EC-D6154F853DC6}" srcOrd="14" destOrd="0" presId="urn:microsoft.com/office/officeart/2005/8/layout/lis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F97BD68-E34D-4145-BDBC-23B29E1BE32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CA"/>
        </a:p>
      </dgm:t>
    </dgm:pt>
    <dgm:pt modelId="{20689EBE-4D9C-4839-BBFD-E44B9260947D}">
      <dgm:prSet/>
      <dgm:spPr/>
      <dgm:t>
        <a:bodyPr/>
        <a:lstStyle/>
        <a:p>
          <a:r>
            <a:rPr lang="fr-CA"/>
            <a:t>Validation / qualité des données</a:t>
          </a:r>
        </a:p>
      </dgm:t>
    </dgm:pt>
    <dgm:pt modelId="{A1EB5498-B1EB-4C41-8D66-2D2EF57EAF7A}" type="parTrans" cxnId="{C312B97E-3717-4EC1-8EE2-8CFF4AA04D8E}">
      <dgm:prSet/>
      <dgm:spPr/>
      <dgm:t>
        <a:bodyPr/>
        <a:lstStyle/>
        <a:p>
          <a:endParaRPr lang="fr-CA"/>
        </a:p>
      </dgm:t>
    </dgm:pt>
    <dgm:pt modelId="{773F917C-A616-44E1-A368-CCF34A6A44C1}" type="sibTrans" cxnId="{C312B97E-3717-4EC1-8EE2-8CFF4AA04D8E}">
      <dgm:prSet/>
      <dgm:spPr/>
      <dgm:t>
        <a:bodyPr/>
        <a:lstStyle/>
        <a:p>
          <a:endParaRPr lang="fr-CA"/>
        </a:p>
      </dgm:t>
    </dgm:pt>
    <dgm:pt modelId="{DC28076C-5DC3-423C-82A3-F1AE306CF61A}">
      <dgm:prSet/>
      <dgm:spPr/>
      <dgm:t>
        <a:bodyPr/>
        <a:lstStyle/>
        <a:p>
          <a:r>
            <a:rPr lang="fr-CA"/>
            <a:t>Tests des règles de transformation (ETL/ELT)</a:t>
          </a:r>
        </a:p>
      </dgm:t>
    </dgm:pt>
    <dgm:pt modelId="{2006BC46-40C8-4A21-8019-6B04FCCC2CF6}" type="parTrans" cxnId="{71E7C088-0BCC-4FF0-9750-26AD7836796C}">
      <dgm:prSet/>
      <dgm:spPr/>
      <dgm:t>
        <a:bodyPr/>
        <a:lstStyle/>
        <a:p>
          <a:endParaRPr lang="fr-CA"/>
        </a:p>
      </dgm:t>
    </dgm:pt>
    <dgm:pt modelId="{788B01CA-15B7-4A39-8E73-C614E3D9CDC8}" type="sibTrans" cxnId="{71E7C088-0BCC-4FF0-9750-26AD7836796C}">
      <dgm:prSet/>
      <dgm:spPr/>
      <dgm:t>
        <a:bodyPr/>
        <a:lstStyle/>
        <a:p>
          <a:endParaRPr lang="fr-CA"/>
        </a:p>
      </dgm:t>
    </dgm:pt>
    <dgm:pt modelId="{6DF706DC-70DE-4D84-B7EB-EB08BAA0F08C}">
      <dgm:prSet/>
      <dgm:spPr/>
      <dgm:t>
        <a:bodyPr/>
        <a:lstStyle/>
        <a:p>
          <a:r>
            <a:rPr lang="fr-CA"/>
            <a:t>Tests d'intégrité &amp; cohérence</a:t>
          </a:r>
        </a:p>
      </dgm:t>
    </dgm:pt>
    <dgm:pt modelId="{E6A32737-6D83-488B-87BE-10CDDAA0407E}" type="parTrans" cxnId="{4AB69565-2B8B-4898-83D3-4ADBCF8ABA2F}">
      <dgm:prSet/>
      <dgm:spPr/>
      <dgm:t>
        <a:bodyPr/>
        <a:lstStyle/>
        <a:p>
          <a:endParaRPr lang="fr-CA"/>
        </a:p>
      </dgm:t>
    </dgm:pt>
    <dgm:pt modelId="{317241B9-67F4-4534-BD52-2F4E799C17EE}" type="sibTrans" cxnId="{4AB69565-2B8B-4898-83D3-4ADBCF8ABA2F}">
      <dgm:prSet/>
      <dgm:spPr/>
      <dgm:t>
        <a:bodyPr/>
        <a:lstStyle/>
        <a:p>
          <a:endParaRPr lang="fr-CA"/>
        </a:p>
      </dgm:t>
    </dgm:pt>
    <dgm:pt modelId="{593D2657-06C2-46C2-9F6D-AD65AF5307AB}">
      <dgm:prSet/>
      <dgm:spPr/>
      <dgm:t>
        <a:bodyPr/>
        <a:lstStyle/>
        <a:p>
          <a:r>
            <a:rPr lang="fr-CA"/>
            <a:t>Réconciliation </a:t>
          </a:r>
          <a:r>
            <a:rPr lang="fr-CA" err="1"/>
            <a:t>source→cible</a:t>
          </a:r>
          <a:endParaRPr lang="fr-CA"/>
        </a:p>
      </dgm:t>
    </dgm:pt>
    <dgm:pt modelId="{B7B98ACB-14C6-44B9-81ED-71C471CA10C5}" type="parTrans" cxnId="{8D6F3A52-9E59-4E5E-9A2A-21F921FCD593}">
      <dgm:prSet/>
      <dgm:spPr/>
      <dgm:t>
        <a:bodyPr/>
        <a:lstStyle/>
        <a:p>
          <a:endParaRPr lang="fr-CA"/>
        </a:p>
      </dgm:t>
    </dgm:pt>
    <dgm:pt modelId="{4C414197-4088-4038-88C2-19C631B475E6}" type="sibTrans" cxnId="{8D6F3A52-9E59-4E5E-9A2A-21F921FCD593}">
      <dgm:prSet/>
      <dgm:spPr/>
      <dgm:t>
        <a:bodyPr/>
        <a:lstStyle/>
        <a:p>
          <a:endParaRPr lang="fr-CA"/>
        </a:p>
      </dgm:t>
    </dgm:pt>
    <dgm:pt modelId="{D2C146DC-8F3A-48A2-A91D-50726B9DD355}">
      <dgm:prSet/>
      <dgm:spPr/>
      <dgm:t>
        <a:bodyPr/>
        <a:lstStyle/>
        <a:p>
          <a:r>
            <a:rPr lang="fr-CA"/>
            <a:t>Migration / chargements</a:t>
          </a:r>
        </a:p>
      </dgm:t>
    </dgm:pt>
    <dgm:pt modelId="{115DB03A-C9EF-4EFD-92D5-F5323EDF5804}" type="parTrans" cxnId="{7FB0B743-9C12-4BCE-AF10-C39127A507A4}">
      <dgm:prSet/>
      <dgm:spPr/>
      <dgm:t>
        <a:bodyPr/>
        <a:lstStyle/>
        <a:p>
          <a:endParaRPr lang="fr-CA"/>
        </a:p>
      </dgm:t>
    </dgm:pt>
    <dgm:pt modelId="{B8274241-6455-4454-AFC0-785ACD4F5F36}" type="sibTrans" cxnId="{7FB0B743-9C12-4BCE-AF10-C39127A507A4}">
      <dgm:prSet/>
      <dgm:spPr/>
      <dgm:t>
        <a:bodyPr/>
        <a:lstStyle/>
        <a:p>
          <a:endParaRPr lang="fr-CA"/>
        </a:p>
      </dgm:t>
    </dgm:pt>
    <dgm:pt modelId="{0FA6250A-A5E7-4D05-8424-01E58503C4FB}">
      <dgm:prSet/>
      <dgm:spPr/>
      <dgm:t>
        <a:bodyPr/>
        <a:lstStyle/>
        <a:p>
          <a:r>
            <a:rPr lang="fr-CA"/>
            <a:t>Sécurité &amp; confidentialité des données</a:t>
          </a:r>
        </a:p>
      </dgm:t>
    </dgm:pt>
    <dgm:pt modelId="{69F4B930-37E5-4EEC-8D04-C29C222DB57F}" type="parTrans" cxnId="{3366669D-DDB2-44E6-8229-3AC3A85E6BA2}">
      <dgm:prSet/>
      <dgm:spPr/>
      <dgm:t>
        <a:bodyPr/>
        <a:lstStyle/>
        <a:p>
          <a:endParaRPr lang="fr-CA"/>
        </a:p>
      </dgm:t>
    </dgm:pt>
    <dgm:pt modelId="{FCF8A9C4-083A-4F5D-814F-0598D7893974}" type="sibTrans" cxnId="{3366669D-DDB2-44E6-8229-3AC3A85E6BA2}">
      <dgm:prSet/>
      <dgm:spPr/>
      <dgm:t>
        <a:bodyPr/>
        <a:lstStyle/>
        <a:p>
          <a:endParaRPr lang="fr-CA"/>
        </a:p>
      </dgm:t>
    </dgm:pt>
    <dgm:pt modelId="{626A09F4-9B05-481B-AA90-6D5205BF8E3F}">
      <dgm:prSet/>
      <dgm:spPr/>
      <dgm:t>
        <a:bodyPr/>
        <a:lstStyle/>
        <a:p>
          <a:r>
            <a:rPr lang="fr-CA"/>
            <a:t>Performance des traitements</a:t>
          </a:r>
        </a:p>
      </dgm:t>
    </dgm:pt>
    <dgm:pt modelId="{CDF50B0D-5880-4BCB-972E-7A08E6C7A72F}" type="parTrans" cxnId="{FE3BC322-DA19-4F1F-881D-0E6545AC8823}">
      <dgm:prSet/>
      <dgm:spPr/>
      <dgm:t>
        <a:bodyPr/>
        <a:lstStyle/>
        <a:p>
          <a:endParaRPr lang="fr-CA"/>
        </a:p>
      </dgm:t>
    </dgm:pt>
    <dgm:pt modelId="{90376605-D3E2-4669-970C-C7DA9B3819E5}" type="sibTrans" cxnId="{FE3BC322-DA19-4F1F-881D-0E6545AC8823}">
      <dgm:prSet/>
      <dgm:spPr/>
      <dgm:t>
        <a:bodyPr/>
        <a:lstStyle/>
        <a:p>
          <a:endParaRPr lang="fr-CA"/>
        </a:p>
      </dgm:t>
    </dgm:pt>
    <dgm:pt modelId="{C57F7605-5821-4BBD-9B43-9CA353A99272}">
      <dgm:prSet/>
      <dgm:spPr/>
      <dgm:t>
        <a:bodyPr/>
        <a:lstStyle/>
        <a:p>
          <a:r>
            <a:rPr lang="fr-CA"/>
            <a:t>exactitude, complétude, validité, cohérence, unicité, fraîcheur (fitness for </a:t>
          </a:r>
          <a:r>
            <a:rPr lang="fr-CA" err="1"/>
            <a:t>purpose</a:t>
          </a:r>
          <a:r>
            <a:rPr lang="fr-CA"/>
            <a:t>)</a:t>
          </a:r>
        </a:p>
      </dgm:t>
    </dgm:pt>
    <dgm:pt modelId="{B55DE7BC-93E5-4A55-A9EE-3DE9A0C3151B}" type="parTrans" cxnId="{B00E85F5-75B1-401B-9E2F-CDE4898E5C9A}">
      <dgm:prSet/>
      <dgm:spPr/>
      <dgm:t>
        <a:bodyPr/>
        <a:lstStyle/>
        <a:p>
          <a:endParaRPr lang="fr-CA"/>
        </a:p>
      </dgm:t>
    </dgm:pt>
    <dgm:pt modelId="{AD1857F3-7DD9-41AE-B50C-091A79DF1693}" type="sibTrans" cxnId="{B00E85F5-75B1-401B-9E2F-CDE4898E5C9A}">
      <dgm:prSet/>
      <dgm:spPr/>
      <dgm:t>
        <a:bodyPr/>
        <a:lstStyle/>
        <a:p>
          <a:endParaRPr lang="fr-CA"/>
        </a:p>
      </dgm:t>
    </dgm:pt>
    <dgm:pt modelId="{B3D0DC0E-C12A-42FC-BDC8-4FF737196E0E}">
      <dgm:prSet/>
      <dgm:spPr/>
      <dgm:t>
        <a:bodyPr/>
        <a:lstStyle/>
        <a:p>
          <a:r>
            <a:rPr lang="fr-CA"/>
            <a:t>mapping </a:t>
          </a:r>
          <a:r>
            <a:rPr lang="fr-CA" err="1"/>
            <a:t>source→cible</a:t>
          </a:r>
          <a:r>
            <a:rPr lang="fr-CA"/>
            <a:t>, calculs, agrégations, conversions (type/unité), arrondis, encodage</a:t>
          </a:r>
        </a:p>
      </dgm:t>
    </dgm:pt>
    <dgm:pt modelId="{BE573359-D771-4D3A-8ED3-321FA74E0FD2}" type="parTrans" cxnId="{E056148A-A570-4A98-BB9D-9C30DA70B12D}">
      <dgm:prSet/>
      <dgm:spPr/>
      <dgm:t>
        <a:bodyPr/>
        <a:lstStyle/>
        <a:p>
          <a:endParaRPr lang="fr-CA"/>
        </a:p>
      </dgm:t>
    </dgm:pt>
    <dgm:pt modelId="{95EF4B2A-8F35-4AEE-AED1-7D59BD966AB4}" type="sibTrans" cxnId="{E056148A-A570-4A98-BB9D-9C30DA70B12D}">
      <dgm:prSet/>
      <dgm:spPr/>
      <dgm:t>
        <a:bodyPr/>
        <a:lstStyle/>
        <a:p>
          <a:endParaRPr lang="fr-CA"/>
        </a:p>
      </dgm:t>
    </dgm:pt>
    <dgm:pt modelId="{4EF082BA-A33D-4F2F-98B2-6BCD2FE76B9F}">
      <dgm:prSet/>
      <dgm:spPr/>
      <dgm:t>
        <a:bodyPr/>
        <a:lstStyle/>
        <a:p>
          <a:r>
            <a:rPr lang="fr-CA"/>
            <a:t>contraintes (PK/FK), règles de domaine, valeurs obligatoires, déduplication, référentiels</a:t>
          </a:r>
        </a:p>
      </dgm:t>
    </dgm:pt>
    <dgm:pt modelId="{3C697FAE-ED12-488D-A0B1-6CD94EE82237}" type="parTrans" cxnId="{CF1F9590-CE46-4F46-92F6-ACED11467D86}">
      <dgm:prSet/>
      <dgm:spPr/>
      <dgm:t>
        <a:bodyPr/>
        <a:lstStyle/>
        <a:p>
          <a:endParaRPr lang="fr-CA"/>
        </a:p>
      </dgm:t>
    </dgm:pt>
    <dgm:pt modelId="{D6ED7F45-420A-4CBB-AA12-7048527C4D53}" type="sibTrans" cxnId="{CF1F9590-CE46-4F46-92F6-ACED11467D86}">
      <dgm:prSet/>
      <dgm:spPr/>
      <dgm:t>
        <a:bodyPr/>
        <a:lstStyle/>
        <a:p>
          <a:endParaRPr lang="fr-CA"/>
        </a:p>
      </dgm:t>
    </dgm:pt>
    <dgm:pt modelId="{8699CC8C-4848-4486-BEE0-4ADC22A81AE0}">
      <dgm:prSet/>
      <dgm:spPr/>
      <dgm:t>
        <a:bodyPr/>
        <a:lstStyle/>
        <a:p>
          <a:r>
            <a:rPr lang="fr-CA"/>
            <a:t>volumes (</a:t>
          </a:r>
          <a:r>
            <a:rPr lang="fr-CA" err="1"/>
            <a:t>row</a:t>
          </a:r>
          <a:r>
            <a:rPr lang="fr-CA"/>
            <a:t> </a:t>
          </a:r>
          <a:r>
            <a:rPr lang="fr-CA" err="1"/>
            <a:t>counts</a:t>
          </a:r>
          <a:r>
            <a:rPr lang="fr-CA"/>
            <a:t>), totaux, checksums, écarts tolérés, "balancing"</a:t>
          </a:r>
        </a:p>
      </dgm:t>
    </dgm:pt>
    <dgm:pt modelId="{0A1D2D1D-7645-4F3D-A4D8-2B6436C8D662}" type="parTrans" cxnId="{4C282DF7-4862-4FA0-872B-AA973E111592}">
      <dgm:prSet/>
      <dgm:spPr/>
      <dgm:t>
        <a:bodyPr/>
        <a:lstStyle/>
        <a:p>
          <a:endParaRPr lang="fr-CA"/>
        </a:p>
      </dgm:t>
    </dgm:pt>
    <dgm:pt modelId="{941A713C-E2F7-451E-A888-AEC9BBCAF848}" type="sibTrans" cxnId="{4C282DF7-4862-4FA0-872B-AA973E111592}">
      <dgm:prSet/>
      <dgm:spPr/>
      <dgm:t>
        <a:bodyPr/>
        <a:lstStyle/>
        <a:p>
          <a:endParaRPr lang="fr-CA"/>
        </a:p>
      </dgm:t>
    </dgm:pt>
    <dgm:pt modelId="{8DD86247-A5C8-4125-980C-F3CD9B43D3FE}">
      <dgm:prSet/>
      <dgm:spPr/>
      <dgm:t>
        <a:bodyPr/>
        <a:lstStyle/>
        <a:p>
          <a:r>
            <a:rPr lang="fr-CA"/>
            <a:t>chargement initial, incrémental (delta), reprise, idempotence, rollback</a:t>
          </a:r>
        </a:p>
      </dgm:t>
    </dgm:pt>
    <dgm:pt modelId="{86771419-3574-4E07-B69B-24196B67A159}" type="parTrans" cxnId="{05D152EB-7BAD-4C89-AD9A-65BAF5EDE94C}">
      <dgm:prSet/>
      <dgm:spPr/>
      <dgm:t>
        <a:bodyPr/>
        <a:lstStyle/>
        <a:p>
          <a:endParaRPr lang="fr-CA"/>
        </a:p>
      </dgm:t>
    </dgm:pt>
    <dgm:pt modelId="{5769D0F8-DB27-4F05-9225-0B4D8430428D}" type="sibTrans" cxnId="{05D152EB-7BAD-4C89-AD9A-65BAF5EDE94C}">
      <dgm:prSet/>
      <dgm:spPr/>
      <dgm:t>
        <a:bodyPr/>
        <a:lstStyle/>
        <a:p>
          <a:endParaRPr lang="fr-CA"/>
        </a:p>
      </dgm:t>
    </dgm:pt>
    <dgm:pt modelId="{6390D976-CF58-4E9E-9019-0337FB509095}">
      <dgm:prSet/>
      <dgm:spPr/>
      <dgm:t>
        <a:bodyPr/>
        <a:lstStyle/>
        <a:p>
          <a:r>
            <a:rPr lang="fr-CA"/>
            <a:t>droits, masquage, exposition</a:t>
          </a:r>
        </a:p>
      </dgm:t>
    </dgm:pt>
    <dgm:pt modelId="{866615C4-5BAD-476A-955D-C1CC938D514A}" type="parTrans" cxnId="{C0857449-2254-4932-AF6D-C0F76507ABBD}">
      <dgm:prSet/>
      <dgm:spPr/>
      <dgm:t>
        <a:bodyPr/>
        <a:lstStyle/>
        <a:p>
          <a:endParaRPr lang="fr-CA"/>
        </a:p>
      </dgm:t>
    </dgm:pt>
    <dgm:pt modelId="{4682C2E2-5E66-440F-9805-16B485BCE180}" type="sibTrans" cxnId="{C0857449-2254-4932-AF6D-C0F76507ABBD}">
      <dgm:prSet/>
      <dgm:spPr/>
      <dgm:t>
        <a:bodyPr/>
        <a:lstStyle/>
        <a:p>
          <a:endParaRPr lang="fr-CA"/>
        </a:p>
      </dgm:t>
    </dgm:pt>
    <dgm:pt modelId="{A927ED0B-D2CB-421D-BF14-3D7EC344CAA2}">
      <dgm:prSet/>
      <dgm:spPr/>
      <dgm:t>
        <a:bodyPr/>
        <a:lstStyle/>
        <a:p>
          <a:r>
            <a:rPr lang="fr-CA"/>
            <a:t>débit, latence, volumétrie</a:t>
          </a:r>
        </a:p>
      </dgm:t>
    </dgm:pt>
    <dgm:pt modelId="{01842838-D3B0-4CB4-83D1-C09E10381045}" type="parTrans" cxnId="{7999E566-A151-41B3-88C0-02FA1A8A965B}">
      <dgm:prSet/>
      <dgm:spPr/>
      <dgm:t>
        <a:bodyPr/>
        <a:lstStyle/>
        <a:p>
          <a:endParaRPr lang="fr-CA"/>
        </a:p>
      </dgm:t>
    </dgm:pt>
    <dgm:pt modelId="{34ECB52F-45A5-4002-B9F9-DB0208CC566C}" type="sibTrans" cxnId="{7999E566-A151-41B3-88C0-02FA1A8A965B}">
      <dgm:prSet/>
      <dgm:spPr/>
      <dgm:t>
        <a:bodyPr/>
        <a:lstStyle/>
        <a:p>
          <a:endParaRPr lang="fr-CA"/>
        </a:p>
      </dgm:t>
    </dgm:pt>
    <dgm:pt modelId="{8FB88C67-61E4-4ACE-8469-8B02E2DBABFD}" type="pres">
      <dgm:prSet presAssocID="{8F97BD68-E34D-4145-BDBC-23B29E1BE32D}" presName="Name0" presStyleCnt="0">
        <dgm:presLayoutVars>
          <dgm:dir/>
          <dgm:animLvl val="lvl"/>
          <dgm:resizeHandles val="exact"/>
        </dgm:presLayoutVars>
      </dgm:prSet>
      <dgm:spPr/>
    </dgm:pt>
    <dgm:pt modelId="{33371229-EC07-497D-AE97-C71EDF9D323A}" type="pres">
      <dgm:prSet presAssocID="{20689EBE-4D9C-4839-BBFD-E44B9260947D}" presName="linNode" presStyleCnt="0"/>
      <dgm:spPr/>
    </dgm:pt>
    <dgm:pt modelId="{21D528AF-31AA-4A9F-BA82-DA233FA2DC0F}" type="pres">
      <dgm:prSet presAssocID="{20689EBE-4D9C-4839-BBFD-E44B9260947D}" presName="parentText" presStyleLbl="node1" presStyleIdx="0" presStyleCnt="7">
        <dgm:presLayoutVars>
          <dgm:chMax val="1"/>
          <dgm:bulletEnabled val="1"/>
        </dgm:presLayoutVars>
      </dgm:prSet>
      <dgm:spPr/>
    </dgm:pt>
    <dgm:pt modelId="{4E2A441D-E3DA-4AC3-BAE4-C239EB9B85BD}" type="pres">
      <dgm:prSet presAssocID="{20689EBE-4D9C-4839-BBFD-E44B9260947D}" presName="descendantText" presStyleLbl="alignAccFollowNode1" presStyleIdx="0" presStyleCnt="7">
        <dgm:presLayoutVars>
          <dgm:bulletEnabled val="1"/>
        </dgm:presLayoutVars>
      </dgm:prSet>
      <dgm:spPr/>
    </dgm:pt>
    <dgm:pt modelId="{10880195-8DE1-49B0-B673-D5EC37B778B4}" type="pres">
      <dgm:prSet presAssocID="{773F917C-A616-44E1-A368-CCF34A6A44C1}" presName="sp" presStyleCnt="0"/>
      <dgm:spPr/>
    </dgm:pt>
    <dgm:pt modelId="{D15857CC-0B90-47D3-B72C-F2D0EFD51FD5}" type="pres">
      <dgm:prSet presAssocID="{DC28076C-5DC3-423C-82A3-F1AE306CF61A}" presName="linNode" presStyleCnt="0"/>
      <dgm:spPr/>
    </dgm:pt>
    <dgm:pt modelId="{D5A9C01D-6FD2-4D9A-BDFC-145FC9823091}" type="pres">
      <dgm:prSet presAssocID="{DC28076C-5DC3-423C-82A3-F1AE306CF61A}" presName="parentText" presStyleLbl="node1" presStyleIdx="1" presStyleCnt="7">
        <dgm:presLayoutVars>
          <dgm:chMax val="1"/>
          <dgm:bulletEnabled val="1"/>
        </dgm:presLayoutVars>
      </dgm:prSet>
      <dgm:spPr/>
    </dgm:pt>
    <dgm:pt modelId="{E41078A8-F100-4F5F-BEAC-A06F4674585D}" type="pres">
      <dgm:prSet presAssocID="{DC28076C-5DC3-423C-82A3-F1AE306CF61A}" presName="descendantText" presStyleLbl="alignAccFollowNode1" presStyleIdx="1" presStyleCnt="7">
        <dgm:presLayoutVars>
          <dgm:bulletEnabled val="1"/>
        </dgm:presLayoutVars>
      </dgm:prSet>
      <dgm:spPr/>
    </dgm:pt>
    <dgm:pt modelId="{CAA3D6A2-611A-4C57-B304-0AD6BA91E26D}" type="pres">
      <dgm:prSet presAssocID="{788B01CA-15B7-4A39-8E73-C614E3D9CDC8}" presName="sp" presStyleCnt="0"/>
      <dgm:spPr/>
    </dgm:pt>
    <dgm:pt modelId="{42391B07-6878-404F-A767-50F74B6FF8BE}" type="pres">
      <dgm:prSet presAssocID="{6DF706DC-70DE-4D84-B7EB-EB08BAA0F08C}" presName="linNode" presStyleCnt="0"/>
      <dgm:spPr/>
    </dgm:pt>
    <dgm:pt modelId="{58697D60-6DC0-4521-8596-95CDF7AAEA7F}" type="pres">
      <dgm:prSet presAssocID="{6DF706DC-70DE-4D84-B7EB-EB08BAA0F08C}" presName="parentText" presStyleLbl="node1" presStyleIdx="2" presStyleCnt="7">
        <dgm:presLayoutVars>
          <dgm:chMax val="1"/>
          <dgm:bulletEnabled val="1"/>
        </dgm:presLayoutVars>
      </dgm:prSet>
      <dgm:spPr/>
    </dgm:pt>
    <dgm:pt modelId="{E82760D7-A422-47FA-A0C0-CCDB8E57A4F4}" type="pres">
      <dgm:prSet presAssocID="{6DF706DC-70DE-4D84-B7EB-EB08BAA0F08C}" presName="descendantText" presStyleLbl="alignAccFollowNode1" presStyleIdx="2" presStyleCnt="7">
        <dgm:presLayoutVars>
          <dgm:bulletEnabled val="1"/>
        </dgm:presLayoutVars>
      </dgm:prSet>
      <dgm:spPr/>
    </dgm:pt>
    <dgm:pt modelId="{C03D4185-A9B0-4021-9043-A8698CE17748}" type="pres">
      <dgm:prSet presAssocID="{317241B9-67F4-4534-BD52-2F4E799C17EE}" presName="sp" presStyleCnt="0"/>
      <dgm:spPr/>
    </dgm:pt>
    <dgm:pt modelId="{C3E55A11-4BA8-42F3-8670-BF97615732EE}" type="pres">
      <dgm:prSet presAssocID="{593D2657-06C2-46C2-9F6D-AD65AF5307AB}" presName="linNode" presStyleCnt="0"/>
      <dgm:spPr/>
    </dgm:pt>
    <dgm:pt modelId="{8F302C34-D78A-4B47-A505-6270C017E1FD}" type="pres">
      <dgm:prSet presAssocID="{593D2657-06C2-46C2-9F6D-AD65AF5307AB}" presName="parentText" presStyleLbl="node1" presStyleIdx="3" presStyleCnt="7">
        <dgm:presLayoutVars>
          <dgm:chMax val="1"/>
          <dgm:bulletEnabled val="1"/>
        </dgm:presLayoutVars>
      </dgm:prSet>
      <dgm:spPr/>
    </dgm:pt>
    <dgm:pt modelId="{4004A8E2-B1C4-41BD-9371-709E1ADFC2DF}" type="pres">
      <dgm:prSet presAssocID="{593D2657-06C2-46C2-9F6D-AD65AF5307AB}" presName="descendantText" presStyleLbl="alignAccFollowNode1" presStyleIdx="3" presStyleCnt="7">
        <dgm:presLayoutVars>
          <dgm:bulletEnabled val="1"/>
        </dgm:presLayoutVars>
      </dgm:prSet>
      <dgm:spPr/>
    </dgm:pt>
    <dgm:pt modelId="{D6C03444-1DA3-498E-9B52-C2172999D9E1}" type="pres">
      <dgm:prSet presAssocID="{4C414197-4088-4038-88C2-19C631B475E6}" presName="sp" presStyleCnt="0"/>
      <dgm:spPr/>
    </dgm:pt>
    <dgm:pt modelId="{2D8CF344-EEC2-43BE-A414-361FDDE85089}" type="pres">
      <dgm:prSet presAssocID="{D2C146DC-8F3A-48A2-A91D-50726B9DD355}" presName="linNode" presStyleCnt="0"/>
      <dgm:spPr/>
    </dgm:pt>
    <dgm:pt modelId="{F3C49856-BC29-4202-B7CC-0FDBA81AE54D}" type="pres">
      <dgm:prSet presAssocID="{D2C146DC-8F3A-48A2-A91D-50726B9DD355}" presName="parentText" presStyleLbl="node1" presStyleIdx="4" presStyleCnt="7">
        <dgm:presLayoutVars>
          <dgm:chMax val="1"/>
          <dgm:bulletEnabled val="1"/>
        </dgm:presLayoutVars>
      </dgm:prSet>
      <dgm:spPr/>
    </dgm:pt>
    <dgm:pt modelId="{47318A0E-B070-4EB3-ACEE-D5DBCA07F8BD}" type="pres">
      <dgm:prSet presAssocID="{D2C146DC-8F3A-48A2-A91D-50726B9DD355}" presName="descendantText" presStyleLbl="alignAccFollowNode1" presStyleIdx="4" presStyleCnt="7">
        <dgm:presLayoutVars>
          <dgm:bulletEnabled val="1"/>
        </dgm:presLayoutVars>
      </dgm:prSet>
      <dgm:spPr/>
    </dgm:pt>
    <dgm:pt modelId="{1CA051D3-D8AA-491C-910E-606933FFB0F1}" type="pres">
      <dgm:prSet presAssocID="{B8274241-6455-4454-AFC0-785ACD4F5F36}" presName="sp" presStyleCnt="0"/>
      <dgm:spPr/>
    </dgm:pt>
    <dgm:pt modelId="{C59A6056-079A-4531-AE83-817144244BA3}" type="pres">
      <dgm:prSet presAssocID="{0FA6250A-A5E7-4D05-8424-01E58503C4FB}" presName="linNode" presStyleCnt="0"/>
      <dgm:spPr/>
    </dgm:pt>
    <dgm:pt modelId="{9602419F-355B-48C2-BFC8-1645B1E8EB43}" type="pres">
      <dgm:prSet presAssocID="{0FA6250A-A5E7-4D05-8424-01E58503C4FB}" presName="parentText" presStyleLbl="node1" presStyleIdx="5" presStyleCnt="7">
        <dgm:presLayoutVars>
          <dgm:chMax val="1"/>
          <dgm:bulletEnabled val="1"/>
        </dgm:presLayoutVars>
      </dgm:prSet>
      <dgm:spPr/>
    </dgm:pt>
    <dgm:pt modelId="{E457BAD0-AF10-4369-982A-CD7A3CC1AC9E}" type="pres">
      <dgm:prSet presAssocID="{0FA6250A-A5E7-4D05-8424-01E58503C4FB}" presName="descendantText" presStyleLbl="alignAccFollowNode1" presStyleIdx="5" presStyleCnt="7">
        <dgm:presLayoutVars>
          <dgm:bulletEnabled val="1"/>
        </dgm:presLayoutVars>
      </dgm:prSet>
      <dgm:spPr/>
    </dgm:pt>
    <dgm:pt modelId="{605D49B2-DAFC-4D7D-B1D2-F5B011E7435C}" type="pres">
      <dgm:prSet presAssocID="{FCF8A9C4-083A-4F5D-814F-0598D7893974}" presName="sp" presStyleCnt="0"/>
      <dgm:spPr/>
    </dgm:pt>
    <dgm:pt modelId="{E2ABBC20-73E1-47AF-9488-5EE10E5DBB8B}" type="pres">
      <dgm:prSet presAssocID="{626A09F4-9B05-481B-AA90-6D5205BF8E3F}" presName="linNode" presStyleCnt="0"/>
      <dgm:spPr/>
    </dgm:pt>
    <dgm:pt modelId="{E3E9BED5-8720-402C-A872-DC80CDDD0143}" type="pres">
      <dgm:prSet presAssocID="{626A09F4-9B05-481B-AA90-6D5205BF8E3F}" presName="parentText" presStyleLbl="node1" presStyleIdx="6" presStyleCnt="7">
        <dgm:presLayoutVars>
          <dgm:chMax val="1"/>
          <dgm:bulletEnabled val="1"/>
        </dgm:presLayoutVars>
      </dgm:prSet>
      <dgm:spPr/>
    </dgm:pt>
    <dgm:pt modelId="{F8356FE2-20F6-431D-A6C0-DA0DDECDF230}" type="pres">
      <dgm:prSet presAssocID="{626A09F4-9B05-481B-AA90-6D5205BF8E3F}" presName="descendantText" presStyleLbl="alignAccFollowNode1" presStyleIdx="6" presStyleCnt="7">
        <dgm:presLayoutVars>
          <dgm:bulletEnabled val="1"/>
        </dgm:presLayoutVars>
      </dgm:prSet>
      <dgm:spPr/>
    </dgm:pt>
  </dgm:ptLst>
  <dgm:cxnLst>
    <dgm:cxn modelId="{79E6FE00-EDD2-4F2C-9368-FE715A967F06}" type="presOf" srcId="{626A09F4-9B05-481B-AA90-6D5205BF8E3F}" destId="{E3E9BED5-8720-402C-A872-DC80CDDD0143}" srcOrd="0" destOrd="0" presId="urn:microsoft.com/office/officeart/2005/8/layout/vList5"/>
    <dgm:cxn modelId="{81478717-5816-4A67-A96E-8EAE500FF36C}" type="presOf" srcId="{8DD86247-A5C8-4125-980C-F3CD9B43D3FE}" destId="{47318A0E-B070-4EB3-ACEE-D5DBCA07F8BD}" srcOrd="0" destOrd="0" presId="urn:microsoft.com/office/officeart/2005/8/layout/vList5"/>
    <dgm:cxn modelId="{FE3BC322-DA19-4F1F-881D-0E6545AC8823}" srcId="{8F97BD68-E34D-4145-BDBC-23B29E1BE32D}" destId="{626A09F4-9B05-481B-AA90-6D5205BF8E3F}" srcOrd="6" destOrd="0" parTransId="{CDF50B0D-5880-4BCB-972E-7A08E6C7A72F}" sibTransId="{90376605-D3E2-4669-970C-C7DA9B3819E5}"/>
    <dgm:cxn modelId="{C3073B33-AD1D-4F8F-B117-1BE77277139A}" type="presOf" srcId="{593D2657-06C2-46C2-9F6D-AD65AF5307AB}" destId="{8F302C34-D78A-4B47-A505-6270C017E1FD}" srcOrd="0" destOrd="0" presId="urn:microsoft.com/office/officeart/2005/8/layout/vList5"/>
    <dgm:cxn modelId="{7FB0B743-9C12-4BCE-AF10-C39127A507A4}" srcId="{8F97BD68-E34D-4145-BDBC-23B29E1BE32D}" destId="{D2C146DC-8F3A-48A2-A91D-50726B9DD355}" srcOrd="4" destOrd="0" parTransId="{115DB03A-C9EF-4EFD-92D5-F5323EDF5804}" sibTransId="{B8274241-6455-4454-AFC0-785ACD4F5F36}"/>
    <dgm:cxn modelId="{4AB69565-2B8B-4898-83D3-4ADBCF8ABA2F}" srcId="{8F97BD68-E34D-4145-BDBC-23B29E1BE32D}" destId="{6DF706DC-70DE-4D84-B7EB-EB08BAA0F08C}" srcOrd="2" destOrd="0" parTransId="{E6A32737-6D83-488B-87BE-10CDDAA0407E}" sibTransId="{317241B9-67F4-4534-BD52-2F4E799C17EE}"/>
    <dgm:cxn modelId="{7999E566-A151-41B3-88C0-02FA1A8A965B}" srcId="{626A09F4-9B05-481B-AA90-6D5205BF8E3F}" destId="{A927ED0B-D2CB-421D-BF14-3D7EC344CAA2}" srcOrd="0" destOrd="0" parTransId="{01842838-D3B0-4CB4-83D1-C09E10381045}" sibTransId="{34ECB52F-45A5-4002-B9F9-DB0208CC566C}"/>
    <dgm:cxn modelId="{C0857449-2254-4932-AF6D-C0F76507ABBD}" srcId="{0FA6250A-A5E7-4D05-8424-01E58503C4FB}" destId="{6390D976-CF58-4E9E-9019-0337FB509095}" srcOrd="0" destOrd="0" parTransId="{866615C4-5BAD-476A-955D-C1CC938D514A}" sibTransId="{4682C2E2-5E66-440F-9805-16B485BCE180}"/>
    <dgm:cxn modelId="{7D9EDD71-162E-4F23-8614-FAFE13ED3507}" type="presOf" srcId="{DC28076C-5DC3-423C-82A3-F1AE306CF61A}" destId="{D5A9C01D-6FD2-4D9A-BDFC-145FC9823091}" srcOrd="0" destOrd="0" presId="urn:microsoft.com/office/officeart/2005/8/layout/vList5"/>
    <dgm:cxn modelId="{8D6F3A52-9E59-4E5E-9A2A-21F921FCD593}" srcId="{8F97BD68-E34D-4145-BDBC-23B29E1BE32D}" destId="{593D2657-06C2-46C2-9F6D-AD65AF5307AB}" srcOrd="3" destOrd="0" parTransId="{B7B98ACB-14C6-44B9-81ED-71C471CA10C5}" sibTransId="{4C414197-4088-4038-88C2-19C631B475E6}"/>
    <dgm:cxn modelId="{E27EBA59-3A62-48EA-878F-734079575CC9}" type="presOf" srcId="{6DF706DC-70DE-4D84-B7EB-EB08BAA0F08C}" destId="{58697D60-6DC0-4521-8596-95CDF7AAEA7F}" srcOrd="0" destOrd="0" presId="urn:microsoft.com/office/officeart/2005/8/layout/vList5"/>
    <dgm:cxn modelId="{FF31327E-D641-4E92-A4E9-A32810BE43C3}" type="presOf" srcId="{4EF082BA-A33D-4F2F-98B2-6BCD2FE76B9F}" destId="{E82760D7-A422-47FA-A0C0-CCDB8E57A4F4}" srcOrd="0" destOrd="0" presId="urn:microsoft.com/office/officeart/2005/8/layout/vList5"/>
    <dgm:cxn modelId="{C312B97E-3717-4EC1-8EE2-8CFF4AA04D8E}" srcId="{8F97BD68-E34D-4145-BDBC-23B29E1BE32D}" destId="{20689EBE-4D9C-4839-BBFD-E44B9260947D}" srcOrd="0" destOrd="0" parTransId="{A1EB5498-B1EB-4C41-8D66-2D2EF57EAF7A}" sibTransId="{773F917C-A616-44E1-A368-CCF34A6A44C1}"/>
    <dgm:cxn modelId="{F6B57E83-75F5-4467-BBDA-76544FEDF37F}" type="presOf" srcId="{8699CC8C-4848-4486-BEE0-4ADC22A81AE0}" destId="{4004A8E2-B1C4-41BD-9371-709E1ADFC2DF}" srcOrd="0" destOrd="0" presId="urn:microsoft.com/office/officeart/2005/8/layout/vList5"/>
    <dgm:cxn modelId="{71E7C088-0BCC-4FF0-9750-26AD7836796C}" srcId="{8F97BD68-E34D-4145-BDBC-23B29E1BE32D}" destId="{DC28076C-5DC3-423C-82A3-F1AE306CF61A}" srcOrd="1" destOrd="0" parTransId="{2006BC46-40C8-4A21-8019-6B04FCCC2CF6}" sibTransId="{788B01CA-15B7-4A39-8E73-C614E3D9CDC8}"/>
    <dgm:cxn modelId="{E056148A-A570-4A98-BB9D-9C30DA70B12D}" srcId="{DC28076C-5DC3-423C-82A3-F1AE306CF61A}" destId="{B3D0DC0E-C12A-42FC-BDC8-4FF737196E0E}" srcOrd="0" destOrd="0" parTransId="{BE573359-D771-4D3A-8ED3-321FA74E0FD2}" sibTransId="{95EF4B2A-8F35-4AEE-AED1-7D59BD966AB4}"/>
    <dgm:cxn modelId="{CF1F9590-CE46-4F46-92F6-ACED11467D86}" srcId="{6DF706DC-70DE-4D84-B7EB-EB08BAA0F08C}" destId="{4EF082BA-A33D-4F2F-98B2-6BCD2FE76B9F}" srcOrd="0" destOrd="0" parTransId="{3C697FAE-ED12-488D-A0B1-6CD94EE82237}" sibTransId="{D6ED7F45-420A-4CBB-AA12-7048527C4D53}"/>
    <dgm:cxn modelId="{EFC7FF90-D86C-4FF7-B3DE-5CE7836C25D7}" type="presOf" srcId="{A927ED0B-D2CB-421D-BF14-3D7EC344CAA2}" destId="{F8356FE2-20F6-431D-A6C0-DA0DDECDF230}" srcOrd="0" destOrd="0" presId="urn:microsoft.com/office/officeart/2005/8/layout/vList5"/>
    <dgm:cxn modelId="{3366669D-DDB2-44E6-8229-3AC3A85E6BA2}" srcId="{8F97BD68-E34D-4145-BDBC-23B29E1BE32D}" destId="{0FA6250A-A5E7-4D05-8424-01E58503C4FB}" srcOrd="5" destOrd="0" parTransId="{69F4B930-37E5-4EEC-8D04-C29C222DB57F}" sibTransId="{FCF8A9C4-083A-4F5D-814F-0598D7893974}"/>
    <dgm:cxn modelId="{62FC62A8-75CB-452E-9FB8-278B133C7557}" type="presOf" srcId="{6390D976-CF58-4E9E-9019-0337FB509095}" destId="{E457BAD0-AF10-4369-982A-CD7A3CC1AC9E}" srcOrd="0" destOrd="0" presId="urn:microsoft.com/office/officeart/2005/8/layout/vList5"/>
    <dgm:cxn modelId="{F2E0CBAC-49C9-491D-8451-1B26ED51C5AF}" type="presOf" srcId="{D2C146DC-8F3A-48A2-A91D-50726B9DD355}" destId="{F3C49856-BC29-4202-B7CC-0FDBA81AE54D}" srcOrd="0" destOrd="0" presId="urn:microsoft.com/office/officeart/2005/8/layout/vList5"/>
    <dgm:cxn modelId="{916ECFC1-68CA-4A3A-8509-359B237FC956}" type="presOf" srcId="{0FA6250A-A5E7-4D05-8424-01E58503C4FB}" destId="{9602419F-355B-48C2-BFC8-1645B1E8EB43}" srcOrd="0" destOrd="0" presId="urn:microsoft.com/office/officeart/2005/8/layout/vList5"/>
    <dgm:cxn modelId="{98251AC2-20F8-4339-8869-3D05E62D3CCE}" type="presOf" srcId="{20689EBE-4D9C-4839-BBFD-E44B9260947D}" destId="{21D528AF-31AA-4A9F-BA82-DA233FA2DC0F}" srcOrd="0" destOrd="0" presId="urn:microsoft.com/office/officeart/2005/8/layout/vList5"/>
    <dgm:cxn modelId="{62941FC4-7D62-4225-8B3E-F4C474A4130E}" type="presOf" srcId="{C57F7605-5821-4BBD-9B43-9CA353A99272}" destId="{4E2A441D-E3DA-4AC3-BAE4-C239EB9B85BD}" srcOrd="0" destOrd="0" presId="urn:microsoft.com/office/officeart/2005/8/layout/vList5"/>
    <dgm:cxn modelId="{E9F96BC9-B028-4BB4-858E-D19A6E201D5D}" type="presOf" srcId="{B3D0DC0E-C12A-42FC-BDC8-4FF737196E0E}" destId="{E41078A8-F100-4F5F-BEAC-A06F4674585D}" srcOrd="0" destOrd="0" presId="urn:microsoft.com/office/officeart/2005/8/layout/vList5"/>
    <dgm:cxn modelId="{05D152EB-7BAD-4C89-AD9A-65BAF5EDE94C}" srcId="{D2C146DC-8F3A-48A2-A91D-50726B9DD355}" destId="{8DD86247-A5C8-4125-980C-F3CD9B43D3FE}" srcOrd="0" destOrd="0" parTransId="{86771419-3574-4E07-B69B-24196B67A159}" sibTransId="{5769D0F8-DB27-4F05-9225-0B4D8430428D}"/>
    <dgm:cxn modelId="{07B747F0-7EF4-4EBE-8F26-8A94FCDA9BA6}" type="presOf" srcId="{8F97BD68-E34D-4145-BDBC-23B29E1BE32D}" destId="{8FB88C67-61E4-4ACE-8469-8B02E2DBABFD}" srcOrd="0" destOrd="0" presId="urn:microsoft.com/office/officeart/2005/8/layout/vList5"/>
    <dgm:cxn modelId="{B00E85F5-75B1-401B-9E2F-CDE4898E5C9A}" srcId="{20689EBE-4D9C-4839-BBFD-E44B9260947D}" destId="{C57F7605-5821-4BBD-9B43-9CA353A99272}" srcOrd="0" destOrd="0" parTransId="{B55DE7BC-93E5-4A55-A9EE-3DE9A0C3151B}" sibTransId="{AD1857F3-7DD9-41AE-B50C-091A79DF1693}"/>
    <dgm:cxn modelId="{4C282DF7-4862-4FA0-872B-AA973E111592}" srcId="{593D2657-06C2-46C2-9F6D-AD65AF5307AB}" destId="{8699CC8C-4848-4486-BEE0-4ADC22A81AE0}" srcOrd="0" destOrd="0" parTransId="{0A1D2D1D-7645-4F3D-A4D8-2B6436C8D662}" sibTransId="{941A713C-E2F7-451E-A888-AEC9BBCAF848}"/>
    <dgm:cxn modelId="{78503E9D-21C6-426A-8CAE-741E09CBE310}" type="presParOf" srcId="{8FB88C67-61E4-4ACE-8469-8B02E2DBABFD}" destId="{33371229-EC07-497D-AE97-C71EDF9D323A}" srcOrd="0" destOrd="0" presId="urn:microsoft.com/office/officeart/2005/8/layout/vList5"/>
    <dgm:cxn modelId="{243A36D1-5B7E-40D0-83EC-14312EA73B61}" type="presParOf" srcId="{33371229-EC07-497D-AE97-C71EDF9D323A}" destId="{21D528AF-31AA-4A9F-BA82-DA233FA2DC0F}" srcOrd="0" destOrd="0" presId="urn:microsoft.com/office/officeart/2005/8/layout/vList5"/>
    <dgm:cxn modelId="{A12C6B7D-A8BF-4D58-85BA-9A66CDA7FF31}" type="presParOf" srcId="{33371229-EC07-497D-AE97-C71EDF9D323A}" destId="{4E2A441D-E3DA-4AC3-BAE4-C239EB9B85BD}" srcOrd="1" destOrd="0" presId="urn:microsoft.com/office/officeart/2005/8/layout/vList5"/>
    <dgm:cxn modelId="{52A4C3A0-AE35-4C26-9404-68EBA296E4B3}" type="presParOf" srcId="{8FB88C67-61E4-4ACE-8469-8B02E2DBABFD}" destId="{10880195-8DE1-49B0-B673-D5EC37B778B4}" srcOrd="1" destOrd="0" presId="urn:microsoft.com/office/officeart/2005/8/layout/vList5"/>
    <dgm:cxn modelId="{876F66CD-CB98-4186-A181-332D74BD3C95}" type="presParOf" srcId="{8FB88C67-61E4-4ACE-8469-8B02E2DBABFD}" destId="{D15857CC-0B90-47D3-B72C-F2D0EFD51FD5}" srcOrd="2" destOrd="0" presId="urn:microsoft.com/office/officeart/2005/8/layout/vList5"/>
    <dgm:cxn modelId="{5789746F-0EE6-4A03-B82F-F6E79A235C26}" type="presParOf" srcId="{D15857CC-0B90-47D3-B72C-F2D0EFD51FD5}" destId="{D5A9C01D-6FD2-4D9A-BDFC-145FC9823091}" srcOrd="0" destOrd="0" presId="urn:microsoft.com/office/officeart/2005/8/layout/vList5"/>
    <dgm:cxn modelId="{997DAEBC-54FD-4E83-B5F6-D1506DD800DD}" type="presParOf" srcId="{D15857CC-0B90-47D3-B72C-F2D0EFD51FD5}" destId="{E41078A8-F100-4F5F-BEAC-A06F4674585D}" srcOrd="1" destOrd="0" presId="urn:microsoft.com/office/officeart/2005/8/layout/vList5"/>
    <dgm:cxn modelId="{7DB6D431-69E3-4F10-839C-71361036ED82}" type="presParOf" srcId="{8FB88C67-61E4-4ACE-8469-8B02E2DBABFD}" destId="{CAA3D6A2-611A-4C57-B304-0AD6BA91E26D}" srcOrd="3" destOrd="0" presId="urn:microsoft.com/office/officeart/2005/8/layout/vList5"/>
    <dgm:cxn modelId="{F2E0FE3A-1530-491E-9222-3CF8E41011B2}" type="presParOf" srcId="{8FB88C67-61E4-4ACE-8469-8B02E2DBABFD}" destId="{42391B07-6878-404F-A767-50F74B6FF8BE}" srcOrd="4" destOrd="0" presId="urn:microsoft.com/office/officeart/2005/8/layout/vList5"/>
    <dgm:cxn modelId="{4CC861EB-6CEB-478F-997B-B9D88713DDB2}" type="presParOf" srcId="{42391B07-6878-404F-A767-50F74B6FF8BE}" destId="{58697D60-6DC0-4521-8596-95CDF7AAEA7F}" srcOrd="0" destOrd="0" presId="urn:microsoft.com/office/officeart/2005/8/layout/vList5"/>
    <dgm:cxn modelId="{1C0838B9-512A-4EBB-8203-072E745CBFDE}" type="presParOf" srcId="{42391B07-6878-404F-A767-50F74B6FF8BE}" destId="{E82760D7-A422-47FA-A0C0-CCDB8E57A4F4}" srcOrd="1" destOrd="0" presId="urn:microsoft.com/office/officeart/2005/8/layout/vList5"/>
    <dgm:cxn modelId="{912F6FA1-F893-407F-8BB1-A5332658F7AD}" type="presParOf" srcId="{8FB88C67-61E4-4ACE-8469-8B02E2DBABFD}" destId="{C03D4185-A9B0-4021-9043-A8698CE17748}" srcOrd="5" destOrd="0" presId="urn:microsoft.com/office/officeart/2005/8/layout/vList5"/>
    <dgm:cxn modelId="{AB30EFA5-2ACE-49FF-A46B-9A809B9862C1}" type="presParOf" srcId="{8FB88C67-61E4-4ACE-8469-8B02E2DBABFD}" destId="{C3E55A11-4BA8-42F3-8670-BF97615732EE}" srcOrd="6" destOrd="0" presId="urn:microsoft.com/office/officeart/2005/8/layout/vList5"/>
    <dgm:cxn modelId="{2513C07E-17B8-4C1A-AB6A-7512569A8B2E}" type="presParOf" srcId="{C3E55A11-4BA8-42F3-8670-BF97615732EE}" destId="{8F302C34-D78A-4B47-A505-6270C017E1FD}" srcOrd="0" destOrd="0" presId="urn:microsoft.com/office/officeart/2005/8/layout/vList5"/>
    <dgm:cxn modelId="{DC3DCE4D-8474-4B18-9A13-A3A412ED2DDA}" type="presParOf" srcId="{C3E55A11-4BA8-42F3-8670-BF97615732EE}" destId="{4004A8E2-B1C4-41BD-9371-709E1ADFC2DF}" srcOrd="1" destOrd="0" presId="urn:microsoft.com/office/officeart/2005/8/layout/vList5"/>
    <dgm:cxn modelId="{D66088D8-310A-4D3F-AD78-B002DC151397}" type="presParOf" srcId="{8FB88C67-61E4-4ACE-8469-8B02E2DBABFD}" destId="{D6C03444-1DA3-498E-9B52-C2172999D9E1}" srcOrd="7" destOrd="0" presId="urn:microsoft.com/office/officeart/2005/8/layout/vList5"/>
    <dgm:cxn modelId="{74D96810-060D-4672-961E-D4A64369661D}" type="presParOf" srcId="{8FB88C67-61E4-4ACE-8469-8B02E2DBABFD}" destId="{2D8CF344-EEC2-43BE-A414-361FDDE85089}" srcOrd="8" destOrd="0" presId="urn:microsoft.com/office/officeart/2005/8/layout/vList5"/>
    <dgm:cxn modelId="{6156B2FA-4C50-4756-980C-F027EEE76B00}" type="presParOf" srcId="{2D8CF344-EEC2-43BE-A414-361FDDE85089}" destId="{F3C49856-BC29-4202-B7CC-0FDBA81AE54D}" srcOrd="0" destOrd="0" presId="urn:microsoft.com/office/officeart/2005/8/layout/vList5"/>
    <dgm:cxn modelId="{92C9602C-0938-4391-902A-91188E8E8ECF}" type="presParOf" srcId="{2D8CF344-EEC2-43BE-A414-361FDDE85089}" destId="{47318A0E-B070-4EB3-ACEE-D5DBCA07F8BD}" srcOrd="1" destOrd="0" presId="urn:microsoft.com/office/officeart/2005/8/layout/vList5"/>
    <dgm:cxn modelId="{C9455017-E896-4352-83BA-B6C4779934FF}" type="presParOf" srcId="{8FB88C67-61E4-4ACE-8469-8B02E2DBABFD}" destId="{1CA051D3-D8AA-491C-910E-606933FFB0F1}" srcOrd="9" destOrd="0" presId="urn:microsoft.com/office/officeart/2005/8/layout/vList5"/>
    <dgm:cxn modelId="{91D7FA43-F95E-4EA2-94CE-4589BAEAF934}" type="presParOf" srcId="{8FB88C67-61E4-4ACE-8469-8B02E2DBABFD}" destId="{C59A6056-079A-4531-AE83-817144244BA3}" srcOrd="10" destOrd="0" presId="urn:microsoft.com/office/officeart/2005/8/layout/vList5"/>
    <dgm:cxn modelId="{2962465F-DC7A-4741-B57E-7541A746339F}" type="presParOf" srcId="{C59A6056-079A-4531-AE83-817144244BA3}" destId="{9602419F-355B-48C2-BFC8-1645B1E8EB43}" srcOrd="0" destOrd="0" presId="urn:microsoft.com/office/officeart/2005/8/layout/vList5"/>
    <dgm:cxn modelId="{3FBEF8FE-CAB6-4D66-A3A7-E082D2FB2D5D}" type="presParOf" srcId="{C59A6056-079A-4531-AE83-817144244BA3}" destId="{E457BAD0-AF10-4369-982A-CD7A3CC1AC9E}" srcOrd="1" destOrd="0" presId="urn:microsoft.com/office/officeart/2005/8/layout/vList5"/>
    <dgm:cxn modelId="{0CD829F6-2F30-4803-9729-14F287688A67}" type="presParOf" srcId="{8FB88C67-61E4-4ACE-8469-8B02E2DBABFD}" destId="{605D49B2-DAFC-4D7D-B1D2-F5B011E7435C}" srcOrd="11" destOrd="0" presId="urn:microsoft.com/office/officeart/2005/8/layout/vList5"/>
    <dgm:cxn modelId="{B7823FBC-57C5-482C-8793-3BAF3E4B4112}" type="presParOf" srcId="{8FB88C67-61E4-4ACE-8469-8B02E2DBABFD}" destId="{E2ABBC20-73E1-47AF-9488-5EE10E5DBB8B}" srcOrd="12" destOrd="0" presId="urn:microsoft.com/office/officeart/2005/8/layout/vList5"/>
    <dgm:cxn modelId="{D4BE6052-1F6C-46B5-9AED-1828AAD55215}" type="presParOf" srcId="{E2ABBC20-73E1-47AF-9488-5EE10E5DBB8B}" destId="{E3E9BED5-8720-402C-A872-DC80CDDD0143}" srcOrd="0" destOrd="0" presId="urn:microsoft.com/office/officeart/2005/8/layout/vList5"/>
    <dgm:cxn modelId="{8042B835-7B13-4079-9B1E-4E6F15AE8458}" type="presParOf" srcId="{E2ABBC20-73E1-47AF-9488-5EE10E5DBB8B}" destId="{F8356FE2-20F6-431D-A6C0-DA0DDECDF230}" srcOrd="1"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9DA83-92CD-4E54-8DDA-3B10CCED9A75}">
      <dsp:nvSpPr>
        <dsp:cNvPr id="0" name=""/>
        <dsp:cNvSpPr/>
      </dsp:nvSpPr>
      <dsp:spPr>
        <a:xfrm>
          <a:off x="0" y="2890"/>
          <a:ext cx="8686800" cy="615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DECDB2-7DA1-4D55-A06D-85555F70C953}">
      <dsp:nvSpPr>
        <dsp:cNvPr id="0" name=""/>
        <dsp:cNvSpPr/>
      </dsp:nvSpPr>
      <dsp:spPr>
        <a:xfrm>
          <a:off x="186213" y="141396"/>
          <a:ext cx="338570" cy="3385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C76AC9-969D-4B9E-8AF9-983E5A9EADE3}">
      <dsp:nvSpPr>
        <dsp:cNvPr id="0" name=""/>
        <dsp:cNvSpPr/>
      </dsp:nvSpPr>
      <dsp:spPr>
        <a:xfrm>
          <a:off x="710997" y="2890"/>
          <a:ext cx="7975802" cy="615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149" tIns="65149" rIns="65149" bIns="65149" numCol="1" spcCol="1270" anchor="ctr" anchorCtr="0">
          <a:noAutofit/>
        </a:bodyPr>
        <a:lstStyle/>
        <a:p>
          <a:pPr marL="0" lvl="0" indent="0" algn="l" defTabSz="622300">
            <a:lnSpc>
              <a:spcPct val="100000"/>
            </a:lnSpc>
            <a:spcBef>
              <a:spcPct val="0"/>
            </a:spcBef>
            <a:spcAft>
              <a:spcPct val="35000"/>
            </a:spcAft>
            <a:buNone/>
          </a:pPr>
          <a:r>
            <a:rPr lang="fr-CA" sz="1400" kern="1200" noProof="0"/>
            <a:t>Vous comprenez les niveaux d’essais et les types d’essais</a:t>
          </a:r>
        </a:p>
      </dsp:txBody>
      <dsp:txXfrm>
        <a:off x="710997" y="2890"/>
        <a:ext cx="7975802" cy="615582"/>
      </dsp:txXfrm>
    </dsp:sp>
    <dsp:sp modelId="{A1DEDDF1-29DF-48B0-9408-7D5B20746B87}">
      <dsp:nvSpPr>
        <dsp:cNvPr id="0" name=""/>
        <dsp:cNvSpPr/>
      </dsp:nvSpPr>
      <dsp:spPr>
        <a:xfrm>
          <a:off x="0" y="772367"/>
          <a:ext cx="8686800" cy="615582"/>
        </a:xfrm>
        <a:prstGeom prst="roundRect">
          <a:avLst>
            <a:gd name="adj" fmla="val 10000"/>
          </a:avLst>
        </a:prstGeom>
        <a:solidFill>
          <a:srgbClr val="F1F9FF"/>
        </a:solidFill>
        <a:ln>
          <a:noFill/>
        </a:ln>
        <a:effectLst/>
      </dsp:spPr>
      <dsp:style>
        <a:lnRef idx="0">
          <a:scrgbClr r="0" g="0" b="0"/>
        </a:lnRef>
        <a:fillRef idx="1">
          <a:scrgbClr r="0" g="0" b="0"/>
        </a:fillRef>
        <a:effectRef idx="0">
          <a:scrgbClr r="0" g="0" b="0"/>
        </a:effectRef>
        <a:fontRef idx="minor"/>
      </dsp:style>
    </dsp:sp>
    <dsp:sp modelId="{1FBE295A-1414-4ACC-A83D-F7D964447BC6}">
      <dsp:nvSpPr>
        <dsp:cNvPr id="0" name=""/>
        <dsp:cNvSpPr/>
      </dsp:nvSpPr>
      <dsp:spPr>
        <a:xfrm>
          <a:off x="186213" y="910873"/>
          <a:ext cx="338570" cy="3385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DE076F-0893-44BB-8F08-D771B5937BCE}">
      <dsp:nvSpPr>
        <dsp:cNvPr id="0" name=""/>
        <dsp:cNvSpPr/>
      </dsp:nvSpPr>
      <dsp:spPr>
        <a:xfrm>
          <a:off x="710997" y="772367"/>
          <a:ext cx="7975802" cy="615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149" tIns="65149" rIns="65149" bIns="65149" numCol="1" spcCol="1270" anchor="ctr" anchorCtr="0">
          <a:noAutofit/>
        </a:bodyPr>
        <a:lstStyle/>
        <a:p>
          <a:pPr marL="0" lvl="0" indent="0" algn="l" defTabSz="622300">
            <a:lnSpc>
              <a:spcPct val="100000"/>
            </a:lnSpc>
            <a:spcBef>
              <a:spcPct val="0"/>
            </a:spcBef>
            <a:spcAft>
              <a:spcPct val="35000"/>
            </a:spcAft>
            <a:buNone/>
          </a:pPr>
          <a:r>
            <a:rPr lang="fr-CA" sz="1400" kern="1200" noProof="0"/>
            <a:t>Vous comprenez le workflow du QA</a:t>
          </a:r>
        </a:p>
      </dsp:txBody>
      <dsp:txXfrm>
        <a:off x="710997" y="772367"/>
        <a:ext cx="7975802" cy="615582"/>
      </dsp:txXfrm>
    </dsp:sp>
    <dsp:sp modelId="{7566573A-C725-4FCE-8A1C-C6CE29960825}">
      <dsp:nvSpPr>
        <dsp:cNvPr id="0" name=""/>
        <dsp:cNvSpPr/>
      </dsp:nvSpPr>
      <dsp:spPr>
        <a:xfrm>
          <a:off x="0" y="1541845"/>
          <a:ext cx="8686800" cy="615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6CD4B1-8007-4F57-B4DB-AE6728906D8E}">
      <dsp:nvSpPr>
        <dsp:cNvPr id="0" name=""/>
        <dsp:cNvSpPr/>
      </dsp:nvSpPr>
      <dsp:spPr>
        <a:xfrm>
          <a:off x="186213" y="1680351"/>
          <a:ext cx="338570" cy="3385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9A47EF-0D8B-4EC9-8547-522463E564F8}">
      <dsp:nvSpPr>
        <dsp:cNvPr id="0" name=""/>
        <dsp:cNvSpPr/>
      </dsp:nvSpPr>
      <dsp:spPr>
        <a:xfrm>
          <a:off x="710997" y="1541845"/>
          <a:ext cx="7975802" cy="615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149" tIns="65149" rIns="65149" bIns="65149" numCol="1" spcCol="1270" anchor="ctr" anchorCtr="0">
          <a:noAutofit/>
        </a:bodyPr>
        <a:lstStyle/>
        <a:p>
          <a:pPr marL="0" lvl="0" indent="0" algn="l" defTabSz="622300">
            <a:lnSpc>
              <a:spcPct val="100000"/>
            </a:lnSpc>
            <a:spcBef>
              <a:spcPct val="0"/>
            </a:spcBef>
            <a:spcAft>
              <a:spcPct val="35000"/>
            </a:spcAft>
            <a:buNone/>
          </a:pPr>
          <a:r>
            <a:rPr lang="fr-CA" sz="1400" kern="1200" noProof="0"/>
            <a:t>Vous êtes capable de prendre une posture transversale afin de comprendre les requis à tester depuis les affaires, jusqu’au TI</a:t>
          </a:r>
        </a:p>
      </dsp:txBody>
      <dsp:txXfrm>
        <a:off x="710997" y="1541845"/>
        <a:ext cx="7975802" cy="615582"/>
      </dsp:txXfrm>
    </dsp:sp>
    <dsp:sp modelId="{11766EFF-95A6-4F27-81AC-D628AE711CED}">
      <dsp:nvSpPr>
        <dsp:cNvPr id="0" name=""/>
        <dsp:cNvSpPr/>
      </dsp:nvSpPr>
      <dsp:spPr>
        <a:xfrm>
          <a:off x="0" y="2311323"/>
          <a:ext cx="8686800" cy="615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5A1C6-B513-49C8-8A11-FDAF75572028}">
      <dsp:nvSpPr>
        <dsp:cNvPr id="0" name=""/>
        <dsp:cNvSpPr/>
      </dsp:nvSpPr>
      <dsp:spPr>
        <a:xfrm>
          <a:off x="186213" y="2449829"/>
          <a:ext cx="338570" cy="3385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E9111E-1DC5-43F6-8D9E-12A14180E1CF}">
      <dsp:nvSpPr>
        <dsp:cNvPr id="0" name=""/>
        <dsp:cNvSpPr/>
      </dsp:nvSpPr>
      <dsp:spPr>
        <a:xfrm>
          <a:off x="710997" y="2311323"/>
          <a:ext cx="7975802" cy="615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149" tIns="65149" rIns="65149" bIns="65149" numCol="1" spcCol="1270" anchor="ctr" anchorCtr="0">
          <a:noAutofit/>
        </a:bodyPr>
        <a:lstStyle/>
        <a:p>
          <a:pPr marL="0" lvl="0" indent="0" algn="l" defTabSz="622300">
            <a:lnSpc>
              <a:spcPct val="100000"/>
            </a:lnSpc>
            <a:spcBef>
              <a:spcPct val="0"/>
            </a:spcBef>
            <a:spcAft>
              <a:spcPct val="35000"/>
            </a:spcAft>
            <a:buNone/>
          </a:pPr>
          <a:r>
            <a:rPr lang="fr-CA" sz="1400" kern="1200" noProof="0"/>
            <a:t>Vous serez capable de définir la couverture des essais à prévoir pour une fonctionnalité</a:t>
          </a:r>
        </a:p>
      </dsp:txBody>
      <dsp:txXfrm>
        <a:off x="710997" y="2311323"/>
        <a:ext cx="7975802" cy="615582"/>
      </dsp:txXfrm>
    </dsp:sp>
    <dsp:sp modelId="{DE8FB8F4-448D-45DC-ADDE-508A4067B307}">
      <dsp:nvSpPr>
        <dsp:cNvPr id="0" name=""/>
        <dsp:cNvSpPr/>
      </dsp:nvSpPr>
      <dsp:spPr>
        <a:xfrm>
          <a:off x="0" y="3080800"/>
          <a:ext cx="8686800" cy="615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C4F06D-882C-48E4-AAA8-444B71023B9B}">
      <dsp:nvSpPr>
        <dsp:cNvPr id="0" name=""/>
        <dsp:cNvSpPr/>
      </dsp:nvSpPr>
      <dsp:spPr>
        <a:xfrm>
          <a:off x="186213" y="3219306"/>
          <a:ext cx="338570" cy="338570"/>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A75E0B-1285-4213-82EC-F2F9BC9F72A0}">
      <dsp:nvSpPr>
        <dsp:cNvPr id="0" name=""/>
        <dsp:cNvSpPr/>
      </dsp:nvSpPr>
      <dsp:spPr>
        <a:xfrm>
          <a:off x="710997" y="3080800"/>
          <a:ext cx="7975802" cy="615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149" tIns="65149" rIns="65149" bIns="65149" numCol="1" spcCol="1270" anchor="ctr" anchorCtr="0">
          <a:noAutofit/>
        </a:bodyPr>
        <a:lstStyle/>
        <a:p>
          <a:pPr marL="0" lvl="0" indent="0" algn="l" defTabSz="622300">
            <a:lnSpc>
              <a:spcPct val="100000"/>
            </a:lnSpc>
            <a:spcBef>
              <a:spcPct val="0"/>
            </a:spcBef>
            <a:spcAft>
              <a:spcPct val="35000"/>
            </a:spcAft>
            <a:buNone/>
          </a:pPr>
          <a:r>
            <a:rPr lang="fr-CA" sz="1400" kern="1200"/>
            <a:t>L’utilisation des Tests Plan dans DevOps (écriture, exécution et preuve)</a:t>
          </a:r>
        </a:p>
      </dsp:txBody>
      <dsp:txXfrm>
        <a:off x="710997" y="3080800"/>
        <a:ext cx="7975802" cy="6155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D1934-7784-4A2A-83D2-004C951E97CD}">
      <dsp:nvSpPr>
        <dsp:cNvPr id="0" name=""/>
        <dsp:cNvSpPr/>
      </dsp:nvSpPr>
      <dsp:spPr>
        <a:xfrm>
          <a:off x="2025" y="0"/>
          <a:ext cx="2122921" cy="36988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1">
          <a:noAutofit/>
        </a:bodyPr>
        <a:lstStyle/>
        <a:p>
          <a:pPr marL="0" lvl="0" indent="0" algn="l" defTabSz="711200">
            <a:lnSpc>
              <a:spcPct val="90000"/>
            </a:lnSpc>
            <a:spcBef>
              <a:spcPct val="0"/>
            </a:spcBef>
            <a:spcAft>
              <a:spcPct val="35000"/>
            </a:spcAft>
            <a:buNone/>
          </a:pPr>
          <a:r>
            <a:rPr lang="fr-CA" sz="1600" kern="1200"/>
            <a:t> Conforme</a:t>
          </a:r>
        </a:p>
        <a:p>
          <a:pPr marL="114300" lvl="1" indent="-114300" algn="l" defTabSz="533400">
            <a:lnSpc>
              <a:spcPct val="90000"/>
            </a:lnSpc>
            <a:spcBef>
              <a:spcPct val="0"/>
            </a:spcBef>
            <a:spcAft>
              <a:spcPct val="15000"/>
            </a:spcAft>
            <a:buChar char="•"/>
          </a:pPr>
          <a:r>
            <a:rPr lang="fr-CA" sz="1200" kern="1200"/>
            <a:t>Vérifier que la solution correspond aux exigences fonctionnelles et réglementaires.</a:t>
          </a:r>
        </a:p>
      </dsp:txBody>
      <dsp:txXfrm>
        <a:off x="2025" y="1479550"/>
        <a:ext cx="2122921" cy="1479550"/>
      </dsp:txXfrm>
    </dsp:sp>
    <dsp:sp modelId="{583DE468-5137-4535-A371-996D5587BA07}">
      <dsp:nvSpPr>
        <dsp:cNvPr id="0" name=""/>
        <dsp:cNvSpPr/>
      </dsp:nvSpPr>
      <dsp:spPr>
        <a:xfrm>
          <a:off x="447623" y="221932"/>
          <a:ext cx="1231725" cy="1231725"/>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3B6803-63D8-4989-8160-12A2997E46B5}">
      <dsp:nvSpPr>
        <dsp:cNvPr id="0" name=""/>
        <dsp:cNvSpPr/>
      </dsp:nvSpPr>
      <dsp:spPr>
        <a:xfrm>
          <a:off x="2188634" y="0"/>
          <a:ext cx="2122921" cy="36988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1">
          <a:noAutofit/>
        </a:bodyPr>
        <a:lstStyle/>
        <a:p>
          <a:pPr marL="0" lvl="0" indent="0" algn="l" defTabSz="711200">
            <a:lnSpc>
              <a:spcPct val="90000"/>
            </a:lnSpc>
            <a:spcBef>
              <a:spcPct val="0"/>
            </a:spcBef>
            <a:spcAft>
              <a:spcPct val="35000"/>
            </a:spcAft>
            <a:buNone/>
          </a:pPr>
          <a:r>
            <a:rPr lang="fr-CA" sz="1600" kern="1200"/>
            <a:t> Robuste</a:t>
          </a:r>
        </a:p>
        <a:p>
          <a:pPr marL="114300" lvl="1" indent="-114300" algn="l" defTabSz="533400">
            <a:lnSpc>
              <a:spcPct val="90000"/>
            </a:lnSpc>
            <a:spcBef>
              <a:spcPct val="0"/>
            </a:spcBef>
            <a:spcAft>
              <a:spcPct val="15000"/>
            </a:spcAft>
            <a:buChar char="•"/>
          </a:pPr>
          <a:r>
            <a:rPr lang="fr-CA" sz="1200" kern="1200"/>
            <a:t>La solution est fiable en production</a:t>
          </a:r>
        </a:p>
        <a:p>
          <a:pPr marL="114300" lvl="1" indent="-114300" algn="l" defTabSz="533400">
            <a:lnSpc>
              <a:spcPct val="90000"/>
            </a:lnSpc>
            <a:spcBef>
              <a:spcPct val="0"/>
            </a:spcBef>
            <a:spcAft>
              <a:spcPct val="15000"/>
            </a:spcAft>
            <a:buChar char="•"/>
          </a:pPr>
          <a:r>
            <a:rPr lang="fr-CA" sz="1200" kern="1200"/>
            <a:t>La solution gère bien les exceptions</a:t>
          </a:r>
        </a:p>
      </dsp:txBody>
      <dsp:txXfrm>
        <a:off x="2188634" y="1479550"/>
        <a:ext cx="2122921" cy="1479550"/>
      </dsp:txXfrm>
    </dsp:sp>
    <dsp:sp modelId="{0D8AE1E4-A470-40AF-9D07-02E0711386BF}">
      <dsp:nvSpPr>
        <dsp:cNvPr id="0" name=""/>
        <dsp:cNvSpPr/>
      </dsp:nvSpPr>
      <dsp:spPr>
        <a:xfrm>
          <a:off x="2634232" y="221932"/>
          <a:ext cx="1231725" cy="1231725"/>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5B33A0-BD1E-4885-8BC2-CA3A7E0391C4}">
      <dsp:nvSpPr>
        <dsp:cNvPr id="0" name=""/>
        <dsp:cNvSpPr/>
      </dsp:nvSpPr>
      <dsp:spPr>
        <a:xfrm>
          <a:off x="4375243" y="0"/>
          <a:ext cx="2122921" cy="36988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1">
          <a:noAutofit/>
        </a:bodyPr>
        <a:lstStyle/>
        <a:p>
          <a:pPr marL="0" lvl="0" indent="0" algn="l" defTabSz="711200">
            <a:lnSpc>
              <a:spcPct val="90000"/>
            </a:lnSpc>
            <a:spcBef>
              <a:spcPct val="0"/>
            </a:spcBef>
            <a:spcAft>
              <a:spcPct val="35000"/>
            </a:spcAft>
            <a:buNone/>
          </a:pPr>
          <a:r>
            <a:rPr lang="fr-CA" sz="1600" kern="1200"/>
            <a:t> Confiance </a:t>
          </a:r>
        </a:p>
        <a:p>
          <a:pPr marL="114300" lvl="1" indent="-114300" algn="l" defTabSz="533400">
            <a:lnSpc>
              <a:spcPct val="90000"/>
            </a:lnSpc>
            <a:spcBef>
              <a:spcPct val="0"/>
            </a:spcBef>
            <a:spcAft>
              <a:spcPct val="15000"/>
            </a:spcAft>
            <a:buChar char="•"/>
          </a:pPr>
          <a:r>
            <a:rPr lang="fr-CA" sz="1200" kern="1200"/>
            <a:t>Fournir les preuves d’exécution des tests pour rassurer les équipes et les utilisateurs.</a:t>
          </a:r>
        </a:p>
      </dsp:txBody>
      <dsp:txXfrm>
        <a:off x="4375243" y="1479550"/>
        <a:ext cx="2122921" cy="1479550"/>
      </dsp:txXfrm>
    </dsp:sp>
    <dsp:sp modelId="{4E7092E7-C43B-4B7C-A171-4EDEE1EB5481}">
      <dsp:nvSpPr>
        <dsp:cNvPr id="0" name=""/>
        <dsp:cNvSpPr/>
      </dsp:nvSpPr>
      <dsp:spPr>
        <a:xfrm>
          <a:off x="4820841" y="221932"/>
          <a:ext cx="1231725" cy="1231725"/>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7CCF4C-B551-4D3C-9A8B-89DF46A4E290}">
      <dsp:nvSpPr>
        <dsp:cNvPr id="0" name=""/>
        <dsp:cNvSpPr/>
      </dsp:nvSpPr>
      <dsp:spPr>
        <a:xfrm>
          <a:off x="6561853" y="0"/>
          <a:ext cx="2122921" cy="36988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1">
          <a:noAutofit/>
        </a:bodyPr>
        <a:lstStyle/>
        <a:p>
          <a:pPr marL="0" lvl="0" indent="0" algn="l" defTabSz="711200">
            <a:lnSpc>
              <a:spcPct val="90000"/>
            </a:lnSpc>
            <a:spcBef>
              <a:spcPct val="0"/>
            </a:spcBef>
            <a:spcAft>
              <a:spcPct val="35000"/>
            </a:spcAft>
            <a:buNone/>
          </a:pPr>
          <a:r>
            <a:rPr lang="fr-CA" sz="1600" kern="1200"/>
            <a:t>Auditable</a:t>
          </a:r>
        </a:p>
        <a:p>
          <a:pPr marL="114300" lvl="1" indent="-114300" algn="l" defTabSz="533400">
            <a:lnSpc>
              <a:spcPct val="90000"/>
            </a:lnSpc>
            <a:spcBef>
              <a:spcPct val="0"/>
            </a:spcBef>
            <a:spcAft>
              <a:spcPct val="15000"/>
            </a:spcAft>
            <a:buChar char="•"/>
          </a:pPr>
          <a:r>
            <a:rPr lang="fr-CA" sz="1200" kern="1200"/>
            <a:t>Assurer que le processus de livraison est traçable et documenté</a:t>
          </a:r>
        </a:p>
      </dsp:txBody>
      <dsp:txXfrm>
        <a:off x="6561853" y="1479550"/>
        <a:ext cx="2122921" cy="1479550"/>
      </dsp:txXfrm>
    </dsp:sp>
    <dsp:sp modelId="{32B46BF7-8131-48CE-8EE1-F0CE96BC9ABD}">
      <dsp:nvSpPr>
        <dsp:cNvPr id="0" name=""/>
        <dsp:cNvSpPr/>
      </dsp:nvSpPr>
      <dsp:spPr>
        <a:xfrm>
          <a:off x="7007451" y="221932"/>
          <a:ext cx="1231725" cy="1231725"/>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6486DD-9D0C-4065-B6D2-753FAEA28759}">
      <dsp:nvSpPr>
        <dsp:cNvPr id="0" name=""/>
        <dsp:cNvSpPr/>
      </dsp:nvSpPr>
      <dsp:spPr>
        <a:xfrm>
          <a:off x="347472" y="2959100"/>
          <a:ext cx="7991856" cy="554831"/>
        </a:xfrm>
        <a:prstGeom prst="leftRightArrow">
          <a:avLst/>
        </a:prstGeom>
        <a:solidFill>
          <a:schemeClr val="accent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DA435-4E61-4811-A79A-7AFA5D484D76}">
      <dsp:nvSpPr>
        <dsp:cNvPr id="0" name=""/>
        <dsp:cNvSpPr/>
      </dsp:nvSpPr>
      <dsp:spPr>
        <a:xfrm>
          <a:off x="0" y="0"/>
          <a:ext cx="3232149" cy="96672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A" sz="2200" kern="1200"/>
            <a:t>Besoin d’affaires</a:t>
          </a:r>
        </a:p>
      </dsp:txBody>
      <dsp:txXfrm>
        <a:off x="28314" y="28314"/>
        <a:ext cx="2107291" cy="910096"/>
      </dsp:txXfrm>
    </dsp:sp>
    <dsp:sp modelId="{A04C6ACF-9150-4AA4-908B-1E44E6440082}">
      <dsp:nvSpPr>
        <dsp:cNvPr id="0" name=""/>
        <dsp:cNvSpPr/>
      </dsp:nvSpPr>
      <dsp:spPr>
        <a:xfrm>
          <a:off x="270692" y="1142492"/>
          <a:ext cx="3232149" cy="966724"/>
        </a:xfrm>
        <a:prstGeom prst="roundRect">
          <a:avLst>
            <a:gd name="adj" fmla="val 10000"/>
          </a:avLst>
        </a:prstGeom>
        <a:gradFill rotWithShape="0">
          <a:gsLst>
            <a:gs pos="0">
              <a:schemeClr val="accent3">
                <a:hueOff val="-125663"/>
                <a:satOff val="-5808"/>
                <a:lumOff val="18955"/>
                <a:alphaOff val="0"/>
                <a:satMod val="103000"/>
                <a:lumMod val="102000"/>
                <a:tint val="94000"/>
              </a:schemeClr>
            </a:gs>
            <a:gs pos="50000">
              <a:schemeClr val="accent3">
                <a:hueOff val="-125663"/>
                <a:satOff val="-5808"/>
                <a:lumOff val="18955"/>
                <a:alphaOff val="0"/>
                <a:satMod val="110000"/>
                <a:lumMod val="100000"/>
                <a:shade val="100000"/>
              </a:schemeClr>
            </a:gs>
            <a:gs pos="100000">
              <a:schemeClr val="accent3">
                <a:hueOff val="-125663"/>
                <a:satOff val="-5808"/>
                <a:lumOff val="1895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A" sz="2200" kern="1200"/>
            <a:t>Développement et Configuration</a:t>
          </a:r>
        </a:p>
      </dsp:txBody>
      <dsp:txXfrm>
        <a:off x="299006" y="1170806"/>
        <a:ext cx="2276458" cy="910096"/>
      </dsp:txXfrm>
    </dsp:sp>
    <dsp:sp modelId="{0AEC3717-9869-45FA-8BC7-2E383F15701E}">
      <dsp:nvSpPr>
        <dsp:cNvPr id="0" name=""/>
        <dsp:cNvSpPr/>
      </dsp:nvSpPr>
      <dsp:spPr>
        <a:xfrm>
          <a:off x="537344" y="2284984"/>
          <a:ext cx="3232149" cy="966724"/>
        </a:xfrm>
        <a:prstGeom prst="roundRect">
          <a:avLst>
            <a:gd name="adj" fmla="val 10000"/>
          </a:avLst>
        </a:prstGeom>
        <a:gradFill rotWithShape="0">
          <a:gsLst>
            <a:gs pos="0">
              <a:schemeClr val="accent3">
                <a:hueOff val="-251326"/>
                <a:satOff val="-11615"/>
                <a:lumOff val="37910"/>
                <a:alphaOff val="0"/>
                <a:satMod val="103000"/>
                <a:lumMod val="102000"/>
                <a:tint val="94000"/>
              </a:schemeClr>
            </a:gs>
            <a:gs pos="50000">
              <a:schemeClr val="accent3">
                <a:hueOff val="-251326"/>
                <a:satOff val="-11615"/>
                <a:lumOff val="37910"/>
                <a:alphaOff val="0"/>
                <a:satMod val="110000"/>
                <a:lumMod val="100000"/>
                <a:shade val="100000"/>
              </a:schemeClr>
            </a:gs>
            <a:gs pos="100000">
              <a:schemeClr val="accent3">
                <a:hueOff val="-251326"/>
                <a:satOff val="-11615"/>
                <a:lumOff val="3791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A" sz="2200" kern="1200"/>
            <a:t>Test</a:t>
          </a:r>
        </a:p>
      </dsp:txBody>
      <dsp:txXfrm>
        <a:off x="565658" y="2313298"/>
        <a:ext cx="2280498" cy="910096"/>
      </dsp:txXfrm>
    </dsp:sp>
    <dsp:sp modelId="{04F33AA1-93C0-47F8-A5CD-EDC2C11EFF9E}">
      <dsp:nvSpPr>
        <dsp:cNvPr id="0" name=""/>
        <dsp:cNvSpPr/>
      </dsp:nvSpPr>
      <dsp:spPr>
        <a:xfrm>
          <a:off x="808037" y="3427476"/>
          <a:ext cx="3232149" cy="966724"/>
        </a:xfrm>
        <a:prstGeom prst="roundRect">
          <a:avLst>
            <a:gd name="adj" fmla="val 10000"/>
          </a:avLst>
        </a:prstGeom>
        <a:gradFill rotWithShape="0">
          <a:gsLst>
            <a:gs pos="0">
              <a:schemeClr val="accent3">
                <a:hueOff val="-376989"/>
                <a:satOff val="-17423"/>
                <a:lumOff val="56865"/>
                <a:alphaOff val="0"/>
                <a:satMod val="103000"/>
                <a:lumMod val="102000"/>
                <a:tint val="94000"/>
              </a:schemeClr>
            </a:gs>
            <a:gs pos="50000">
              <a:schemeClr val="accent3">
                <a:hueOff val="-376989"/>
                <a:satOff val="-17423"/>
                <a:lumOff val="56865"/>
                <a:alphaOff val="0"/>
                <a:satMod val="110000"/>
                <a:lumMod val="100000"/>
                <a:shade val="100000"/>
              </a:schemeClr>
            </a:gs>
            <a:gs pos="100000">
              <a:schemeClr val="accent3">
                <a:hueOff val="-376989"/>
                <a:satOff val="-17423"/>
                <a:lumOff val="568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A" sz="2200" kern="1200"/>
            <a:t>Mise en production</a:t>
          </a:r>
        </a:p>
      </dsp:txBody>
      <dsp:txXfrm>
        <a:off x="836351" y="3455790"/>
        <a:ext cx="2276458" cy="910096"/>
      </dsp:txXfrm>
    </dsp:sp>
    <dsp:sp modelId="{28D912F9-0269-4538-8552-4C61363AB42D}">
      <dsp:nvSpPr>
        <dsp:cNvPr id="0" name=""/>
        <dsp:cNvSpPr/>
      </dsp:nvSpPr>
      <dsp:spPr>
        <a:xfrm>
          <a:off x="2603779" y="740422"/>
          <a:ext cx="628370" cy="628370"/>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fr-CA" sz="2600" kern="1200"/>
        </a:p>
      </dsp:txBody>
      <dsp:txXfrm>
        <a:off x="2745162" y="740422"/>
        <a:ext cx="345604" cy="472848"/>
      </dsp:txXfrm>
    </dsp:sp>
    <dsp:sp modelId="{0CDD11FF-6C78-4D70-BEAD-ACA83AE14DF3}">
      <dsp:nvSpPr>
        <dsp:cNvPr id="0" name=""/>
        <dsp:cNvSpPr/>
      </dsp:nvSpPr>
      <dsp:spPr>
        <a:xfrm>
          <a:off x="2874471" y="1882914"/>
          <a:ext cx="628370" cy="628370"/>
        </a:xfrm>
        <a:prstGeom prst="downArrow">
          <a:avLst>
            <a:gd name="adj1" fmla="val 55000"/>
            <a:gd name="adj2" fmla="val 45000"/>
          </a:avLst>
        </a:prstGeom>
        <a:solidFill>
          <a:schemeClr val="accent3">
            <a:tint val="40000"/>
            <a:alpha val="90000"/>
            <a:hueOff val="-429690"/>
            <a:satOff val="35472"/>
            <a:lumOff val="5136"/>
            <a:alphaOff val="0"/>
          </a:schemeClr>
        </a:solidFill>
        <a:ln w="12700" cap="flat" cmpd="sng" algn="ctr">
          <a:solidFill>
            <a:schemeClr val="accent3">
              <a:tint val="40000"/>
              <a:alpha val="90000"/>
              <a:hueOff val="-429690"/>
              <a:satOff val="35472"/>
              <a:lumOff val="513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fr-CA" sz="2600" kern="1200"/>
        </a:p>
      </dsp:txBody>
      <dsp:txXfrm>
        <a:off x="3015854" y="1882914"/>
        <a:ext cx="345604" cy="472848"/>
      </dsp:txXfrm>
    </dsp:sp>
    <dsp:sp modelId="{D72185B1-F5E9-49FF-BC60-419563591BFF}">
      <dsp:nvSpPr>
        <dsp:cNvPr id="0" name=""/>
        <dsp:cNvSpPr/>
      </dsp:nvSpPr>
      <dsp:spPr>
        <a:xfrm>
          <a:off x="3141123" y="3025406"/>
          <a:ext cx="628370" cy="628370"/>
        </a:xfrm>
        <a:prstGeom prst="downArrow">
          <a:avLst>
            <a:gd name="adj1" fmla="val 55000"/>
            <a:gd name="adj2" fmla="val 45000"/>
          </a:avLst>
        </a:prstGeom>
        <a:solidFill>
          <a:schemeClr val="accent3">
            <a:tint val="40000"/>
            <a:alpha val="90000"/>
            <a:hueOff val="-859380"/>
            <a:satOff val="70944"/>
            <a:lumOff val="10271"/>
            <a:alphaOff val="0"/>
          </a:schemeClr>
        </a:solidFill>
        <a:ln w="12700" cap="flat" cmpd="sng" algn="ctr">
          <a:solidFill>
            <a:schemeClr val="accent3">
              <a:tint val="40000"/>
              <a:alpha val="90000"/>
              <a:hueOff val="-859380"/>
              <a:satOff val="70944"/>
              <a:lumOff val="1027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fr-CA" sz="2600" kern="1200"/>
        </a:p>
      </dsp:txBody>
      <dsp:txXfrm>
        <a:off x="3282506" y="3025406"/>
        <a:ext cx="345604" cy="4728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CBD5C-A699-4388-83F2-F1EB3869CB04}">
      <dsp:nvSpPr>
        <dsp:cNvPr id="0" name=""/>
        <dsp:cNvSpPr/>
      </dsp:nvSpPr>
      <dsp:spPr>
        <a:xfrm>
          <a:off x="2215" y="1168909"/>
          <a:ext cx="939981" cy="43319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Quelles est la portée?</a:t>
          </a:r>
        </a:p>
      </dsp:txBody>
      <dsp:txXfrm>
        <a:off x="2215" y="1168909"/>
        <a:ext cx="939981" cy="288796"/>
      </dsp:txXfrm>
    </dsp:sp>
    <dsp:sp modelId="{0AE5C81E-C5D5-47EA-8E06-5977A1BEEA01}">
      <dsp:nvSpPr>
        <dsp:cNvPr id="0" name=""/>
        <dsp:cNvSpPr/>
      </dsp:nvSpPr>
      <dsp:spPr>
        <a:xfrm>
          <a:off x="194741"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Processus</a:t>
          </a:r>
        </a:p>
        <a:p>
          <a:pPr marL="57150" lvl="1" indent="-57150" algn="l" defTabSz="311150">
            <a:lnSpc>
              <a:spcPct val="90000"/>
            </a:lnSpc>
            <a:spcBef>
              <a:spcPct val="0"/>
            </a:spcBef>
            <a:spcAft>
              <a:spcPct val="15000"/>
            </a:spcAft>
            <a:buChar char="•"/>
          </a:pPr>
          <a:r>
            <a:rPr lang="fr-CA" sz="700" kern="1200"/>
            <a:t>Parties prenantes</a:t>
          </a:r>
        </a:p>
        <a:p>
          <a:pPr marL="57150" lvl="1" indent="-57150" algn="l" defTabSz="311150">
            <a:lnSpc>
              <a:spcPct val="90000"/>
            </a:lnSpc>
            <a:spcBef>
              <a:spcPct val="0"/>
            </a:spcBef>
            <a:spcAft>
              <a:spcPct val="15000"/>
            </a:spcAft>
            <a:buChar char="•"/>
          </a:pPr>
          <a:r>
            <a:rPr lang="fr-CA" sz="700" kern="1200"/>
            <a:t>Systèmes</a:t>
          </a:r>
        </a:p>
        <a:p>
          <a:pPr marL="57150" lvl="1" indent="-57150" algn="l" defTabSz="311150">
            <a:lnSpc>
              <a:spcPct val="90000"/>
            </a:lnSpc>
            <a:spcBef>
              <a:spcPct val="0"/>
            </a:spcBef>
            <a:spcAft>
              <a:spcPct val="15000"/>
            </a:spcAft>
            <a:buChar char="•"/>
          </a:pPr>
          <a:r>
            <a:rPr lang="fr-CA" sz="700" kern="1200"/>
            <a:t>Composants</a:t>
          </a:r>
        </a:p>
      </dsp:txBody>
      <dsp:txXfrm>
        <a:off x="219358" y="1482323"/>
        <a:ext cx="890747" cy="791249"/>
      </dsp:txXfrm>
    </dsp:sp>
    <dsp:sp modelId="{B3F983E4-BA8A-4250-A6DB-CDD911748B9E}">
      <dsp:nvSpPr>
        <dsp:cNvPr id="0" name=""/>
        <dsp:cNvSpPr/>
      </dsp:nvSpPr>
      <dsp:spPr>
        <a:xfrm>
          <a:off x="1084694" y="1196293"/>
          <a:ext cx="302095" cy="23402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1084694" y="1243099"/>
        <a:ext cx="231887" cy="140416"/>
      </dsp:txXfrm>
    </dsp:sp>
    <dsp:sp modelId="{177553D0-5D63-4602-A079-525F4BE0F9C8}">
      <dsp:nvSpPr>
        <dsp:cNvPr id="0" name=""/>
        <dsp:cNvSpPr/>
      </dsp:nvSpPr>
      <dsp:spPr>
        <a:xfrm>
          <a:off x="1512187" y="1168909"/>
          <a:ext cx="939981" cy="433194"/>
        </a:xfrm>
        <a:prstGeom prst="roundRect">
          <a:avLst>
            <a:gd name="adj" fmla="val 10000"/>
          </a:avLst>
        </a:prstGeom>
        <a:solidFill>
          <a:schemeClr val="accent3">
            <a:hueOff val="-75398"/>
            <a:satOff val="-3485"/>
            <a:lumOff val="113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Qu’est-ce qui change?</a:t>
          </a:r>
        </a:p>
      </dsp:txBody>
      <dsp:txXfrm>
        <a:off x="1512187" y="1168909"/>
        <a:ext cx="939981" cy="288796"/>
      </dsp:txXfrm>
    </dsp:sp>
    <dsp:sp modelId="{5AA62443-4E7C-4936-9B2A-DA6016162C1A}">
      <dsp:nvSpPr>
        <dsp:cNvPr id="0" name=""/>
        <dsp:cNvSpPr/>
      </dsp:nvSpPr>
      <dsp:spPr>
        <a:xfrm>
          <a:off x="1704713"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75398"/>
              <a:satOff val="-3485"/>
              <a:lumOff val="113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Lister les changements pour chacun des items précédents</a:t>
          </a:r>
        </a:p>
      </dsp:txBody>
      <dsp:txXfrm>
        <a:off x="1729330" y="1482323"/>
        <a:ext cx="890747" cy="791249"/>
      </dsp:txXfrm>
    </dsp:sp>
    <dsp:sp modelId="{23582676-6754-4BBD-A4F9-25B8F7291A99}">
      <dsp:nvSpPr>
        <dsp:cNvPr id="0" name=""/>
        <dsp:cNvSpPr/>
      </dsp:nvSpPr>
      <dsp:spPr>
        <a:xfrm>
          <a:off x="2594666" y="1196293"/>
          <a:ext cx="302095" cy="234028"/>
        </a:xfrm>
        <a:prstGeom prst="rightArrow">
          <a:avLst>
            <a:gd name="adj1" fmla="val 60000"/>
            <a:gd name="adj2" fmla="val 50000"/>
          </a:avLst>
        </a:prstGeom>
        <a:solidFill>
          <a:schemeClr val="accent3">
            <a:hueOff val="-94247"/>
            <a:satOff val="-4356"/>
            <a:lumOff val="1421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2594666" y="1243099"/>
        <a:ext cx="231887" cy="140416"/>
      </dsp:txXfrm>
    </dsp:sp>
    <dsp:sp modelId="{77BF6825-F123-4843-82F3-240E591E2618}">
      <dsp:nvSpPr>
        <dsp:cNvPr id="0" name=""/>
        <dsp:cNvSpPr/>
      </dsp:nvSpPr>
      <dsp:spPr>
        <a:xfrm>
          <a:off x="3022159" y="1168909"/>
          <a:ext cx="939981" cy="433194"/>
        </a:xfrm>
        <a:prstGeom prst="roundRect">
          <a:avLst>
            <a:gd name="adj" fmla="val 10000"/>
          </a:avLst>
        </a:prstGeom>
        <a:solidFill>
          <a:schemeClr val="accent3">
            <a:hueOff val="-150796"/>
            <a:satOff val="-6969"/>
            <a:lumOff val="2274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Qu’est-ce qu’il faut garantir?</a:t>
          </a:r>
        </a:p>
      </dsp:txBody>
      <dsp:txXfrm>
        <a:off x="3022159" y="1168909"/>
        <a:ext cx="939981" cy="288796"/>
      </dsp:txXfrm>
    </dsp:sp>
    <dsp:sp modelId="{0F5A54B7-65F8-4F06-8574-BC5D466791A4}">
      <dsp:nvSpPr>
        <dsp:cNvPr id="0" name=""/>
        <dsp:cNvSpPr/>
      </dsp:nvSpPr>
      <dsp:spPr>
        <a:xfrm>
          <a:off x="3214686"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150796"/>
              <a:satOff val="-6969"/>
              <a:lumOff val="227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Lister les risques OU ce qui doit être garanti</a:t>
          </a:r>
        </a:p>
        <a:p>
          <a:pPr marL="57150" lvl="1" indent="-57150" algn="l" defTabSz="311150">
            <a:lnSpc>
              <a:spcPct val="90000"/>
            </a:lnSpc>
            <a:spcBef>
              <a:spcPct val="0"/>
            </a:spcBef>
            <a:spcAft>
              <a:spcPct val="15000"/>
            </a:spcAft>
            <a:buChar char="•"/>
          </a:pPr>
          <a:r>
            <a:rPr lang="fr-CA" sz="700" kern="1200"/>
            <a:t>Établir les tests à faire pour mitiger les risques</a:t>
          </a:r>
        </a:p>
      </dsp:txBody>
      <dsp:txXfrm>
        <a:off x="3239303" y="1482323"/>
        <a:ext cx="890747" cy="791249"/>
      </dsp:txXfrm>
    </dsp:sp>
    <dsp:sp modelId="{8A5E2421-F0E0-4CD3-8DEA-EE82F5DE3C34}">
      <dsp:nvSpPr>
        <dsp:cNvPr id="0" name=""/>
        <dsp:cNvSpPr/>
      </dsp:nvSpPr>
      <dsp:spPr>
        <a:xfrm>
          <a:off x="4104639" y="1196293"/>
          <a:ext cx="302095" cy="234028"/>
        </a:xfrm>
        <a:prstGeom prst="rightArrow">
          <a:avLst>
            <a:gd name="adj1" fmla="val 60000"/>
            <a:gd name="adj2" fmla="val 50000"/>
          </a:avLst>
        </a:prstGeom>
        <a:solidFill>
          <a:schemeClr val="accent3">
            <a:hueOff val="-188495"/>
            <a:satOff val="-8712"/>
            <a:lumOff val="2843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4104639" y="1243099"/>
        <a:ext cx="231887" cy="140416"/>
      </dsp:txXfrm>
    </dsp:sp>
    <dsp:sp modelId="{F870C98F-8FAE-454A-8A30-371D78BCDFC5}">
      <dsp:nvSpPr>
        <dsp:cNvPr id="0" name=""/>
        <dsp:cNvSpPr/>
      </dsp:nvSpPr>
      <dsp:spPr>
        <a:xfrm>
          <a:off x="4532132" y="1168909"/>
          <a:ext cx="939981" cy="433194"/>
        </a:xfrm>
        <a:prstGeom prst="roundRect">
          <a:avLst>
            <a:gd name="adj" fmla="val 10000"/>
          </a:avLst>
        </a:prstGeom>
        <a:solidFill>
          <a:schemeClr val="accent3">
            <a:hueOff val="-226194"/>
            <a:satOff val="-10454"/>
            <a:lumOff val="341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Quels essais devons-nous faire?</a:t>
          </a:r>
        </a:p>
      </dsp:txBody>
      <dsp:txXfrm>
        <a:off x="4532132" y="1168909"/>
        <a:ext cx="939981" cy="288796"/>
      </dsp:txXfrm>
    </dsp:sp>
    <dsp:sp modelId="{90A50C22-945F-4ACC-9149-CEB88E0D0383}">
      <dsp:nvSpPr>
        <dsp:cNvPr id="0" name=""/>
        <dsp:cNvSpPr/>
      </dsp:nvSpPr>
      <dsp:spPr>
        <a:xfrm>
          <a:off x="4724658"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226194"/>
              <a:satOff val="-10454"/>
              <a:lumOff val="3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Écrire les essais avec les parties prenantes</a:t>
          </a:r>
        </a:p>
        <a:p>
          <a:pPr marL="114300" lvl="2" indent="-57150" algn="l" defTabSz="311150">
            <a:lnSpc>
              <a:spcPct val="90000"/>
            </a:lnSpc>
            <a:spcBef>
              <a:spcPct val="0"/>
            </a:spcBef>
            <a:spcAft>
              <a:spcPct val="15000"/>
            </a:spcAft>
            <a:buChar char="•"/>
          </a:pPr>
          <a:r>
            <a:rPr lang="fr-CA" sz="700" kern="1200"/>
            <a:t>de composant</a:t>
          </a:r>
        </a:p>
        <a:p>
          <a:pPr marL="114300" lvl="2" indent="-57150" algn="l" defTabSz="311150">
            <a:lnSpc>
              <a:spcPct val="90000"/>
            </a:lnSpc>
            <a:spcBef>
              <a:spcPct val="0"/>
            </a:spcBef>
            <a:spcAft>
              <a:spcPct val="15000"/>
            </a:spcAft>
            <a:buChar char="•"/>
          </a:pPr>
          <a:r>
            <a:rPr lang="fr-CA" sz="700" kern="1200"/>
            <a:t>de système</a:t>
          </a:r>
        </a:p>
        <a:p>
          <a:pPr marL="114300" lvl="2" indent="-57150" algn="l" defTabSz="311150">
            <a:lnSpc>
              <a:spcPct val="90000"/>
            </a:lnSpc>
            <a:spcBef>
              <a:spcPct val="0"/>
            </a:spcBef>
            <a:spcAft>
              <a:spcPct val="15000"/>
            </a:spcAft>
            <a:buChar char="•"/>
          </a:pPr>
          <a:r>
            <a:rPr lang="fr-CA" sz="700" kern="1200"/>
            <a:t>d’acceptation</a:t>
          </a:r>
        </a:p>
      </dsp:txBody>
      <dsp:txXfrm>
        <a:off x="4749275" y="1482323"/>
        <a:ext cx="890747" cy="791249"/>
      </dsp:txXfrm>
    </dsp:sp>
    <dsp:sp modelId="{A5C8089B-FD27-40B3-A715-4727D91B263B}">
      <dsp:nvSpPr>
        <dsp:cNvPr id="0" name=""/>
        <dsp:cNvSpPr/>
      </dsp:nvSpPr>
      <dsp:spPr>
        <a:xfrm>
          <a:off x="5614611" y="1196293"/>
          <a:ext cx="302095" cy="234028"/>
        </a:xfrm>
        <a:prstGeom prst="rightArrow">
          <a:avLst>
            <a:gd name="adj1" fmla="val 60000"/>
            <a:gd name="adj2" fmla="val 50000"/>
          </a:avLst>
        </a:prstGeom>
        <a:solidFill>
          <a:schemeClr val="accent3">
            <a:hueOff val="-282742"/>
            <a:satOff val="-13067"/>
            <a:lumOff val="4264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5614611" y="1243099"/>
        <a:ext cx="231887" cy="140416"/>
      </dsp:txXfrm>
    </dsp:sp>
    <dsp:sp modelId="{EE0A63B3-5936-4E79-A688-30C2F9EF7713}">
      <dsp:nvSpPr>
        <dsp:cNvPr id="0" name=""/>
        <dsp:cNvSpPr/>
      </dsp:nvSpPr>
      <dsp:spPr>
        <a:xfrm>
          <a:off x="6042104" y="1168909"/>
          <a:ext cx="939981" cy="433194"/>
        </a:xfrm>
        <a:prstGeom prst="roundRect">
          <a:avLst>
            <a:gd name="adj" fmla="val 10000"/>
          </a:avLst>
        </a:prstGeom>
        <a:solidFill>
          <a:schemeClr val="accent3">
            <a:hueOff val="-301592"/>
            <a:satOff val="-13938"/>
            <a:lumOff val="454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Préparer l’environnement</a:t>
          </a:r>
        </a:p>
      </dsp:txBody>
      <dsp:txXfrm>
        <a:off x="6042104" y="1168909"/>
        <a:ext cx="939981" cy="288796"/>
      </dsp:txXfrm>
    </dsp:sp>
    <dsp:sp modelId="{9E2F1935-3082-4E2B-A2CC-B6CD6B159268}">
      <dsp:nvSpPr>
        <dsp:cNvPr id="0" name=""/>
        <dsp:cNvSpPr/>
      </dsp:nvSpPr>
      <dsp:spPr>
        <a:xfrm>
          <a:off x="6234631"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301592"/>
              <a:satOff val="-13938"/>
              <a:lumOff val="454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Préparer les environnements</a:t>
          </a:r>
        </a:p>
        <a:p>
          <a:pPr marL="57150" lvl="1" indent="-57150" algn="l" defTabSz="311150">
            <a:lnSpc>
              <a:spcPct val="90000"/>
            </a:lnSpc>
            <a:spcBef>
              <a:spcPct val="0"/>
            </a:spcBef>
            <a:spcAft>
              <a:spcPct val="15000"/>
            </a:spcAft>
            <a:buChar char="•"/>
          </a:pPr>
          <a:r>
            <a:rPr lang="fr-CA" sz="700" kern="1200"/>
            <a:t>Préparer les données</a:t>
          </a:r>
        </a:p>
        <a:p>
          <a:pPr marL="57150" lvl="1" indent="-57150" algn="l" defTabSz="311150">
            <a:lnSpc>
              <a:spcPct val="90000"/>
            </a:lnSpc>
            <a:spcBef>
              <a:spcPct val="0"/>
            </a:spcBef>
            <a:spcAft>
              <a:spcPct val="15000"/>
            </a:spcAft>
            <a:buChar char="•"/>
          </a:pPr>
          <a:r>
            <a:rPr lang="fr-CA" sz="700" kern="1200"/>
            <a:t>Préparer les testeurs</a:t>
          </a:r>
        </a:p>
      </dsp:txBody>
      <dsp:txXfrm>
        <a:off x="6259248" y="1482323"/>
        <a:ext cx="890747" cy="791249"/>
      </dsp:txXfrm>
    </dsp:sp>
    <dsp:sp modelId="{42751552-F7F4-4AA3-B188-433873686DBC}">
      <dsp:nvSpPr>
        <dsp:cNvPr id="0" name=""/>
        <dsp:cNvSpPr/>
      </dsp:nvSpPr>
      <dsp:spPr>
        <a:xfrm>
          <a:off x="7124583" y="1196293"/>
          <a:ext cx="302095" cy="234028"/>
        </a:xfrm>
        <a:prstGeom prst="rightArrow">
          <a:avLst>
            <a:gd name="adj1" fmla="val 60000"/>
            <a:gd name="adj2" fmla="val 50000"/>
          </a:avLst>
        </a:prstGeom>
        <a:solidFill>
          <a:schemeClr val="accent3">
            <a:hueOff val="-376989"/>
            <a:satOff val="-17423"/>
            <a:lumOff val="568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7124583" y="1243099"/>
        <a:ext cx="231887" cy="140416"/>
      </dsp:txXfrm>
    </dsp:sp>
    <dsp:sp modelId="{E2285947-FBB6-4607-8A8B-BDB3D0C4CC4C}">
      <dsp:nvSpPr>
        <dsp:cNvPr id="0" name=""/>
        <dsp:cNvSpPr/>
      </dsp:nvSpPr>
      <dsp:spPr>
        <a:xfrm>
          <a:off x="7552077" y="1168909"/>
          <a:ext cx="939981" cy="433194"/>
        </a:xfrm>
        <a:prstGeom prst="roundRect">
          <a:avLst>
            <a:gd name="adj" fmla="val 10000"/>
          </a:avLst>
        </a:prstGeom>
        <a:solidFill>
          <a:schemeClr val="accent3">
            <a:hueOff val="-376989"/>
            <a:satOff val="-17423"/>
            <a:lumOff val="568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fr-CA" sz="700" kern="1200"/>
            <a:t>Exécuter les tests</a:t>
          </a:r>
        </a:p>
      </dsp:txBody>
      <dsp:txXfrm>
        <a:off x="7552077" y="1168909"/>
        <a:ext cx="939981" cy="288796"/>
      </dsp:txXfrm>
    </dsp:sp>
    <dsp:sp modelId="{D7D9495C-72C8-47E6-AAD0-85B38C91BF2F}">
      <dsp:nvSpPr>
        <dsp:cNvPr id="0" name=""/>
        <dsp:cNvSpPr/>
      </dsp:nvSpPr>
      <dsp:spPr>
        <a:xfrm>
          <a:off x="7744603" y="1457706"/>
          <a:ext cx="939981" cy="840483"/>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376989"/>
              <a:satOff val="-17423"/>
              <a:lumOff val="568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fr-CA" sz="700" kern="1200"/>
            <a:t>Exécuter les tests</a:t>
          </a:r>
        </a:p>
        <a:p>
          <a:pPr marL="57150" lvl="1" indent="-57150" algn="l" defTabSz="311150">
            <a:lnSpc>
              <a:spcPct val="90000"/>
            </a:lnSpc>
            <a:spcBef>
              <a:spcPct val="0"/>
            </a:spcBef>
            <a:spcAft>
              <a:spcPct val="15000"/>
            </a:spcAft>
            <a:buChar char="•"/>
          </a:pPr>
          <a:r>
            <a:rPr lang="fr-CA" sz="700" kern="1200"/>
            <a:t>Corriger les anomalies</a:t>
          </a:r>
        </a:p>
        <a:p>
          <a:pPr marL="57150" lvl="1" indent="-57150" algn="l" defTabSz="311150">
            <a:lnSpc>
              <a:spcPct val="90000"/>
            </a:lnSpc>
            <a:spcBef>
              <a:spcPct val="0"/>
            </a:spcBef>
            <a:spcAft>
              <a:spcPct val="15000"/>
            </a:spcAft>
            <a:buChar char="•"/>
          </a:pPr>
          <a:r>
            <a:rPr lang="fr-CA" sz="700" kern="1200"/>
            <a:t>Faire le suivi des essais</a:t>
          </a:r>
        </a:p>
      </dsp:txBody>
      <dsp:txXfrm>
        <a:off x="7769220" y="1482323"/>
        <a:ext cx="890747" cy="7912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0DE63-FCDC-44A8-8299-9409609F531C}">
      <dsp:nvSpPr>
        <dsp:cNvPr id="0" name=""/>
        <dsp:cNvSpPr/>
      </dsp:nvSpPr>
      <dsp:spPr>
        <a:xfrm>
          <a:off x="0" y="0"/>
          <a:ext cx="3446945" cy="3505200"/>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7C9C7-119F-4552-8F59-90BED8AFE773}">
      <dsp:nvSpPr>
        <dsp:cNvPr id="0" name=""/>
        <dsp:cNvSpPr/>
      </dsp:nvSpPr>
      <dsp:spPr>
        <a:xfrm>
          <a:off x="1723472" y="352402"/>
          <a:ext cx="2240514" cy="829746"/>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fr-FR" sz="2500" kern="1200"/>
            <a:t>Acceptation</a:t>
          </a:r>
        </a:p>
      </dsp:txBody>
      <dsp:txXfrm>
        <a:off x="1763977" y="392907"/>
        <a:ext cx="2159504" cy="748736"/>
      </dsp:txXfrm>
    </dsp:sp>
    <dsp:sp modelId="{16211751-36C4-4466-BD4C-892E54CBC9F9}">
      <dsp:nvSpPr>
        <dsp:cNvPr id="0" name=""/>
        <dsp:cNvSpPr/>
      </dsp:nvSpPr>
      <dsp:spPr>
        <a:xfrm>
          <a:off x="1723472" y="1285867"/>
          <a:ext cx="2240514" cy="829746"/>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Système</a:t>
          </a:r>
        </a:p>
      </dsp:txBody>
      <dsp:txXfrm>
        <a:off x="1763977" y="1326372"/>
        <a:ext cx="2159504" cy="748736"/>
      </dsp:txXfrm>
    </dsp:sp>
    <dsp:sp modelId="{4A4C34A3-8F60-4D9D-9CBA-49B9171611F1}">
      <dsp:nvSpPr>
        <dsp:cNvPr id="0" name=""/>
        <dsp:cNvSpPr/>
      </dsp:nvSpPr>
      <dsp:spPr>
        <a:xfrm>
          <a:off x="1723472" y="2219332"/>
          <a:ext cx="2240514" cy="829746"/>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Composant</a:t>
          </a:r>
        </a:p>
      </dsp:txBody>
      <dsp:txXfrm>
        <a:off x="1763977" y="2259837"/>
        <a:ext cx="2159504" cy="7487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E1BEE-DB93-4F52-A5B5-9C214AAC286E}">
      <dsp:nvSpPr>
        <dsp:cNvPr id="0" name=""/>
        <dsp:cNvSpPr/>
      </dsp:nvSpPr>
      <dsp:spPr>
        <a:xfrm>
          <a:off x="2020" y="0"/>
          <a:ext cx="1982671" cy="35283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a:t>Fonctionnels</a:t>
          </a:r>
        </a:p>
      </dsp:txBody>
      <dsp:txXfrm>
        <a:off x="2020" y="0"/>
        <a:ext cx="1982671" cy="1058505"/>
      </dsp:txXfrm>
    </dsp:sp>
    <dsp:sp modelId="{A9EEECEF-E4EF-4372-AA26-9A71F90D937A}">
      <dsp:nvSpPr>
        <dsp:cNvPr id="0" name=""/>
        <dsp:cNvSpPr/>
      </dsp:nvSpPr>
      <dsp:spPr>
        <a:xfrm>
          <a:off x="200287" y="1059539"/>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None/>
          </a:pPr>
          <a:r>
            <a:rPr lang="fr-CA" sz="900" b="1" kern="1200"/>
            <a:t>Objectif</a:t>
          </a:r>
          <a:r>
            <a:rPr lang="fr-CA" sz="900" kern="1200"/>
            <a:t> : Vérifier que le système réalise les fonctions spécifiées.</a:t>
          </a:r>
        </a:p>
      </dsp:txBody>
      <dsp:txXfrm>
        <a:off x="231446" y="1090698"/>
        <a:ext cx="1523819" cy="1001528"/>
      </dsp:txXfrm>
    </dsp:sp>
    <dsp:sp modelId="{AF9F910D-174A-4303-A513-A0991BA5B140}">
      <dsp:nvSpPr>
        <dsp:cNvPr id="0" name=""/>
        <dsp:cNvSpPr/>
      </dsp:nvSpPr>
      <dsp:spPr>
        <a:xfrm>
          <a:off x="200287" y="2287054"/>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ClrTx/>
            <a:buSzTx/>
            <a:buFontTx/>
            <a:buNone/>
          </a:pPr>
          <a:r>
            <a:rPr lang="fr-CA" sz="900" kern="1200"/>
            <a:t>-Fonctionnalités métier</a:t>
          </a:r>
          <a:br>
            <a:rPr lang="fr-CA" sz="900" kern="1200"/>
          </a:br>
          <a:r>
            <a:rPr lang="fr-CA" sz="900" kern="1200"/>
            <a:t>- Contrôle des accès</a:t>
          </a:r>
          <a:br>
            <a:rPr lang="fr-CA" sz="900" kern="1200"/>
          </a:br>
          <a:r>
            <a:rPr lang="fr-CA" sz="900" kern="1200"/>
            <a:t>- Interopérabilité</a:t>
          </a:r>
        </a:p>
      </dsp:txBody>
      <dsp:txXfrm>
        <a:off x="231446" y="2318213"/>
        <a:ext cx="1523819" cy="1001528"/>
      </dsp:txXfrm>
    </dsp:sp>
    <dsp:sp modelId="{8164E481-7DA2-43AD-B977-3297ECB146F3}">
      <dsp:nvSpPr>
        <dsp:cNvPr id="0" name=""/>
        <dsp:cNvSpPr/>
      </dsp:nvSpPr>
      <dsp:spPr>
        <a:xfrm>
          <a:off x="2133392" y="0"/>
          <a:ext cx="1982671" cy="35283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a:t>Non fonctionnels</a:t>
          </a:r>
        </a:p>
      </dsp:txBody>
      <dsp:txXfrm>
        <a:off x="2133392" y="0"/>
        <a:ext cx="1982671" cy="1058505"/>
      </dsp:txXfrm>
    </dsp:sp>
    <dsp:sp modelId="{096BE940-DB88-4DBC-A6B3-62BBAA3CF14F}">
      <dsp:nvSpPr>
        <dsp:cNvPr id="0" name=""/>
        <dsp:cNvSpPr/>
      </dsp:nvSpPr>
      <dsp:spPr>
        <a:xfrm>
          <a:off x="2331659" y="1059539"/>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None/>
          </a:pPr>
          <a:r>
            <a:rPr lang="fr-CA" sz="900" b="1" kern="1200"/>
            <a:t>Objectif</a:t>
          </a:r>
          <a:r>
            <a:rPr lang="fr-CA" sz="900" kern="1200"/>
            <a:t> : Évaluer les caractéristiques de qualité autres que la fonctionnalité.</a:t>
          </a:r>
        </a:p>
      </dsp:txBody>
      <dsp:txXfrm>
        <a:off x="2362818" y="1090698"/>
        <a:ext cx="1523819" cy="1001528"/>
      </dsp:txXfrm>
    </dsp:sp>
    <dsp:sp modelId="{ACCED1A4-7577-4FE7-8A27-CA8B8A510532}">
      <dsp:nvSpPr>
        <dsp:cNvPr id="0" name=""/>
        <dsp:cNvSpPr/>
      </dsp:nvSpPr>
      <dsp:spPr>
        <a:xfrm>
          <a:off x="2331659" y="2287054"/>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fr-CA" sz="900" kern="1200"/>
            <a:t>- Performance</a:t>
          </a:r>
          <a:br>
            <a:rPr lang="fr-CA" sz="900" kern="1200"/>
          </a:br>
          <a:r>
            <a:rPr lang="fr-CA" sz="900" kern="1200"/>
            <a:t>- Ergonomie</a:t>
          </a:r>
          <a:br>
            <a:rPr lang="fr-CA" sz="900" kern="1200"/>
          </a:br>
          <a:r>
            <a:rPr lang="fr-CA" sz="900" kern="1200"/>
            <a:t>- Sécurité technologique</a:t>
          </a:r>
        </a:p>
      </dsp:txBody>
      <dsp:txXfrm>
        <a:off x="2362818" y="2318213"/>
        <a:ext cx="1523819" cy="1001528"/>
      </dsp:txXfrm>
    </dsp:sp>
    <dsp:sp modelId="{7F013B63-DD1A-4D7A-B209-AFE002FA436A}">
      <dsp:nvSpPr>
        <dsp:cNvPr id="0" name=""/>
        <dsp:cNvSpPr/>
      </dsp:nvSpPr>
      <dsp:spPr>
        <a:xfrm>
          <a:off x="4264764" y="0"/>
          <a:ext cx="1982671" cy="35283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a:t>Structurels</a:t>
          </a:r>
        </a:p>
      </dsp:txBody>
      <dsp:txXfrm>
        <a:off x="4264764" y="0"/>
        <a:ext cx="1982671" cy="1058505"/>
      </dsp:txXfrm>
    </dsp:sp>
    <dsp:sp modelId="{3187AE5E-F4B1-4EB0-A1BA-7C445CF66F90}">
      <dsp:nvSpPr>
        <dsp:cNvPr id="0" name=""/>
        <dsp:cNvSpPr/>
      </dsp:nvSpPr>
      <dsp:spPr>
        <a:xfrm>
          <a:off x="4463031" y="1059539"/>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None/>
          </a:pPr>
          <a:r>
            <a:rPr lang="fr-CA" sz="900" b="1" kern="1200"/>
            <a:t>Objectif</a:t>
          </a:r>
          <a:r>
            <a:rPr lang="fr-CA" sz="900" kern="1200"/>
            <a:t> : Vérifier la structure interne du code, des configurations ou du système.</a:t>
          </a:r>
        </a:p>
      </dsp:txBody>
      <dsp:txXfrm>
        <a:off x="4494190" y="1090698"/>
        <a:ext cx="1523819" cy="1001528"/>
      </dsp:txXfrm>
    </dsp:sp>
    <dsp:sp modelId="{13DB2E4D-317F-4E7D-AFBB-1BDCFE9943FF}">
      <dsp:nvSpPr>
        <dsp:cNvPr id="0" name=""/>
        <dsp:cNvSpPr/>
      </dsp:nvSpPr>
      <dsp:spPr>
        <a:xfrm>
          <a:off x="4463031" y="2287054"/>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rtl="0">
            <a:lnSpc>
              <a:spcPct val="90000"/>
            </a:lnSpc>
            <a:spcBef>
              <a:spcPct val="0"/>
            </a:spcBef>
            <a:spcAft>
              <a:spcPct val="35000"/>
            </a:spcAft>
            <a:buNone/>
          </a:pPr>
          <a:r>
            <a:rPr lang="fr-CA" sz="900" b="0" i="0" kern="1200">
              <a:latin typeface="Aptos"/>
            </a:rPr>
            <a:t>Tests boîte blanche :</a:t>
          </a:r>
          <a:br>
            <a:rPr lang="fr-CA" sz="900" b="0" i="0" kern="1200">
              <a:latin typeface="Aptos"/>
            </a:rPr>
          </a:br>
          <a:r>
            <a:rPr lang="fr-CA" sz="900" b="0" i="0" kern="1200">
              <a:latin typeface="Aptos"/>
            </a:rPr>
            <a:t>- Couverture de code</a:t>
          </a:r>
          <a:br>
            <a:rPr lang="fr-CA" sz="900" b="0" i="0" kern="1200">
              <a:latin typeface="Aptos"/>
            </a:rPr>
          </a:br>
          <a:r>
            <a:rPr lang="fr-CA" sz="900" b="0" i="0" kern="1200">
              <a:latin typeface="Aptos"/>
            </a:rPr>
            <a:t>- Chemins et branches</a:t>
          </a:r>
          <a:r>
            <a:rPr lang="fr-CA" sz="900" b="0" i="0" kern="1200">
              <a:latin typeface="DM Sans"/>
            </a:rPr>
            <a:t>.</a:t>
          </a:r>
          <a:endParaRPr lang="fr-CA" sz="900" kern="1200"/>
        </a:p>
      </dsp:txBody>
      <dsp:txXfrm>
        <a:off x="4494190" y="2318213"/>
        <a:ext cx="1523819" cy="1001528"/>
      </dsp:txXfrm>
    </dsp:sp>
    <dsp:sp modelId="{E9239390-ABE4-4684-8D04-17F5BAD9A34B}">
      <dsp:nvSpPr>
        <dsp:cNvPr id="0" name=""/>
        <dsp:cNvSpPr/>
      </dsp:nvSpPr>
      <dsp:spPr>
        <a:xfrm>
          <a:off x="6396136" y="0"/>
          <a:ext cx="1982671" cy="3528352"/>
        </a:xfrm>
        <a:prstGeom prst="roundRect">
          <a:avLst>
            <a:gd name="adj" fmla="val 10000"/>
          </a:avLst>
        </a:prstGeom>
        <a:solidFill>
          <a:srgbClr val="FEFECA"/>
        </a:solidFill>
        <a:ln>
          <a:solidFill>
            <a:srgbClr val="FEFECA"/>
          </a:solid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a:t>Change </a:t>
          </a:r>
          <a:r>
            <a:rPr lang="fr-CA" sz="2300" kern="1200" err="1"/>
            <a:t>related</a:t>
          </a:r>
          <a:endParaRPr lang="fr-CA" sz="2300" kern="1200"/>
        </a:p>
      </dsp:txBody>
      <dsp:txXfrm>
        <a:off x="6396136" y="0"/>
        <a:ext cx="1982671" cy="1058505"/>
      </dsp:txXfrm>
    </dsp:sp>
    <dsp:sp modelId="{3D9EF2B7-F7BB-4B92-935E-E8AE158147A8}">
      <dsp:nvSpPr>
        <dsp:cNvPr id="0" name=""/>
        <dsp:cNvSpPr/>
      </dsp:nvSpPr>
      <dsp:spPr>
        <a:xfrm>
          <a:off x="6594403" y="1059539"/>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ctr" defTabSz="400050">
            <a:lnSpc>
              <a:spcPct val="90000"/>
            </a:lnSpc>
            <a:spcBef>
              <a:spcPct val="0"/>
            </a:spcBef>
            <a:spcAft>
              <a:spcPct val="35000"/>
            </a:spcAft>
            <a:buNone/>
          </a:pPr>
          <a:r>
            <a:rPr lang="fr-CA" sz="900" b="1" kern="1200"/>
            <a:t>Objectif</a:t>
          </a:r>
          <a:r>
            <a:rPr lang="fr-CA" sz="900" kern="1200"/>
            <a:t> : Confirmer les corrections et détecter les effets de bord.</a:t>
          </a:r>
        </a:p>
      </dsp:txBody>
      <dsp:txXfrm>
        <a:off x="6625562" y="1090698"/>
        <a:ext cx="1523819" cy="1001528"/>
      </dsp:txXfrm>
    </dsp:sp>
    <dsp:sp modelId="{2A067413-EE44-4BDE-A407-BF205D1DD9EC}">
      <dsp:nvSpPr>
        <dsp:cNvPr id="0" name=""/>
        <dsp:cNvSpPr/>
      </dsp:nvSpPr>
      <dsp:spPr>
        <a:xfrm>
          <a:off x="6594403" y="2287054"/>
          <a:ext cx="1586137" cy="10638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None/>
          </a:pPr>
          <a:r>
            <a:rPr lang="fr-CA" sz="900" b="0" i="0" u="none" kern="1200"/>
            <a:t>- Confirmation : vérifier qu’un défaut corrigé ne réapparaît pas. </a:t>
          </a:r>
          <a:br>
            <a:rPr lang="fr-CA" sz="900" b="0" i="0" u="none" kern="1200"/>
          </a:br>
          <a:br>
            <a:rPr lang="fr-CA" sz="900" b="0" i="0" u="none" kern="1200"/>
          </a:br>
          <a:r>
            <a:rPr lang="fr-CA" sz="900" b="0" i="0" u="none" kern="1200"/>
            <a:t>- Non-régression : s’assurer qu’aucune régression n’a été introduite.</a:t>
          </a:r>
          <a:endParaRPr lang="fr-CA" sz="900" kern="1200">
            <a:latin typeface="DM Sans"/>
          </a:endParaRPr>
        </a:p>
      </dsp:txBody>
      <dsp:txXfrm>
        <a:off x="6625562" y="2318213"/>
        <a:ext cx="1523819" cy="10015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675D08-6795-411B-BE73-CD1E6E2865EF}">
      <dsp:nvSpPr>
        <dsp:cNvPr id="0" name=""/>
        <dsp:cNvSpPr/>
      </dsp:nvSpPr>
      <dsp:spPr>
        <a:xfrm>
          <a:off x="0" y="354619"/>
          <a:ext cx="3810000" cy="491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5698" tIns="166624" rIns="295698" bIns="56896" numCol="1" spcCol="1270" anchor="t" anchorCtr="0">
          <a:noAutofit/>
        </a:bodyPr>
        <a:lstStyle/>
        <a:p>
          <a:pPr marL="57150" lvl="1" indent="-57150" algn="l" defTabSz="355600">
            <a:lnSpc>
              <a:spcPct val="90000"/>
            </a:lnSpc>
            <a:spcBef>
              <a:spcPct val="0"/>
            </a:spcBef>
            <a:spcAft>
              <a:spcPct val="15000"/>
            </a:spcAft>
            <a:buChar char="•"/>
          </a:pPr>
          <a:r>
            <a:rPr lang="fr-CA" sz="800" kern="1200"/>
            <a:t>&lt;Producteur&gt; - &lt;Transporteur&gt; -&gt; &lt;Consommateur&gt;</a:t>
          </a:r>
        </a:p>
        <a:p>
          <a:pPr marL="57150" lvl="1" indent="-57150" algn="l" defTabSz="355600">
            <a:lnSpc>
              <a:spcPct val="90000"/>
            </a:lnSpc>
            <a:spcBef>
              <a:spcPct val="0"/>
            </a:spcBef>
            <a:spcAft>
              <a:spcPct val="15000"/>
            </a:spcAft>
            <a:buChar char="•"/>
          </a:pPr>
          <a:r>
            <a:rPr lang="fr-CA" sz="800" kern="1200"/>
            <a:t>ex: Sentinelle -&gt; CIS -&gt; Entrepôt Financier</a:t>
          </a:r>
        </a:p>
      </dsp:txBody>
      <dsp:txXfrm>
        <a:off x="0" y="354619"/>
        <a:ext cx="3810000" cy="491399"/>
      </dsp:txXfrm>
    </dsp:sp>
    <dsp:sp modelId="{681CCF29-962D-49E3-8B5B-626D8F2DC615}">
      <dsp:nvSpPr>
        <dsp:cNvPr id="0" name=""/>
        <dsp:cNvSpPr/>
      </dsp:nvSpPr>
      <dsp:spPr>
        <a:xfrm>
          <a:off x="190500" y="236539"/>
          <a:ext cx="2667000"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806" tIns="0" rIns="100806" bIns="0" numCol="1" spcCol="1270" anchor="ctr" anchorCtr="0">
          <a:noAutofit/>
        </a:bodyPr>
        <a:lstStyle/>
        <a:p>
          <a:pPr marL="0" lvl="0" indent="0" algn="l" defTabSz="355600">
            <a:lnSpc>
              <a:spcPct val="90000"/>
            </a:lnSpc>
            <a:spcBef>
              <a:spcPct val="0"/>
            </a:spcBef>
            <a:spcAft>
              <a:spcPct val="35000"/>
            </a:spcAft>
            <a:buNone/>
          </a:pPr>
          <a:r>
            <a:rPr lang="fr-CA" sz="800" kern="1200"/>
            <a:t>Créer une suite de test par intégration</a:t>
          </a:r>
        </a:p>
      </dsp:txBody>
      <dsp:txXfrm>
        <a:off x="202028" y="248067"/>
        <a:ext cx="2643944" cy="213104"/>
      </dsp:txXfrm>
    </dsp:sp>
    <dsp:sp modelId="{A79ADEB8-5578-4059-A3ED-0C82D5C56F98}">
      <dsp:nvSpPr>
        <dsp:cNvPr id="0" name=""/>
        <dsp:cNvSpPr/>
      </dsp:nvSpPr>
      <dsp:spPr>
        <a:xfrm>
          <a:off x="0" y="1007299"/>
          <a:ext cx="3810000" cy="630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5698" tIns="166624" rIns="295698" bIns="56896" numCol="1" spcCol="1270" anchor="t" anchorCtr="0">
          <a:noAutofit/>
        </a:bodyPr>
        <a:lstStyle/>
        <a:p>
          <a:pPr marL="57150" lvl="1" indent="-57150" algn="l" defTabSz="355600">
            <a:lnSpc>
              <a:spcPct val="90000"/>
            </a:lnSpc>
            <a:spcBef>
              <a:spcPct val="0"/>
            </a:spcBef>
            <a:spcAft>
              <a:spcPct val="15000"/>
            </a:spcAft>
            <a:buChar char="•"/>
          </a:pPr>
          <a:r>
            <a:rPr lang="fr-CA" sz="800" kern="1200"/>
            <a:t>Valider le déclenchement et l’exécution de la production</a:t>
          </a:r>
        </a:p>
        <a:p>
          <a:pPr marL="57150" lvl="1" indent="-57150" algn="l" defTabSz="355600">
            <a:lnSpc>
              <a:spcPct val="90000"/>
            </a:lnSpc>
            <a:spcBef>
              <a:spcPct val="0"/>
            </a:spcBef>
            <a:spcAft>
              <a:spcPct val="15000"/>
            </a:spcAft>
            <a:buChar char="•"/>
          </a:pPr>
          <a:r>
            <a:rPr lang="fr-CA" sz="800" kern="1200"/>
            <a:t>Valider le format des données</a:t>
          </a:r>
        </a:p>
        <a:p>
          <a:pPr marL="57150" lvl="1" indent="-57150" algn="l" defTabSz="355600">
            <a:lnSpc>
              <a:spcPct val="90000"/>
            </a:lnSpc>
            <a:spcBef>
              <a:spcPct val="0"/>
            </a:spcBef>
            <a:spcAft>
              <a:spcPct val="15000"/>
            </a:spcAft>
            <a:buChar char="•"/>
          </a:pPr>
          <a:r>
            <a:rPr lang="fr-CA" sz="800" kern="1200"/>
            <a:t>Valider les valeurs du point de vue affaires</a:t>
          </a:r>
        </a:p>
      </dsp:txBody>
      <dsp:txXfrm>
        <a:off x="0" y="1007299"/>
        <a:ext cx="3810000" cy="630000"/>
      </dsp:txXfrm>
    </dsp:sp>
    <dsp:sp modelId="{8843040C-B6DE-40FA-9E39-A05CA838F530}">
      <dsp:nvSpPr>
        <dsp:cNvPr id="0" name=""/>
        <dsp:cNvSpPr/>
      </dsp:nvSpPr>
      <dsp:spPr>
        <a:xfrm>
          <a:off x="190500" y="889219"/>
          <a:ext cx="2667000"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806" tIns="0" rIns="100806" bIns="0" numCol="1" spcCol="1270" anchor="ctr" anchorCtr="0">
          <a:noAutofit/>
        </a:bodyPr>
        <a:lstStyle/>
        <a:p>
          <a:pPr marL="0" lvl="0" indent="0" algn="l" defTabSz="355600">
            <a:lnSpc>
              <a:spcPct val="90000"/>
            </a:lnSpc>
            <a:spcBef>
              <a:spcPct val="0"/>
            </a:spcBef>
            <a:spcAft>
              <a:spcPct val="35000"/>
            </a:spcAft>
            <a:buNone/>
          </a:pPr>
          <a:r>
            <a:rPr lang="fr-CA" sz="800" kern="1200"/>
            <a:t>Créer un test &lt;Producteur&gt; </a:t>
          </a:r>
        </a:p>
      </dsp:txBody>
      <dsp:txXfrm>
        <a:off x="202028" y="900747"/>
        <a:ext cx="2643944" cy="213104"/>
      </dsp:txXfrm>
    </dsp:sp>
    <dsp:sp modelId="{4A71DFAB-F26A-4B9D-8663-F3EAA414CF3B}">
      <dsp:nvSpPr>
        <dsp:cNvPr id="0" name=""/>
        <dsp:cNvSpPr/>
      </dsp:nvSpPr>
      <dsp:spPr>
        <a:xfrm>
          <a:off x="0" y="1798580"/>
          <a:ext cx="3810000" cy="7685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5698" tIns="166624" rIns="295698" bIns="56896" numCol="1" spcCol="1270" anchor="t" anchorCtr="0">
          <a:noAutofit/>
        </a:bodyPr>
        <a:lstStyle/>
        <a:p>
          <a:pPr marL="57150" lvl="1" indent="-57150" algn="l" defTabSz="355600">
            <a:lnSpc>
              <a:spcPct val="90000"/>
            </a:lnSpc>
            <a:spcBef>
              <a:spcPct val="0"/>
            </a:spcBef>
            <a:spcAft>
              <a:spcPct val="15000"/>
            </a:spcAft>
            <a:buChar char="•"/>
          </a:pPr>
          <a:r>
            <a:rPr lang="fr-CA" sz="800" kern="1200"/>
            <a:t>Valider le déclenchement du transport</a:t>
          </a:r>
        </a:p>
        <a:p>
          <a:pPr marL="57150" lvl="1" indent="-57150" algn="l" defTabSz="355600">
            <a:lnSpc>
              <a:spcPct val="90000"/>
            </a:lnSpc>
            <a:spcBef>
              <a:spcPct val="0"/>
            </a:spcBef>
            <a:spcAft>
              <a:spcPct val="15000"/>
            </a:spcAft>
            <a:buChar char="•"/>
          </a:pPr>
          <a:r>
            <a:rPr lang="fr-CA" sz="800" kern="1200"/>
            <a:t>Valider la performance et la capacité</a:t>
          </a:r>
        </a:p>
        <a:p>
          <a:pPr marL="57150" lvl="1" indent="-57150" algn="l" defTabSz="355600">
            <a:lnSpc>
              <a:spcPct val="90000"/>
            </a:lnSpc>
            <a:spcBef>
              <a:spcPct val="0"/>
            </a:spcBef>
            <a:spcAft>
              <a:spcPct val="15000"/>
            </a:spcAft>
            <a:buChar char="•"/>
          </a:pPr>
          <a:r>
            <a:rPr lang="fr-CA" sz="800" kern="1200"/>
            <a:t>Valider la sécurité</a:t>
          </a:r>
        </a:p>
        <a:p>
          <a:pPr marL="57150" lvl="1" indent="-57150" algn="l" defTabSz="355600">
            <a:lnSpc>
              <a:spcPct val="90000"/>
            </a:lnSpc>
            <a:spcBef>
              <a:spcPct val="0"/>
            </a:spcBef>
            <a:spcAft>
              <a:spcPct val="15000"/>
            </a:spcAft>
            <a:buChar char="•"/>
          </a:pPr>
          <a:r>
            <a:rPr lang="fr-CA" sz="800" kern="1200"/>
            <a:t>Valider la journalisation et la gestion des erreurs</a:t>
          </a:r>
        </a:p>
      </dsp:txBody>
      <dsp:txXfrm>
        <a:off x="0" y="1798580"/>
        <a:ext cx="3810000" cy="768599"/>
      </dsp:txXfrm>
    </dsp:sp>
    <dsp:sp modelId="{8BDF164F-098D-44EB-9E0C-FD188D1AAE95}">
      <dsp:nvSpPr>
        <dsp:cNvPr id="0" name=""/>
        <dsp:cNvSpPr/>
      </dsp:nvSpPr>
      <dsp:spPr>
        <a:xfrm>
          <a:off x="190500" y="1680499"/>
          <a:ext cx="2667000"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806" tIns="0" rIns="100806" bIns="0" numCol="1" spcCol="1270" anchor="ctr" anchorCtr="0">
          <a:noAutofit/>
        </a:bodyPr>
        <a:lstStyle/>
        <a:p>
          <a:pPr marL="0" lvl="0" indent="0" algn="l" defTabSz="355600">
            <a:lnSpc>
              <a:spcPct val="90000"/>
            </a:lnSpc>
            <a:spcBef>
              <a:spcPct val="0"/>
            </a:spcBef>
            <a:spcAft>
              <a:spcPct val="35000"/>
            </a:spcAft>
            <a:buNone/>
          </a:pPr>
          <a:r>
            <a:rPr lang="fr-CA" sz="800" kern="1200"/>
            <a:t>Créer un test &lt;Transporteur&gt;</a:t>
          </a:r>
        </a:p>
      </dsp:txBody>
      <dsp:txXfrm>
        <a:off x="202028" y="1692027"/>
        <a:ext cx="2643944" cy="213104"/>
      </dsp:txXfrm>
    </dsp:sp>
    <dsp:sp modelId="{98ECE461-00F3-4C8B-99EC-D6154F853DC6}">
      <dsp:nvSpPr>
        <dsp:cNvPr id="0" name=""/>
        <dsp:cNvSpPr/>
      </dsp:nvSpPr>
      <dsp:spPr>
        <a:xfrm>
          <a:off x="0" y="2728460"/>
          <a:ext cx="3810000" cy="743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5698" tIns="166624" rIns="295698" bIns="56896" numCol="1" spcCol="1270" anchor="t" anchorCtr="0">
          <a:noAutofit/>
        </a:bodyPr>
        <a:lstStyle/>
        <a:p>
          <a:pPr marL="57150" lvl="1" indent="-57150" algn="l" defTabSz="355600">
            <a:lnSpc>
              <a:spcPct val="90000"/>
            </a:lnSpc>
            <a:spcBef>
              <a:spcPct val="0"/>
            </a:spcBef>
            <a:spcAft>
              <a:spcPct val="15000"/>
            </a:spcAft>
            <a:buChar char="•"/>
          </a:pPr>
          <a:r>
            <a:rPr lang="fr-CA" sz="800" kern="1200"/>
            <a:t>Valider le déclenchement du traitement</a:t>
          </a:r>
        </a:p>
        <a:p>
          <a:pPr marL="57150" lvl="1" indent="-57150" algn="l" defTabSz="355600">
            <a:lnSpc>
              <a:spcPct val="90000"/>
            </a:lnSpc>
            <a:spcBef>
              <a:spcPct val="0"/>
            </a:spcBef>
            <a:spcAft>
              <a:spcPct val="15000"/>
            </a:spcAft>
            <a:buChar char="•"/>
          </a:pPr>
          <a:r>
            <a:rPr lang="fr-CA" sz="800" kern="1200"/>
            <a:t>Valider que les données peuvent être consommées (format)</a:t>
          </a:r>
        </a:p>
        <a:p>
          <a:pPr marL="57150" lvl="1" indent="-57150" algn="l" defTabSz="355600">
            <a:lnSpc>
              <a:spcPct val="90000"/>
            </a:lnSpc>
            <a:spcBef>
              <a:spcPct val="0"/>
            </a:spcBef>
            <a:spcAft>
              <a:spcPct val="15000"/>
            </a:spcAft>
            <a:buChar char="•"/>
          </a:pPr>
          <a:r>
            <a:rPr lang="fr-CA" sz="800" kern="1200"/>
            <a:t>Valider que le traitement du consommateur a les données nécessaires</a:t>
          </a:r>
        </a:p>
      </dsp:txBody>
      <dsp:txXfrm>
        <a:off x="0" y="2728460"/>
        <a:ext cx="3810000" cy="743400"/>
      </dsp:txXfrm>
    </dsp:sp>
    <dsp:sp modelId="{4D7CC929-7E41-415B-B1C6-CDD1B7363DAB}">
      <dsp:nvSpPr>
        <dsp:cNvPr id="0" name=""/>
        <dsp:cNvSpPr/>
      </dsp:nvSpPr>
      <dsp:spPr>
        <a:xfrm>
          <a:off x="190500" y="2610380"/>
          <a:ext cx="2667000"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806" tIns="0" rIns="100806" bIns="0" numCol="1" spcCol="1270" anchor="ctr" anchorCtr="0">
          <a:noAutofit/>
        </a:bodyPr>
        <a:lstStyle/>
        <a:p>
          <a:pPr marL="0" lvl="0" indent="0" algn="l" defTabSz="355600">
            <a:lnSpc>
              <a:spcPct val="90000"/>
            </a:lnSpc>
            <a:spcBef>
              <a:spcPct val="0"/>
            </a:spcBef>
            <a:spcAft>
              <a:spcPct val="35000"/>
            </a:spcAft>
            <a:buNone/>
          </a:pPr>
          <a:r>
            <a:rPr lang="fr-CA" sz="800" kern="1200"/>
            <a:t>Créer un test &lt;Consommateur&gt;</a:t>
          </a:r>
        </a:p>
      </dsp:txBody>
      <dsp:txXfrm>
        <a:off x="202028" y="2621908"/>
        <a:ext cx="2643944" cy="2131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2A441D-E3DA-4AC3-BAE4-C239EB9B85BD}">
      <dsp:nvSpPr>
        <dsp:cNvPr id="0" name=""/>
        <dsp:cNvSpPr/>
      </dsp:nvSpPr>
      <dsp:spPr>
        <a:xfrm rot="5400000">
          <a:off x="5220477" y="-2304957"/>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exactitude, complétude, validité, cohérence, unicité, fraîcheur (fitness for </a:t>
          </a:r>
          <a:r>
            <a:rPr lang="fr-CA" sz="1000" kern="1200" err="1"/>
            <a:t>purpose</a:t>
          </a:r>
          <a:r>
            <a:rPr lang="fr-CA" sz="1000" kern="1200"/>
            <a:t>)</a:t>
          </a:r>
        </a:p>
      </dsp:txBody>
      <dsp:txXfrm rot="-5400000">
        <a:off x="2866644" y="67845"/>
        <a:ext cx="5077287" cy="350650"/>
      </dsp:txXfrm>
    </dsp:sp>
    <dsp:sp modelId="{21D528AF-31AA-4A9F-BA82-DA233FA2DC0F}">
      <dsp:nvSpPr>
        <dsp:cNvPr id="0" name=""/>
        <dsp:cNvSpPr/>
      </dsp:nvSpPr>
      <dsp:spPr>
        <a:xfrm>
          <a:off x="0" y="303"/>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Validation / qualité des données</a:t>
          </a:r>
        </a:p>
      </dsp:txBody>
      <dsp:txXfrm>
        <a:off x="23712" y="24015"/>
        <a:ext cx="2819220" cy="438311"/>
      </dsp:txXfrm>
    </dsp:sp>
    <dsp:sp modelId="{E41078A8-F100-4F5F-BEAC-A06F4674585D}">
      <dsp:nvSpPr>
        <dsp:cNvPr id="0" name=""/>
        <dsp:cNvSpPr/>
      </dsp:nvSpPr>
      <dsp:spPr>
        <a:xfrm rot="5400000">
          <a:off x="5220477" y="-1794934"/>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mapping </a:t>
          </a:r>
          <a:r>
            <a:rPr lang="fr-CA" sz="1000" kern="1200" err="1"/>
            <a:t>source→cible</a:t>
          </a:r>
          <a:r>
            <a:rPr lang="fr-CA" sz="1000" kern="1200"/>
            <a:t>, calculs, agrégations, conversions (type/unité), arrondis, encodage</a:t>
          </a:r>
        </a:p>
      </dsp:txBody>
      <dsp:txXfrm rot="-5400000">
        <a:off x="2866644" y="577868"/>
        <a:ext cx="5077287" cy="350650"/>
      </dsp:txXfrm>
    </dsp:sp>
    <dsp:sp modelId="{D5A9C01D-6FD2-4D9A-BDFC-145FC9823091}">
      <dsp:nvSpPr>
        <dsp:cNvPr id="0" name=""/>
        <dsp:cNvSpPr/>
      </dsp:nvSpPr>
      <dsp:spPr>
        <a:xfrm>
          <a:off x="0" y="510325"/>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Tests des règles de transformation (ETL/ELT)</a:t>
          </a:r>
        </a:p>
      </dsp:txBody>
      <dsp:txXfrm>
        <a:off x="23712" y="534037"/>
        <a:ext cx="2819220" cy="438311"/>
      </dsp:txXfrm>
    </dsp:sp>
    <dsp:sp modelId="{E82760D7-A422-47FA-A0C0-CCDB8E57A4F4}">
      <dsp:nvSpPr>
        <dsp:cNvPr id="0" name=""/>
        <dsp:cNvSpPr/>
      </dsp:nvSpPr>
      <dsp:spPr>
        <a:xfrm rot="5400000">
          <a:off x="5220477" y="-1284912"/>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contraintes (PK/FK), règles de domaine, valeurs obligatoires, déduplication, référentiels</a:t>
          </a:r>
        </a:p>
      </dsp:txBody>
      <dsp:txXfrm rot="-5400000">
        <a:off x="2866644" y="1087890"/>
        <a:ext cx="5077287" cy="350650"/>
      </dsp:txXfrm>
    </dsp:sp>
    <dsp:sp modelId="{58697D60-6DC0-4521-8596-95CDF7AAEA7F}">
      <dsp:nvSpPr>
        <dsp:cNvPr id="0" name=""/>
        <dsp:cNvSpPr/>
      </dsp:nvSpPr>
      <dsp:spPr>
        <a:xfrm>
          <a:off x="0" y="1020347"/>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Tests d'intégrité &amp; cohérence</a:t>
          </a:r>
        </a:p>
      </dsp:txBody>
      <dsp:txXfrm>
        <a:off x="23712" y="1044059"/>
        <a:ext cx="2819220" cy="438311"/>
      </dsp:txXfrm>
    </dsp:sp>
    <dsp:sp modelId="{4004A8E2-B1C4-41BD-9371-709E1ADFC2DF}">
      <dsp:nvSpPr>
        <dsp:cNvPr id="0" name=""/>
        <dsp:cNvSpPr/>
      </dsp:nvSpPr>
      <dsp:spPr>
        <a:xfrm rot="5400000">
          <a:off x="5220477" y="-774890"/>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volumes (</a:t>
          </a:r>
          <a:r>
            <a:rPr lang="fr-CA" sz="1000" kern="1200" err="1"/>
            <a:t>row</a:t>
          </a:r>
          <a:r>
            <a:rPr lang="fr-CA" sz="1000" kern="1200"/>
            <a:t> </a:t>
          </a:r>
          <a:r>
            <a:rPr lang="fr-CA" sz="1000" kern="1200" err="1"/>
            <a:t>counts</a:t>
          </a:r>
          <a:r>
            <a:rPr lang="fr-CA" sz="1000" kern="1200"/>
            <a:t>), totaux, checksums, écarts tolérés, "balancing"</a:t>
          </a:r>
        </a:p>
      </dsp:txBody>
      <dsp:txXfrm rot="-5400000">
        <a:off x="2866644" y="1597912"/>
        <a:ext cx="5077287" cy="350650"/>
      </dsp:txXfrm>
    </dsp:sp>
    <dsp:sp modelId="{8F302C34-D78A-4B47-A505-6270C017E1FD}">
      <dsp:nvSpPr>
        <dsp:cNvPr id="0" name=""/>
        <dsp:cNvSpPr/>
      </dsp:nvSpPr>
      <dsp:spPr>
        <a:xfrm>
          <a:off x="0" y="1530369"/>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Réconciliation </a:t>
          </a:r>
          <a:r>
            <a:rPr lang="fr-CA" sz="1200" kern="1200" err="1"/>
            <a:t>source→cible</a:t>
          </a:r>
          <a:endParaRPr lang="fr-CA" sz="1200" kern="1200"/>
        </a:p>
      </dsp:txBody>
      <dsp:txXfrm>
        <a:off x="23712" y="1554081"/>
        <a:ext cx="2819220" cy="438311"/>
      </dsp:txXfrm>
    </dsp:sp>
    <dsp:sp modelId="{47318A0E-B070-4EB3-ACEE-D5DBCA07F8BD}">
      <dsp:nvSpPr>
        <dsp:cNvPr id="0" name=""/>
        <dsp:cNvSpPr/>
      </dsp:nvSpPr>
      <dsp:spPr>
        <a:xfrm rot="5400000">
          <a:off x="5220477" y="-264868"/>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chargement initial, incrémental (delta), reprise, idempotence, rollback</a:t>
          </a:r>
        </a:p>
      </dsp:txBody>
      <dsp:txXfrm rot="-5400000">
        <a:off x="2866644" y="2107934"/>
        <a:ext cx="5077287" cy="350650"/>
      </dsp:txXfrm>
    </dsp:sp>
    <dsp:sp modelId="{F3C49856-BC29-4202-B7CC-0FDBA81AE54D}">
      <dsp:nvSpPr>
        <dsp:cNvPr id="0" name=""/>
        <dsp:cNvSpPr/>
      </dsp:nvSpPr>
      <dsp:spPr>
        <a:xfrm>
          <a:off x="0" y="2040392"/>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Migration / chargements</a:t>
          </a:r>
        </a:p>
      </dsp:txBody>
      <dsp:txXfrm>
        <a:off x="23712" y="2064104"/>
        <a:ext cx="2819220" cy="438311"/>
      </dsp:txXfrm>
    </dsp:sp>
    <dsp:sp modelId="{E457BAD0-AF10-4369-982A-CD7A3CC1AC9E}">
      <dsp:nvSpPr>
        <dsp:cNvPr id="0" name=""/>
        <dsp:cNvSpPr/>
      </dsp:nvSpPr>
      <dsp:spPr>
        <a:xfrm rot="5400000">
          <a:off x="5220477" y="245153"/>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droits, masquage, exposition</a:t>
          </a:r>
        </a:p>
      </dsp:txBody>
      <dsp:txXfrm rot="-5400000">
        <a:off x="2866644" y="2617956"/>
        <a:ext cx="5077287" cy="350650"/>
      </dsp:txXfrm>
    </dsp:sp>
    <dsp:sp modelId="{9602419F-355B-48C2-BFC8-1645B1E8EB43}">
      <dsp:nvSpPr>
        <dsp:cNvPr id="0" name=""/>
        <dsp:cNvSpPr/>
      </dsp:nvSpPr>
      <dsp:spPr>
        <a:xfrm>
          <a:off x="0" y="2550414"/>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Sécurité &amp; confidentialité des données</a:t>
          </a:r>
        </a:p>
      </dsp:txBody>
      <dsp:txXfrm>
        <a:off x="23712" y="2574126"/>
        <a:ext cx="2819220" cy="438311"/>
      </dsp:txXfrm>
    </dsp:sp>
    <dsp:sp modelId="{F8356FE2-20F6-431D-A6C0-DA0DDECDF230}">
      <dsp:nvSpPr>
        <dsp:cNvPr id="0" name=""/>
        <dsp:cNvSpPr/>
      </dsp:nvSpPr>
      <dsp:spPr>
        <a:xfrm rot="5400000">
          <a:off x="5220477" y="755176"/>
          <a:ext cx="388588" cy="509625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fr-CA" sz="1000" kern="1200"/>
            <a:t>débit, latence, volumétrie</a:t>
          </a:r>
        </a:p>
      </dsp:txBody>
      <dsp:txXfrm rot="-5400000">
        <a:off x="2866644" y="3127979"/>
        <a:ext cx="5077287" cy="350650"/>
      </dsp:txXfrm>
    </dsp:sp>
    <dsp:sp modelId="{E3E9BED5-8720-402C-A872-DC80CDDD0143}">
      <dsp:nvSpPr>
        <dsp:cNvPr id="0" name=""/>
        <dsp:cNvSpPr/>
      </dsp:nvSpPr>
      <dsp:spPr>
        <a:xfrm>
          <a:off x="0" y="3060436"/>
          <a:ext cx="2866644" cy="4857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fr-CA" sz="1200" kern="1200"/>
            <a:t>Performance des traitements</a:t>
          </a:r>
        </a:p>
      </dsp:txBody>
      <dsp:txXfrm>
        <a:off x="23712" y="3084148"/>
        <a:ext cx="2819220" cy="4383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15F851B-2834-3575-274B-CE8D4C7368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a:extLst>
              <a:ext uri="{FF2B5EF4-FFF2-40B4-BE49-F238E27FC236}">
                <a16:creationId xmlns:a16="http://schemas.microsoft.com/office/drawing/2014/main" id="{CE5EEAA6-E7B9-7E85-B8CB-0C5EA2170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9317E-6AC6-4830-9CF7-5FA011449EE4}" type="datetimeFigureOut">
              <a:rPr lang="fr-CA" smtClean="0"/>
              <a:t>2026-02-05</a:t>
            </a:fld>
            <a:endParaRPr lang="fr-CA"/>
          </a:p>
        </p:txBody>
      </p:sp>
      <p:sp>
        <p:nvSpPr>
          <p:cNvPr id="4" name="Espace réservé du pied de page 3">
            <a:extLst>
              <a:ext uri="{FF2B5EF4-FFF2-40B4-BE49-F238E27FC236}">
                <a16:creationId xmlns:a16="http://schemas.microsoft.com/office/drawing/2014/main" id="{82C9C2B5-8E5C-B994-A3DA-4002C79D02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5" name="Espace réservé du numéro de diapositive 4">
            <a:extLst>
              <a:ext uri="{FF2B5EF4-FFF2-40B4-BE49-F238E27FC236}">
                <a16:creationId xmlns:a16="http://schemas.microsoft.com/office/drawing/2014/main" id="{9C607B79-C987-4F47-AC2F-AACA7FF6A1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A9614-EBE9-4DCC-B867-0BEECB80A41C}" type="slidenum">
              <a:rPr lang="fr-CA" smtClean="0"/>
              <a:t>‹#›</a:t>
            </a:fld>
            <a:endParaRPr lang="fr-CA"/>
          </a:p>
        </p:txBody>
      </p:sp>
    </p:spTree>
    <p:extLst>
      <p:ext uri="{BB962C8B-B14F-4D97-AF65-F5344CB8AC3E}">
        <p14:creationId xmlns:p14="http://schemas.microsoft.com/office/powerpoint/2010/main" val="20375665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06FEB-FEE0-4F35-A7B7-D43775927FB9}" type="datetimeFigureOut">
              <a:rPr lang="fr-CA" smtClean="0"/>
              <a:t>2026-02-05</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D9807-5037-47FE-86B5-F6C64038904F}" type="slidenum">
              <a:rPr lang="fr-CA" smtClean="0"/>
              <a:t>‹#›</a:t>
            </a:fld>
            <a:endParaRPr lang="fr-CA"/>
          </a:p>
        </p:txBody>
      </p:sp>
    </p:spTree>
    <p:extLst>
      <p:ext uri="{BB962C8B-B14F-4D97-AF65-F5344CB8AC3E}">
        <p14:creationId xmlns:p14="http://schemas.microsoft.com/office/powerpoint/2010/main" val="3971507487"/>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a:t>
            </a:fld>
            <a:endParaRPr lang="fr-CA"/>
          </a:p>
        </p:txBody>
      </p:sp>
    </p:spTree>
    <p:extLst>
      <p:ext uri="{BB962C8B-B14F-4D97-AF65-F5344CB8AC3E}">
        <p14:creationId xmlns:p14="http://schemas.microsoft.com/office/powerpoint/2010/main" val="452805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a:t>Jonathan</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a:t>
            </a:fld>
            <a:endParaRPr lang="fr-CA"/>
          </a:p>
        </p:txBody>
      </p:sp>
    </p:spTree>
    <p:extLst>
      <p:ext uri="{BB962C8B-B14F-4D97-AF65-F5344CB8AC3E}">
        <p14:creationId xmlns:p14="http://schemas.microsoft.com/office/powerpoint/2010/main" val="2409385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AF2E-08FB-851C-C412-F3485E5BB4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EC39F1-E476-5F54-3490-9D084E1D19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A91C9F-565A-7C22-5205-A71BA8F62FBA}"/>
              </a:ext>
            </a:extLst>
          </p:cNvPr>
          <p:cNvSpPr>
            <a:spLocks noGrp="1"/>
          </p:cNvSpPr>
          <p:nvPr>
            <p:ph type="body" idx="1"/>
          </p:nvPr>
        </p:nvSpPr>
        <p:spPr/>
        <p:txBody>
          <a:bodyPr/>
          <a:lstStyle/>
          <a:p>
            <a:r>
              <a:rPr lang="fr-CA"/>
              <a:t>Jonathan</a:t>
            </a:r>
          </a:p>
        </p:txBody>
      </p:sp>
      <p:sp>
        <p:nvSpPr>
          <p:cNvPr id="4" name="Espace réservé du numéro de diapositive 3">
            <a:extLst>
              <a:ext uri="{FF2B5EF4-FFF2-40B4-BE49-F238E27FC236}">
                <a16:creationId xmlns:a16="http://schemas.microsoft.com/office/drawing/2014/main" id="{2303DF0B-F5C9-160F-55AD-C74E97B78438}"/>
              </a:ext>
            </a:extLst>
          </p:cNvPr>
          <p:cNvSpPr>
            <a:spLocks noGrp="1"/>
          </p:cNvSpPr>
          <p:nvPr>
            <p:ph type="sldNum" sz="quarter" idx="5"/>
          </p:nvPr>
        </p:nvSpPr>
        <p:spPr/>
        <p:txBody>
          <a:bodyPr/>
          <a:lstStyle/>
          <a:p>
            <a:fld id="{883D9807-5037-47FE-86B5-F6C64038904F}" type="slidenum">
              <a:rPr lang="fr-CA" smtClean="0"/>
              <a:t>3</a:t>
            </a:fld>
            <a:endParaRPr lang="fr-CA"/>
          </a:p>
        </p:txBody>
      </p:sp>
    </p:spTree>
    <p:extLst>
      <p:ext uri="{BB962C8B-B14F-4D97-AF65-F5344CB8AC3E}">
        <p14:creationId xmlns:p14="http://schemas.microsoft.com/office/powerpoint/2010/main" val="371444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a:t>Jonathan</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4</a:t>
            </a:fld>
            <a:endParaRPr lang="fr-CA"/>
          </a:p>
        </p:txBody>
      </p:sp>
    </p:spTree>
    <p:extLst>
      <p:ext uri="{BB962C8B-B14F-4D97-AF65-F5344CB8AC3E}">
        <p14:creationId xmlns:p14="http://schemas.microsoft.com/office/powerpoint/2010/main" val="677596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a:t>Jonathan</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5</a:t>
            </a:fld>
            <a:endParaRPr lang="fr-CA"/>
          </a:p>
        </p:txBody>
      </p:sp>
    </p:spTree>
    <p:extLst>
      <p:ext uri="{BB962C8B-B14F-4D97-AF65-F5344CB8AC3E}">
        <p14:creationId xmlns:p14="http://schemas.microsoft.com/office/powerpoint/2010/main" val="1094223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a:t>Jonathan</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6</a:t>
            </a:fld>
            <a:endParaRPr lang="fr-CA"/>
          </a:p>
        </p:txBody>
      </p:sp>
    </p:spTree>
    <p:extLst>
      <p:ext uri="{BB962C8B-B14F-4D97-AF65-F5344CB8AC3E}">
        <p14:creationId xmlns:p14="http://schemas.microsoft.com/office/powerpoint/2010/main" val="1995931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a:t>Jonathan</a:t>
            </a:r>
          </a:p>
          <a:p>
            <a:endParaRPr lang="fr-CA"/>
          </a:p>
          <a:p>
            <a:r>
              <a:rPr lang="fr-CA"/>
              <a:t>Dire : Pour permettre de faire les tests il nous faut en premier lieu </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a:t>
            </a:fld>
            <a:endParaRPr lang="en-US"/>
          </a:p>
        </p:txBody>
      </p:sp>
    </p:spTree>
    <p:extLst>
      <p:ext uri="{BB962C8B-B14F-4D97-AF65-F5344CB8AC3E}">
        <p14:creationId xmlns:p14="http://schemas.microsoft.com/office/powerpoint/2010/main" val="272866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9</a:t>
            </a:fld>
            <a:endParaRPr lang="en-US"/>
          </a:p>
        </p:txBody>
      </p:sp>
    </p:spTree>
    <p:extLst>
      <p:ext uri="{BB962C8B-B14F-4D97-AF65-F5344CB8AC3E}">
        <p14:creationId xmlns:p14="http://schemas.microsoft.com/office/powerpoint/2010/main" val="4249849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a:p>
            <a:r>
              <a:rPr lang="fr-CA"/>
              <a:t>Les préoccupations mentionnées expriment le changement de PHILOSOPHIE quand on agit à titre de QA.</a:t>
            </a:r>
          </a:p>
          <a:p>
            <a:r>
              <a:rPr lang="fr-CA"/>
              <a:t>Elles sont aussi des prérequis à l’exécution des tests efficaces</a:t>
            </a:r>
          </a:p>
          <a:p>
            <a:r>
              <a:rPr lang="fr-CA"/>
              <a:t>Toutes les spécialités d’analyste (ex: sécurité) influencent la solution et sont utilisation. Ils convient donc de prévoir des essais pour tous ces aspects.</a:t>
            </a:r>
          </a:p>
          <a:p>
            <a:endParaRPr lang="fr-CA"/>
          </a:p>
          <a:p>
            <a:r>
              <a:rPr lang="fr-CA"/>
              <a:t>Certain profile peuvent couvrir plusieurs aspects suivant leur expérience (très rare évidemment ;-) ) </a:t>
            </a:r>
            <a:br>
              <a:rPr lang="fr-CA"/>
            </a:br>
            <a:r>
              <a:rPr lang="fr-CA"/>
              <a:t>Si ce n’est le cas, il vous faudra collaborer avec vos collègue analyste pour produire un plan de test complet.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10</a:t>
            </a:fld>
            <a:endParaRPr lang="fr-CA"/>
          </a:p>
        </p:txBody>
      </p:sp>
    </p:spTree>
    <p:extLst>
      <p:ext uri="{BB962C8B-B14F-4D97-AF65-F5344CB8AC3E}">
        <p14:creationId xmlns:p14="http://schemas.microsoft.com/office/powerpoint/2010/main" val="4126301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Sahar</a:t>
            </a:r>
          </a:p>
          <a:p>
            <a:r>
              <a:rPr lang="fr-CA" sz="900" kern="1200">
                <a:solidFill>
                  <a:schemeClr val="tx1"/>
                </a:solidFill>
                <a:effectLst/>
                <a:latin typeface="+mn-lt"/>
                <a:ea typeface="+mn-ea"/>
                <a:cs typeface="+mn-cs"/>
              </a:rPr>
              <a:t>Chaque niveau apporte une perspective différente :</a:t>
            </a:r>
          </a:p>
          <a:p>
            <a:pPr rtl="0" fontAlgn="ctr"/>
            <a:r>
              <a:rPr lang="fr-CA" sz="900" b="1" kern="1200">
                <a:solidFill>
                  <a:schemeClr val="tx1"/>
                </a:solidFill>
                <a:effectLst/>
                <a:latin typeface="+mn-lt"/>
                <a:ea typeface="+mn-ea"/>
                <a:cs typeface="+mn-cs"/>
              </a:rPr>
              <a:t>Composant</a:t>
            </a:r>
            <a:r>
              <a:rPr lang="fr-CA" sz="900" kern="1200">
                <a:solidFill>
                  <a:schemeClr val="tx1"/>
                </a:solidFill>
                <a:effectLst/>
                <a:latin typeface="+mn-lt"/>
                <a:ea typeface="+mn-ea"/>
                <a:cs typeface="+mn-cs"/>
              </a:rPr>
              <a:t> → stabilité des fondations techniques</a:t>
            </a:r>
          </a:p>
          <a:p>
            <a:pPr rtl="0" fontAlgn="ctr"/>
            <a:r>
              <a:rPr lang="fr-CA" sz="900" b="1" kern="1200">
                <a:solidFill>
                  <a:schemeClr val="tx1"/>
                </a:solidFill>
                <a:effectLst/>
                <a:latin typeface="+mn-lt"/>
                <a:ea typeface="+mn-ea"/>
                <a:cs typeface="+mn-cs"/>
              </a:rPr>
              <a:t>Système</a:t>
            </a:r>
            <a:r>
              <a:rPr lang="fr-CA" sz="900" kern="1200">
                <a:solidFill>
                  <a:schemeClr val="tx1"/>
                </a:solidFill>
                <a:effectLst/>
                <a:latin typeface="+mn-lt"/>
                <a:ea typeface="+mn-ea"/>
                <a:cs typeface="+mn-cs"/>
              </a:rPr>
              <a:t> → cohérence fonctionnelle et intégration</a:t>
            </a:r>
          </a:p>
          <a:p>
            <a:pPr rtl="0" fontAlgn="ctr"/>
            <a:r>
              <a:rPr lang="fr-CA" sz="900" b="1" kern="1200">
                <a:solidFill>
                  <a:schemeClr val="tx1"/>
                </a:solidFill>
                <a:effectLst/>
                <a:latin typeface="+mn-lt"/>
                <a:ea typeface="+mn-ea"/>
                <a:cs typeface="+mn-cs"/>
              </a:rPr>
              <a:t>Acceptation</a:t>
            </a:r>
            <a:r>
              <a:rPr lang="fr-CA" sz="900" kern="1200">
                <a:solidFill>
                  <a:schemeClr val="tx1"/>
                </a:solidFill>
                <a:effectLst/>
                <a:latin typeface="+mn-lt"/>
                <a:ea typeface="+mn-ea"/>
                <a:cs typeface="+mn-cs"/>
              </a:rPr>
              <a:t> → adéquation métier et validation finale</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11</a:t>
            </a:fld>
            <a:endParaRPr lang="fr-CA"/>
          </a:p>
        </p:txBody>
      </p:sp>
    </p:spTree>
    <p:extLst>
      <p:ext uri="{BB962C8B-B14F-4D97-AF65-F5344CB8AC3E}">
        <p14:creationId xmlns:p14="http://schemas.microsoft.com/office/powerpoint/2010/main" val="3478203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sz="900" kern="1200">
                <a:solidFill>
                  <a:schemeClr val="tx1"/>
                </a:solidFill>
                <a:effectLst/>
                <a:latin typeface="+mn-lt"/>
                <a:ea typeface="+mn-ea"/>
                <a:cs typeface="+mn-cs"/>
              </a:rPr>
              <a:t>Sahar. Juste à l’orale préciser que les tests sécurité sont fonctionnels et non fonctionnels. L’exemple fonctionnel que tu as mis est correct, pour non fonctionnel (robustesse contre les attaques par exemple).</a:t>
            </a:r>
            <a:br>
              <a:rPr lang="fr-CA" sz="900" kern="1200">
                <a:solidFill>
                  <a:schemeClr val="tx1"/>
                </a:solidFill>
                <a:effectLst/>
                <a:latin typeface="+mn-lt"/>
                <a:ea typeface="+mn-ea"/>
                <a:cs typeface="+mn-cs"/>
              </a:rPr>
            </a:br>
            <a:r>
              <a:rPr lang="fr-CA" sz="900" kern="1200">
                <a:solidFill>
                  <a:schemeClr val="tx1"/>
                </a:solidFill>
                <a:effectLst/>
                <a:latin typeface="+mn-lt"/>
                <a:ea typeface="+mn-ea"/>
                <a:cs typeface="+mn-cs"/>
              </a:rPr>
              <a:t>3. à l’orale préciser que ces types peuvent </a:t>
            </a:r>
            <a:r>
              <a:rPr lang="fr-CA" sz="900" kern="1200" err="1">
                <a:solidFill>
                  <a:schemeClr val="tx1"/>
                </a:solidFill>
                <a:effectLst/>
                <a:latin typeface="+mn-lt"/>
                <a:ea typeface="+mn-ea"/>
                <a:cs typeface="+mn-cs"/>
              </a:rPr>
              <a:t>etre</a:t>
            </a:r>
            <a:r>
              <a:rPr lang="fr-CA" sz="900" kern="1200">
                <a:solidFill>
                  <a:schemeClr val="tx1"/>
                </a:solidFill>
                <a:effectLst/>
                <a:latin typeface="+mn-lt"/>
                <a:ea typeface="+mn-ea"/>
                <a:cs typeface="+mn-cs"/>
              </a:rPr>
              <a:t> </a:t>
            </a:r>
            <a:r>
              <a:rPr lang="fr-CA" sz="900" kern="1200" err="1">
                <a:solidFill>
                  <a:schemeClr val="tx1"/>
                </a:solidFill>
                <a:effectLst/>
                <a:latin typeface="+mn-lt"/>
                <a:ea typeface="+mn-ea"/>
                <a:cs typeface="+mn-cs"/>
              </a:rPr>
              <a:t>executés</a:t>
            </a:r>
            <a:r>
              <a:rPr lang="fr-CA" sz="900" kern="1200">
                <a:solidFill>
                  <a:schemeClr val="tx1"/>
                </a:solidFill>
                <a:effectLst/>
                <a:latin typeface="+mn-lt"/>
                <a:ea typeface="+mn-ea"/>
                <a:cs typeface="+mn-cs"/>
              </a:rPr>
              <a:t> à tous les niveaux (Information soulignée plusieurs fois dans la ISTQB)</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 Fonctionnels</a:t>
            </a:r>
          </a:p>
          <a:p>
            <a:pPr marL="0" marR="0" lvl="0" indent="0" algn="l" defTabSz="685800" rtl="0" eaLnBrk="1" fontAlgn="auto" latinLnBrk="0" hangingPunct="1">
              <a:lnSpc>
                <a:spcPct val="100000"/>
              </a:lnSpc>
              <a:spcBef>
                <a:spcPts val="0"/>
              </a:spcBef>
              <a:spcAft>
                <a:spcPts val="0"/>
              </a:spcAft>
              <a:buClrTx/>
              <a:buSzTx/>
              <a:buFontTx/>
              <a:buNone/>
              <a:tabLst/>
              <a:defRPr/>
            </a:pPr>
            <a:r>
              <a:rPr lang="fr-CA"/>
              <a:t>- Non-Fonctionnels</a:t>
            </a:r>
          </a:p>
          <a:p>
            <a:pPr marL="0" marR="0" lvl="0" indent="0" algn="l" defTabSz="685800" rtl="0" eaLnBrk="1" fontAlgn="auto" latinLnBrk="0" hangingPunct="1">
              <a:lnSpc>
                <a:spcPct val="100000"/>
              </a:lnSpc>
              <a:spcBef>
                <a:spcPts val="0"/>
              </a:spcBef>
              <a:spcAft>
                <a:spcPts val="0"/>
              </a:spcAft>
              <a:buClrTx/>
              <a:buSzTx/>
              <a:buFontTx/>
              <a:buNone/>
              <a:tabLst/>
              <a:defRPr/>
            </a:pPr>
            <a:r>
              <a:rPr lang="fr-CA"/>
              <a:t>- </a:t>
            </a:r>
            <a:r>
              <a:rPr lang="fr-CA" err="1"/>
              <a:t>Structuels</a:t>
            </a: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 Change </a:t>
            </a:r>
            <a:r>
              <a:rPr lang="fr-CA" err="1"/>
              <a:t>related</a:t>
            </a:r>
            <a:r>
              <a:rPr lang="fr-CA"/>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Exemple: Vérification des fonctionnalités métier (ex. création de compte, authentification). Tests de sécurité (contrôle des accès). Tests d’interopérabilité (interaction avec d’autres systèmes).</a:t>
            </a:r>
          </a:p>
          <a:p>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Exemples : Performance : temps de réponse, charge. Utilisabilité : ergonomie, accessibilité. Compatibilité : navigateurs, OS, appareils. Sécurité : robustesse face aux attaques.</a:t>
            </a:r>
          </a:p>
          <a:p>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Exemples : Tests boîte blanche : couverture de code, chemins, branches.</a:t>
            </a:r>
          </a:p>
          <a:p>
            <a:r>
              <a:rPr lang="fr-CA"/>
              <a:t>Caractéristique : Basés sur documents de configuration, conception technique et le code source.</a:t>
            </a:r>
          </a:p>
          <a:p>
            <a:pPr>
              <a:defRPr/>
            </a:pP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Exemples : Test de confirmation : vérifier qu’un défaut corrigé ne réapparaît pas. Test de régression : s’assurer qu’aucune régression n’a été introduite.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a:p>
          <a:p>
            <a:r>
              <a:rPr lang="fr-CA" b="1"/>
              <a:t>Caractéristique</a:t>
            </a:r>
            <a:r>
              <a:rPr lang="fr-CA"/>
              <a:t> : essais fonctionnels et non-fonctionnels ciblés</a:t>
            </a:r>
          </a:p>
          <a:p>
            <a:pPr>
              <a:defRPr/>
            </a:pP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b="1"/>
              <a:t>Caractéristique</a:t>
            </a:r>
            <a:r>
              <a:rPr lang="fr-CA"/>
              <a:t> : Approche boîte noire, centrée sur le comportement externe</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b="1"/>
              <a:t>Caractéristique</a:t>
            </a:r>
            <a:r>
              <a:rPr lang="fr-CA"/>
              <a:t> : Mesure des attributs de qualité définis dans les exigences</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a:p>
          <a:p>
            <a:pPr fontAlgn="t"/>
            <a:r>
              <a:rPr lang="fr-CA" sz="900" b="1" i="0" kern="1200">
                <a:solidFill>
                  <a:schemeClr val="tx1"/>
                </a:solidFill>
                <a:effectLst/>
                <a:latin typeface="+mn-lt"/>
                <a:ea typeface="+mn-ea"/>
                <a:cs typeface="+mn-cs"/>
              </a:rPr>
              <a:t>L’interopérabilité</a:t>
            </a:r>
            <a:r>
              <a:rPr lang="fr-CA" sz="900" b="0" i="0" kern="1200">
                <a:solidFill>
                  <a:schemeClr val="tx1"/>
                </a:solidFill>
                <a:effectLst/>
                <a:latin typeface="+mn-lt"/>
                <a:ea typeface="+mn-ea"/>
                <a:cs typeface="+mn-cs"/>
              </a:rPr>
              <a:t>, dans le contexte des tests d’intégration système, est la capacité de plusieurs systèmes ou services à :</a:t>
            </a:r>
          </a:p>
          <a:p>
            <a:pPr fontAlgn="t"/>
            <a:r>
              <a:rPr lang="fr-CA" sz="900" b="1" i="0" kern="1200">
                <a:solidFill>
                  <a:schemeClr val="tx1"/>
                </a:solidFill>
                <a:effectLst/>
                <a:latin typeface="+mn-lt"/>
                <a:ea typeface="+mn-ea"/>
                <a:cs typeface="+mn-cs"/>
              </a:rPr>
              <a:t>échanger correctement de l’information</a:t>
            </a:r>
            <a:r>
              <a:rPr lang="fr-CA" sz="900" b="0" i="0" kern="1200">
                <a:solidFill>
                  <a:schemeClr val="tx1"/>
                </a:solidFill>
                <a:effectLst/>
                <a:latin typeface="+mn-lt"/>
                <a:ea typeface="+mn-ea"/>
                <a:cs typeface="+mn-cs"/>
              </a:rPr>
              <a:t>,</a:t>
            </a:r>
          </a:p>
          <a:p>
            <a:pPr fontAlgn="t"/>
            <a:r>
              <a:rPr lang="fr-CA" sz="900" b="1" i="0" kern="1200">
                <a:solidFill>
                  <a:schemeClr val="tx1"/>
                </a:solidFill>
                <a:effectLst/>
                <a:latin typeface="+mn-lt"/>
                <a:ea typeface="+mn-ea"/>
                <a:cs typeface="+mn-cs"/>
              </a:rPr>
              <a:t>comprendre mutuellement les formats, protocoles et structures</a:t>
            </a:r>
            <a:r>
              <a:rPr lang="fr-CA" sz="900" b="0" i="0" kern="1200">
                <a:solidFill>
                  <a:schemeClr val="tx1"/>
                </a:solidFill>
                <a:effectLst/>
                <a:latin typeface="+mn-lt"/>
                <a:ea typeface="+mn-ea"/>
                <a:cs typeface="+mn-cs"/>
              </a:rPr>
              <a:t>,</a:t>
            </a:r>
          </a:p>
          <a:p>
            <a:pPr fontAlgn="t"/>
            <a:r>
              <a:rPr lang="fr-CA" sz="900" b="1" i="0" kern="1200">
                <a:solidFill>
                  <a:schemeClr val="tx1"/>
                </a:solidFill>
                <a:effectLst/>
                <a:latin typeface="+mn-lt"/>
                <a:ea typeface="+mn-ea"/>
                <a:cs typeface="+mn-cs"/>
              </a:rPr>
              <a:t>exécuter leurs interactions selon les contrats d’interface prévus</a:t>
            </a:r>
            <a:r>
              <a:rPr lang="fr-CA" sz="900" b="0" i="0" kern="1200">
                <a:solidFill>
                  <a:schemeClr val="tx1"/>
                </a:solidFill>
                <a:effectLst/>
                <a:latin typeface="+mn-lt"/>
                <a:ea typeface="+mn-ea"/>
                <a:cs typeface="+mn-cs"/>
              </a:rPr>
              <a:t>,</a:t>
            </a:r>
          </a:p>
          <a:p>
            <a:pPr fontAlgn="t"/>
            <a:r>
              <a:rPr lang="fr-CA" sz="900" b="1" i="0" kern="1200">
                <a:solidFill>
                  <a:schemeClr val="tx1"/>
                </a:solidFill>
                <a:effectLst/>
                <a:latin typeface="+mn-lt"/>
                <a:ea typeface="+mn-ea"/>
                <a:cs typeface="+mn-cs"/>
              </a:rPr>
              <a:t>sans erreur, perte de données ou comportement imprévu</a:t>
            </a:r>
            <a:r>
              <a:rPr lang="fr-CA" sz="900" b="0" i="0" kern="1200">
                <a:solidFill>
                  <a:schemeClr val="tx1"/>
                </a:solidFill>
                <a:effectLst/>
                <a:latin typeface="+mn-lt"/>
                <a:ea typeface="+mn-ea"/>
                <a:cs typeface="+mn-cs"/>
              </a:rPr>
              <a:t>.</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12</a:t>
            </a:fld>
            <a:endParaRPr lang="fr-CA"/>
          </a:p>
        </p:txBody>
      </p:sp>
    </p:spTree>
    <p:extLst>
      <p:ext uri="{BB962C8B-B14F-4D97-AF65-F5344CB8AC3E}">
        <p14:creationId xmlns:p14="http://schemas.microsoft.com/office/powerpoint/2010/main" val="2760224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13</a:t>
            </a:fld>
            <a:endParaRPr lang="fr-CA"/>
          </a:p>
        </p:txBody>
      </p:sp>
    </p:spTree>
    <p:extLst>
      <p:ext uri="{BB962C8B-B14F-4D97-AF65-F5344CB8AC3E}">
        <p14:creationId xmlns:p14="http://schemas.microsoft.com/office/powerpoint/2010/main" val="1378509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CA" sz="900" b="1"/>
              <a:t>Benoit</a:t>
            </a:r>
          </a:p>
          <a:p>
            <a:pPr marL="0" marR="0" lvl="0" indent="0" algn="l" defTabSz="685800" rtl="0" eaLnBrk="1" fontAlgn="auto" latinLnBrk="0" hangingPunct="1">
              <a:lnSpc>
                <a:spcPct val="100000"/>
              </a:lnSpc>
              <a:spcBef>
                <a:spcPts val="0"/>
              </a:spcBef>
              <a:spcAft>
                <a:spcPts val="0"/>
              </a:spcAft>
              <a:buClrTx/>
              <a:buSzTx/>
              <a:buFontTx/>
              <a:buNone/>
              <a:tabLst/>
              <a:defRPr/>
            </a:pPr>
            <a:r>
              <a:rPr lang="fr-CA" sz="900" b="1"/>
              <a:t> Un test de composant valide le comportement d’un composant isolé</a:t>
            </a:r>
            <a:r>
              <a:rPr lang="fr-CA" sz="900"/>
              <a:t>, en vérifiant sa logique interne ou ses règles métier, sans dépendance à d’autres systèmes ni à l’interface utilisateur.</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15</a:t>
            </a:fld>
            <a:endParaRPr lang="fr-CA"/>
          </a:p>
        </p:txBody>
      </p:sp>
    </p:spTree>
    <p:extLst>
      <p:ext uri="{BB962C8B-B14F-4D97-AF65-F5344CB8AC3E}">
        <p14:creationId xmlns:p14="http://schemas.microsoft.com/office/powerpoint/2010/main" val="1874671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16</a:t>
            </a:fld>
            <a:endParaRPr lang="fr-CA"/>
          </a:p>
        </p:txBody>
      </p:sp>
    </p:spTree>
    <p:extLst>
      <p:ext uri="{BB962C8B-B14F-4D97-AF65-F5344CB8AC3E}">
        <p14:creationId xmlns:p14="http://schemas.microsoft.com/office/powerpoint/2010/main" val="1913814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Meriem</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17</a:t>
            </a:fld>
            <a:endParaRPr lang="fr-CA"/>
          </a:p>
        </p:txBody>
      </p:sp>
    </p:spTree>
    <p:extLst>
      <p:ext uri="{BB962C8B-B14F-4D97-AF65-F5344CB8AC3E}">
        <p14:creationId xmlns:p14="http://schemas.microsoft.com/office/powerpoint/2010/main" val="3901393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Sahar</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19</a:t>
            </a:fld>
            <a:endParaRPr lang="fr-CA"/>
          </a:p>
        </p:txBody>
      </p:sp>
    </p:spTree>
    <p:extLst>
      <p:ext uri="{BB962C8B-B14F-4D97-AF65-F5344CB8AC3E}">
        <p14:creationId xmlns:p14="http://schemas.microsoft.com/office/powerpoint/2010/main" val="1260905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AB008-89B7-4484-87AA-024034A4861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E03AE1-CEAC-EEBD-BD9F-665F9D18D47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530BF8-759C-C480-A542-D3F6D1E67739}"/>
              </a:ext>
            </a:extLst>
          </p:cNvPr>
          <p:cNvSpPr>
            <a:spLocks noGrp="1"/>
          </p:cNvSpPr>
          <p:nvPr>
            <p:ph type="body" idx="1"/>
          </p:nvPr>
        </p:nvSpPr>
        <p:spPr/>
        <p:txBody>
          <a:bodyPr/>
          <a:lstStyle/>
          <a:p>
            <a:r>
              <a:rPr lang="fr-CA"/>
              <a:t>Benoit N’oubliez pas les arrondis et la précision décimale pour les données numériques</a:t>
            </a:r>
          </a:p>
        </p:txBody>
      </p:sp>
      <p:sp>
        <p:nvSpPr>
          <p:cNvPr id="4" name="Espace réservé du numéro de diapositive 3">
            <a:extLst>
              <a:ext uri="{FF2B5EF4-FFF2-40B4-BE49-F238E27FC236}">
                <a16:creationId xmlns:a16="http://schemas.microsoft.com/office/drawing/2014/main" id="{AD40EFE6-E9F1-1894-B715-677D428A1BB8}"/>
              </a:ext>
            </a:extLst>
          </p:cNvPr>
          <p:cNvSpPr>
            <a:spLocks noGrp="1"/>
          </p:cNvSpPr>
          <p:nvPr>
            <p:ph type="sldNum" sz="quarter" idx="5"/>
          </p:nvPr>
        </p:nvSpPr>
        <p:spPr/>
        <p:txBody>
          <a:bodyPr/>
          <a:lstStyle/>
          <a:p>
            <a:fld id="{02AF3B2A-F821-4FE3-8FB8-DA5134B26F6E}" type="slidenum">
              <a:rPr lang="en-US" smtClean="0"/>
              <a:pPr/>
              <a:t>20</a:t>
            </a:fld>
            <a:endParaRPr lang="en-US"/>
          </a:p>
        </p:txBody>
      </p:sp>
    </p:spTree>
    <p:extLst>
      <p:ext uri="{BB962C8B-B14F-4D97-AF65-F5344CB8AC3E}">
        <p14:creationId xmlns:p14="http://schemas.microsoft.com/office/powerpoint/2010/main" val="1903788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21</a:t>
            </a:fld>
            <a:endParaRPr lang="fr-CA"/>
          </a:p>
        </p:txBody>
      </p:sp>
    </p:spTree>
    <p:extLst>
      <p:ext uri="{BB962C8B-B14F-4D97-AF65-F5344CB8AC3E}">
        <p14:creationId xmlns:p14="http://schemas.microsoft.com/office/powerpoint/2010/main" val="76086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22</a:t>
            </a:fld>
            <a:endParaRPr lang="fr-CA"/>
          </a:p>
        </p:txBody>
      </p:sp>
    </p:spTree>
    <p:extLst>
      <p:ext uri="{BB962C8B-B14F-4D97-AF65-F5344CB8AC3E}">
        <p14:creationId xmlns:p14="http://schemas.microsoft.com/office/powerpoint/2010/main" val="2231724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23</a:t>
            </a:fld>
            <a:endParaRPr lang="fr-CA"/>
          </a:p>
        </p:txBody>
      </p:sp>
    </p:spTree>
    <p:extLst>
      <p:ext uri="{BB962C8B-B14F-4D97-AF65-F5344CB8AC3E}">
        <p14:creationId xmlns:p14="http://schemas.microsoft.com/office/powerpoint/2010/main" val="309247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427FF-7608-46FE-F61C-8AEDA34879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0D41E2-C884-F2B6-F59B-7BEB893E47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ADD67D-8DA6-CD70-8FCB-0256756AC53E}"/>
              </a:ext>
            </a:extLst>
          </p:cNvPr>
          <p:cNvSpPr>
            <a:spLocks noGrp="1"/>
          </p:cNvSpPr>
          <p:nvPr>
            <p:ph type="body" idx="1"/>
          </p:nvPr>
        </p:nvSpPr>
        <p:spPr/>
        <p:txBody>
          <a:bodyPr/>
          <a:lstStyle/>
          <a:p>
            <a:r>
              <a:rPr lang="fr-CA"/>
              <a:t>Meriem</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fr-CA"/>
              <a:t>Lier les suites de tests aux US et F : </a:t>
            </a:r>
            <a:r>
              <a:rPr lang="fr-CA" sz="900" b="0" i="0" kern="1200">
                <a:solidFill>
                  <a:schemeClr val="tx1"/>
                </a:solidFill>
                <a:effectLst/>
                <a:latin typeface="+mn-lt"/>
                <a:ea typeface="+mn-ea"/>
                <a:cs typeface="+mn-cs"/>
              </a:rPr>
              <a:t>Permet : couverture claire, traçabilité, et cohérence avec le plan de test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fr-CA" sz="900" b="0" i="0" kern="1200">
                <a:solidFill>
                  <a:schemeClr val="tx1"/>
                </a:solidFill>
                <a:effectLst/>
                <a:latin typeface="+mn-lt"/>
                <a:ea typeface="+mn-ea"/>
                <a:cs typeface="+mn-cs"/>
              </a:rPr>
              <a:t>Séparer par système : Tester </a:t>
            </a:r>
            <a:r>
              <a:rPr lang="fr-CA" sz="900" b="1" i="0" kern="1200">
                <a:solidFill>
                  <a:schemeClr val="tx1"/>
                </a:solidFill>
                <a:effectLst/>
                <a:latin typeface="+mn-lt"/>
                <a:ea typeface="+mn-ea"/>
                <a:cs typeface="+mn-cs"/>
              </a:rPr>
              <a:t>système par système</a:t>
            </a:r>
            <a:r>
              <a:rPr lang="fr-CA" sz="900" b="0" i="0" kern="1200">
                <a:solidFill>
                  <a:schemeClr val="tx1"/>
                </a:solidFill>
                <a:effectLst/>
                <a:latin typeface="+mn-lt"/>
                <a:ea typeface="+mn-ea"/>
                <a:cs typeface="+mn-cs"/>
              </a:rPr>
              <a:t> même si le flux est E2E :</a:t>
            </a:r>
            <a:br>
              <a:rPr lang="fr-CA" sz="900" b="0" i="0" kern="1200">
                <a:solidFill>
                  <a:schemeClr val="tx1"/>
                </a:solidFill>
                <a:effectLst/>
                <a:latin typeface="+mn-lt"/>
                <a:ea typeface="+mn-ea"/>
                <a:cs typeface="+mn-cs"/>
              </a:rPr>
            </a:br>
            <a:r>
              <a:rPr lang="fr-CA" sz="900" b="0" i="0" kern="1200">
                <a:solidFill>
                  <a:schemeClr val="tx1"/>
                </a:solidFill>
                <a:effectLst/>
                <a:latin typeface="+mn-lt"/>
                <a:ea typeface="+mn-ea"/>
                <a:cs typeface="+mn-cs"/>
              </a:rPr>
              <a:t>➜ facilite le diagnostic, réduit les faux positifs, accélère la régression. Tester ensuite </a:t>
            </a:r>
            <a:r>
              <a:rPr lang="fr-CA" sz="900" b="1" i="0" kern="1200">
                <a:solidFill>
                  <a:schemeClr val="tx1"/>
                </a:solidFill>
                <a:effectLst/>
                <a:latin typeface="+mn-lt"/>
                <a:ea typeface="+mn-ea"/>
                <a:cs typeface="+mn-cs"/>
              </a:rPr>
              <a:t>l’orchestration complète</a:t>
            </a:r>
            <a:r>
              <a:rPr lang="fr-CA" sz="900" b="0" i="0" kern="1200">
                <a:solidFill>
                  <a:schemeClr val="tx1"/>
                </a:solidFill>
                <a:effectLst/>
                <a:latin typeface="+mn-lt"/>
                <a:ea typeface="+mn-ea"/>
                <a:cs typeface="+mn-cs"/>
              </a:rPr>
              <a:t> (flux E2E, compensations, erreurs) seulement lorsque les systèmes sont stables — conforme aux recommandations sur les </a:t>
            </a:r>
            <a:r>
              <a:rPr lang="fr-CA" sz="900" b="0" i="1" kern="1200">
                <a:solidFill>
                  <a:schemeClr val="tx1"/>
                </a:solidFill>
                <a:effectLst/>
                <a:latin typeface="+mn-lt"/>
                <a:ea typeface="+mn-ea"/>
                <a:cs typeface="+mn-cs"/>
              </a:rPr>
              <a:t>tests d’orchestration</a:t>
            </a:r>
            <a:br>
              <a:rPr lang="fr-CA" sz="900" b="0" i="1" kern="1200">
                <a:solidFill>
                  <a:schemeClr val="tx1"/>
                </a:solidFill>
                <a:effectLst/>
                <a:latin typeface="+mn-lt"/>
                <a:ea typeface="+mn-ea"/>
                <a:cs typeface="+mn-cs"/>
              </a:rPr>
            </a:br>
            <a:br>
              <a:rPr lang="fr-CA" sz="900" b="0" i="1" kern="1200">
                <a:solidFill>
                  <a:schemeClr val="tx1"/>
                </a:solidFill>
                <a:effectLst/>
                <a:latin typeface="+mn-lt"/>
                <a:ea typeface="+mn-ea"/>
                <a:cs typeface="+mn-cs"/>
              </a:rPr>
            </a:br>
            <a:br>
              <a:rPr lang="fr-CA" sz="900" b="0" i="1" kern="1200">
                <a:solidFill>
                  <a:schemeClr val="tx1"/>
                </a:solidFill>
                <a:effectLst/>
                <a:latin typeface="+mn-lt"/>
                <a:ea typeface="+mn-ea"/>
                <a:cs typeface="+mn-cs"/>
              </a:rPr>
            </a:br>
            <a:r>
              <a:rPr lang="fr-CA" sz="900" b="0" i="0" kern="1200">
                <a:solidFill>
                  <a:schemeClr val="tx1"/>
                </a:solidFill>
                <a:effectLst/>
                <a:latin typeface="+mn-lt"/>
                <a:ea typeface="+mn-ea"/>
                <a:cs typeface="+mn-cs"/>
              </a:rPr>
              <a:t>Vérification des CE : Environnements disponibles &amp; interconnectés Données prêtes </a:t>
            </a:r>
            <a:r>
              <a:rPr lang="fr-CA" sz="900" b="0" i="0" kern="1200" err="1">
                <a:solidFill>
                  <a:schemeClr val="tx1"/>
                </a:solidFill>
                <a:effectLst/>
                <a:latin typeface="+mn-lt"/>
                <a:ea typeface="+mn-ea"/>
                <a:cs typeface="+mn-cs"/>
              </a:rPr>
              <a:t>Build</a:t>
            </a:r>
            <a:r>
              <a:rPr lang="fr-CA" sz="900" b="0" i="0" kern="1200">
                <a:solidFill>
                  <a:schemeClr val="tx1"/>
                </a:solidFill>
                <a:effectLst/>
                <a:latin typeface="+mn-lt"/>
                <a:ea typeface="+mn-ea"/>
                <a:cs typeface="+mn-cs"/>
              </a:rPr>
              <a:t> stable </a:t>
            </a:r>
            <a:r>
              <a:rPr lang="fr-CA" sz="900" b="0" i="0" kern="1200" err="1">
                <a:solidFill>
                  <a:schemeClr val="tx1"/>
                </a:solidFill>
                <a:effectLst/>
                <a:latin typeface="+mn-lt"/>
                <a:ea typeface="+mn-ea"/>
                <a:cs typeface="+mn-cs"/>
              </a:rPr>
              <a:t>Specs</a:t>
            </a:r>
            <a:r>
              <a:rPr lang="fr-CA" sz="900" b="0" i="0" kern="1200">
                <a:solidFill>
                  <a:schemeClr val="tx1"/>
                </a:solidFill>
                <a:effectLst/>
                <a:latin typeface="+mn-lt"/>
                <a:ea typeface="+mn-ea"/>
                <a:cs typeface="+mn-cs"/>
              </a:rPr>
              <a:t> d’intégration / exigences système disponibles</a:t>
            </a:r>
            <a:br>
              <a:rPr lang="fr-CA" sz="900" b="0" i="0" kern="1200">
                <a:solidFill>
                  <a:schemeClr val="tx1"/>
                </a:solidFill>
                <a:effectLst/>
                <a:latin typeface="+mn-lt"/>
                <a:ea typeface="+mn-ea"/>
                <a:cs typeface="+mn-cs"/>
              </a:rPr>
            </a:br>
            <a:r>
              <a:rPr lang="fr-CA" sz="900" b="0" i="0" kern="1200">
                <a:solidFill>
                  <a:schemeClr val="tx1"/>
                </a:solidFill>
                <a:effectLst/>
                <a:latin typeface="+mn-lt"/>
                <a:ea typeface="+mn-ea"/>
                <a:cs typeface="+mn-cs"/>
              </a:rPr>
              <a:t>➡️ Sans cela, les tests système / d’intégration deviennent du débogage massif.</a:t>
            </a:r>
          </a:p>
          <a:p>
            <a:pPr marL="0" marR="0" lvl="0" indent="0" algn="l" defTabSz="685800" rtl="0" eaLnBrk="1" fontAlgn="auto" latinLnBrk="0" hangingPunct="1">
              <a:lnSpc>
                <a:spcPct val="100000"/>
              </a:lnSpc>
              <a:spcBef>
                <a:spcPts val="0"/>
              </a:spcBef>
              <a:spcAft>
                <a:spcPts val="0"/>
              </a:spcAft>
              <a:buClrTx/>
              <a:buSzTx/>
              <a:buFontTx/>
              <a:buNone/>
              <a:tabLst/>
              <a:defRPr/>
            </a:pPr>
            <a:endParaRPr lang="fr-CA" sz="900" b="0" i="0" kern="1200">
              <a:solidFill>
                <a:schemeClr val="tx1"/>
              </a:solidFill>
              <a:effectLst/>
              <a:latin typeface="+mn-lt"/>
              <a:ea typeface="+mn-ea"/>
              <a:cs typeface="+mn-cs"/>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fr-CA" sz="900" b="0" i="0" kern="1200">
                <a:solidFill>
                  <a:schemeClr val="tx1"/>
                </a:solidFill>
                <a:effectLst/>
                <a:latin typeface="+mn-lt"/>
                <a:ea typeface="+mn-ea"/>
                <a:cs typeface="+mn-cs"/>
              </a:rPr>
              <a:t>Séparation HP et SP : Avantage : meilleure lisibilité, meilleure priorisation basée sur le risque.</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CA" sz="900" b="0" i="0" kern="120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EB0CD004-9F64-94CF-6611-8C9DF4C3709C}"/>
              </a:ext>
            </a:extLst>
          </p:cNvPr>
          <p:cNvSpPr>
            <a:spLocks noGrp="1"/>
          </p:cNvSpPr>
          <p:nvPr>
            <p:ph type="sldNum" sz="quarter" idx="5"/>
          </p:nvPr>
        </p:nvSpPr>
        <p:spPr/>
        <p:txBody>
          <a:bodyPr/>
          <a:lstStyle/>
          <a:p>
            <a:fld id="{883D9807-5037-47FE-86B5-F6C64038904F}" type="slidenum">
              <a:rPr lang="fr-CA" smtClean="0"/>
              <a:t>24</a:t>
            </a:fld>
            <a:endParaRPr lang="fr-CA"/>
          </a:p>
        </p:txBody>
      </p:sp>
    </p:spTree>
    <p:extLst>
      <p:ext uri="{BB962C8B-B14F-4D97-AF65-F5344CB8AC3E}">
        <p14:creationId xmlns:p14="http://schemas.microsoft.com/office/powerpoint/2010/main" val="36211220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a:p>
            <a:r>
              <a:rPr lang="fr-CA"/>
              <a:t>Meriem</a:t>
            </a:r>
          </a:p>
          <a:p>
            <a:r>
              <a:rPr lang="fr-CA"/>
              <a:t>Test système</a:t>
            </a:r>
          </a:p>
          <a:p>
            <a:pPr lvl="1"/>
            <a:r>
              <a:rPr lang="fr-CA"/>
              <a:t>Dossier par fonctionnalité</a:t>
            </a:r>
          </a:p>
          <a:p>
            <a:r>
              <a:rPr lang="fr-CA"/>
              <a:t>Un cas de test par utilisation spécifique</a:t>
            </a:r>
            <a:br>
              <a:rPr lang="fr-CA"/>
            </a:br>
            <a:br>
              <a:rPr lang="fr-CA"/>
            </a:br>
            <a:r>
              <a:rPr lang="fr-CA" err="1"/>
              <a:t>fTest</a:t>
            </a:r>
            <a:r>
              <a:rPr lang="fr-CA"/>
              <a:t> d’intégration de systèmes</a:t>
            </a:r>
          </a:p>
          <a:p>
            <a:pPr lvl="1"/>
            <a:r>
              <a:rPr lang="fr-CA"/>
              <a:t>Faire un dossier par chaine d’intégration</a:t>
            </a:r>
          </a:p>
          <a:p>
            <a:pPr lvl="2"/>
            <a:r>
              <a:rPr lang="fr-CA"/>
              <a:t>Suite de test par scénarios</a:t>
            </a:r>
          </a:p>
          <a:p>
            <a:pPr lvl="5"/>
            <a:r>
              <a:rPr lang="fr-CA"/>
              <a:t>Un cas de test par système</a:t>
            </a:r>
          </a:p>
          <a:p>
            <a:pPr lvl="2"/>
            <a:endParaRPr lang="fr-CA"/>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25</a:t>
            </a:fld>
            <a:endParaRPr lang="fr-CA"/>
          </a:p>
        </p:txBody>
      </p:sp>
    </p:spTree>
    <p:extLst>
      <p:ext uri="{BB962C8B-B14F-4D97-AF65-F5344CB8AC3E}">
        <p14:creationId xmlns:p14="http://schemas.microsoft.com/office/powerpoint/2010/main" val="11498834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26</a:t>
            </a:fld>
            <a:endParaRPr lang="fr-CA"/>
          </a:p>
        </p:txBody>
      </p:sp>
    </p:spTree>
    <p:extLst>
      <p:ext uri="{BB962C8B-B14F-4D97-AF65-F5344CB8AC3E}">
        <p14:creationId xmlns:p14="http://schemas.microsoft.com/office/powerpoint/2010/main" val="1985080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Sahar</a:t>
            </a:r>
          </a:p>
          <a:p>
            <a:endParaRPr lang="fr-CA"/>
          </a:p>
          <a:p>
            <a:pPr marL="0" marR="0" lvl="0" indent="0" algn="l" defTabSz="685800" rtl="0" eaLnBrk="1" fontAlgn="auto" latinLnBrk="0" hangingPunct="1">
              <a:lnSpc>
                <a:spcPct val="100000"/>
              </a:lnSpc>
              <a:spcBef>
                <a:spcPts val="0"/>
              </a:spcBef>
              <a:spcAft>
                <a:spcPts val="0"/>
              </a:spcAft>
              <a:buClrTx/>
              <a:buSzTx/>
              <a:buFontTx/>
              <a:buNone/>
              <a:tabLst/>
              <a:defRPr/>
            </a:pPr>
            <a:r>
              <a:rPr lang="fr-CA"/>
              <a:t>La couverture est décidée en se basant sur les </a:t>
            </a:r>
            <a:r>
              <a:rPr lang="fr-CA" sz="900">
                <a:ea typeface="Calibri Light"/>
                <a:cs typeface="Calibri Light"/>
              </a:rPr>
              <a:t>résultat des essais système</a:t>
            </a:r>
            <a:endParaRPr lang="fr-CA" sz="900"/>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27</a:t>
            </a:fld>
            <a:endParaRPr lang="fr-CA"/>
          </a:p>
        </p:txBody>
      </p:sp>
    </p:spTree>
    <p:extLst>
      <p:ext uri="{BB962C8B-B14F-4D97-AF65-F5344CB8AC3E}">
        <p14:creationId xmlns:p14="http://schemas.microsoft.com/office/powerpoint/2010/main" val="1981884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Aft>
                <a:spcPts val="1200"/>
              </a:spcAft>
            </a:pPr>
            <a:r>
              <a:rPr lang="fr-CA" sz="1200"/>
              <a:t>Sahar</a:t>
            </a:r>
          </a:p>
          <a:p>
            <a:pPr>
              <a:spcAft>
                <a:spcPts val="1200"/>
              </a:spcAft>
            </a:pPr>
            <a:endParaRPr lang="fr-CA" sz="1200"/>
          </a:p>
          <a:p>
            <a:pPr>
              <a:spcAft>
                <a:spcPts val="1200"/>
              </a:spcAft>
            </a:pPr>
            <a:r>
              <a:rPr lang="fr-CA" sz="1200"/>
              <a:t>De quoi est composé un processus</a:t>
            </a:r>
          </a:p>
          <a:p>
            <a:pPr lvl="1">
              <a:spcAft>
                <a:spcPts val="1200"/>
              </a:spcAft>
            </a:pPr>
            <a:r>
              <a:rPr lang="fr-CA" sz="1000"/>
              <a:t>Des </a:t>
            </a:r>
            <a:r>
              <a:rPr lang="fr-CA" sz="1000" b="1"/>
              <a:t>activités</a:t>
            </a:r>
            <a:r>
              <a:rPr lang="fr-CA" sz="1000"/>
              <a:t> (les boites) qui peuvent comprendre des actions diverses suivant les informations reçues</a:t>
            </a:r>
          </a:p>
          <a:p>
            <a:pPr lvl="1">
              <a:spcAft>
                <a:spcPts val="1200"/>
              </a:spcAft>
            </a:pPr>
            <a:r>
              <a:rPr lang="fr-CA" sz="1000" b="1"/>
              <a:t>Un flux avec des aiguillages </a:t>
            </a:r>
            <a:r>
              <a:rPr lang="fr-CA" sz="1000"/>
              <a:t>(flèche et boite de décision) qui explique l’enchainement des activités entre elles et entre les acteurs du processus</a:t>
            </a:r>
          </a:p>
          <a:p>
            <a:endParaRPr lang="fr-CA"/>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28</a:t>
            </a:fld>
            <a:endParaRPr lang="fr-CA"/>
          </a:p>
        </p:txBody>
      </p:sp>
    </p:spTree>
    <p:extLst>
      <p:ext uri="{BB962C8B-B14F-4D97-AF65-F5344CB8AC3E}">
        <p14:creationId xmlns:p14="http://schemas.microsoft.com/office/powerpoint/2010/main" val="467943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a:p>
            <a:endParaRPr lang="fr-CA"/>
          </a:p>
          <a:p>
            <a:r>
              <a:rPr lang="fr-CA"/>
              <a:t> Recommandation: Utiliser l’option 2 pour diminuer la charge de test</a:t>
            </a:r>
          </a:p>
          <a:p>
            <a:endParaRPr lang="fr-CA"/>
          </a:p>
          <a:p>
            <a:r>
              <a:rPr lang="fr-CA"/>
              <a:t>Deux possibilités pour tester dans DevOps:</a:t>
            </a:r>
          </a:p>
          <a:p>
            <a:r>
              <a:rPr lang="fr-CA"/>
              <a:t>No1 : une suite de test par chemin</a:t>
            </a:r>
          </a:p>
          <a:p>
            <a:r>
              <a:rPr lang="fr-CA"/>
              <a:t>No2 : Une suite de test pour le chemin A + des tests complémentaires pour les activités critiques du chemin B qui nécessite une validation</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29</a:t>
            </a:fld>
            <a:endParaRPr lang="fr-CA"/>
          </a:p>
        </p:txBody>
      </p:sp>
    </p:spTree>
    <p:extLst>
      <p:ext uri="{BB962C8B-B14F-4D97-AF65-F5344CB8AC3E}">
        <p14:creationId xmlns:p14="http://schemas.microsoft.com/office/powerpoint/2010/main" val="1655779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Meriem</a:t>
            </a:r>
            <a:br>
              <a:rPr lang="fr-CA"/>
            </a:br>
            <a:r>
              <a:rPr lang="fr-CA"/>
              <a:t>Prioriser les Cas de tests selon la criticité puisqu'on ne fait pas des tests exhaustifs mais on s assure de couvrir les chemins critiques </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30</a:t>
            </a:fld>
            <a:endParaRPr lang="fr-CA"/>
          </a:p>
        </p:txBody>
      </p:sp>
    </p:spTree>
    <p:extLst>
      <p:ext uri="{BB962C8B-B14F-4D97-AF65-F5344CB8AC3E}">
        <p14:creationId xmlns:p14="http://schemas.microsoft.com/office/powerpoint/2010/main" val="3429628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Benoit</a:t>
            </a:r>
          </a:p>
        </p:txBody>
      </p:sp>
      <p:sp>
        <p:nvSpPr>
          <p:cNvPr id="4" name="Espace réservé du numéro de diapositive 3"/>
          <p:cNvSpPr>
            <a:spLocks noGrp="1"/>
          </p:cNvSpPr>
          <p:nvPr>
            <p:ph type="sldNum" sz="quarter" idx="5"/>
          </p:nvPr>
        </p:nvSpPr>
        <p:spPr/>
        <p:txBody>
          <a:bodyPr/>
          <a:lstStyle/>
          <a:p>
            <a:fld id="{883D9807-5037-47FE-86B5-F6C64038904F}" type="slidenum">
              <a:rPr lang="fr-CA" smtClean="0"/>
              <a:t>32</a:t>
            </a:fld>
            <a:endParaRPr lang="fr-CA"/>
          </a:p>
        </p:txBody>
      </p:sp>
    </p:spTree>
    <p:extLst>
      <p:ext uri="{BB962C8B-B14F-4D97-AF65-F5344CB8AC3E}">
        <p14:creationId xmlns:p14="http://schemas.microsoft.com/office/powerpoint/2010/main" val="27290605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_1">
    <p:bg>
      <p:bgRef idx="1001">
        <a:schemeClr val="bg2"/>
      </p:bgRef>
    </p:bg>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C0FC0B5-D605-8C67-FDC1-976021B5F9A8}"/>
              </a:ext>
            </a:extLst>
          </p:cNvPr>
          <p:cNvSpPr>
            <a:spLocks noGrp="1"/>
          </p:cNvSpPr>
          <p:nvPr>
            <p:ph type="body" sz="quarter" idx="11" hasCustomPrompt="1"/>
          </p:nvPr>
        </p:nvSpPr>
        <p:spPr>
          <a:xfrm>
            <a:off x="7172325" y="276225"/>
            <a:ext cx="1743075" cy="344488"/>
          </a:xfrm>
        </p:spPr>
        <p:txBody>
          <a:bodyPr rIns="0"/>
          <a:lstStyle>
            <a:lvl1pPr marL="0" indent="0" algn="r">
              <a:buNone/>
              <a:defRPr sz="900">
                <a:latin typeface="+mn-lt"/>
              </a:defRPr>
            </a:lvl1pPr>
          </a:lstStyle>
          <a:p>
            <a:pPr lvl="0"/>
            <a:r>
              <a:rPr lang="fr-FR"/>
              <a:t>Date longue</a:t>
            </a:r>
          </a:p>
        </p:txBody>
      </p:sp>
      <p:pic>
        <p:nvPicPr>
          <p:cNvPr id="9" name="Image 8" descr="Une image contenant texte, Police, Graphique, graphisme&#10;&#10;Le contenu généré par l’IA peut être incorrect.">
            <a:extLst>
              <a:ext uri="{FF2B5EF4-FFF2-40B4-BE49-F238E27FC236}">
                <a16:creationId xmlns:a16="http://schemas.microsoft.com/office/drawing/2014/main" id="{FFBF7DA5-0E45-1842-A5B5-32C9FD5BC7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07792" y="4601848"/>
            <a:ext cx="1417320" cy="345151"/>
          </a:xfrm>
          <a:prstGeom prst="rect">
            <a:avLst/>
          </a:prstGeom>
        </p:spPr>
      </p:pic>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228600" y="247650"/>
            <a:ext cx="6858000" cy="2384822"/>
          </a:xfrm>
        </p:spPr>
        <p:txBody>
          <a:bodyPr anchor="t" anchorCtr="0"/>
          <a:lstStyle>
            <a:lvl1pPr algn="l">
              <a:lnSpc>
                <a:spcPct val="85000"/>
              </a:lnSpc>
              <a:defRPr sz="6000" b="1" cap="all" baseline="0">
                <a:solidFill>
                  <a:schemeClr val="tx2"/>
                </a:solidFill>
                <a:latin typeface="+mj-lt"/>
              </a:defRPr>
            </a:lvl1pPr>
          </a:lstStyle>
          <a:p>
            <a:r>
              <a:rPr lang="fr-FR"/>
              <a:t>Modifiez le style du titre</a:t>
            </a:r>
            <a:endParaRPr lang="fr-CA"/>
          </a:p>
        </p:txBody>
      </p:sp>
      <p:sp>
        <p:nvSpPr>
          <p:cNvPr id="3" name="Sous-titre 2">
            <a:extLst>
              <a:ext uri="{FF2B5EF4-FFF2-40B4-BE49-F238E27FC236}">
                <a16:creationId xmlns:a16="http://schemas.microsoft.com/office/drawing/2014/main" id="{ACE5BF22-90C4-08D6-3886-F05E03906FB5}"/>
              </a:ext>
            </a:extLst>
          </p:cNvPr>
          <p:cNvSpPr>
            <a:spLocks noGrp="1"/>
          </p:cNvSpPr>
          <p:nvPr>
            <p:ph type="subTitle" idx="1"/>
          </p:nvPr>
        </p:nvSpPr>
        <p:spPr>
          <a:xfrm>
            <a:off x="228600" y="4838699"/>
            <a:ext cx="2743200" cy="304799"/>
          </a:xfrm>
        </p:spPr>
        <p:txBody>
          <a:bodyPr/>
          <a:lstStyle>
            <a:lvl1pPr marL="0" indent="0" algn="l">
              <a:buNone/>
              <a:defRPr sz="9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fr-CA"/>
          </a:p>
        </p:txBody>
      </p:sp>
    </p:spTree>
    <p:extLst>
      <p:ext uri="{BB962C8B-B14F-4D97-AF65-F5344CB8AC3E}">
        <p14:creationId xmlns:p14="http://schemas.microsoft.com/office/powerpoint/2010/main" val="100747662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_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228600" y="247650"/>
            <a:ext cx="6858000" cy="2384822"/>
          </a:xfrm>
        </p:spPr>
        <p:txBody>
          <a:bodyPr anchor="t" anchorCtr="0"/>
          <a:lstStyle>
            <a:lvl1pPr algn="l">
              <a:lnSpc>
                <a:spcPct val="85000"/>
              </a:lnSpc>
              <a:defRPr sz="6000" b="1" cap="all" baseline="0">
                <a:solidFill>
                  <a:schemeClr val="accent4"/>
                </a:solidFill>
                <a:latin typeface="+mj-lt"/>
              </a:defRPr>
            </a:lvl1pPr>
          </a:lstStyle>
          <a:p>
            <a:r>
              <a:rPr lang="fr-FR"/>
              <a:t>Modifiez le style du titre</a:t>
            </a:r>
            <a:endParaRPr lang="fr-CA"/>
          </a:p>
        </p:txBody>
      </p:sp>
      <p:sp>
        <p:nvSpPr>
          <p:cNvPr id="3" name="Sous-titre 2">
            <a:extLst>
              <a:ext uri="{FF2B5EF4-FFF2-40B4-BE49-F238E27FC236}">
                <a16:creationId xmlns:a16="http://schemas.microsoft.com/office/drawing/2014/main" id="{ACE5BF22-90C4-08D6-3886-F05E03906FB5}"/>
              </a:ext>
            </a:extLst>
          </p:cNvPr>
          <p:cNvSpPr>
            <a:spLocks noGrp="1"/>
          </p:cNvSpPr>
          <p:nvPr>
            <p:ph type="subTitle" idx="1"/>
          </p:nvPr>
        </p:nvSpPr>
        <p:spPr>
          <a:xfrm>
            <a:off x="228600" y="4838699"/>
            <a:ext cx="2743200" cy="304799"/>
          </a:xfrm>
        </p:spPr>
        <p:txBody>
          <a:bodyPr/>
          <a:lstStyle>
            <a:lvl1pPr marL="0" indent="0" algn="l">
              <a:buNone/>
              <a:defRPr sz="900">
                <a:solidFill>
                  <a:schemeClr val="tx1"/>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fr-CA"/>
          </a:p>
        </p:txBody>
      </p:sp>
      <p:pic>
        <p:nvPicPr>
          <p:cNvPr id="5" name="Image 4" descr="Une image contenant texte, Police, Graphique, graphisme&#10;&#10;Le contenu généré par l’IA peut être incorrect.">
            <a:extLst>
              <a:ext uri="{FF2B5EF4-FFF2-40B4-BE49-F238E27FC236}">
                <a16:creationId xmlns:a16="http://schemas.microsoft.com/office/drawing/2014/main" id="{1A8D36F4-8117-4DBC-2273-6A8988ABC6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07792" y="4601848"/>
            <a:ext cx="1417320" cy="345151"/>
          </a:xfrm>
          <a:prstGeom prst="rect">
            <a:avLst/>
          </a:prstGeom>
        </p:spPr>
      </p:pic>
      <p:sp>
        <p:nvSpPr>
          <p:cNvPr id="6" name="Espace réservé du texte 4">
            <a:extLst>
              <a:ext uri="{FF2B5EF4-FFF2-40B4-BE49-F238E27FC236}">
                <a16:creationId xmlns:a16="http://schemas.microsoft.com/office/drawing/2014/main" id="{3B6C1E81-F95D-316D-8B49-4E0B1B852A64}"/>
              </a:ext>
            </a:extLst>
          </p:cNvPr>
          <p:cNvSpPr>
            <a:spLocks noGrp="1"/>
          </p:cNvSpPr>
          <p:nvPr>
            <p:ph type="body" sz="quarter" idx="11" hasCustomPrompt="1"/>
          </p:nvPr>
        </p:nvSpPr>
        <p:spPr>
          <a:xfrm>
            <a:off x="7172325" y="276225"/>
            <a:ext cx="1743075" cy="344488"/>
          </a:xfrm>
        </p:spPr>
        <p:txBody>
          <a:bodyPr rIns="0"/>
          <a:lstStyle>
            <a:lvl1pPr marL="0" indent="0" algn="r">
              <a:buNone/>
              <a:defRPr sz="900">
                <a:latin typeface="+mn-lt"/>
              </a:defRPr>
            </a:lvl1pPr>
          </a:lstStyle>
          <a:p>
            <a:pPr lvl="0"/>
            <a:r>
              <a:rPr lang="fr-FR"/>
              <a:t>Date longue</a:t>
            </a:r>
          </a:p>
        </p:txBody>
      </p:sp>
    </p:spTree>
    <p:extLst>
      <p:ext uri="{BB962C8B-B14F-4D97-AF65-F5344CB8AC3E}">
        <p14:creationId xmlns:p14="http://schemas.microsoft.com/office/powerpoint/2010/main" val="3239198569"/>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_3">
    <p:bg>
      <p:bgRef idx="1001">
        <a:schemeClr val="bg2"/>
      </p:bgRef>
    </p:bg>
    <p:spTree>
      <p:nvGrpSpPr>
        <p:cNvPr id="1" name=""/>
        <p:cNvGrpSpPr/>
        <p:nvPr/>
      </p:nvGrpSpPr>
      <p:grpSpPr>
        <a:xfrm>
          <a:off x="0" y="0"/>
          <a:ext cx="0" cy="0"/>
          <a:chOff x="0" y="0"/>
          <a:chExt cx="0" cy="0"/>
        </a:xfrm>
      </p:grpSpPr>
      <p:sp>
        <p:nvSpPr>
          <p:cNvPr id="6" name="Espace réservé du texte 4">
            <a:extLst>
              <a:ext uri="{FF2B5EF4-FFF2-40B4-BE49-F238E27FC236}">
                <a16:creationId xmlns:a16="http://schemas.microsoft.com/office/drawing/2014/main" id="{0002FEDB-3081-63C2-FF60-37743DDC8ED1}"/>
              </a:ext>
            </a:extLst>
          </p:cNvPr>
          <p:cNvSpPr>
            <a:spLocks noGrp="1"/>
          </p:cNvSpPr>
          <p:nvPr>
            <p:ph type="body" sz="quarter" idx="12" hasCustomPrompt="1"/>
          </p:nvPr>
        </p:nvSpPr>
        <p:spPr>
          <a:xfrm>
            <a:off x="2828925" y="4850130"/>
            <a:ext cx="1743075" cy="293370"/>
          </a:xfrm>
        </p:spPr>
        <p:txBody>
          <a:bodyPr rIns="0"/>
          <a:lstStyle>
            <a:lvl1pPr marL="0" indent="0" algn="r">
              <a:buNone/>
              <a:defRPr sz="900">
                <a:latin typeface="+mn-lt"/>
              </a:defRPr>
            </a:lvl1pPr>
          </a:lstStyle>
          <a:p>
            <a:pPr lvl="0"/>
            <a:r>
              <a:rPr lang="fr-FR"/>
              <a:t>Date longue</a:t>
            </a:r>
          </a:p>
        </p:txBody>
      </p:sp>
      <p:pic>
        <p:nvPicPr>
          <p:cNvPr id="5" name="Image 4" descr="Une image contenant texte, Police, Graphique, graphisme&#10;&#10;Le contenu généré par l’IA peut être incorrect.">
            <a:extLst>
              <a:ext uri="{FF2B5EF4-FFF2-40B4-BE49-F238E27FC236}">
                <a16:creationId xmlns:a16="http://schemas.microsoft.com/office/drawing/2014/main" id="{572BCC04-3F2E-02AA-CB93-F934BC4FBD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4321" y="4602291"/>
            <a:ext cx="1417320" cy="345151"/>
          </a:xfrm>
          <a:prstGeom prst="rect">
            <a:avLst/>
          </a:prstGeom>
        </p:spPr>
      </p:pic>
      <p:sp>
        <p:nvSpPr>
          <p:cNvPr id="11" name="Espace réservé pour une image  10">
            <a:extLst>
              <a:ext uri="{FF2B5EF4-FFF2-40B4-BE49-F238E27FC236}">
                <a16:creationId xmlns:a16="http://schemas.microsoft.com/office/drawing/2014/main" id="{18996129-9FF5-9DDA-836D-C696633AEA16}"/>
              </a:ext>
            </a:extLst>
          </p:cNvPr>
          <p:cNvSpPr>
            <a:spLocks noGrp="1"/>
          </p:cNvSpPr>
          <p:nvPr>
            <p:ph type="pic" sz="quarter" idx="11"/>
          </p:nvPr>
        </p:nvSpPr>
        <p:spPr>
          <a:xfrm>
            <a:off x="5082876" y="198438"/>
            <a:ext cx="3832525" cy="4746625"/>
          </a:xfrm>
          <a:custGeom>
            <a:avLst/>
            <a:gdLst>
              <a:gd name="connsiteX0" fmla="*/ 400911 w 3832525"/>
              <a:gd name="connsiteY0" fmla="*/ 0 h 4746625"/>
              <a:gd name="connsiteX1" fmla="*/ 3832525 w 3832525"/>
              <a:gd name="connsiteY1" fmla="*/ 0 h 4746625"/>
              <a:gd name="connsiteX2" fmla="*/ 3832525 w 3832525"/>
              <a:gd name="connsiteY2" fmla="*/ 4746625 h 4746625"/>
              <a:gd name="connsiteX3" fmla="*/ 0 w 3832525"/>
              <a:gd name="connsiteY3" fmla="*/ 4746625 h 4746625"/>
              <a:gd name="connsiteX4" fmla="*/ 0 w 3832525"/>
              <a:gd name="connsiteY4" fmla="*/ 407494 h 4746625"/>
              <a:gd name="connsiteX5" fmla="*/ 325959 w 3832525"/>
              <a:gd name="connsiteY5" fmla="*/ 7556 h 474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2525" h="4746625">
                <a:moveTo>
                  <a:pt x="400911" y="0"/>
                </a:moveTo>
                <a:lnTo>
                  <a:pt x="3832525" y="0"/>
                </a:lnTo>
                <a:lnTo>
                  <a:pt x="3832525" y="4746625"/>
                </a:lnTo>
                <a:lnTo>
                  <a:pt x="0" y="4746625"/>
                </a:lnTo>
                <a:lnTo>
                  <a:pt x="0" y="407494"/>
                </a:lnTo>
                <a:cubicBezTo>
                  <a:pt x="0" y="210217"/>
                  <a:pt x="139935" y="45622"/>
                  <a:pt x="325959" y="7556"/>
                </a:cubicBezTo>
                <a:close/>
              </a:path>
            </a:pathLst>
          </a:custGeom>
          <a:solidFill>
            <a:srgbClr val="F2F2F2">
              <a:alpha val="20000"/>
            </a:srgbClr>
          </a:solidFill>
        </p:spPr>
        <p:txBody>
          <a:bodyPr wrap="square">
            <a:noAutofit/>
          </a:bodyPr>
          <a:lstStyle/>
          <a:p>
            <a:r>
              <a:rPr lang="fr-FR"/>
              <a:t>Cliquez sur l'icône pour ajouter une image</a:t>
            </a:r>
            <a:endParaRPr lang="fr-CA"/>
          </a:p>
        </p:txBody>
      </p:sp>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228600" y="247650"/>
            <a:ext cx="4343400" cy="2384822"/>
          </a:xfrm>
        </p:spPr>
        <p:txBody>
          <a:bodyPr rIns="0" anchor="t" anchorCtr="0"/>
          <a:lstStyle>
            <a:lvl1pPr algn="l">
              <a:lnSpc>
                <a:spcPct val="85000"/>
              </a:lnSpc>
              <a:defRPr sz="4500" b="1" cap="all" baseline="0">
                <a:solidFill>
                  <a:schemeClr val="tx1"/>
                </a:solidFill>
                <a:latin typeface="+mj-lt"/>
              </a:defRPr>
            </a:lvl1pPr>
          </a:lstStyle>
          <a:p>
            <a:r>
              <a:rPr lang="fr-FR"/>
              <a:t>Modifiez le style du titre</a:t>
            </a:r>
            <a:endParaRPr lang="fr-CA"/>
          </a:p>
        </p:txBody>
      </p:sp>
      <p:sp>
        <p:nvSpPr>
          <p:cNvPr id="3" name="Sous-titre 2">
            <a:extLst>
              <a:ext uri="{FF2B5EF4-FFF2-40B4-BE49-F238E27FC236}">
                <a16:creationId xmlns:a16="http://schemas.microsoft.com/office/drawing/2014/main" id="{ACE5BF22-90C4-08D6-3886-F05E03906FB5}"/>
              </a:ext>
            </a:extLst>
          </p:cNvPr>
          <p:cNvSpPr>
            <a:spLocks noGrp="1"/>
          </p:cNvSpPr>
          <p:nvPr>
            <p:ph type="subTitle" idx="1"/>
          </p:nvPr>
        </p:nvSpPr>
        <p:spPr>
          <a:xfrm>
            <a:off x="228600" y="3333750"/>
            <a:ext cx="4343400" cy="948690"/>
          </a:xfrm>
        </p:spPr>
        <p:txBody>
          <a:bodyPr rIns="0"/>
          <a:lstStyle>
            <a:lvl1pPr marL="0" indent="0" algn="l">
              <a:buNone/>
              <a:defRPr sz="2000">
                <a:solidFill>
                  <a:schemeClr val="tx1"/>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fr-CA"/>
          </a:p>
        </p:txBody>
      </p:sp>
    </p:spTree>
    <p:extLst>
      <p:ext uri="{BB962C8B-B14F-4D97-AF65-F5344CB8AC3E}">
        <p14:creationId xmlns:p14="http://schemas.microsoft.com/office/powerpoint/2010/main" val="2771048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2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_4">
    <p:bg>
      <p:bgRef idx="1001">
        <a:schemeClr val="bg1"/>
      </p:bgRef>
    </p:bg>
    <p:spTree>
      <p:nvGrpSpPr>
        <p:cNvPr id="1" name=""/>
        <p:cNvGrpSpPr/>
        <p:nvPr/>
      </p:nvGrpSpPr>
      <p:grpSpPr>
        <a:xfrm>
          <a:off x="0" y="0"/>
          <a:ext cx="0" cy="0"/>
          <a:chOff x="0" y="0"/>
          <a:chExt cx="0" cy="0"/>
        </a:xfrm>
      </p:grpSpPr>
      <p:sp>
        <p:nvSpPr>
          <p:cNvPr id="11" name="Espace réservé pour une image  10">
            <a:extLst>
              <a:ext uri="{FF2B5EF4-FFF2-40B4-BE49-F238E27FC236}">
                <a16:creationId xmlns:a16="http://schemas.microsoft.com/office/drawing/2014/main" id="{18996129-9FF5-9DDA-836D-C696633AEA16}"/>
              </a:ext>
            </a:extLst>
          </p:cNvPr>
          <p:cNvSpPr>
            <a:spLocks noGrp="1"/>
          </p:cNvSpPr>
          <p:nvPr>
            <p:ph type="pic" sz="quarter" idx="11"/>
          </p:nvPr>
        </p:nvSpPr>
        <p:spPr>
          <a:xfrm>
            <a:off x="5082876" y="198438"/>
            <a:ext cx="3832525" cy="4746625"/>
          </a:xfrm>
          <a:custGeom>
            <a:avLst/>
            <a:gdLst>
              <a:gd name="connsiteX0" fmla="*/ 400911 w 3832525"/>
              <a:gd name="connsiteY0" fmla="*/ 0 h 4746625"/>
              <a:gd name="connsiteX1" fmla="*/ 3832525 w 3832525"/>
              <a:gd name="connsiteY1" fmla="*/ 0 h 4746625"/>
              <a:gd name="connsiteX2" fmla="*/ 3832525 w 3832525"/>
              <a:gd name="connsiteY2" fmla="*/ 4746625 h 4746625"/>
              <a:gd name="connsiteX3" fmla="*/ 0 w 3832525"/>
              <a:gd name="connsiteY3" fmla="*/ 4746625 h 4746625"/>
              <a:gd name="connsiteX4" fmla="*/ 0 w 3832525"/>
              <a:gd name="connsiteY4" fmla="*/ 407494 h 4746625"/>
              <a:gd name="connsiteX5" fmla="*/ 325959 w 3832525"/>
              <a:gd name="connsiteY5" fmla="*/ 7556 h 474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2525" h="4746625">
                <a:moveTo>
                  <a:pt x="400911" y="0"/>
                </a:moveTo>
                <a:lnTo>
                  <a:pt x="3832525" y="0"/>
                </a:lnTo>
                <a:lnTo>
                  <a:pt x="3832525" y="4746625"/>
                </a:lnTo>
                <a:lnTo>
                  <a:pt x="0" y="4746625"/>
                </a:lnTo>
                <a:lnTo>
                  <a:pt x="0" y="407494"/>
                </a:lnTo>
                <a:cubicBezTo>
                  <a:pt x="0" y="210217"/>
                  <a:pt x="139935" y="45622"/>
                  <a:pt x="325959" y="7556"/>
                </a:cubicBezTo>
                <a:close/>
              </a:path>
            </a:pathLst>
          </a:custGeom>
          <a:solidFill>
            <a:srgbClr val="F2F2F2">
              <a:alpha val="20000"/>
            </a:srgbClr>
          </a:solidFill>
        </p:spPr>
        <p:txBody>
          <a:bodyPr wrap="square">
            <a:noAutofit/>
          </a:bodyPr>
          <a:lstStyle/>
          <a:p>
            <a:r>
              <a:rPr lang="fr-FR"/>
              <a:t>Cliquez sur l'icône pour ajouter une image</a:t>
            </a:r>
            <a:endParaRPr lang="fr-CA"/>
          </a:p>
        </p:txBody>
      </p:sp>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228600" y="247650"/>
            <a:ext cx="4343400" cy="2384822"/>
          </a:xfrm>
        </p:spPr>
        <p:txBody>
          <a:bodyPr rIns="0" anchor="t" anchorCtr="0"/>
          <a:lstStyle>
            <a:lvl1pPr algn="l">
              <a:lnSpc>
                <a:spcPct val="85000"/>
              </a:lnSpc>
              <a:defRPr sz="4500" b="1" cap="all" baseline="0">
                <a:solidFill>
                  <a:schemeClr val="tx1"/>
                </a:solidFill>
                <a:latin typeface="+mj-lt"/>
              </a:defRPr>
            </a:lvl1pPr>
          </a:lstStyle>
          <a:p>
            <a:r>
              <a:rPr lang="fr-FR"/>
              <a:t>Modifiez le style du titre</a:t>
            </a:r>
            <a:endParaRPr lang="fr-CA"/>
          </a:p>
        </p:txBody>
      </p:sp>
      <p:sp>
        <p:nvSpPr>
          <p:cNvPr id="3" name="Sous-titre 2">
            <a:extLst>
              <a:ext uri="{FF2B5EF4-FFF2-40B4-BE49-F238E27FC236}">
                <a16:creationId xmlns:a16="http://schemas.microsoft.com/office/drawing/2014/main" id="{ACE5BF22-90C4-08D6-3886-F05E03906FB5}"/>
              </a:ext>
            </a:extLst>
          </p:cNvPr>
          <p:cNvSpPr>
            <a:spLocks noGrp="1"/>
          </p:cNvSpPr>
          <p:nvPr>
            <p:ph type="subTitle" idx="1"/>
          </p:nvPr>
        </p:nvSpPr>
        <p:spPr>
          <a:xfrm>
            <a:off x="228600" y="3333750"/>
            <a:ext cx="4343400" cy="948690"/>
          </a:xfrm>
        </p:spPr>
        <p:txBody>
          <a:bodyPr rIns="0"/>
          <a:lstStyle>
            <a:lvl1pPr marL="0" indent="0" algn="l">
              <a:buNone/>
              <a:defRPr sz="2000">
                <a:solidFill>
                  <a:schemeClr val="tx1"/>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fr-CA"/>
          </a:p>
        </p:txBody>
      </p:sp>
      <p:pic>
        <p:nvPicPr>
          <p:cNvPr id="6" name="Image 5" descr="Une image contenant texte, Police, Graphique, graphisme&#10;&#10;Le contenu généré par l’IA peut être incorrect.">
            <a:extLst>
              <a:ext uri="{FF2B5EF4-FFF2-40B4-BE49-F238E27FC236}">
                <a16:creationId xmlns:a16="http://schemas.microsoft.com/office/drawing/2014/main" id="{F25C6640-B588-F244-F7F5-A4B711B7A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4321" y="4602291"/>
            <a:ext cx="1417320" cy="345151"/>
          </a:xfrm>
          <a:prstGeom prst="rect">
            <a:avLst/>
          </a:prstGeom>
        </p:spPr>
      </p:pic>
      <p:sp>
        <p:nvSpPr>
          <p:cNvPr id="7" name="Espace réservé du texte 4">
            <a:extLst>
              <a:ext uri="{FF2B5EF4-FFF2-40B4-BE49-F238E27FC236}">
                <a16:creationId xmlns:a16="http://schemas.microsoft.com/office/drawing/2014/main" id="{4F7E8B1A-F7D4-E018-14E7-C062E5C76FCC}"/>
              </a:ext>
            </a:extLst>
          </p:cNvPr>
          <p:cNvSpPr>
            <a:spLocks noGrp="1"/>
          </p:cNvSpPr>
          <p:nvPr>
            <p:ph type="body" sz="quarter" idx="12" hasCustomPrompt="1"/>
          </p:nvPr>
        </p:nvSpPr>
        <p:spPr>
          <a:xfrm>
            <a:off x="2828925" y="4850130"/>
            <a:ext cx="1743075" cy="293370"/>
          </a:xfrm>
        </p:spPr>
        <p:txBody>
          <a:bodyPr rIns="0"/>
          <a:lstStyle>
            <a:lvl1pPr marL="0" indent="0" algn="r">
              <a:buNone/>
              <a:defRPr sz="900">
                <a:latin typeface="+mn-lt"/>
              </a:defRPr>
            </a:lvl1pPr>
          </a:lstStyle>
          <a:p>
            <a:pPr lvl="0"/>
            <a:r>
              <a:rPr lang="fr-FR"/>
              <a:t>Date longue</a:t>
            </a:r>
          </a:p>
        </p:txBody>
      </p:sp>
    </p:spTree>
    <p:extLst>
      <p:ext uri="{BB962C8B-B14F-4D97-AF65-F5344CB8AC3E}">
        <p14:creationId xmlns:p14="http://schemas.microsoft.com/office/powerpoint/2010/main" val="414497547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_5">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6591300" y="1676400"/>
            <a:ext cx="2324100" cy="2384822"/>
          </a:xfrm>
        </p:spPr>
        <p:txBody>
          <a:bodyPr rIns="0" anchor="ctr" anchorCtr="0"/>
          <a:lstStyle>
            <a:lvl1pPr algn="l">
              <a:lnSpc>
                <a:spcPct val="85000"/>
              </a:lnSpc>
              <a:defRPr sz="2400" b="1" cap="all" baseline="0">
                <a:solidFill>
                  <a:schemeClr val="tx1"/>
                </a:solidFill>
                <a:latin typeface="+mj-lt"/>
              </a:defRPr>
            </a:lvl1pPr>
          </a:lstStyle>
          <a:p>
            <a:r>
              <a:rPr lang="fr-FR"/>
              <a:t>Modifiez le style du titre</a:t>
            </a:r>
            <a:endParaRPr lang="fr-CA"/>
          </a:p>
        </p:txBody>
      </p:sp>
      <p:sp>
        <p:nvSpPr>
          <p:cNvPr id="14" name="Espace réservé pour une image  13">
            <a:extLst>
              <a:ext uri="{FF2B5EF4-FFF2-40B4-BE49-F238E27FC236}">
                <a16:creationId xmlns:a16="http://schemas.microsoft.com/office/drawing/2014/main" id="{7BCB2371-316B-8ABC-C85C-D5099780F947}"/>
              </a:ext>
            </a:extLst>
          </p:cNvPr>
          <p:cNvSpPr>
            <a:spLocks noGrp="1"/>
          </p:cNvSpPr>
          <p:nvPr>
            <p:ph type="pic" sz="quarter" idx="11"/>
          </p:nvPr>
        </p:nvSpPr>
        <p:spPr>
          <a:xfrm>
            <a:off x="192055" y="200064"/>
            <a:ext cx="6217920" cy="4745736"/>
          </a:xfrm>
          <a:custGeom>
            <a:avLst/>
            <a:gdLst>
              <a:gd name="connsiteX0" fmla="*/ 479700 w 6217920"/>
              <a:gd name="connsiteY0" fmla="*/ 0 h 4745736"/>
              <a:gd name="connsiteX1" fmla="*/ 6217920 w 6217920"/>
              <a:gd name="connsiteY1" fmla="*/ 0 h 4745736"/>
              <a:gd name="connsiteX2" fmla="*/ 6217920 w 6217920"/>
              <a:gd name="connsiteY2" fmla="*/ 4745736 h 4745736"/>
              <a:gd name="connsiteX3" fmla="*/ 0 w 6217920"/>
              <a:gd name="connsiteY3" fmla="*/ 4745736 h 4745736"/>
              <a:gd name="connsiteX4" fmla="*/ 0 w 6217920"/>
              <a:gd name="connsiteY4" fmla="*/ 496506 h 4745736"/>
              <a:gd name="connsiteX5" fmla="*/ 9752 w 6217920"/>
              <a:gd name="connsiteY5" fmla="*/ 399768 h 4745736"/>
              <a:gd name="connsiteX6" fmla="*/ 401652 w 6217920"/>
              <a:gd name="connsiteY6" fmla="*/ 7868 h 4745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7920" h="4745736">
                <a:moveTo>
                  <a:pt x="479700" y="0"/>
                </a:moveTo>
                <a:lnTo>
                  <a:pt x="6217920" y="0"/>
                </a:lnTo>
                <a:lnTo>
                  <a:pt x="6217920" y="4745736"/>
                </a:lnTo>
                <a:lnTo>
                  <a:pt x="0" y="4745736"/>
                </a:lnTo>
                <a:lnTo>
                  <a:pt x="0" y="496506"/>
                </a:lnTo>
                <a:lnTo>
                  <a:pt x="9752" y="399768"/>
                </a:lnTo>
                <a:cubicBezTo>
                  <a:pt x="50005" y="203057"/>
                  <a:pt x="204941" y="48121"/>
                  <a:pt x="401652" y="7868"/>
                </a:cubicBezTo>
                <a:close/>
              </a:path>
            </a:pathLst>
          </a:custGeom>
          <a:solidFill>
            <a:srgbClr val="F2F2F2">
              <a:alpha val="20000"/>
            </a:srgbClr>
          </a:solidFill>
        </p:spPr>
        <p:txBody>
          <a:bodyPr wrap="square">
            <a:noAutofit/>
          </a:bodyPr>
          <a:lstStyle/>
          <a:p>
            <a:r>
              <a:rPr lang="fr-FR"/>
              <a:t>Cliquez sur l'icône pour ajouter une image</a:t>
            </a:r>
            <a:endParaRPr lang="fr-CA"/>
          </a:p>
        </p:txBody>
      </p:sp>
      <p:pic>
        <p:nvPicPr>
          <p:cNvPr id="3" name="Image 2" descr="Une image contenant texte, Police, Graphique, graphisme&#10;&#10;Le contenu généré par l’IA peut être incorrect.">
            <a:extLst>
              <a:ext uri="{FF2B5EF4-FFF2-40B4-BE49-F238E27FC236}">
                <a16:creationId xmlns:a16="http://schemas.microsoft.com/office/drawing/2014/main" id="{101F0AD6-EAF0-8EC3-C7E2-2A8B6396C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07792" y="4601848"/>
            <a:ext cx="1417320" cy="345151"/>
          </a:xfrm>
          <a:prstGeom prst="rect">
            <a:avLst/>
          </a:prstGeom>
        </p:spPr>
      </p:pic>
      <p:sp>
        <p:nvSpPr>
          <p:cNvPr id="4" name="Espace réservé du texte 4">
            <a:extLst>
              <a:ext uri="{FF2B5EF4-FFF2-40B4-BE49-F238E27FC236}">
                <a16:creationId xmlns:a16="http://schemas.microsoft.com/office/drawing/2014/main" id="{EDFBE29E-54DA-1FD1-CBA8-08C8F44852AE}"/>
              </a:ext>
            </a:extLst>
          </p:cNvPr>
          <p:cNvSpPr>
            <a:spLocks noGrp="1"/>
          </p:cNvSpPr>
          <p:nvPr>
            <p:ph type="body" sz="quarter" idx="12" hasCustomPrompt="1"/>
          </p:nvPr>
        </p:nvSpPr>
        <p:spPr>
          <a:xfrm>
            <a:off x="7172325" y="276225"/>
            <a:ext cx="1743075" cy="344488"/>
          </a:xfrm>
        </p:spPr>
        <p:txBody>
          <a:bodyPr rIns="0"/>
          <a:lstStyle>
            <a:lvl1pPr marL="0" indent="0" algn="r">
              <a:buNone/>
              <a:defRPr sz="900">
                <a:latin typeface="+mn-lt"/>
              </a:defRPr>
            </a:lvl1pPr>
          </a:lstStyle>
          <a:p>
            <a:pPr lvl="0"/>
            <a:r>
              <a:rPr lang="fr-FR"/>
              <a:t>Date longue</a:t>
            </a:r>
          </a:p>
        </p:txBody>
      </p:sp>
    </p:spTree>
    <p:extLst>
      <p:ext uri="{BB962C8B-B14F-4D97-AF65-F5344CB8AC3E}">
        <p14:creationId xmlns:p14="http://schemas.microsoft.com/office/powerpoint/2010/main" val="2303215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_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495892-833D-B627-D82C-CC8A50DB4A90}"/>
              </a:ext>
            </a:extLst>
          </p:cNvPr>
          <p:cNvSpPr>
            <a:spLocks noGrp="1"/>
          </p:cNvSpPr>
          <p:nvPr>
            <p:ph type="ctrTitle"/>
          </p:nvPr>
        </p:nvSpPr>
        <p:spPr>
          <a:xfrm>
            <a:off x="6591300" y="1676400"/>
            <a:ext cx="2324100" cy="2384822"/>
          </a:xfrm>
        </p:spPr>
        <p:txBody>
          <a:bodyPr rIns="0" anchor="ctr" anchorCtr="0"/>
          <a:lstStyle>
            <a:lvl1pPr algn="l">
              <a:lnSpc>
                <a:spcPct val="85000"/>
              </a:lnSpc>
              <a:defRPr sz="2400" b="1" cap="all" baseline="0">
                <a:solidFill>
                  <a:schemeClr val="tx1"/>
                </a:solidFill>
                <a:latin typeface="+mj-lt"/>
              </a:defRPr>
            </a:lvl1pPr>
          </a:lstStyle>
          <a:p>
            <a:r>
              <a:rPr lang="fr-FR"/>
              <a:t>Modifiez le style du titre</a:t>
            </a:r>
            <a:endParaRPr lang="fr-CA"/>
          </a:p>
        </p:txBody>
      </p:sp>
      <p:sp>
        <p:nvSpPr>
          <p:cNvPr id="14" name="Espace réservé pour une image  13">
            <a:extLst>
              <a:ext uri="{FF2B5EF4-FFF2-40B4-BE49-F238E27FC236}">
                <a16:creationId xmlns:a16="http://schemas.microsoft.com/office/drawing/2014/main" id="{7BCB2371-316B-8ABC-C85C-D5099780F947}"/>
              </a:ext>
            </a:extLst>
          </p:cNvPr>
          <p:cNvSpPr>
            <a:spLocks noGrp="1"/>
          </p:cNvSpPr>
          <p:nvPr>
            <p:ph type="pic" sz="quarter" idx="11"/>
          </p:nvPr>
        </p:nvSpPr>
        <p:spPr>
          <a:xfrm>
            <a:off x="192055" y="200064"/>
            <a:ext cx="6217920" cy="4745736"/>
          </a:xfrm>
          <a:custGeom>
            <a:avLst/>
            <a:gdLst>
              <a:gd name="connsiteX0" fmla="*/ 479700 w 6217920"/>
              <a:gd name="connsiteY0" fmla="*/ 0 h 4745736"/>
              <a:gd name="connsiteX1" fmla="*/ 6217920 w 6217920"/>
              <a:gd name="connsiteY1" fmla="*/ 0 h 4745736"/>
              <a:gd name="connsiteX2" fmla="*/ 6217920 w 6217920"/>
              <a:gd name="connsiteY2" fmla="*/ 4745736 h 4745736"/>
              <a:gd name="connsiteX3" fmla="*/ 0 w 6217920"/>
              <a:gd name="connsiteY3" fmla="*/ 4745736 h 4745736"/>
              <a:gd name="connsiteX4" fmla="*/ 0 w 6217920"/>
              <a:gd name="connsiteY4" fmla="*/ 496506 h 4745736"/>
              <a:gd name="connsiteX5" fmla="*/ 9752 w 6217920"/>
              <a:gd name="connsiteY5" fmla="*/ 399768 h 4745736"/>
              <a:gd name="connsiteX6" fmla="*/ 401652 w 6217920"/>
              <a:gd name="connsiteY6" fmla="*/ 7868 h 4745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7920" h="4745736">
                <a:moveTo>
                  <a:pt x="479700" y="0"/>
                </a:moveTo>
                <a:lnTo>
                  <a:pt x="6217920" y="0"/>
                </a:lnTo>
                <a:lnTo>
                  <a:pt x="6217920" y="4745736"/>
                </a:lnTo>
                <a:lnTo>
                  <a:pt x="0" y="4745736"/>
                </a:lnTo>
                <a:lnTo>
                  <a:pt x="0" y="496506"/>
                </a:lnTo>
                <a:lnTo>
                  <a:pt x="9752" y="399768"/>
                </a:lnTo>
                <a:cubicBezTo>
                  <a:pt x="50005" y="203057"/>
                  <a:pt x="204941" y="48121"/>
                  <a:pt x="401652" y="7868"/>
                </a:cubicBezTo>
                <a:close/>
              </a:path>
            </a:pathLst>
          </a:custGeom>
          <a:solidFill>
            <a:srgbClr val="F2F2F2">
              <a:alpha val="20000"/>
            </a:srgbClr>
          </a:solidFill>
        </p:spPr>
        <p:txBody>
          <a:bodyPr wrap="square">
            <a:noAutofit/>
          </a:bodyPr>
          <a:lstStyle/>
          <a:p>
            <a:r>
              <a:rPr lang="fr-FR"/>
              <a:t>Cliquez sur l'icône pour ajouter une image</a:t>
            </a:r>
            <a:endParaRPr lang="fr-CA"/>
          </a:p>
        </p:txBody>
      </p:sp>
      <p:pic>
        <p:nvPicPr>
          <p:cNvPr id="3" name="Image 2" descr="Une image contenant texte, Police, Graphique, graphisme&#10;&#10;Le contenu généré par l’IA peut être incorrect.">
            <a:extLst>
              <a:ext uri="{FF2B5EF4-FFF2-40B4-BE49-F238E27FC236}">
                <a16:creationId xmlns:a16="http://schemas.microsoft.com/office/drawing/2014/main" id="{D7F9C537-5C28-7372-1675-45BAC69C8B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07792" y="4601848"/>
            <a:ext cx="1417320" cy="345151"/>
          </a:xfrm>
          <a:prstGeom prst="rect">
            <a:avLst/>
          </a:prstGeom>
        </p:spPr>
      </p:pic>
      <p:sp>
        <p:nvSpPr>
          <p:cNvPr id="4" name="Espace réservé du texte 4">
            <a:extLst>
              <a:ext uri="{FF2B5EF4-FFF2-40B4-BE49-F238E27FC236}">
                <a16:creationId xmlns:a16="http://schemas.microsoft.com/office/drawing/2014/main" id="{F8427087-B6C0-29AF-908A-FAFFF652BD33}"/>
              </a:ext>
            </a:extLst>
          </p:cNvPr>
          <p:cNvSpPr>
            <a:spLocks noGrp="1"/>
          </p:cNvSpPr>
          <p:nvPr>
            <p:ph type="body" sz="quarter" idx="12" hasCustomPrompt="1"/>
          </p:nvPr>
        </p:nvSpPr>
        <p:spPr>
          <a:xfrm>
            <a:off x="7172325" y="276225"/>
            <a:ext cx="1743075" cy="344488"/>
          </a:xfrm>
        </p:spPr>
        <p:txBody>
          <a:bodyPr rIns="0"/>
          <a:lstStyle>
            <a:lvl1pPr marL="0" indent="0" algn="r">
              <a:buNone/>
              <a:defRPr sz="900">
                <a:latin typeface="+mn-lt"/>
              </a:defRPr>
            </a:lvl1pPr>
          </a:lstStyle>
          <a:p>
            <a:pPr lvl="0"/>
            <a:r>
              <a:rPr lang="fr-FR"/>
              <a:t>Date longue</a:t>
            </a:r>
          </a:p>
        </p:txBody>
      </p:sp>
    </p:spTree>
    <p:extLst>
      <p:ext uri="{BB962C8B-B14F-4D97-AF65-F5344CB8AC3E}">
        <p14:creationId xmlns:p14="http://schemas.microsoft.com/office/powerpoint/2010/main" val="32527239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880" userDrawn="1">
          <p15:clr>
            <a:srgbClr val="FBAE40"/>
          </p15:clr>
        </p15:guide>
        <p15:guide id="4" pos="41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Ordre_du_jour_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p:txBody>
          <a:bodyPr/>
          <a:lstStyle>
            <a:lvl1pPr marL="914400" indent="-914400">
              <a:spcBef>
                <a:spcPts val="0"/>
              </a:spcBef>
              <a:buNone/>
              <a:defRPr sz="3500"/>
            </a:lvl1pPr>
            <a:lvl2pPr marL="288925" indent="0">
              <a:buNone/>
              <a:defRPr/>
            </a:lvl2pPr>
            <a:lvl3pPr marL="571500" indent="0">
              <a:buNone/>
              <a:defRPr/>
            </a:lvl3pPr>
            <a:lvl4pPr marL="800100" indent="0">
              <a:buNone/>
              <a:defRPr/>
            </a:lvl4pPr>
            <a:lvl5pPr marL="1028700" indent="0">
              <a:buNone/>
              <a:defRPr/>
            </a:lvl5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7" name="Google Shape;407;p71">
            <a:extLst>
              <a:ext uri="{FF2B5EF4-FFF2-40B4-BE49-F238E27FC236}">
                <a16:creationId xmlns:a16="http://schemas.microsoft.com/office/drawing/2014/main" id="{D5FF26D6-76DB-BADF-B6CB-C7E217C3F240}"/>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1861914293"/>
      </p:ext>
    </p:extLst>
  </p:cSld>
  <p:clrMapOvr>
    <a:masterClrMapping/>
  </p:clrMapOvr>
  <p:extLst>
    <p:ext uri="{DCECCB84-F9BA-43D5-87BE-67443E8EF086}">
      <p15:sldGuideLst xmlns:p15="http://schemas.microsoft.com/office/powerpoint/2012/main">
        <p15:guide id="3" orient="horz" pos="308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Ordre_du_jour_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p:txBody>
          <a:bodyPr/>
          <a:lstStyle>
            <a:lvl1pPr marL="914400" indent="-914400">
              <a:spcBef>
                <a:spcPts val="0"/>
              </a:spcBef>
              <a:defRPr sz="2200"/>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7" name="Google Shape;407;p71">
            <a:extLst>
              <a:ext uri="{FF2B5EF4-FFF2-40B4-BE49-F238E27FC236}">
                <a16:creationId xmlns:a16="http://schemas.microsoft.com/office/drawing/2014/main" id="{1EC89197-EBA3-4C72-BE6E-42947953E7CE}"/>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111358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Équipe_1">
    <p:bg>
      <p:bgRef idx="1001">
        <a:schemeClr val="bg1"/>
      </p:bgRef>
    </p:bg>
    <p:spTree>
      <p:nvGrpSpPr>
        <p:cNvPr id="1" name=""/>
        <p:cNvGrpSpPr/>
        <p:nvPr/>
      </p:nvGrpSpPr>
      <p:grpSpPr>
        <a:xfrm>
          <a:off x="0" y="0"/>
          <a:ext cx="0" cy="0"/>
          <a:chOff x="0" y="0"/>
          <a:chExt cx="0" cy="0"/>
        </a:xfrm>
      </p:grpSpPr>
      <p:pic>
        <p:nvPicPr>
          <p:cNvPr id="19" name="Google Shape;424;p73">
            <a:extLst>
              <a:ext uri="{FF2B5EF4-FFF2-40B4-BE49-F238E27FC236}">
                <a16:creationId xmlns:a16="http://schemas.microsoft.com/office/drawing/2014/main" id="{3402B20D-C33A-7BFB-2FB4-31C46081EB1B}"/>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9" name="Espace réservé du texte 8">
            <a:extLst>
              <a:ext uri="{FF2B5EF4-FFF2-40B4-BE49-F238E27FC236}">
                <a16:creationId xmlns:a16="http://schemas.microsoft.com/office/drawing/2014/main" id="{60B334DD-FF35-99F6-A205-A5125F3FA42C}"/>
              </a:ext>
            </a:extLst>
          </p:cNvPr>
          <p:cNvSpPr>
            <a:spLocks noGrp="1"/>
          </p:cNvSpPr>
          <p:nvPr>
            <p:ph type="body" sz="quarter" idx="13"/>
          </p:nvPr>
        </p:nvSpPr>
        <p:spPr>
          <a:xfrm>
            <a:off x="304800"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0" indent="0" algn="ctr">
              <a:lnSpc>
                <a:spcPct val="90000"/>
              </a:lnSpc>
              <a:spcBef>
                <a:spcPts val="0"/>
              </a:spcBef>
              <a:buNone/>
              <a:defRPr sz="900"/>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2" name="Titre 1">
            <a:extLst>
              <a:ext uri="{FF2B5EF4-FFF2-40B4-BE49-F238E27FC236}">
                <a16:creationId xmlns:a16="http://schemas.microsoft.com/office/drawing/2014/main" id="{A6DA1378-CCB3-7F80-3C28-3C45F7AFAA0A}"/>
              </a:ext>
            </a:extLst>
          </p:cNvPr>
          <p:cNvSpPr>
            <a:spLocks noGrp="1"/>
          </p:cNvSpPr>
          <p:nvPr>
            <p:ph type="title"/>
          </p:nvPr>
        </p:nvSpPr>
        <p:spPr/>
        <p:txBody>
          <a:bodyPr/>
          <a:lstStyle/>
          <a:p>
            <a:r>
              <a:rPr lang="fr-FR"/>
              <a:t>Modifiez le style du titre</a:t>
            </a:r>
            <a:endParaRPr lang="fr-CA"/>
          </a:p>
        </p:txBody>
      </p:sp>
      <p:sp>
        <p:nvSpPr>
          <p:cNvPr id="4" name="Espace réservé du numéro de diapositive 3">
            <a:extLst>
              <a:ext uri="{FF2B5EF4-FFF2-40B4-BE49-F238E27FC236}">
                <a16:creationId xmlns:a16="http://schemas.microsoft.com/office/drawing/2014/main" id="{99E20DF1-40CE-BADA-3349-4D72B9B433CD}"/>
              </a:ext>
            </a:extLst>
          </p:cNvPr>
          <p:cNvSpPr>
            <a:spLocks noGrp="1"/>
          </p:cNvSpPr>
          <p:nvPr>
            <p:ph type="sldNum" sz="quarter" idx="11"/>
          </p:nvPr>
        </p:nvSpPr>
        <p:spPr/>
        <p:txBody>
          <a:bodyPr/>
          <a:lstStyle/>
          <a:p>
            <a:fld id="{1A5FFEF5-E129-4B58-BC20-992FAFAB5E8C}" type="slidenum">
              <a:rPr lang="fr-CA" smtClean="0"/>
              <a:pPr/>
              <a:t>‹#›</a:t>
            </a:fld>
            <a:endParaRPr lang="fr-CA"/>
          </a:p>
        </p:txBody>
      </p:sp>
      <p:sp>
        <p:nvSpPr>
          <p:cNvPr id="10" name="Espace réservé du texte 9">
            <a:extLst>
              <a:ext uri="{FF2B5EF4-FFF2-40B4-BE49-F238E27FC236}">
                <a16:creationId xmlns:a16="http://schemas.microsoft.com/office/drawing/2014/main" id="{73C8C5A3-658A-C924-F29A-1444AC8AD8D4}"/>
              </a:ext>
            </a:extLst>
          </p:cNvPr>
          <p:cNvSpPr>
            <a:spLocks noGrp="1"/>
          </p:cNvSpPr>
          <p:nvPr>
            <p:ph type="body" sz="quarter" idx="14"/>
          </p:nvPr>
        </p:nvSpPr>
        <p:spPr>
          <a:xfrm>
            <a:off x="3227551"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smtClean="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1" name="Espace réservé du texte 10">
            <a:extLst>
              <a:ext uri="{FF2B5EF4-FFF2-40B4-BE49-F238E27FC236}">
                <a16:creationId xmlns:a16="http://schemas.microsoft.com/office/drawing/2014/main" id="{9A936534-D181-B708-312F-874D9ECA4B60}"/>
              </a:ext>
            </a:extLst>
          </p:cNvPr>
          <p:cNvSpPr>
            <a:spLocks noGrp="1"/>
          </p:cNvSpPr>
          <p:nvPr>
            <p:ph type="body" sz="quarter" idx="15"/>
          </p:nvPr>
        </p:nvSpPr>
        <p:spPr>
          <a:xfrm>
            <a:off x="6150302"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smtClean="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2" name="Espace réservé du texte 11">
            <a:extLst>
              <a:ext uri="{FF2B5EF4-FFF2-40B4-BE49-F238E27FC236}">
                <a16:creationId xmlns:a16="http://schemas.microsoft.com/office/drawing/2014/main" id="{D381837B-765F-179A-0231-095AD65CB3E9}"/>
              </a:ext>
            </a:extLst>
          </p:cNvPr>
          <p:cNvSpPr>
            <a:spLocks noGrp="1"/>
          </p:cNvSpPr>
          <p:nvPr>
            <p:ph type="body" sz="quarter" idx="16"/>
          </p:nvPr>
        </p:nvSpPr>
        <p:spPr>
          <a:xfrm>
            <a:off x="304800"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3" name="Espace réservé du texte 12">
            <a:extLst>
              <a:ext uri="{FF2B5EF4-FFF2-40B4-BE49-F238E27FC236}">
                <a16:creationId xmlns:a16="http://schemas.microsoft.com/office/drawing/2014/main" id="{F3FC8F39-6C4B-F66F-A9FD-21884AFB7FD8}"/>
              </a:ext>
            </a:extLst>
          </p:cNvPr>
          <p:cNvSpPr>
            <a:spLocks noGrp="1"/>
          </p:cNvSpPr>
          <p:nvPr>
            <p:ph type="body" sz="quarter" idx="17"/>
          </p:nvPr>
        </p:nvSpPr>
        <p:spPr>
          <a:xfrm>
            <a:off x="3227551"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4" name="Espace réservé du texte 13">
            <a:extLst>
              <a:ext uri="{FF2B5EF4-FFF2-40B4-BE49-F238E27FC236}">
                <a16:creationId xmlns:a16="http://schemas.microsoft.com/office/drawing/2014/main" id="{F8E66A99-26FB-F046-591D-FD3C0D6AB7E2}"/>
              </a:ext>
            </a:extLst>
          </p:cNvPr>
          <p:cNvSpPr>
            <a:spLocks noGrp="1"/>
          </p:cNvSpPr>
          <p:nvPr>
            <p:ph type="body" sz="quarter" idx="18"/>
          </p:nvPr>
        </p:nvSpPr>
        <p:spPr>
          <a:xfrm>
            <a:off x="6150302"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5" name="Espace réservé du texte 14">
            <a:extLst>
              <a:ext uri="{FF2B5EF4-FFF2-40B4-BE49-F238E27FC236}">
                <a16:creationId xmlns:a16="http://schemas.microsoft.com/office/drawing/2014/main" id="{00D6E5F1-57B8-9E0A-EEC0-3AC5653D5B02}"/>
              </a:ext>
            </a:extLst>
          </p:cNvPr>
          <p:cNvSpPr>
            <a:spLocks noGrp="1"/>
          </p:cNvSpPr>
          <p:nvPr>
            <p:ph type="body" sz="quarter" idx="19"/>
          </p:nvPr>
        </p:nvSpPr>
        <p:spPr>
          <a:xfrm>
            <a:off x="30480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6" name="Espace réservé du texte 15">
            <a:extLst>
              <a:ext uri="{FF2B5EF4-FFF2-40B4-BE49-F238E27FC236}">
                <a16:creationId xmlns:a16="http://schemas.microsoft.com/office/drawing/2014/main" id="{D1B5B5A8-C203-28EE-347F-E5EB665F3380}"/>
              </a:ext>
            </a:extLst>
          </p:cNvPr>
          <p:cNvSpPr>
            <a:spLocks noGrp="1"/>
          </p:cNvSpPr>
          <p:nvPr>
            <p:ph type="body" sz="quarter" idx="20"/>
          </p:nvPr>
        </p:nvSpPr>
        <p:spPr>
          <a:xfrm>
            <a:off x="322755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7" name="Espace réservé du texte 16">
            <a:extLst>
              <a:ext uri="{FF2B5EF4-FFF2-40B4-BE49-F238E27FC236}">
                <a16:creationId xmlns:a16="http://schemas.microsoft.com/office/drawing/2014/main" id="{4749C7D2-574E-CEE1-07EE-13F7C0F4B65C}"/>
              </a:ext>
            </a:extLst>
          </p:cNvPr>
          <p:cNvSpPr>
            <a:spLocks noGrp="1"/>
          </p:cNvSpPr>
          <p:nvPr>
            <p:ph type="body" sz="quarter" idx="21"/>
          </p:nvPr>
        </p:nvSpPr>
        <p:spPr>
          <a:xfrm>
            <a:off x="615030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ln w="9525">
            <a:solidFill>
              <a:schemeClr val="tx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410381336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Équipe_2">
    <p:bg>
      <p:bgRef idx="1001">
        <a:schemeClr val="bg2"/>
      </p:bgRef>
    </p:bg>
    <p:spTree>
      <p:nvGrpSpPr>
        <p:cNvPr id="1" name=""/>
        <p:cNvGrpSpPr/>
        <p:nvPr/>
      </p:nvGrpSpPr>
      <p:grpSpPr>
        <a:xfrm>
          <a:off x="0" y="0"/>
          <a:ext cx="0" cy="0"/>
          <a:chOff x="0" y="0"/>
          <a:chExt cx="0" cy="0"/>
        </a:xfrm>
      </p:grpSpPr>
      <p:pic>
        <p:nvPicPr>
          <p:cNvPr id="19" name="Google Shape;424;p73">
            <a:extLst>
              <a:ext uri="{FF2B5EF4-FFF2-40B4-BE49-F238E27FC236}">
                <a16:creationId xmlns:a16="http://schemas.microsoft.com/office/drawing/2014/main" id="{3402B20D-C33A-7BFB-2FB4-31C46081EB1B}"/>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9" name="Espace réservé du texte 8">
            <a:extLst>
              <a:ext uri="{FF2B5EF4-FFF2-40B4-BE49-F238E27FC236}">
                <a16:creationId xmlns:a16="http://schemas.microsoft.com/office/drawing/2014/main" id="{60B334DD-FF35-99F6-A205-A5125F3FA42C}"/>
              </a:ext>
            </a:extLst>
          </p:cNvPr>
          <p:cNvSpPr>
            <a:spLocks noGrp="1"/>
          </p:cNvSpPr>
          <p:nvPr>
            <p:ph type="body" sz="quarter" idx="13"/>
          </p:nvPr>
        </p:nvSpPr>
        <p:spPr>
          <a:xfrm>
            <a:off x="304800"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0" indent="0" algn="ctr">
              <a:lnSpc>
                <a:spcPct val="90000"/>
              </a:lnSpc>
              <a:spcBef>
                <a:spcPts val="0"/>
              </a:spcBef>
              <a:buNone/>
              <a:defRPr sz="900"/>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2" name="Titre 1">
            <a:extLst>
              <a:ext uri="{FF2B5EF4-FFF2-40B4-BE49-F238E27FC236}">
                <a16:creationId xmlns:a16="http://schemas.microsoft.com/office/drawing/2014/main" id="{A6DA1378-CCB3-7F80-3C28-3C45F7AFAA0A}"/>
              </a:ext>
            </a:extLst>
          </p:cNvPr>
          <p:cNvSpPr>
            <a:spLocks noGrp="1"/>
          </p:cNvSpPr>
          <p:nvPr>
            <p:ph type="title"/>
          </p:nvPr>
        </p:nvSpPr>
        <p:spPr/>
        <p:txBody>
          <a:bodyPr/>
          <a:lstStyle/>
          <a:p>
            <a:r>
              <a:rPr lang="fr-FR"/>
              <a:t>Modifiez le style du titre</a:t>
            </a:r>
            <a:endParaRPr lang="fr-CA"/>
          </a:p>
        </p:txBody>
      </p:sp>
      <p:sp>
        <p:nvSpPr>
          <p:cNvPr id="4" name="Espace réservé du numéro de diapositive 3">
            <a:extLst>
              <a:ext uri="{FF2B5EF4-FFF2-40B4-BE49-F238E27FC236}">
                <a16:creationId xmlns:a16="http://schemas.microsoft.com/office/drawing/2014/main" id="{99E20DF1-40CE-BADA-3349-4D72B9B433CD}"/>
              </a:ext>
            </a:extLst>
          </p:cNvPr>
          <p:cNvSpPr>
            <a:spLocks noGrp="1"/>
          </p:cNvSpPr>
          <p:nvPr>
            <p:ph type="sldNum" sz="quarter" idx="11"/>
          </p:nvPr>
        </p:nvSpPr>
        <p:spPr/>
        <p:txBody>
          <a:bodyPr/>
          <a:lstStyle/>
          <a:p>
            <a:fld id="{1A5FFEF5-E129-4B58-BC20-992FAFAB5E8C}" type="slidenum">
              <a:rPr lang="fr-CA" smtClean="0"/>
              <a:pPr/>
              <a:t>‹#›</a:t>
            </a:fld>
            <a:endParaRPr lang="fr-CA"/>
          </a:p>
        </p:txBody>
      </p:sp>
      <p:sp>
        <p:nvSpPr>
          <p:cNvPr id="10" name="Espace réservé du texte 9">
            <a:extLst>
              <a:ext uri="{FF2B5EF4-FFF2-40B4-BE49-F238E27FC236}">
                <a16:creationId xmlns:a16="http://schemas.microsoft.com/office/drawing/2014/main" id="{73C8C5A3-658A-C924-F29A-1444AC8AD8D4}"/>
              </a:ext>
            </a:extLst>
          </p:cNvPr>
          <p:cNvSpPr>
            <a:spLocks noGrp="1"/>
          </p:cNvSpPr>
          <p:nvPr>
            <p:ph type="body" sz="quarter" idx="14"/>
          </p:nvPr>
        </p:nvSpPr>
        <p:spPr>
          <a:xfrm>
            <a:off x="3227551"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smtClean="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1" name="Espace réservé du texte 10">
            <a:extLst>
              <a:ext uri="{FF2B5EF4-FFF2-40B4-BE49-F238E27FC236}">
                <a16:creationId xmlns:a16="http://schemas.microsoft.com/office/drawing/2014/main" id="{9A936534-D181-B708-312F-874D9ECA4B60}"/>
              </a:ext>
            </a:extLst>
          </p:cNvPr>
          <p:cNvSpPr>
            <a:spLocks noGrp="1"/>
          </p:cNvSpPr>
          <p:nvPr>
            <p:ph type="body" sz="quarter" idx="15"/>
          </p:nvPr>
        </p:nvSpPr>
        <p:spPr>
          <a:xfrm>
            <a:off x="6150302" y="1123950"/>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smtClean="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2" name="Espace réservé du texte 11">
            <a:extLst>
              <a:ext uri="{FF2B5EF4-FFF2-40B4-BE49-F238E27FC236}">
                <a16:creationId xmlns:a16="http://schemas.microsoft.com/office/drawing/2014/main" id="{D381837B-765F-179A-0231-095AD65CB3E9}"/>
              </a:ext>
            </a:extLst>
          </p:cNvPr>
          <p:cNvSpPr>
            <a:spLocks noGrp="1"/>
          </p:cNvSpPr>
          <p:nvPr>
            <p:ph type="body" sz="quarter" idx="16"/>
          </p:nvPr>
        </p:nvSpPr>
        <p:spPr>
          <a:xfrm>
            <a:off x="304800"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3" name="Espace réservé du texte 12">
            <a:extLst>
              <a:ext uri="{FF2B5EF4-FFF2-40B4-BE49-F238E27FC236}">
                <a16:creationId xmlns:a16="http://schemas.microsoft.com/office/drawing/2014/main" id="{F3FC8F39-6C4B-F66F-A9FD-21884AFB7FD8}"/>
              </a:ext>
            </a:extLst>
          </p:cNvPr>
          <p:cNvSpPr>
            <a:spLocks noGrp="1"/>
          </p:cNvSpPr>
          <p:nvPr>
            <p:ph type="body" sz="quarter" idx="17"/>
          </p:nvPr>
        </p:nvSpPr>
        <p:spPr>
          <a:xfrm>
            <a:off x="3227551"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4" name="Espace réservé du texte 13">
            <a:extLst>
              <a:ext uri="{FF2B5EF4-FFF2-40B4-BE49-F238E27FC236}">
                <a16:creationId xmlns:a16="http://schemas.microsoft.com/office/drawing/2014/main" id="{F8E66A99-26FB-F046-591D-FD3C0D6AB7E2}"/>
              </a:ext>
            </a:extLst>
          </p:cNvPr>
          <p:cNvSpPr>
            <a:spLocks noGrp="1"/>
          </p:cNvSpPr>
          <p:nvPr>
            <p:ph type="body" sz="quarter" idx="18"/>
          </p:nvPr>
        </p:nvSpPr>
        <p:spPr>
          <a:xfrm>
            <a:off x="6150302" y="2163963"/>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5" name="Espace réservé du texte 14">
            <a:extLst>
              <a:ext uri="{FF2B5EF4-FFF2-40B4-BE49-F238E27FC236}">
                <a16:creationId xmlns:a16="http://schemas.microsoft.com/office/drawing/2014/main" id="{00D6E5F1-57B8-9E0A-EEC0-3AC5653D5B02}"/>
              </a:ext>
            </a:extLst>
          </p:cNvPr>
          <p:cNvSpPr>
            <a:spLocks noGrp="1"/>
          </p:cNvSpPr>
          <p:nvPr>
            <p:ph type="body" sz="quarter" idx="19"/>
          </p:nvPr>
        </p:nvSpPr>
        <p:spPr>
          <a:xfrm>
            <a:off x="30480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6" name="Espace réservé du texte 15">
            <a:extLst>
              <a:ext uri="{FF2B5EF4-FFF2-40B4-BE49-F238E27FC236}">
                <a16:creationId xmlns:a16="http://schemas.microsoft.com/office/drawing/2014/main" id="{D1B5B5A8-C203-28EE-347F-E5EB665F3380}"/>
              </a:ext>
            </a:extLst>
          </p:cNvPr>
          <p:cNvSpPr>
            <a:spLocks noGrp="1"/>
          </p:cNvSpPr>
          <p:nvPr>
            <p:ph type="body" sz="quarter" idx="20"/>
          </p:nvPr>
        </p:nvSpPr>
        <p:spPr>
          <a:xfrm>
            <a:off x="322755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7" name="Espace réservé du texte 16">
            <a:extLst>
              <a:ext uri="{FF2B5EF4-FFF2-40B4-BE49-F238E27FC236}">
                <a16:creationId xmlns:a16="http://schemas.microsoft.com/office/drawing/2014/main" id="{4749C7D2-574E-CEE1-07EE-13F7C0F4B65C}"/>
              </a:ext>
            </a:extLst>
          </p:cNvPr>
          <p:cNvSpPr>
            <a:spLocks noGrp="1"/>
          </p:cNvSpPr>
          <p:nvPr>
            <p:ph type="body" sz="quarter" idx="21"/>
          </p:nvPr>
        </p:nvSpPr>
        <p:spPr>
          <a:xfrm>
            <a:off x="6150300" y="3203977"/>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solidFill>
              <a:schemeClr val="accent1"/>
            </a:solidFill>
          </a:ln>
        </p:spPr>
        <p:txBody>
          <a:bodyPr wrap="square" anchor="ctr" anchorCtr="0">
            <a:noAutofit/>
          </a:bodyPr>
          <a:lstStyle>
            <a:lvl1pPr marL="0" indent="0" algn="ctr">
              <a:lnSpc>
                <a:spcPct val="90000"/>
              </a:lnSpc>
              <a:spcBef>
                <a:spcPts val="0"/>
              </a:spcBef>
              <a:spcAft>
                <a:spcPts val="0"/>
              </a:spcAft>
              <a:buNone/>
              <a:defRPr sz="1500"/>
            </a:lvl1pPr>
            <a:lvl2pPr marL="0" indent="0" algn="ctr">
              <a:lnSpc>
                <a:spcPct val="90000"/>
              </a:lnSpc>
              <a:spcBef>
                <a:spcPts val="0"/>
              </a:spcBef>
              <a:spcAft>
                <a:spcPts val="0"/>
              </a:spcAft>
              <a:buNone/>
              <a:defRPr sz="900"/>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27622700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articipant_1">
    <p:spTree>
      <p:nvGrpSpPr>
        <p:cNvPr id="1" name=""/>
        <p:cNvGrpSpPr/>
        <p:nvPr/>
      </p:nvGrpSpPr>
      <p:grpSpPr>
        <a:xfrm>
          <a:off x="0" y="0"/>
          <a:ext cx="0" cy="0"/>
          <a:chOff x="0" y="0"/>
          <a:chExt cx="0" cy="0"/>
        </a:xfrm>
      </p:grpSpPr>
      <p:sp>
        <p:nvSpPr>
          <p:cNvPr id="11" name="Espace réservé pour une image  10">
            <a:extLst>
              <a:ext uri="{FF2B5EF4-FFF2-40B4-BE49-F238E27FC236}">
                <a16:creationId xmlns:a16="http://schemas.microsoft.com/office/drawing/2014/main" id="{F5B808EA-9468-BCC7-8476-BEA8E4FF920E}"/>
              </a:ext>
            </a:extLst>
          </p:cNvPr>
          <p:cNvSpPr>
            <a:spLocks noGrp="1"/>
          </p:cNvSpPr>
          <p:nvPr>
            <p:ph type="pic" sz="quarter" idx="14"/>
          </p:nvPr>
        </p:nvSpPr>
        <p:spPr>
          <a:xfrm>
            <a:off x="4891087" y="247650"/>
            <a:ext cx="4024313" cy="4394200"/>
          </a:xfrm>
          <a:solidFill>
            <a:srgbClr val="F2F2F2">
              <a:alpha val="20000"/>
            </a:srgbClr>
          </a:solidFill>
        </p:spPr>
        <p:txBody>
          <a:bodyPr/>
          <a:lstStyle/>
          <a:p>
            <a:r>
              <a:rPr lang="fr-FR"/>
              <a:t>Cliquez sur l'icône pour ajouter une image</a:t>
            </a:r>
            <a:endParaRPr lang="fr-CA"/>
          </a:p>
        </p:txBody>
      </p:sp>
      <p:sp>
        <p:nvSpPr>
          <p:cNvPr id="2" name="Titre 1">
            <a:extLst>
              <a:ext uri="{FF2B5EF4-FFF2-40B4-BE49-F238E27FC236}">
                <a16:creationId xmlns:a16="http://schemas.microsoft.com/office/drawing/2014/main" id="{9BBF321B-49E7-0928-91C1-84FC5BB33FDB}"/>
              </a:ext>
            </a:extLst>
          </p:cNvPr>
          <p:cNvSpPr>
            <a:spLocks noGrp="1"/>
          </p:cNvSpPr>
          <p:nvPr>
            <p:ph type="title"/>
          </p:nvPr>
        </p:nvSpPr>
        <p:spPr>
          <a:xfrm>
            <a:off x="228600" y="247650"/>
            <a:ext cx="3924300" cy="514350"/>
          </a:xfrm>
        </p:spPr>
        <p:txBody>
          <a:bodyPr/>
          <a:lstStyle/>
          <a:p>
            <a:r>
              <a:rPr lang="fr-FR"/>
              <a:t>Modifiez le style du titre</a:t>
            </a:r>
            <a:endParaRPr lang="fr-CA"/>
          </a:p>
        </p:txBody>
      </p:sp>
      <p:sp>
        <p:nvSpPr>
          <p:cNvPr id="4" name="Espace réservé du numéro de diapositive 3">
            <a:extLst>
              <a:ext uri="{FF2B5EF4-FFF2-40B4-BE49-F238E27FC236}">
                <a16:creationId xmlns:a16="http://schemas.microsoft.com/office/drawing/2014/main" id="{38F20F84-7A73-0F9F-39A9-5A0159CF0560}"/>
              </a:ext>
            </a:extLst>
          </p:cNvPr>
          <p:cNvSpPr>
            <a:spLocks noGrp="1"/>
          </p:cNvSpPr>
          <p:nvPr>
            <p:ph type="sldNum" sz="quarter" idx="11"/>
          </p:nvPr>
        </p:nvSpPr>
        <p:spPr/>
        <p:txBody>
          <a:bodyPr/>
          <a:lstStyle/>
          <a:p>
            <a:fld id="{1A5FFEF5-E129-4B58-BC20-992FAFAB5E8C}" type="slidenum">
              <a:rPr lang="fr-CA" smtClean="0"/>
              <a:pPr/>
              <a:t>‹#›</a:t>
            </a:fld>
            <a:endParaRPr lang="fr-CA"/>
          </a:p>
        </p:txBody>
      </p:sp>
      <p:pic>
        <p:nvPicPr>
          <p:cNvPr id="8" name="Google Shape;407;p71">
            <a:extLst>
              <a:ext uri="{FF2B5EF4-FFF2-40B4-BE49-F238E27FC236}">
                <a16:creationId xmlns:a16="http://schemas.microsoft.com/office/drawing/2014/main" id="{70C75027-F482-BE9B-205E-3D8A8FF4B70C}"/>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12" name="Espace réservé du texte 14">
            <a:extLst>
              <a:ext uri="{FF2B5EF4-FFF2-40B4-BE49-F238E27FC236}">
                <a16:creationId xmlns:a16="http://schemas.microsoft.com/office/drawing/2014/main" id="{98DE5579-F903-717C-FA0C-D3E624AFBAF6}"/>
              </a:ext>
            </a:extLst>
          </p:cNvPr>
          <p:cNvSpPr>
            <a:spLocks noGrp="1"/>
          </p:cNvSpPr>
          <p:nvPr>
            <p:ph type="body" sz="quarter" idx="19"/>
          </p:nvPr>
        </p:nvSpPr>
        <p:spPr>
          <a:xfrm>
            <a:off x="4891087" y="3798251"/>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tx1"/>
          </a:solidFill>
          <a:ln w="9525">
            <a:noFill/>
          </a:ln>
        </p:spPr>
        <p:txBody>
          <a:bodyPr wrap="square" anchor="ctr" anchorCtr="0">
            <a:noAutofit/>
          </a:bodyPr>
          <a:lstStyle>
            <a:lvl1pPr marL="0" indent="0" algn="ctr">
              <a:lnSpc>
                <a:spcPct val="90000"/>
              </a:lnSpc>
              <a:spcBef>
                <a:spcPts val="0"/>
              </a:spcBef>
              <a:spcAft>
                <a:spcPts val="0"/>
              </a:spcAft>
              <a:buNone/>
              <a:defRPr sz="1500">
                <a:solidFill>
                  <a:schemeClr val="bg1"/>
                </a:solidFill>
              </a:defRPr>
            </a:lvl1pPr>
            <a:lvl2pPr marL="0" indent="0" algn="ctr">
              <a:lnSpc>
                <a:spcPct val="90000"/>
              </a:lnSpc>
              <a:spcBef>
                <a:spcPts val="0"/>
              </a:spcBef>
              <a:spcAft>
                <a:spcPts val="0"/>
              </a:spcAft>
              <a:buNone/>
              <a:defRPr sz="900">
                <a:solidFill>
                  <a:schemeClr val="bg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3" name="Espace réservé du texte 6">
            <a:extLst>
              <a:ext uri="{FF2B5EF4-FFF2-40B4-BE49-F238E27FC236}">
                <a16:creationId xmlns:a16="http://schemas.microsoft.com/office/drawing/2014/main" id="{B8EDA6C8-26A1-7C12-3591-61813A1CC439}"/>
              </a:ext>
            </a:extLst>
          </p:cNvPr>
          <p:cNvSpPr>
            <a:spLocks noGrp="1"/>
          </p:cNvSpPr>
          <p:nvPr>
            <p:ph type="body" sz="quarter" idx="13"/>
          </p:nvPr>
        </p:nvSpPr>
        <p:spPr>
          <a:xfrm>
            <a:off x="228600" y="933450"/>
            <a:ext cx="3924300" cy="3708400"/>
          </a:xfrm>
        </p:spPr>
        <p:txBody>
          <a:bodyPr rIns="182880" anchor="ctr" anchorCtr="0"/>
          <a:lstStyle>
            <a:lvl1pPr marL="0" indent="0">
              <a:lnSpc>
                <a:spcPct val="100000"/>
              </a:lnSpc>
              <a:buNone/>
              <a:defRPr sz="1900"/>
            </a:lvl1pPr>
            <a:lvl2pPr marL="288925" indent="0">
              <a:buNone/>
              <a:defRPr/>
            </a:lvl2pPr>
            <a:lvl3pPr marL="571500" indent="0">
              <a:buNone/>
              <a:defRPr/>
            </a:lvl3pPr>
            <a:lvl4pPr marL="800100" indent="0">
              <a:buNone/>
              <a:defRPr/>
            </a:lvl4pPr>
            <a:lvl5pPr marL="1028700" indent="0">
              <a:buNone/>
              <a:defRPr/>
            </a:lvl5pPr>
          </a:lstStyle>
          <a:p>
            <a:pPr lvl="0"/>
            <a:r>
              <a:rPr lang="fr-FR"/>
              <a:t>Cliquez pour modifier les styles du texte du masque</a:t>
            </a:r>
          </a:p>
        </p:txBody>
      </p:sp>
    </p:spTree>
    <p:extLst>
      <p:ext uri="{BB962C8B-B14F-4D97-AF65-F5344CB8AC3E}">
        <p14:creationId xmlns:p14="http://schemas.microsoft.com/office/powerpoint/2010/main" val="3537329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rticipant_2">
    <p:bg>
      <p:bgRef idx="1001">
        <a:schemeClr val="bg2"/>
      </p:bgRef>
    </p:bg>
    <p:spTree>
      <p:nvGrpSpPr>
        <p:cNvPr id="1" name=""/>
        <p:cNvGrpSpPr/>
        <p:nvPr/>
      </p:nvGrpSpPr>
      <p:grpSpPr>
        <a:xfrm>
          <a:off x="0" y="0"/>
          <a:ext cx="0" cy="0"/>
          <a:chOff x="0" y="0"/>
          <a:chExt cx="0" cy="0"/>
        </a:xfrm>
      </p:grpSpPr>
      <p:sp>
        <p:nvSpPr>
          <p:cNvPr id="11" name="Espace réservé pour une image  10">
            <a:extLst>
              <a:ext uri="{FF2B5EF4-FFF2-40B4-BE49-F238E27FC236}">
                <a16:creationId xmlns:a16="http://schemas.microsoft.com/office/drawing/2014/main" id="{F5B808EA-9468-BCC7-8476-BEA8E4FF920E}"/>
              </a:ext>
            </a:extLst>
          </p:cNvPr>
          <p:cNvSpPr>
            <a:spLocks noGrp="1"/>
          </p:cNvSpPr>
          <p:nvPr>
            <p:ph type="pic" sz="quarter" idx="14"/>
          </p:nvPr>
        </p:nvSpPr>
        <p:spPr>
          <a:xfrm>
            <a:off x="4891087" y="247650"/>
            <a:ext cx="4024313" cy="4394200"/>
          </a:xfrm>
          <a:solidFill>
            <a:srgbClr val="F2F2F2">
              <a:alpha val="20000"/>
            </a:srgbClr>
          </a:solidFill>
        </p:spPr>
        <p:txBody>
          <a:bodyPr/>
          <a:lstStyle/>
          <a:p>
            <a:r>
              <a:rPr lang="fr-FR"/>
              <a:t>Cliquez sur l'icône pour ajouter une image</a:t>
            </a:r>
            <a:endParaRPr lang="fr-CA"/>
          </a:p>
        </p:txBody>
      </p:sp>
      <p:sp>
        <p:nvSpPr>
          <p:cNvPr id="2" name="Titre 1">
            <a:extLst>
              <a:ext uri="{FF2B5EF4-FFF2-40B4-BE49-F238E27FC236}">
                <a16:creationId xmlns:a16="http://schemas.microsoft.com/office/drawing/2014/main" id="{9BBF321B-49E7-0928-91C1-84FC5BB33FDB}"/>
              </a:ext>
            </a:extLst>
          </p:cNvPr>
          <p:cNvSpPr>
            <a:spLocks noGrp="1"/>
          </p:cNvSpPr>
          <p:nvPr>
            <p:ph type="title"/>
          </p:nvPr>
        </p:nvSpPr>
        <p:spPr>
          <a:xfrm>
            <a:off x="228600" y="247650"/>
            <a:ext cx="3924300" cy="514350"/>
          </a:xfrm>
        </p:spPr>
        <p:txBody>
          <a:bodyPr/>
          <a:lstStyle/>
          <a:p>
            <a:r>
              <a:rPr lang="fr-FR"/>
              <a:t>Modifiez le style du titre</a:t>
            </a:r>
            <a:endParaRPr lang="fr-CA"/>
          </a:p>
        </p:txBody>
      </p:sp>
      <p:sp>
        <p:nvSpPr>
          <p:cNvPr id="4" name="Espace réservé du numéro de diapositive 3">
            <a:extLst>
              <a:ext uri="{FF2B5EF4-FFF2-40B4-BE49-F238E27FC236}">
                <a16:creationId xmlns:a16="http://schemas.microsoft.com/office/drawing/2014/main" id="{38F20F84-7A73-0F9F-39A9-5A0159CF0560}"/>
              </a:ext>
            </a:extLst>
          </p:cNvPr>
          <p:cNvSpPr>
            <a:spLocks noGrp="1"/>
          </p:cNvSpPr>
          <p:nvPr>
            <p:ph type="sldNum" sz="quarter" idx="11"/>
          </p:nvPr>
        </p:nvSpPr>
        <p:spPr/>
        <p:txBody>
          <a:bodyPr/>
          <a:lstStyle/>
          <a:p>
            <a:fld id="{1A5FFEF5-E129-4B58-BC20-992FAFAB5E8C}" type="slidenum">
              <a:rPr lang="fr-CA" smtClean="0"/>
              <a:pPr/>
              <a:t>‹#›</a:t>
            </a:fld>
            <a:endParaRPr lang="fr-CA"/>
          </a:p>
        </p:txBody>
      </p:sp>
      <p:sp>
        <p:nvSpPr>
          <p:cNvPr id="7" name="Espace réservé du texte 6">
            <a:extLst>
              <a:ext uri="{FF2B5EF4-FFF2-40B4-BE49-F238E27FC236}">
                <a16:creationId xmlns:a16="http://schemas.microsoft.com/office/drawing/2014/main" id="{3FEF808F-F89E-BC2C-83E5-A1BEC98FA84C}"/>
              </a:ext>
            </a:extLst>
          </p:cNvPr>
          <p:cNvSpPr>
            <a:spLocks noGrp="1"/>
          </p:cNvSpPr>
          <p:nvPr>
            <p:ph type="body" sz="quarter" idx="13"/>
          </p:nvPr>
        </p:nvSpPr>
        <p:spPr>
          <a:xfrm>
            <a:off x="228600" y="933450"/>
            <a:ext cx="3924300" cy="3708400"/>
          </a:xfrm>
        </p:spPr>
        <p:txBody>
          <a:bodyPr rIns="182880" anchor="ctr" anchorCtr="0"/>
          <a:lstStyle>
            <a:lvl1pPr marL="0" indent="0">
              <a:lnSpc>
                <a:spcPct val="100000"/>
              </a:lnSpc>
              <a:buNone/>
              <a:defRPr sz="1900"/>
            </a:lvl1pPr>
            <a:lvl2pPr marL="288925" indent="0">
              <a:buNone/>
              <a:defRPr/>
            </a:lvl2pPr>
            <a:lvl3pPr marL="571500" indent="0">
              <a:buNone/>
              <a:defRPr/>
            </a:lvl3pPr>
            <a:lvl4pPr marL="800100" indent="0">
              <a:buNone/>
              <a:defRPr/>
            </a:lvl4pPr>
            <a:lvl5pPr marL="1028700" indent="0">
              <a:buNone/>
              <a:defRPr/>
            </a:lvl5pPr>
          </a:lstStyle>
          <a:p>
            <a:pPr lvl="0"/>
            <a:r>
              <a:rPr lang="fr-FR"/>
              <a:t>Cliquez pour modifier les styles du texte du masque</a:t>
            </a:r>
          </a:p>
        </p:txBody>
      </p:sp>
      <p:sp>
        <p:nvSpPr>
          <p:cNvPr id="12" name="Espace réservé du texte 14">
            <a:extLst>
              <a:ext uri="{FF2B5EF4-FFF2-40B4-BE49-F238E27FC236}">
                <a16:creationId xmlns:a16="http://schemas.microsoft.com/office/drawing/2014/main" id="{98DE5579-F903-717C-FA0C-D3E624AFBAF6}"/>
              </a:ext>
            </a:extLst>
          </p:cNvPr>
          <p:cNvSpPr>
            <a:spLocks noGrp="1"/>
          </p:cNvSpPr>
          <p:nvPr>
            <p:ph type="body" sz="quarter" idx="19"/>
          </p:nvPr>
        </p:nvSpPr>
        <p:spPr>
          <a:xfrm>
            <a:off x="4891087" y="3798251"/>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500">
                <a:solidFill>
                  <a:schemeClr val="tx1"/>
                </a:solidFill>
              </a:defRPr>
            </a:lvl1pPr>
            <a:lvl2pPr marL="0" indent="0" algn="ctr">
              <a:lnSpc>
                <a:spcPct val="90000"/>
              </a:lnSpc>
              <a:spcBef>
                <a:spcPts val="0"/>
              </a:spcBef>
              <a:spcAft>
                <a:spcPts val="0"/>
              </a:spcAft>
              <a:buNone/>
              <a:defRPr sz="9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pic>
        <p:nvPicPr>
          <p:cNvPr id="3" name="Google Shape;424;p73">
            <a:extLst>
              <a:ext uri="{FF2B5EF4-FFF2-40B4-BE49-F238E27FC236}">
                <a16:creationId xmlns:a16="http://schemas.microsoft.com/office/drawing/2014/main" id="{833BB632-AB58-D5AE-5FEB-15E1B33EACC5}"/>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142673804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participants">
    <p:bg>
      <p:bgRef idx="1001">
        <a:schemeClr val="bg2"/>
      </p:bgRef>
    </p:bg>
    <p:spTree>
      <p:nvGrpSpPr>
        <p:cNvPr id="1" name=""/>
        <p:cNvGrpSpPr/>
        <p:nvPr/>
      </p:nvGrpSpPr>
      <p:grpSpPr>
        <a:xfrm>
          <a:off x="0" y="0"/>
          <a:ext cx="0" cy="0"/>
          <a:chOff x="0" y="0"/>
          <a:chExt cx="0" cy="0"/>
        </a:xfrm>
      </p:grpSpPr>
      <p:sp>
        <p:nvSpPr>
          <p:cNvPr id="11" name="Espace réservé pour une image  10">
            <a:extLst>
              <a:ext uri="{FF2B5EF4-FFF2-40B4-BE49-F238E27FC236}">
                <a16:creationId xmlns:a16="http://schemas.microsoft.com/office/drawing/2014/main" id="{F5B808EA-9468-BCC7-8476-BEA8E4FF920E}"/>
              </a:ext>
            </a:extLst>
          </p:cNvPr>
          <p:cNvSpPr>
            <a:spLocks noGrp="1"/>
          </p:cNvSpPr>
          <p:nvPr>
            <p:ph type="pic" sz="quarter" idx="14"/>
          </p:nvPr>
        </p:nvSpPr>
        <p:spPr>
          <a:xfrm>
            <a:off x="229164" y="1192453"/>
            <a:ext cx="2688336" cy="2926080"/>
          </a:xfrm>
          <a:solidFill>
            <a:srgbClr val="F2F2F2">
              <a:alpha val="20000"/>
            </a:srgbClr>
          </a:solidFill>
        </p:spPr>
        <p:txBody>
          <a:bodyPr/>
          <a:lstStyle/>
          <a:p>
            <a:r>
              <a:rPr lang="fr-FR"/>
              <a:t>Cliquez sur l'icône pour ajouter une image</a:t>
            </a:r>
            <a:endParaRPr lang="fr-CA"/>
          </a:p>
        </p:txBody>
      </p:sp>
      <p:sp>
        <p:nvSpPr>
          <p:cNvPr id="2" name="Titre 1">
            <a:extLst>
              <a:ext uri="{FF2B5EF4-FFF2-40B4-BE49-F238E27FC236}">
                <a16:creationId xmlns:a16="http://schemas.microsoft.com/office/drawing/2014/main" id="{9BBF321B-49E7-0928-91C1-84FC5BB33FDB}"/>
              </a:ext>
            </a:extLst>
          </p:cNvPr>
          <p:cNvSpPr>
            <a:spLocks noGrp="1"/>
          </p:cNvSpPr>
          <p:nvPr>
            <p:ph type="title"/>
          </p:nvPr>
        </p:nvSpPr>
        <p:spPr>
          <a:xfrm>
            <a:off x="228600" y="247650"/>
            <a:ext cx="4343400" cy="514350"/>
          </a:xfrm>
        </p:spPr>
        <p:txBody>
          <a:bodyPr/>
          <a:lstStyle/>
          <a:p>
            <a:r>
              <a:rPr lang="fr-FR"/>
              <a:t>Modifiez le style du titre</a:t>
            </a:r>
            <a:endParaRPr lang="fr-CA"/>
          </a:p>
        </p:txBody>
      </p:sp>
      <p:sp>
        <p:nvSpPr>
          <p:cNvPr id="12" name="Espace réservé du texte 14">
            <a:extLst>
              <a:ext uri="{FF2B5EF4-FFF2-40B4-BE49-F238E27FC236}">
                <a16:creationId xmlns:a16="http://schemas.microsoft.com/office/drawing/2014/main" id="{98DE5579-F903-717C-FA0C-D3E624AFBAF6}"/>
              </a:ext>
            </a:extLst>
          </p:cNvPr>
          <p:cNvSpPr>
            <a:spLocks noGrp="1"/>
          </p:cNvSpPr>
          <p:nvPr>
            <p:ph type="body" sz="quarter" idx="19"/>
          </p:nvPr>
        </p:nvSpPr>
        <p:spPr>
          <a:xfrm>
            <a:off x="228600" y="3274934"/>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500">
                <a:solidFill>
                  <a:schemeClr val="tx1"/>
                </a:solidFill>
              </a:defRPr>
            </a:lvl1pPr>
            <a:lvl2pPr marL="0" indent="0" algn="ctr">
              <a:lnSpc>
                <a:spcPct val="90000"/>
              </a:lnSpc>
              <a:spcBef>
                <a:spcPts val="0"/>
              </a:spcBef>
              <a:spcAft>
                <a:spcPts val="0"/>
              </a:spcAft>
              <a:buNone/>
              <a:defRPr sz="9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pic>
        <p:nvPicPr>
          <p:cNvPr id="5" name="Google Shape;424;p73">
            <a:extLst>
              <a:ext uri="{FF2B5EF4-FFF2-40B4-BE49-F238E27FC236}">
                <a16:creationId xmlns:a16="http://schemas.microsoft.com/office/drawing/2014/main" id="{80A1F474-A220-B52E-A1BE-E0D485AC34A3}"/>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3" name="Espace réservé pour une image  10">
            <a:extLst>
              <a:ext uri="{FF2B5EF4-FFF2-40B4-BE49-F238E27FC236}">
                <a16:creationId xmlns:a16="http://schemas.microsoft.com/office/drawing/2014/main" id="{DDC81960-E0FF-B55F-E879-FC5D6C66F0D9}"/>
              </a:ext>
            </a:extLst>
          </p:cNvPr>
          <p:cNvSpPr>
            <a:spLocks noGrp="1"/>
          </p:cNvSpPr>
          <p:nvPr>
            <p:ph type="pic" sz="quarter" idx="20"/>
          </p:nvPr>
        </p:nvSpPr>
        <p:spPr>
          <a:xfrm>
            <a:off x="3228114" y="1192453"/>
            <a:ext cx="2688336" cy="2926080"/>
          </a:xfrm>
          <a:solidFill>
            <a:srgbClr val="F2F2F2">
              <a:alpha val="20000"/>
            </a:srgbClr>
          </a:solidFill>
        </p:spPr>
        <p:txBody>
          <a:bodyPr/>
          <a:lstStyle/>
          <a:p>
            <a:r>
              <a:rPr lang="fr-FR"/>
              <a:t>Cliquez sur l'icône pour ajouter une image</a:t>
            </a:r>
            <a:endParaRPr lang="fr-CA"/>
          </a:p>
        </p:txBody>
      </p:sp>
      <p:sp>
        <p:nvSpPr>
          <p:cNvPr id="4" name="Espace réservé du texte 14">
            <a:extLst>
              <a:ext uri="{FF2B5EF4-FFF2-40B4-BE49-F238E27FC236}">
                <a16:creationId xmlns:a16="http://schemas.microsoft.com/office/drawing/2014/main" id="{D1AB2EE4-F7CB-B37F-02DC-0F39020D139F}"/>
              </a:ext>
            </a:extLst>
          </p:cNvPr>
          <p:cNvSpPr>
            <a:spLocks noGrp="1"/>
          </p:cNvSpPr>
          <p:nvPr>
            <p:ph type="body" sz="quarter" idx="21"/>
          </p:nvPr>
        </p:nvSpPr>
        <p:spPr>
          <a:xfrm>
            <a:off x="3227550" y="3274934"/>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500">
                <a:solidFill>
                  <a:schemeClr val="tx1"/>
                </a:solidFill>
              </a:defRPr>
            </a:lvl1pPr>
            <a:lvl2pPr marL="0" indent="0" algn="ctr">
              <a:lnSpc>
                <a:spcPct val="90000"/>
              </a:lnSpc>
              <a:spcBef>
                <a:spcPts val="0"/>
              </a:spcBef>
              <a:spcAft>
                <a:spcPts val="0"/>
              </a:spcAft>
              <a:buNone/>
              <a:defRPr sz="9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6" name="Espace réservé pour une image  10">
            <a:extLst>
              <a:ext uri="{FF2B5EF4-FFF2-40B4-BE49-F238E27FC236}">
                <a16:creationId xmlns:a16="http://schemas.microsoft.com/office/drawing/2014/main" id="{08EB5DFC-E370-05BF-B622-B0B021240783}"/>
              </a:ext>
            </a:extLst>
          </p:cNvPr>
          <p:cNvSpPr>
            <a:spLocks noGrp="1"/>
          </p:cNvSpPr>
          <p:nvPr>
            <p:ph type="pic" sz="quarter" idx="22"/>
          </p:nvPr>
        </p:nvSpPr>
        <p:spPr>
          <a:xfrm>
            <a:off x="6227064" y="1192453"/>
            <a:ext cx="2688336" cy="2926080"/>
          </a:xfrm>
          <a:solidFill>
            <a:srgbClr val="F2F2F2">
              <a:alpha val="20000"/>
            </a:srgbClr>
          </a:solidFill>
        </p:spPr>
        <p:txBody>
          <a:bodyPr/>
          <a:lstStyle/>
          <a:p>
            <a:r>
              <a:rPr lang="fr-FR"/>
              <a:t>Cliquez sur l'icône pour ajouter une image</a:t>
            </a:r>
            <a:endParaRPr lang="fr-CA"/>
          </a:p>
        </p:txBody>
      </p:sp>
      <p:sp>
        <p:nvSpPr>
          <p:cNvPr id="8" name="Espace réservé du texte 14">
            <a:extLst>
              <a:ext uri="{FF2B5EF4-FFF2-40B4-BE49-F238E27FC236}">
                <a16:creationId xmlns:a16="http://schemas.microsoft.com/office/drawing/2014/main" id="{A5AFBAA4-ABF3-9294-E3CE-D62130D6D7B6}"/>
              </a:ext>
            </a:extLst>
          </p:cNvPr>
          <p:cNvSpPr>
            <a:spLocks noGrp="1"/>
          </p:cNvSpPr>
          <p:nvPr>
            <p:ph type="body" sz="quarter" idx="23"/>
          </p:nvPr>
        </p:nvSpPr>
        <p:spPr>
          <a:xfrm>
            <a:off x="6226500" y="3274934"/>
            <a:ext cx="2688900" cy="843599"/>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500">
                <a:solidFill>
                  <a:schemeClr val="tx1"/>
                </a:solidFill>
              </a:defRPr>
            </a:lvl1pPr>
            <a:lvl2pPr marL="0" indent="0" algn="ctr">
              <a:lnSpc>
                <a:spcPct val="90000"/>
              </a:lnSpc>
              <a:spcBef>
                <a:spcPts val="0"/>
              </a:spcBef>
              <a:spcAft>
                <a:spcPts val="0"/>
              </a:spcAft>
              <a:buNone/>
              <a:defRPr sz="9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0" name="Espace réservé du numéro de diapositive 3">
            <a:extLst>
              <a:ext uri="{FF2B5EF4-FFF2-40B4-BE49-F238E27FC236}">
                <a16:creationId xmlns:a16="http://schemas.microsoft.com/office/drawing/2014/main" id="{9363B220-3EAF-BF9E-F736-693BB63E1E01}"/>
              </a:ext>
            </a:extLst>
          </p:cNvPr>
          <p:cNvSpPr>
            <a:spLocks noGrp="1"/>
          </p:cNvSpPr>
          <p:nvPr>
            <p:ph type="sldNum" sz="quarter" idx="11"/>
          </p:nvPr>
        </p:nvSpPr>
        <p:spPr>
          <a:xfrm>
            <a:off x="8610600" y="4784623"/>
            <a:ext cx="304800" cy="273844"/>
          </a:xfrm>
        </p:spPr>
        <p:txBody>
          <a:bodyPr/>
          <a:lstStyle/>
          <a:p>
            <a:fld id="{1A5FFEF5-E129-4B58-BC20-992FAFAB5E8C}" type="slidenum">
              <a:rPr lang="fr-CA" smtClean="0"/>
              <a:pPr/>
              <a:t>‹#›</a:t>
            </a:fld>
            <a:endParaRPr lang="fr-CA"/>
          </a:p>
        </p:txBody>
      </p:sp>
    </p:spTree>
    <p:extLst>
      <p:ext uri="{BB962C8B-B14F-4D97-AF65-F5344CB8AC3E}">
        <p14:creationId xmlns:p14="http://schemas.microsoft.com/office/powerpoint/2010/main" val="269392180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participants">
    <p:bg>
      <p:bgRef idx="1001">
        <a:schemeClr val="bg2"/>
      </p:bgRef>
    </p:bg>
    <p:spTree>
      <p:nvGrpSpPr>
        <p:cNvPr id="1" name=""/>
        <p:cNvGrpSpPr/>
        <p:nvPr/>
      </p:nvGrpSpPr>
      <p:grpSpPr>
        <a:xfrm>
          <a:off x="0" y="0"/>
          <a:ext cx="0" cy="0"/>
          <a:chOff x="0" y="0"/>
          <a:chExt cx="0" cy="0"/>
        </a:xfrm>
      </p:grpSpPr>
      <p:sp>
        <p:nvSpPr>
          <p:cNvPr id="11" name="Espace réservé pour une image  10">
            <a:extLst>
              <a:ext uri="{FF2B5EF4-FFF2-40B4-BE49-F238E27FC236}">
                <a16:creationId xmlns:a16="http://schemas.microsoft.com/office/drawing/2014/main" id="{F5B808EA-9468-BCC7-8476-BEA8E4FF920E}"/>
              </a:ext>
            </a:extLst>
          </p:cNvPr>
          <p:cNvSpPr>
            <a:spLocks noGrp="1"/>
          </p:cNvSpPr>
          <p:nvPr>
            <p:ph type="pic" sz="quarter" idx="14"/>
          </p:nvPr>
        </p:nvSpPr>
        <p:spPr>
          <a:xfrm>
            <a:off x="419100" y="1581150"/>
            <a:ext cx="1947672" cy="2112264"/>
          </a:xfrm>
          <a:solidFill>
            <a:srgbClr val="F2F2F2">
              <a:alpha val="20000"/>
            </a:srgbClr>
          </a:solidFill>
        </p:spPr>
        <p:txBody>
          <a:bodyPr/>
          <a:lstStyle/>
          <a:p>
            <a:r>
              <a:rPr lang="fr-FR"/>
              <a:t>Cliquez sur l'icône pour ajouter une image</a:t>
            </a:r>
            <a:endParaRPr lang="fr-CA"/>
          </a:p>
        </p:txBody>
      </p:sp>
      <p:sp>
        <p:nvSpPr>
          <p:cNvPr id="2" name="Titre 1">
            <a:extLst>
              <a:ext uri="{FF2B5EF4-FFF2-40B4-BE49-F238E27FC236}">
                <a16:creationId xmlns:a16="http://schemas.microsoft.com/office/drawing/2014/main" id="{9BBF321B-49E7-0928-91C1-84FC5BB33FDB}"/>
              </a:ext>
            </a:extLst>
          </p:cNvPr>
          <p:cNvSpPr>
            <a:spLocks noGrp="1"/>
          </p:cNvSpPr>
          <p:nvPr>
            <p:ph type="title"/>
          </p:nvPr>
        </p:nvSpPr>
        <p:spPr>
          <a:xfrm>
            <a:off x="228600" y="247650"/>
            <a:ext cx="4343400" cy="514350"/>
          </a:xfrm>
        </p:spPr>
        <p:txBody>
          <a:bodyPr/>
          <a:lstStyle/>
          <a:p>
            <a:r>
              <a:rPr lang="fr-FR"/>
              <a:t>Modifiez le style du titre</a:t>
            </a:r>
            <a:endParaRPr lang="fr-CA"/>
          </a:p>
        </p:txBody>
      </p:sp>
      <p:sp>
        <p:nvSpPr>
          <p:cNvPr id="12" name="Espace réservé du texte 14">
            <a:extLst>
              <a:ext uri="{FF2B5EF4-FFF2-40B4-BE49-F238E27FC236}">
                <a16:creationId xmlns:a16="http://schemas.microsoft.com/office/drawing/2014/main" id="{98DE5579-F903-717C-FA0C-D3E624AFBAF6}"/>
              </a:ext>
            </a:extLst>
          </p:cNvPr>
          <p:cNvSpPr>
            <a:spLocks noGrp="1"/>
          </p:cNvSpPr>
          <p:nvPr>
            <p:ph type="body" sz="quarter" idx="19"/>
          </p:nvPr>
        </p:nvSpPr>
        <p:spPr>
          <a:xfrm>
            <a:off x="419100" y="3080766"/>
            <a:ext cx="1947672" cy="612648"/>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300">
                <a:solidFill>
                  <a:schemeClr val="tx1"/>
                </a:solidFill>
              </a:defRPr>
            </a:lvl1pPr>
            <a:lvl2pPr marL="0" indent="0" algn="ctr">
              <a:lnSpc>
                <a:spcPct val="90000"/>
              </a:lnSpc>
              <a:spcBef>
                <a:spcPts val="0"/>
              </a:spcBef>
              <a:spcAft>
                <a:spcPts val="0"/>
              </a:spcAft>
              <a:buNone/>
              <a:defRPr sz="7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pic>
        <p:nvPicPr>
          <p:cNvPr id="5" name="Google Shape;424;p73">
            <a:extLst>
              <a:ext uri="{FF2B5EF4-FFF2-40B4-BE49-F238E27FC236}">
                <a16:creationId xmlns:a16="http://schemas.microsoft.com/office/drawing/2014/main" id="{80A1F474-A220-B52E-A1BE-E0D485AC34A3}"/>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10" name="Espace réservé du numéro de diapositive 3">
            <a:extLst>
              <a:ext uri="{FF2B5EF4-FFF2-40B4-BE49-F238E27FC236}">
                <a16:creationId xmlns:a16="http://schemas.microsoft.com/office/drawing/2014/main" id="{9363B220-3EAF-BF9E-F736-693BB63E1E01}"/>
              </a:ext>
            </a:extLst>
          </p:cNvPr>
          <p:cNvSpPr>
            <a:spLocks noGrp="1"/>
          </p:cNvSpPr>
          <p:nvPr>
            <p:ph type="sldNum" sz="quarter" idx="11"/>
          </p:nvPr>
        </p:nvSpPr>
        <p:spPr>
          <a:xfrm>
            <a:off x="8610600" y="4784623"/>
            <a:ext cx="304800" cy="273844"/>
          </a:xfrm>
        </p:spPr>
        <p:txBody>
          <a:bodyPr/>
          <a:lstStyle/>
          <a:p>
            <a:fld id="{1A5FFEF5-E129-4B58-BC20-992FAFAB5E8C}" type="slidenum">
              <a:rPr lang="fr-CA" smtClean="0"/>
              <a:pPr/>
              <a:t>‹#›</a:t>
            </a:fld>
            <a:endParaRPr lang="fr-CA"/>
          </a:p>
        </p:txBody>
      </p:sp>
      <p:sp>
        <p:nvSpPr>
          <p:cNvPr id="7" name="Espace réservé pour une image  10">
            <a:extLst>
              <a:ext uri="{FF2B5EF4-FFF2-40B4-BE49-F238E27FC236}">
                <a16:creationId xmlns:a16="http://schemas.microsoft.com/office/drawing/2014/main" id="{1C76881A-A852-3ACB-7758-A5C0E08555CB}"/>
              </a:ext>
            </a:extLst>
          </p:cNvPr>
          <p:cNvSpPr>
            <a:spLocks noGrp="1"/>
          </p:cNvSpPr>
          <p:nvPr>
            <p:ph type="pic" sz="quarter" idx="20"/>
          </p:nvPr>
        </p:nvSpPr>
        <p:spPr>
          <a:xfrm>
            <a:off x="6777230" y="1581150"/>
            <a:ext cx="1947672" cy="2112264"/>
          </a:xfrm>
          <a:solidFill>
            <a:srgbClr val="F2F2F2">
              <a:alpha val="20000"/>
            </a:srgbClr>
          </a:solidFill>
        </p:spPr>
        <p:txBody>
          <a:bodyPr/>
          <a:lstStyle/>
          <a:p>
            <a:r>
              <a:rPr lang="fr-FR"/>
              <a:t>Cliquez sur l'icône pour ajouter une image</a:t>
            </a:r>
            <a:endParaRPr lang="fr-CA"/>
          </a:p>
        </p:txBody>
      </p:sp>
      <p:sp>
        <p:nvSpPr>
          <p:cNvPr id="13" name="Espace réservé du texte 14">
            <a:extLst>
              <a:ext uri="{FF2B5EF4-FFF2-40B4-BE49-F238E27FC236}">
                <a16:creationId xmlns:a16="http://schemas.microsoft.com/office/drawing/2014/main" id="{2EFBCA97-0B67-C7E9-EE45-0A7963048918}"/>
              </a:ext>
            </a:extLst>
          </p:cNvPr>
          <p:cNvSpPr>
            <a:spLocks noGrp="1"/>
          </p:cNvSpPr>
          <p:nvPr>
            <p:ph type="body" sz="quarter" idx="21"/>
          </p:nvPr>
        </p:nvSpPr>
        <p:spPr>
          <a:xfrm>
            <a:off x="6777230" y="3080766"/>
            <a:ext cx="1947672" cy="612648"/>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300">
                <a:solidFill>
                  <a:schemeClr val="tx1"/>
                </a:solidFill>
              </a:defRPr>
            </a:lvl1pPr>
            <a:lvl2pPr marL="0" indent="0" algn="ctr">
              <a:lnSpc>
                <a:spcPct val="90000"/>
              </a:lnSpc>
              <a:spcBef>
                <a:spcPts val="0"/>
              </a:spcBef>
              <a:spcAft>
                <a:spcPts val="0"/>
              </a:spcAft>
              <a:buNone/>
              <a:defRPr sz="7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4" name="Espace réservé pour une image  10">
            <a:extLst>
              <a:ext uri="{FF2B5EF4-FFF2-40B4-BE49-F238E27FC236}">
                <a16:creationId xmlns:a16="http://schemas.microsoft.com/office/drawing/2014/main" id="{3439267D-0D6E-DABD-BB61-58E9F5828651}"/>
              </a:ext>
            </a:extLst>
          </p:cNvPr>
          <p:cNvSpPr>
            <a:spLocks noGrp="1"/>
          </p:cNvSpPr>
          <p:nvPr>
            <p:ph type="pic" sz="quarter" idx="22"/>
          </p:nvPr>
        </p:nvSpPr>
        <p:spPr>
          <a:xfrm>
            <a:off x="4657854" y="1581150"/>
            <a:ext cx="1947672" cy="2112264"/>
          </a:xfrm>
          <a:solidFill>
            <a:srgbClr val="F2F2F2">
              <a:alpha val="20000"/>
            </a:srgbClr>
          </a:solidFill>
        </p:spPr>
        <p:txBody>
          <a:bodyPr/>
          <a:lstStyle/>
          <a:p>
            <a:r>
              <a:rPr lang="fr-FR"/>
              <a:t>Cliquez sur l'icône pour ajouter une image</a:t>
            </a:r>
            <a:endParaRPr lang="fr-CA"/>
          </a:p>
        </p:txBody>
      </p:sp>
      <p:sp>
        <p:nvSpPr>
          <p:cNvPr id="15" name="Espace réservé du texte 14">
            <a:extLst>
              <a:ext uri="{FF2B5EF4-FFF2-40B4-BE49-F238E27FC236}">
                <a16:creationId xmlns:a16="http://schemas.microsoft.com/office/drawing/2014/main" id="{8A97DE48-A2C7-22AB-42E1-FE89B80C0A76}"/>
              </a:ext>
            </a:extLst>
          </p:cNvPr>
          <p:cNvSpPr>
            <a:spLocks noGrp="1"/>
          </p:cNvSpPr>
          <p:nvPr>
            <p:ph type="body" sz="quarter" idx="23"/>
          </p:nvPr>
        </p:nvSpPr>
        <p:spPr>
          <a:xfrm>
            <a:off x="4657854" y="3080766"/>
            <a:ext cx="1947672" cy="612648"/>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300">
                <a:solidFill>
                  <a:schemeClr val="tx1"/>
                </a:solidFill>
              </a:defRPr>
            </a:lvl1pPr>
            <a:lvl2pPr marL="0" indent="0" algn="ctr">
              <a:lnSpc>
                <a:spcPct val="90000"/>
              </a:lnSpc>
              <a:spcBef>
                <a:spcPts val="0"/>
              </a:spcBef>
              <a:spcAft>
                <a:spcPts val="0"/>
              </a:spcAft>
              <a:buNone/>
              <a:defRPr sz="7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
        <p:nvSpPr>
          <p:cNvPr id="16" name="Espace réservé pour une image  10">
            <a:extLst>
              <a:ext uri="{FF2B5EF4-FFF2-40B4-BE49-F238E27FC236}">
                <a16:creationId xmlns:a16="http://schemas.microsoft.com/office/drawing/2014/main" id="{B76CBDCB-717F-45E3-A03C-2B6B63ACE89A}"/>
              </a:ext>
            </a:extLst>
          </p:cNvPr>
          <p:cNvSpPr>
            <a:spLocks noGrp="1"/>
          </p:cNvSpPr>
          <p:nvPr>
            <p:ph type="pic" sz="quarter" idx="24"/>
          </p:nvPr>
        </p:nvSpPr>
        <p:spPr>
          <a:xfrm>
            <a:off x="2538477" y="1581150"/>
            <a:ext cx="1947672" cy="2112264"/>
          </a:xfrm>
          <a:solidFill>
            <a:srgbClr val="F2F2F2">
              <a:alpha val="20000"/>
            </a:srgbClr>
          </a:solidFill>
        </p:spPr>
        <p:txBody>
          <a:bodyPr/>
          <a:lstStyle/>
          <a:p>
            <a:r>
              <a:rPr lang="fr-FR"/>
              <a:t>Cliquez sur l'icône pour ajouter une image</a:t>
            </a:r>
            <a:endParaRPr lang="fr-CA"/>
          </a:p>
        </p:txBody>
      </p:sp>
      <p:sp>
        <p:nvSpPr>
          <p:cNvPr id="17" name="Espace réservé du texte 14">
            <a:extLst>
              <a:ext uri="{FF2B5EF4-FFF2-40B4-BE49-F238E27FC236}">
                <a16:creationId xmlns:a16="http://schemas.microsoft.com/office/drawing/2014/main" id="{7CB7C5CE-D339-072B-E0B0-286F421218A8}"/>
              </a:ext>
            </a:extLst>
          </p:cNvPr>
          <p:cNvSpPr>
            <a:spLocks noGrp="1"/>
          </p:cNvSpPr>
          <p:nvPr>
            <p:ph type="body" sz="quarter" idx="25"/>
          </p:nvPr>
        </p:nvSpPr>
        <p:spPr>
          <a:xfrm>
            <a:off x="2538477" y="3080766"/>
            <a:ext cx="1947672" cy="612648"/>
          </a:xfrm>
          <a:custGeom>
            <a:avLst/>
            <a:gdLst>
              <a:gd name="connsiteX0" fmla="*/ 0 w 2688900"/>
              <a:gd name="connsiteY0" fmla="*/ 0 h 843599"/>
              <a:gd name="connsiteX1" fmla="*/ 2457645 w 2688900"/>
              <a:gd name="connsiteY1" fmla="*/ 0 h 843599"/>
              <a:gd name="connsiteX2" fmla="*/ 2504243 w 2688900"/>
              <a:gd name="connsiteY2" fmla="*/ 4698 h 843599"/>
              <a:gd name="connsiteX3" fmla="*/ 2688900 w 2688900"/>
              <a:gd name="connsiteY3" fmla="*/ 231264 h 843599"/>
              <a:gd name="connsiteX4" fmla="*/ 2688900 w 2688900"/>
              <a:gd name="connsiteY4" fmla="*/ 843599 h 843599"/>
              <a:gd name="connsiteX5" fmla="*/ 0 w 2688900"/>
              <a:gd name="connsiteY5" fmla="*/ 843599 h 84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900" h="843599">
                <a:moveTo>
                  <a:pt x="0" y="0"/>
                </a:moveTo>
                <a:lnTo>
                  <a:pt x="2457645" y="0"/>
                </a:lnTo>
                <a:lnTo>
                  <a:pt x="2504243" y="4698"/>
                </a:lnTo>
                <a:cubicBezTo>
                  <a:pt x="2609627" y="26262"/>
                  <a:pt x="2688900" y="119506"/>
                  <a:pt x="2688900" y="231264"/>
                </a:cubicBezTo>
                <a:lnTo>
                  <a:pt x="2688900" y="843599"/>
                </a:lnTo>
                <a:lnTo>
                  <a:pt x="0" y="843599"/>
                </a:lnTo>
                <a:close/>
              </a:path>
            </a:pathLst>
          </a:custGeom>
          <a:solidFill>
            <a:schemeClr val="bg1"/>
          </a:solidFill>
          <a:ln w="9525">
            <a:noFill/>
          </a:ln>
        </p:spPr>
        <p:txBody>
          <a:bodyPr wrap="square" anchor="ctr" anchorCtr="0">
            <a:noAutofit/>
          </a:bodyPr>
          <a:lstStyle>
            <a:lvl1pPr marL="0" indent="0" algn="ctr">
              <a:lnSpc>
                <a:spcPct val="90000"/>
              </a:lnSpc>
              <a:spcBef>
                <a:spcPts val="0"/>
              </a:spcBef>
              <a:spcAft>
                <a:spcPts val="0"/>
              </a:spcAft>
              <a:buNone/>
              <a:defRPr sz="1300">
                <a:solidFill>
                  <a:schemeClr val="tx1"/>
                </a:solidFill>
              </a:defRPr>
            </a:lvl1pPr>
            <a:lvl2pPr marL="0" indent="0" algn="ctr">
              <a:lnSpc>
                <a:spcPct val="90000"/>
              </a:lnSpc>
              <a:spcBef>
                <a:spcPts val="0"/>
              </a:spcBef>
              <a:spcAft>
                <a:spcPts val="0"/>
              </a:spcAft>
              <a:buNone/>
              <a:defRPr sz="700">
                <a:solidFill>
                  <a:schemeClr val="tx1"/>
                </a:solidFill>
              </a:defRPr>
            </a:lvl2pPr>
            <a:lvl3pPr marL="571500" indent="0">
              <a:buNone/>
              <a:defRPr lang="fr-FR" sz="900" kern="1200" dirty="0">
                <a:solidFill>
                  <a:schemeClr val="tx1"/>
                </a:solidFill>
                <a:latin typeface="+mn-lt"/>
                <a:ea typeface="+mn-ea"/>
                <a:cs typeface="+mn-cs"/>
              </a:defRPr>
            </a:lvl3pPr>
            <a:lvl4pPr marL="800100" indent="0">
              <a:buNone/>
              <a:defRPr/>
            </a:lvl4pPr>
            <a:lvl5pPr marL="1028700" indent="0">
              <a:buNone/>
              <a:defRPr/>
            </a:lvl5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74850672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_1">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A1F5EC02-F3A2-01AF-1CE9-4C55FBF3FFA4}"/>
              </a:ext>
            </a:extLst>
          </p:cNvPr>
          <p:cNvSpPr>
            <a:spLocks noGrp="1"/>
          </p:cNvSpPr>
          <p:nvPr>
            <p:ph type="pic" sz="quarter" idx="10"/>
          </p:nvPr>
        </p:nvSpPr>
        <p:spPr>
          <a:xfrm>
            <a:off x="0" y="0"/>
            <a:ext cx="9144000" cy="5143500"/>
          </a:xfrm>
          <a:solidFill>
            <a:schemeClr val="accent2">
              <a:lumMod val="40000"/>
              <a:lumOff val="60000"/>
              <a:alpha val="20000"/>
            </a:schemeClr>
          </a:solidFill>
        </p:spPr>
        <p:txBody>
          <a:bodyPr/>
          <a:lstStyle/>
          <a:p>
            <a:r>
              <a:rPr lang="fr-FR"/>
              <a:t>Cliquez sur l'icône pour ajouter une image</a:t>
            </a:r>
            <a:endParaRPr lang="fr-CA"/>
          </a:p>
        </p:txBody>
      </p:sp>
      <p:sp>
        <p:nvSpPr>
          <p:cNvPr id="8" name="Espace réservé du texte 7">
            <a:extLst>
              <a:ext uri="{FF2B5EF4-FFF2-40B4-BE49-F238E27FC236}">
                <a16:creationId xmlns:a16="http://schemas.microsoft.com/office/drawing/2014/main" id="{3A73CCA6-7365-C721-967F-ADA0E3324019}"/>
              </a:ext>
            </a:extLst>
          </p:cNvPr>
          <p:cNvSpPr>
            <a:spLocks noGrp="1"/>
          </p:cNvSpPr>
          <p:nvPr>
            <p:ph type="body" sz="quarter" idx="11" hasCustomPrompt="1"/>
          </p:nvPr>
        </p:nvSpPr>
        <p:spPr>
          <a:xfrm>
            <a:off x="173736" y="185613"/>
            <a:ext cx="2721956" cy="1706688"/>
          </a:xfrm>
        </p:spPr>
        <p:txBody>
          <a:bodyPr/>
          <a:lstStyle>
            <a:lvl1pPr marL="0" indent="0">
              <a:buNone/>
              <a:defRPr sz="15000">
                <a:solidFill>
                  <a:schemeClr val="bg1"/>
                </a:solidFill>
                <a:latin typeface="DM Sans ExtraLight" pitchFamily="2" charset="0"/>
              </a:defRPr>
            </a:lvl1pPr>
            <a:lvl5pPr>
              <a:defRPr/>
            </a:lvl5pPr>
          </a:lstStyle>
          <a:p>
            <a:pPr lvl="0"/>
            <a:r>
              <a:rPr lang="fr-FR"/>
              <a:t>NO</a:t>
            </a:r>
            <a:endParaRPr lang="fr-CA"/>
          </a:p>
        </p:txBody>
      </p:sp>
      <p:sp>
        <p:nvSpPr>
          <p:cNvPr id="4" name="Titre 13">
            <a:extLst>
              <a:ext uri="{FF2B5EF4-FFF2-40B4-BE49-F238E27FC236}">
                <a16:creationId xmlns:a16="http://schemas.microsoft.com/office/drawing/2014/main" id="{D9D299C3-6AA9-1469-7FB1-72F6EF9A9BB8}"/>
              </a:ext>
            </a:extLst>
          </p:cNvPr>
          <p:cNvSpPr>
            <a:spLocks noGrp="1"/>
          </p:cNvSpPr>
          <p:nvPr>
            <p:ph type="title"/>
          </p:nvPr>
        </p:nvSpPr>
        <p:spPr>
          <a:xfrm>
            <a:off x="4667250" y="321995"/>
            <a:ext cx="4248150" cy="4137579"/>
          </a:xfrm>
          <a:custGeom>
            <a:avLst/>
            <a:gdLst>
              <a:gd name="connsiteX0" fmla="*/ 0 w 4219800"/>
              <a:gd name="connsiteY0" fmla="*/ 0 h 4149900"/>
              <a:gd name="connsiteX1" fmla="*/ 3743059 w 4219800"/>
              <a:gd name="connsiteY1" fmla="*/ 0 h 4149900"/>
              <a:gd name="connsiteX2" fmla="*/ 4219800 w 4219800"/>
              <a:gd name="connsiteY2" fmla="*/ 476741 h 4149900"/>
              <a:gd name="connsiteX3" fmla="*/ 4219800 w 4219800"/>
              <a:gd name="connsiteY3" fmla="*/ 4149900 h 4149900"/>
              <a:gd name="connsiteX4" fmla="*/ 0 w 4219800"/>
              <a:gd name="connsiteY4" fmla="*/ 4149900 h 414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800" h="4149900">
                <a:moveTo>
                  <a:pt x="0" y="0"/>
                </a:moveTo>
                <a:lnTo>
                  <a:pt x="3743059" y="0"/>
                </a:lnTo>
                <a:cubicBezTo>
                  <a:pt x="4006356" y="0"/>
                  <a:pt x="4219800" y="213444"/>
                  <a:pt x="4219800" y="476741"/>
                </a:cubicBezTo>
                <a:lnTo>
                  <a:pt x="4219800" y="4149900"/>
                </a:lnTo>
                <a:lnTo>
                  <a:pt x="0" y="4149900"/>
                </a:lnTo>
                <a:close/>
              </a:path>
            </a:pathLst>
          </a:custGeom>
          <a:ln w="19050">
            <a:solidFill>
              <a:schemeClr val="bg1"/>
            </a:solidFill>
          </a:ln>
        </p:spPr>
        <p:txBody>
          <a:bodyPr wrap="square" lIns="91440" tIns="91440" rIns="91440" bIns="91440" anchor="t" anchorCtr="0">
            <a:noAutofit/>
          </a:bodyPr>
          <a:lstStyle>
            <a:lvl1pPr>
              <a:lnSpc>
                <a:spcPct val="85000"/>
              </a:lnSpc>
              <a:defRPr sz="4000">
                <a:solidFill>
                  <a:schemeClr val="bg1"/>
                </a:solidFill>
              </a:defRPr>
            </a:lvl1pPr>
          </a:lstStyle>
          <a:p>
            <a:r>
              <a:rPr lang="fr-FR"/>
              <a:t>Modifiez le style du titre</a:t>
            </a:r>
            <a:endParaRPr lang="fr-CA"/>
          </a:p>
        </p:txBody>
      </p:sp>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bg1"/>
                </a:solidFill>
              </a:defRPr>
            </a:lvl1pPr>
          </a:lstStyle>
          <a:p>
            <a:fld id="{1A5FFEF5-E129-4B58-BC20-992FAFAB5E8C}" type="slidenum">
              <a:rPr lang="fr-CA" smtClean="0"/>
              <a:pPr/>
              <a:t>‹#›</a:t>
            </a:fld>
            <a:endParaRPr lang="fr-CA"/>
          </a:p>
        </p:txBody>
      </p:sp>
    </p:spTree>
    <p:extLst>
      <p:ext uri="{BB962C8B-B14F-4D97-AF65-F5344CB8AC3E}">
        <p14:creationId xmlns:p14="http://schemas.microsoft.com/office/powerpoint/2010/main" val="2526839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_2">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A1F5EC02-F3A2-01AF-1CE9-4C55FBF3FFA4}"/>
              </a:ext>
            </a:extLst>
          </p:cNvPr>
          <p:cNvSpPr>
            <a:spLocks noGrp="1"/>
          </p:cNvSpPr>
          <p:nvPr>
            <p:ph type="pic" sz="quarter" idx="10"/>
          </p:nvPr>
        </p:nvSpPr>
        <p:spPr>
          <a:xfrm>
            <a:off x="0" y="0"/>
            <a:ext cx="9144000" cy="5143500"/>
          </a:xfrm>
          <a:solidFill>
            <a:schemeClr val="accent2">
              <a:lumMod val="40000"/>
              <a:lumOff val="60000"/>
              <a:alpha val="20000"/>
            </a:schemeClr>
          </a:solidFill>
        </p:spPr>
        <p:txBody>
          <a:bodyPr/>
          <a:lstStyle/>
          <a:p>
            <a:r>
              <a:rPr lang="fr-FR"/>
              <a:t>Cliquez sur l'icône pour ajouter une image</a:t>
            </a:r>
            <a:endParaRPr lang="fr-CA"/>
          </a:p>
        </p:txBody>
      </p:sp>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bg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54791" y="331970"/>
            <a:ext cx="4828032" cy="1700784"/>
          </a:xfrm>
        </p:spPr>
        <p:txBody>
          <a:bodyPr/>
          <a:lstStyle>
            <a:lvl1pPr marL="0" indent="0">
              <a:buNone/>
              <a:defRPr sz="4500" b="1" cap="all" baseline="0">
                <a:solidFill>
                  <a:schemeClr val="bg1"/>
                </a:solidFill>
                <a:latin typeface="+mj-lt"/>
              </a:defRPr>
            </a:lvl1pPr>
          </a:lstStyle>
          <a:p>
            <a:pPr lvl="0"/>
            <a:r>
              <a:rPr lang="fr-FR"/>
              <a:t>Modifiez le style du titre</a:t>
            </a:r>
            <a:endParaRPr lang="fr-CA"/>
          </a:p>
        </p:txBody>
      </p:sp>
    </p:spTree>
    <p:extLst>
      <p:ext uri="{BB962C8B-B14F-4D97-AF65-F5344CB8AC3E}">
        <p14:creationId xmlns:p14="http://schemas.microsoft.com/office/powerpoint/2010/main" val="3301483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_3">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A1F5EC02-F3A2-01AF-1CE9-4C55FBF3FFA4}"/>
              </a:ext>
            </a:extLst>
          </p:cNvPr>
          <p:cNvSpPr>
            <a:spLocks noGrp="1"/>
          </p:cNvSpPr>
          <p:nvPr>
            <p:ph type="pic" sz="quarter" idx="10"/>
          </p:nvPr>
        </p:nvSpPr>
        <p:spPr>
          <a:xfrm>
            <a:off x="0" y="0"/>
            <a:ext cx="9144000" cy="5143500"/>
          </a:xfrm>
          <a:solidFill>
            <a:schemeClr val="accent2">
              <a:lumMod val="40000"/>
              <a:lumOff val="60000"/>
              <a:alpha val="20000"/>
            </a:schemeClr>
          </a:solidFill>
        </p:spPr>
        <p:txBody>
          <a:bodyPr lIns="91440" tIns="91440" rIns="91440" bIns="91440"/>
          <a:lstStyle/>
          <a:p>
            <a:r>
              <a:rPr lang="fr-FR"/>
              <a:t>Cliquez sur l'icône pour ajouter une image</a:t>
            </a:r>
            <a:endParaRPr lang="fr-CA"/>
          </a:p>
        </p:txBody>
      </p:sp>
      <p:sp>
        <p:nvSpPr>
          <p:cNvPr id="17" name="Espace réservé du texte 16">
            <a:extLst>
              <a:ext uri="{FF2B5EF4-FFF2-40B4-BE49-F238E27FC236}">
                <a16:creationId xmlns:a16="http://schemas.microsoft.com/office/drawing/2014/main" id="{EC7D359D-A86F-9FC4-EEFF-9E1AAC9358E8}"/>
              </a:ext>
            </a:extLst>
          </p:cNvPr>
          <p:cNvSpPr>
            <a:spLocks noGrp="1"/>
          </p:cNvSpPr>
          <p:nvPr>
            <p:ph type="body" sz="quarter" idx="14"/>
          </p:nvPr>
        </p:nvSpPr>
        <p:spPr>
          <a:xfrm>
            <a:off x="4667250" y="321995"/>
            <a:ext cx="4248150" cy="4142232"/>
          </a:xfrm>
          <a:custGeom>
            <a:avLst/>
            <a:gdLst>
              <a:gd name="connsiteX0" fmla="*/ 0 w 4219800"/>
              <a:gd name="connsiteY0" fmla="*/ 0 h 4149725"/>
              <a:gd name="connsiteX1" fmla="*/ 3744795 w 4219800"/>
              <a:gd name="connsiteY1" fmla="*/ 0 h 4149725"/>
              <a:gd name="connsiteX2" fmla="*/ 3839139 w 4219800"/>
              <a:gd name="connsiteY2" fmla="*/ 9511 h 4149725"/>
              <a:gd name="connsiteX3" fmla="*/ 4219800 w 4219800"/>
              <a:gd name="connsiteY3" fmla="*/ 476566 h 4149725"/>
              <a:gd name="connsiteX4" fmla="*/ 4219800 w 4219800"/>
              <a:gd name="connsiteY4" fmla="*/ 4149725 h 4149725"/>
              <a:gd name="connsiteX5" fmla="*/ 0 w 4219800"/>
              <a:gd name="connsiteY5" fmla="*/ 4149725 h 414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19800" h="4149725">
                <a:moveTo>
                  <a:pt x="0" y="0"/>
                </a:moveTo>
                <a:lnTo>
                  <a:pt x="3744795" y="0"/>
                </a:lnTo>
                <a:lnTo>
                  <a:pt x="3839139" y="9511"/>
                </a:lnTo>
                <a:cubicBezTo>
                  <a:pt x="4056382" y="53965"/>
                  <a:pt x="4219800" y="246181"/>
                  <a:pt x="4219800" y="476566"/>
                </a:cubicBezTo>
                <a:lnTo>
                  <a:pt x="4219800" y="4149725"/>
                </a:lnTo>
                <a:lnTo>
                  <a:pt x="0" y="4149725"/>
                </a:lnTo>
                <a:close/>
              </a:path>
            </a:pathLst>
          </a:custGeom>
          <a:ln w="19050">
            <a:solidFill>
              <a:schemeClr val="bg1"/>
            </a:solidFill>
          </a:ln>
        </p:spPr>
        <p:txBody>
          <a:bodyPr wrap="square" lIns="182880" tIns="91440" rIns="182880" bIns="91440">
            <a:noAutofit/>
          </a:bodyPr>
          <a:lstStyle>
            <a:lvl1pPr marL="400050" indent="-400050">
              <a:lnSpc>
                <a:spcPct val="100000"/>
              </a:lnSpc>
              <a:buClr>
                <a:schemeClr val="bg1"/>
              </a:buClr>
              <a:defRPr sz="2800">
                <a:solidFill>
                  <a:schemeClr val="bg1"/>
                </a:solidFill>
                <a:latin typeface="+mn-lt"/>
              </a:defRPr>
            </a:lvl1pPr>
          </a:lstStyle>
          <a:p>
            <a:pPr lvl="0"/>
            <a:r>
              <a:rPr lang="fr-FR"/>
              <a:t>Cliquez pour modifier les styles du texte du masque</a:t>
            </a:r>
          </a:p>
        </p:txBody>
      </p:sp>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bg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56032" y="329184"/>
            <a:ext cx="4210050" cy="1965960"/>
          </a:xfrm>
        </p:spPr>
        <p:txBody>
          <a:bodyPr/>
          <a:lstStyle>
            <a:lvl1pPr marL="0" indent="0">
              <a:buNone/>
              <a:defRPr sz="4500" b="1" cap="all" baseline="0">
                <a:solidFill>
                  <a:schemeClr val="bg1"/>
                </a:solidFill>
                <a:latin typeface="+mj-lt"/>
              </a:defRPr>
            </a:lvl1pPr>
          </a:lstStyle>
          <a:p>
            <a:pPr lvl="0"/>
            <a:r>
              <a:rPr lang="fr-FR"/>
              <a:t>Modifiez le style du titre</a:t>
            </a:r>
            <a:endParaRPr lang="fr-CA"/>
          </a:p>
        </p:txBody>
      </p:sp>
    </p:spTree>
    <p:extLst>
      <p:ext uri="{BB962C8B-B14F-4D97-AF65-F5344CB8AC3E}">
        <p14:creationId xmlns:p14="http://schemas.microsoft.com/office/powerpoint/2010/main" val="16422903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_4">
    <p:bg>
      <p:bgRef idx="1001">
        <a:schemeClr val="bg1"/>
      </p:bgRef>
    </p:bg>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3A73CCA6-7365-C721-967F-ADA0E3324019}"/>
              </a:ext>
            </a:extLst>
          </p:cNvPr>
          <p:cNvSpPr>
            <a:spLocks noGrp="1"/>
          </p:cNvSpPr>
          <p:nvPr>
            <p:ph type="body" sz="quarter" idx="11" hasCustomPrompt="1"/>
          </p:nvPr>
        </p:nvSpPr>
        <p:spPr>
          <a:xfrm>
            <a:off x="173736" y="185613"/>
            <a:ext cx="2919984" cy="1706688"/>
          </a:xfrm>
        </p:spPr>
        <p:txBody>
          <a:bodyPr/>
          <a:lstStyle>
            <a:lvl1pPr marL="0" indent="0">
              <a:buNone/>
              <a:defRPr sz="15000">
                <a:solidFill>
                  <a:schemeClr val="tx1"/>
                </a:solidFill>
                <a:latin typeface="DM Sans ExtraLight" pitchFamily="2" charset="0"/>
              </a:defRPr>
            </a:lvl1pPr>
            <a:lvl5pPr>
              <a:defRPr/>
            </a:lvl5pPr>
          </a:lstStyle>
          <a:p>
            <a:pPr lvl="0"/>
            <a:r>
              <a:rPr lang="fr-FR"/>
              <a:t>NO</a:t>
            </a:r>
            <a:endParaRPr lang="fr-CA"/>
          </a:p>
        </p:txBody>
      </p:sp>
      <p:sp>
        <p:nvSpPr>
          <p:cNvPr id="4" name="Titre 13">
            <a:extLst>
              <a:ext uri="{FF2B5EF4-FFF2-40B4-BE49-F238E27FC236}">
                <a16:creationId xmlns:a16="http://schemas.microsoft.com/office/drawing/2014/main" id="{D9D299C3-6AA9-1469-7FB1-72F6EF9A9BB8}"/>
              </a:ext>
            </a:extLst>
          </p:cNvPr>
          <p:cNvSpPr>
            <a:spLocks noGrp="1"/>
          </p:cNvSpPr>
          <p:nvPr>
            <p:ph type="title"/>
          </p:nvPr>
        </p:nvSpPr>
        <p:spPr>
          <a:xfrm>
            <a:off x="4667250" y="321995"/>
            <a:ext cx="4248150" cy="4137579"/>
          </a:xfrm>
          <a:custGeom>
            <a:avLst/>
            <a:gdLst>
              <a:gd name="connsiteX0" fmla="*/ 0 w 4219800"/>
              <a:gd name="connsiteY0" fmla="*/ 0 h 4149900"/>
              <a:gd name="connsiteX1" fmla="*/ 3743059 w 4219800"/>
              <a:gd name="connsiteY1" fmla="*/ 0 h 4149900"/>
              <a:gd name="connsiteX2" fmla="*/ 4219800 w 4219800"/>
              <a:gd name="connsiteY2" fmla="*/ 476741 h 4149900"/>
              <a:gd name="connsiteX3" fmla="*/ 4219800 w 4219800"/>
              <a:gd name="connsiteY3" fmla="*/ 4149900 h 4149900"/>
              <a:gd name="connsiteX4" fmla="*/ 0 w 4219800"/>
              <a:gd name="connsiteY4" fmla="*/ 4149900 h 414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800" h="4149900">
                <a:moveTo>
                  <a:pt x="0" y="0"/>
                </a:moveTo>
                <a:lnTo>
                  <a:pt x="3743059" y="0"/>
                </a:lnTo>
                <a:cubicBezTo>
                  <a:pt x="4006356" y="0"/>
                  <a:pt x="4219800" y="213444"/>
                  <a:pt x="4219800" y="476741"/>
                </a:cubicBezTo>
                <a:lnTo>
                  <a:pt x="4219800" y="4149900"/>
                </a:lnTo>
                <a:lnTo>
                  <a:pt x="0" y="4149900"/>
                </a:lnTo>
                <a:close/>
              </a:path>
            </a:pathLst>
          </a:custGeom>
          <a:ln w="19050">
            <a:solidFill>
              <a:schemeClr val="tx1"/>
            </a:solidFill>
          </a:ln>
        </p:spPr>
        <p:txBody>
          <a:bodyPr wrap="square" lIns="91440" tIns="91440" rIns="91440" bIns="91440" anchor="t" anchorCtr="0">
            <a:noAutofit/>
          </a:bodyPr>
          <a:lstStyle>
            <a:lvl1pPr>
              <a:lnSpc>
                <a:spcPct val="85000"/>
              </a:lnSpc>
              <a:defRPr sz="4000">
                <a:solidFill>
                  <a:schemeClr val="tx1"/>
                </a:solidFill>
              </a:defRPr>
            </a:lvl1pPr>
          </a:lstStyle>
          <a:p>
            <a:r>
              <a:rPr lang="fr-FR"/>
              <a:t>Modifiez le style du titre</a:t>
            </a:r>
            <a:endParaRPr lang="fr-CA"/>
          </a:p>
        </p:txBody>
      </p:sp>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pic>
        <p:nvPicPr>
          <p:cNvPr id="2" name="Google Shape;424;p73">
            <a:extLst>
              <a:ext uri="{FF2B5EF4-FFF2-40B4-BE49-F238E27FC236}">
                <a16:creationId xmlns:a16="http://schemas.microsoft.com/office/drawing/2014/main" id="{99415DE8-12F9-0DE8-E131-EE024384CA74}"/>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332156038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_5">
    <p:bg>
      <p:bgRef idx="1001">
        <a:schemeClr val="bg1"/>
      </p:bgRef>
    </p:bg>
    <p:spTree>
      <p:nvGrpSpPr>
        <p:cNvPr id="1" name=""/>
        <p:cNvGrpSpPr/>
        <p:nvPr/>
      </p:nvGrpSpPr>
      <p:grpSpPr>
        <a:xfrm>
          <a:off x="0" y="0"/>
          <a:ext cx="0" cy="0"/>
          <a:chOff x="0" y="0"/>
          <a:chExt cx="0" cy="0"/>
        </a:xfrm>
      </p:grpSpPr>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56032" y="326803"/>
            <a:ext cx="4828032" cy="1699358"/>
          </a:xfrm>
        </p:spPr>
        <p:txBody>
          <a:bodyPr/>
          <a:lstStyle>
            <a:lvl1pPr marL="0" indent="0">
              <a:buNone/>
              <a:defRPr sz="4500" b="1" cap="all" baseline="0">
                <a:solidFill>
                  <a:schemeClr val="tx1"/>
                </a:solidFill>
                <a:latin typeface="+mj-lt"/>
              </a:defRPr>
            </a:lvl1pPr>
          </a:lstStyle>
          <a:p>
            <a:pPr lvl="0"/>
            <a:r>
              <a:rPr lang="fr-FR"/>
              <a:t>Modifiez le style du titre</a:t>
            </a:r>
            <a:endParaRPr lang="fr-CA"/>
          </a:p>
        </p:txBody>
      </p:sp>
      <p:pic>
        <p:nvPicPr>
          <p:cNvPr id="2" name="Google Shape;424;p73">
            <a:extLst>
              <a:ext uri="{FF2B5EF4-FFF2-40B4-BE49-F238E27FC236}">
                <a16:creationId xmlns:a16="http://schemas.microsoft.com/office/drawing/2014/main" id="{5B747EB7-678F-540B-F07E-F9C1D4970BBA}"/>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cxnSp>
        <p:nvCxnSpPr>
          <p:cNvPr id="4" name="Connecteur droit 3">
            <a:extLst>
              <a:ext uri="{FF2B5EF4-FFF2-40B4-BE49-F238E27FC236}">
                <a16:creationId xmlns:a16="http://schemas.microsoft.com/office/drawing/2014/main" id="{1B9E4FF5-9BB6-B92A-629B-453B767CCBA4}"/>
              </a:ext>
            </a:extLst>
          </p:cNvPr>
          <p:cNvCxnSpPr>
            <a:cxnSpLocks/>
          </p:cNvCxnSpPr>
          <p:nvPr userDrawn="1"/>
        </p:nvCxnSpPr>
        <p:spPr>
          <a:xfrm>
            <a:off x="246888" y="2194560"/>
            <a:ext cx="8650224"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5786715"/>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_6">
    <p:bg>
      <p:bgRef idx="1001">
        <a:schemeClr val="bg1"/>
      </p:bgRef>
    </p:bg>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EC7D359D-A86F-9FC4-EEFF-9E1AAC9358E8}"/>
              </a:ext>
            </a:extLst>
          </p:cNvPr>
          <p:cNvSpPr>
            <a:spLocks noGrp="1"/>
          </p:cNvSpPr>
          <p:nvPr>
            <p:ph type="body" sz="quarter" idx="14"/>
          </p:nvPr>
        </p:nvSpPr>
        <p:spPr>
          <a:xfrm>
            <a:off x="4667250" y="321995"/>
            <a:ext cx="4248150" cy="4142232"/>
          </a:xfrm>
          <a:custGeom>
            <a:avLst/>
            <a:gdLst>
              <a:gd name="connsiteX0" fmla="*/ 0 w 4219800"/>
              <a:gd name="connsiteY0" fmla="*/ 0 h 4149725"/>
              <a:gd name="connsiteX1" fmla="*/ 3744795 w 4219800"/>
              <a:gd name="connsiteY1" fmla="*/ 0 h 4149725"/>
              <a:gd name="connsiteX2" fmla="*/ 3839139 w 4219800"/>
              <a:gd name="connsiteY2" fmla="*/ 9511 h 4149725"/>
              <a:gd name="connsiteX3" fmla="*/ 4219800 w 4219800"/>
              <a:gd name="connsiteY3" fmla="*/ 476566 h 4149725"/>
              <a:gd name="connsiteX4" fmla="*/ 4219800 w 4219800"/>
              <a:gd name="connsiteY4" fmla="*/ 4149725 h 4149725"/>
              <a:gd name="connsiteX5" fmla="*/ 0 w 4219800"/>
              <a:gd name="connsiteY5" fmla="*/ 4149725 h 414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19800" h="4149725">
                <a:moveTo>
                  <a:pt x="0" y="0"/>
                </a:moveTo>
                <a:lnTo>
                  <a:pt x="3744795" y="0"/>
                </a:lnTo>
                <a:lnTo>
                  <a:pt x="3839139" y="9511"/>
                </a:lnTo>
                <a:cubicBezTo>
                  <a:pt x="4056382" y="53965"/>
                  <a:pt x="4219800" y="246181"/>
                  <a:pt x="4219800" y="476566"/>
                </a:cubicBezTo>
                <a:lnTo>
                  <a:pt x="4219800" y="4149725"/>
                </a:lnTo>
                <a:lnTo>
                  <a:pt x="0" y="4149725"/>
                </a:lnTo>
                <a:close/>
              </a:path>
            </a:pathLst>
          </a:custGeom>
          <a:ln w="19050">
            <a:solidFill>
              <a:schemeClr val="tx1"/>
            </a:solidFill>
          </a:ln>
        </p:spPr>
        <p:txBody>
          <a:bodyPr wrap="square" lIns="182880" tIns="91440" rIns="182880" bIns="91440">
            <a:noAutofit/>
          </a:bodyPr>
          <a:lstStyle>
            <a:lvl1pPr marL="400050" indent="-400050">
              <a:lnSpc>
                <a:spcPct val="100000"/>
              </a:lnSpc>
              <a:buClr>
                <a:schemeClr val="tx1"/>
              </a:buClr>
              <a:defRPr sz="2800">
                <a:solidFill>
                  <a:schemeClr val="tx1"/>
                </a:solidFill>
                <a:latin typeface="+mn-lt"/>
              </a:defRPr>
            </a:lvl1pPr>
          </a:lstStyle>
          <a:p>
            <a:pPr lvl="0"/>
            <a:r>
              <a:rPr lang="fr-FR"/>
              <a:t>Cliquez pour modifier les styles du texte du masque</a:t>
            </a:r>
          </a:p>
        </p:txBody>
      </p:sp>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56032" y="329184"/>
            <a:ext cx="4210050" cy="1965960"/>
          </a:xfrm>
        </p:spPr>
        <p:txBody>
          <a:bodyPr/>
          <a:lstStyle>
            <a:lvl1pPr marL="0" indent="0">
              <a:buNone/>
              <a:defRPr sz="4500" b="1" cap="all" baseline="0">
                <a:solidFill>
                  <a:schemeClr val="tx1"/>
                </a:solidFill>
                <a:latin typeface="+mj-lt"/>
              </a:defRPr>
            </a:lvl1pPr>
          </a:lstStyle>
          <a:p>
            <a:pPr lvl="0"/>
            <a:r>
              <a:rPr lang="fr-FR"/>
              <a:t>Modifiez le style du titre</a:t>
            </a:r>
            <a:endParaRPr lang="fr-CA"/>
          </a:p>
        </p:txBody>
      </p:sp>
      <p:pic>
        <p:nvPicPr>
          <p:cNvPr id="2" name="Google Shape;424;p73">
            <a:extLst>
              <a:ext uri="{FF2B5EF4-FFF2-40B4-BE49-F238E27FC236}">
                <a16:creationId xmlns:a16="http://schemas.microsoft.com/office/drawing/2014/main" id="{9B62A779-F7E6-63F1-D317-0D48A01C72AF}"/>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149120952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_7">
    <p:bg>
      <p:bgRef idx="1001">
        <a:schemeClr val="bg2"/>
      </p:bgRef>
    </p:bg>
    <p:spTree>
      <p:nvGrpSpPr>
        <p:cNvPr id="1" name=""/>
        <p:cNvGrpSpPr/>
        <p:nvPr/>
      </p:nvGrpSpPr>
      <p:grpSpPr>
        <a:xfrm>
          <a:off x="0" y="0"/>
          <a:ext cx="0" cy="0"/>
          <a:chOff x="0" y="0"/>
          <a:chExt cx="0" cy="0"/>
        </a:xfrm>
      </p:grpSpPr>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01595" y="415081"/>
            <a:ext cx="7589520" cy="3328416"/>
          </a:xfrm>
        </p:spPr>
        <p:txBody>
          <a:bodyPr/>
          <a:lstStyle>
            <a:lvl1pPr marL="0" indent="0">
              <a:lnSpc>
                <a:spcPct val="85000"/>
              </a:lnSpc>
              <a:buNone/>
              <a:defRPr sz="10000" b="1" cap="all" baseline="0">
                <a:solidFill>
                  <a:schemeClr val="tx2"/>
                </a:solidFill>
                <a:latin typeface="+mj-lt"/>
              </a:defRPr>
            </a:lvl1pPr>
          </a:lstStyle>
          <a:p>
            <a:pPr lvl="0"/>
            <a:r>
              <a:rPr lang="fr-FR"/>
              <a:t>Modifiez le style du titre</a:t>
            </a:r>
            <a:endParaRPr lang="fr-CA"/>
          </a:p>
        </p:txBody>
      </p:sp>
      <p:pic>
        <p:nvPicPr>
          <p:cNvPr id="2" name="Google Shape;424;p73">
            <a:extLst>
              <a:ext uri="{FF2B5EF4-FFF2-40B4-BE49-F238E27FC236}">
                <a16:creationId xmlns:a16="http://schemas.microsoft.com/office/drawing/2014/main" id="{5B747EB7-678F-540B-F07E-F9C1D4970BBA}"/>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129922395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_8">
    <p:bg>
      <p:bgRef idx="1001">
        <a:schemeClr val="bg1"/>
      </p:bgRef>
    </p:bg>
    <p:spTree>
      <p:nvGrpSpPr>
        <p:cNvPr id="1" name=""/>
        <p:cNvGrpSpPr/>
        <p:nvPr/>
      </p:nvGrpSpPr>
      <p:grpSpPr>
        <a:xfrm>
          <a:off x="0" y="0"/>
          <a:ext cx="0" cy="0"/>
          <a:chOff x="0" y="0"/>
          <a:chExt cx="0" cy="0"/>
        </a:xfrm>
      </p:grpSpPr>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01168" y="411480"/>
            <a:ext cx="7589520" cy="3328416"/>
          </a:xfrm>
        </p:spPr>
        <p:txBody>
          <a:bodyPr/>
          <a:lstStyle>
            <a:lvl1pPr marL="0" indent="0">
              <a:lnSpc>
                <a:spcPct val="85000"/>
              </a:lnSpc>
              <a:buNone/>
              <a:defRPr sz="10000" b="1" cap="all" baseline="0">
                <a:solidFill>
                  <a:schemeClr val="accent4"/>
                </a:solidFill>
                <a:latin typeface="+mj-lt"/>
              </a:defRPr>
            </a:lvl1pPr>
          </a:lstStyle>
          <a:p>
            <a:pPr lvl="0"/>
            <a:r>
              <a:rPr lang="fr-FR"/>
              <a:t>Modifiez le style du titre</a:t>
            </a:r>
            <a:endParaRPr lang="fr-CA"/>
          </a:p>
        </p:txBody>
      </p:sp>
      <p:pic>
        <p:nvPicPr>
          <p:cNvPr id="2" name="Google Shape;424;p73">
            <a:extLst>
              <a:ext uri="{FF2B5EF4-FFF2-40B4-BE49-F238E27FC236}">
                <a16:creationId xmlns:a16="http://schemas.microsoft.com/office/drawing/2014/main" id="{5B747EB7-678F-540B-F07E-F9C1D4970BBA}"/>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3787589476"/>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_9">
    <p:bg>
      <p:bgRef idx="1001">
        <a:schemeClr val="bg2"/>
      </p:bgRef>
    </p:bg>
    <p:spTree>
      <p:nvGrpSpPr>
        <p:cNvPr id="1" name=""/>
        <p:cNvGrpSpPr/>
        <p:nvPr/>
      </p:nvGrpSpPr>
      <p:grpSpPr>
        <a:xfrm>
          <a:off x="0" y="0"/>
          <a:ext cx="0" cy="0"/>
          <a:chOff x="0" y="0"/>
          <a:chExt cx="0" cy="0"/>
        </a:xfrm>
      </p:grpSpPr>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flipH="1">
            <a:off x="201168" y="411480"/>
            <a:ext cx="7589520" cy="3328416"/>
          </a:xfrm>
        </p:spPr>
        <p:txBody>
          <a:bodyPr/>
          <a:lstStyle>
            <a:lvl1pPr marL="0" indent="0">
              <a:lnSpc>
                <a:spcPct val="85000"/>
              </a:lnSpc>
              <a:buNone/>
              <a:defRPr sz="10000" b="1" cap="all" baseline="0">
                <a:solidFill>
                  <a:schemeClr val="tx1"/>
                </a:solidFill>
                <a:latin typeface="+mj-lt"/>
              </a:defRPr>
            </a:lvl1pPr>
          </a:lstStyle>
          <a:p>
            <a:pPr lvl="0"/>
            <a:r>
              <a:rPr lang="fr-FR"/>
              <a:t>Modifiez le style du titre</a:t>
            </a:r>
            <a:endParaRPr lang="fr-CA"/>
          </a:p>
        </p:txBody>
      </p:sp>
      <p:pic>
        <p:nvPicPr>
          <p:cNvPr id="4" name="Google Shape;407;p71">
            <a:extLst>
              <a:ext uri="{FF2B5EF4-FFF2-40B4-BE49-F238E27FC236}">
                <a16:creationId xmlns:a16="http://schemas.microsoft.com/office/drawing/2014/main" id="{E723EBDE-027E-A0F7-DC87-54CE631491C3}"/>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417426007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_10">
    <p:bg>
      <p:bgPr>
        <a:solidFill>
          <a:schemeClr val="accent2"/>
        </a:solidFill>
        <a:effectLst/>
      </p:bgPr>
    </p:bg>
    <p:spTree>
      <p:nvGrpSpPr>
        <p:cNvPr id="1" name=""/>
        <p:cNvGrpSpPr/>
        <p:nvPr/>
      </p:nvGrpSpPr>
      <p:grpSpPr>
        <a:xfrm>
          <a:off x="0" y="0"/>
          <a:ext cx="0" cy="0"/>
          <a:chOff x="0" y="0"/>
          <a:chExt cx="0" cy="0"/>
        </a:xfrm>
      </p:grpSpPr>
      <p:sp>
        <p:nvSpPr>
          <p:cNvPr id="11" name="Espace réservé du numéro de diapositive 3">
            <a:extLst>
              <a:ext uri="{FF2B5EF4-FFF2-40B4-BE49-F238E27FC236}">
                <a16:creationId xmlns:a16="http://schemas.microsoft.com/office/drawing/2014/main" id="{B3F6C2F1-A13E-D303-1C26-2EF817ED54A1}"/>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5" name="Espace réservé du texte 4">
            <a:extLst>
              <a:ext uri="{FF2B5EF4-FFF2-40B4-BE49-F238E27FC236}">
                <a16:creationId xmlns:a16="http://schemas.microsoft.com/office/drawing/2014/main" id="{FCA93270-4D96-568F-28A0-E74ED2C6C3C8}"/>
              </a:ext>
            </a:extLst>
          </p:cNvPr>
          <p:cNvSpPr>
            <a:spLocks noGrp="1"/>
          </p:cNvSpPr>
          <p:nvPr>
            <p:ph type="body" sz="quarter" idx="13" hasCustomPrompt="1"/>
          </p:nvPr>
        </p:nvSpPr>
        <p:spPr>
          <a:xfrm>
            <a:off x="201168" y="411480"/>
            <a:ext cx="7589520" cy="3328416"/>
          </a:xfrm>
        </p:spPr>
        <p:txBody>
          <a:bodyPr/>
          <a:lstStyle>
            <a:lvl1pPr marL="0" indent="0">
              <a:lnSpc>
                <a:spcPct val="85000"/>
              </a:lnSpc>
              <a:buNone/>
              <a:defRPr sz="10000" b="1" cap="all" baseline="0">
                <a:solidFill>
                  <a:schemeClr val="tx1"/>
                </a:solidFill>
                <a:latin typeface="+mj-lt"/>
              </a:defRPr>
            </a:lvl1pPr>
          </a:lstStyle>
          <a:p>
            <a:pPr lvl="0"/>
            <a:r>
              <a:rPr lang="fr-FR"/>
              <a:t>Modifiez le style du titre</a:t>
            </a:r>
            <a:endParaRPr lang="fr-CA"/>
          </a:p>
        </p:txBody>
      </p:sp>
      <p:pic>
        <p:nvPicPr>
          <p:cNvPr id="4" name="Google Shape;407;p71">
            <a:extLst>
              <a:ext uri="{FF2B5EF4-FFF2-40B4-BE49-F238E27FC236}">
                <a16:creationId xmlns:a16="http://schemas.microsoft.com/office/drawing/2014/main" id="{E723EBDE-027E-A0F7-DC87-54CE631491C3}"/>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252078036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Sous-section_1">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hasCustomPrompt="1"/>
          </p:nvPr>
        </p:nvSpPr>
        <p:spPr>
          <a:xfrm>
            <a:off x="228600" y="247650"/>
            <a:ext cx="8686800" cy="1288842"/>
          </a:xfrm>
        </p:spPr>
        <p:txBody>
          <a:bodyPr/>
          <a:lstStyle>
            <a:lvl1pPr>
              <a:lnSpc>
                <a:spcPct val="80000"/>
              </a:lnSpc>
              <a:defRPr sz="5000"/>
            </a:lvl1pPr>
          </a:lstStyle>
          <a:p>
            <a:r>
              <a:rPr lang="fr-FR"/>
              <a:t>Modifiez le style</a:t>
            </a:r>
            <a:br>
              <a:rPr lang="fr-FR"/>
            </a:br>
            <a:r>
              <a:rPr lang="fr-FR"/>
              <a:t>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2152650"/>
            <a:ext cx="8686800" cy="2480073"/>
          </a:xfrm>
        </p:spPr>
        <p:txBody>
          <a:bodyPr/>
          <a:lstStyle>
            <a:lvl1pPr marL="630238" indent="-630238">
              <a:lnSpc>
                <a:spcPct val="80000"/>
              </a:lnSpc>
              <a:defRPr sz="5000"/>
            </a:lvl1pPr>
            <a:lvl2pPr marL="288925" indent="0">
              <a:buNone/>
              <a:defRPr/>
            </a:lvl2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7" name="Google Shape;424;p73">
            <a:extLst>
              <a:ext uri="{FF2B5EF4-FFF2-40B4-BE49-F238E27FC236}">
                <a16:creationId xmlns:a16="http://schemas.microsoft.com/office/drawing/2014/main" id="{E70F0A67-4A87-5166-582A-DD0C74531048}"/>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3022343486"/>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ous-section_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hasCustomPrompt="1"/>
          </p:nvPr>
        </p:nvSpPr>
        <p:spPr>
          <a:xfrm>
            <a:off x="228600" y="247650"/>
            <a:ext cx="8686800" cy="1288842"/>
          </a:xfrm>
        </p:spPr>
        <p:txBody>
          <a:bodyPr/>
          <a:lstStyle>
            <a:lvl1pPr>
              <a:lnSpc>
                <a:spcPct val="80000"/>
              </a:lnSpc>
              <a:defRPr sz="5000"/>
            </a:lvl1pPr>
          </a:lstStyle>
          <a:p>
            <a:r>
              <a:rPr lang="fr-FR"/>
              <a:t>Modifiez le style</a:t>
            </a:r>
            <a:br>
              <a:rPr lang="fr-FR"/>
            </a:br>
            <a:r>
              <a:rPr lang="fr-FR"/>
              <a:t>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2152650"/>
            <a:ext cx="8686800" cy="2480073"/>
          </a:xfrm>
        </p:spPr>
        <p:txBody>
          <a:bodyPr/>
          <a:lstStyle>
            <a:lvl1pPr marL="630238" indent="-630238">
              <a:lnSpc>
                <a:spcPct val="80000"/>
              </a:lnSpc>
              <a:defRPr sz="5000"/>
            </a:lvl1pPr>
            <a:lvl2pPr marL="288925" indent="0">
              <a:buNone/>
              <a:defRPr/>
            </a:lvl2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7" name="Google Shape;424;p73">
            <a:extLst>
              <a:ext uri="{FF2B5EF4-FFF2-40B4-BE49-F238E27FC236}">
                <a16:creationId xmlns:a16="http://schemas.microsoft.com/office/drawing/2014/main" id="{E70F0A67-4A87-5166-582A-DD0C74531048}"/>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279327538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ous-section_3">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hasCustomPrompt="1"/>
          </p:nvPr>
        </p:nvSpPr>
        <p:spPr>
          <a:xfrm>
            <a:off x="228600" y="247650"/>
            <a:ext cx="4238625" cy="4149900"/>
          </a:xfrm>
        </p:spPr>
        <p:txBody>
          <a:bodyPr/>
          <a:lstStyle>
            <a:lvl1pPr>
              <a:lnSpc>
                <a:spcPct val="80000"/>
              </a:lnSpc>
              <a:defRPr sz="5000">
                <a:solidFill>
                  <a:schemeClr val="bg1"/>
                </a:solidFill>
              </a:defRPr>
            </a:lvl1pPr>
          </a:lstStyle>
          <a:p>
            <a:r>
              <a:rPr lang="fr-FR"/>
              <a:t>Modifiez le style</a:t>
            </a:r>
            <a:br>
              <a:rPr lang="fr-FR"/>
            </a:br>
            <a:r>
              <a:rPr lang="fr-FR"/>
              <a:t>du titre</a:t>
            </a:r>
            <a:endParaRPr lang="fr-CA"/>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lvl1pPr>
              <a:defRPr>
                <a:solidFill>
                  <a:schemeClr val="bg1"/>
                </a:solidFill>
              </a:defRPr>
            </a:lvl1pPr>
          </a:lstStyle>
          <a:p>
            <a:fld id="{92CFF269-2187-469B-861B-426AF96A1473}" type="slidenum">
              <a:rPr lang="fr-CA" smtClean="0"/>
              <a:pPr/>
              <a:t>‹#›</a:t>
            </a:fld>
            <a:endParaRPr lang="fr-CA"/>
          </a:p>
        </p:txBody>
      </p:sp>
      <p:pic>
        <p:nvPicPr>
          <p:cNvPr id="4" name="Google Shape;407;p71">
            <a:extLst>
              <a:ext uri="{FF2B5EF4-FFF2-40B4-BE49-F238E27FC236}">
                <a16:creationId xmlns:a16="http://schemas.microsoft.com/office/drawing/2014/main" id="{777FB7B5-4E3F-C8AF-0954-F078C7BC286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11" name="Espace réservé pour une image  10">
            <a:extLst>
              <a:ext uri="{FF2B5EF4-FFF2-40B4-BE49-F238E27FC236}">
                <a16:creationId xmlns:a16="http://schemas.microsoft.com/office/drawing/2014/main" id="{F9C69B95-405D-9B5F-6136-F1FDBDABA8AD}"/>
              </a:ext>
            </a:extLst>
          </p:cNvPr>
          <p:cNvSpPr>
            <a:spLocks noGrp="1"/>
          </p:cNvSpPr>
          <p:nvPr>
            <p:ph type="pic" sz="quarter" idx="13"/>
          </p:nvPr>
        </p:nvSpPr>
        <p:spPr>
          <a:xfrm>
            <a:off x="4695825" y="247650"/>
            <a:ext cx="4219575" cy="4149725"/>
          </a:xfrm>
          <a:custGeom>
            <a:avLst/>
            <a:gdLst>
              <a:gd name="connsiteX0" fmla="*/ 0 w 4219575"/>
              <a:gd name="connsiteY0" fmla="*/ 0 h 4149725"/>
              <a:gd name="connsiteX1" fmla="*/ 3763708 w 4219575"/>
              <a:gd name="connsiteY1" fmla="*/ 0 h 4149725"/>
              <a:gd name="connsiteX2" fmla="*/ 4219575 w 4219575"/>
              <a:gd name="connsiteY2" fmla="*/ 455867 h 4149725"/>
              <a:gd name="connsiteX3" fmla="*/ 4219575 w 4219575"/>
              <a:gd name="connsiteY3" fmla="*/ 4149725 h 4149725"/>
              <a:gd name="connsiteX4" fmla="*/ 0 w 4219575"/>
              <a:gd name="connsiteY4" fmla="*/ 4149725 h 414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575" h="4149725">
                <a:moveTo>
                  <a:pt x="0" y="0"/>
                </a:moveTo>
                <a:lnTo>
                  <a:pt x="3763708" y="0"/>
                </a:lnTo>
                <a:cubicBezTo>
                  <a:pt x="4015476" y="0"/>
                  <a:pt x="4219575" y="204099"/>
                  <a:pt x="4219575" y="455867"/>
                </a:cubicBezTo>
                <a:lnTo>
                  <a:pt x="4219575" y="4149725"/>
                </a:lnTo>
                <a:lnTo>
                  <a:pt x="0" y="4149725"/>
                </a:lnTo>
                <a:close/>
              </a:path>
            </a:pathLst>
          </a:custGeom>
          <a:solidFill>
            <a:srgbClr val="F2F2F2">
              <a:alpha val="20000"/>
            </a:srgbClr>
          </a:solidFill>
        </p:spPr>
        <p:txBody>
          <a:bodyPr wrap="square">
            <a:noAutofit/>
          </a:bodyPr>
          <a:lstStyle/>
          <a:p>
            <a:r>
              <a:rPr lang="fr-FR"/>
              <a:t>Cliquez sur l'icône pour ajouter une image</a:t>
            </a:r>
            <a:endParaRPr lang="fr-CA"/>
          </a:p>
        </p:txBody>
      </p:sp>
    </p:spTree>
    <p:extLst>
      <p:ext uri="{BB962C8B-B14F-4D97-AF65-F5344CB8AC3E}">
        <p14:creationId xmlns:p14="http://schemas.microsoft.com/office/powerpoint/2010/main" val="2524153006"/>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ous-section_4">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hasCustomPrompt="1"/>
          </p:nvPr>
        </p:nvSpPr>
        <p:spPr>
          <a:xfrm>
            <a:off x="228600" y="247650"/>
            <a:ext cx="4238625" cy="4149900"/>
          </a:xfrm>
        </p:spPr>
        <p:txBody>
          <a:bodyPr/>
          <a:lstStyle>
            <a:lvl1pPr>
              <a:lnSpc>
                <a:spcPct val="80000"/>
              </a:lnSpc>
              <a:defRPr sz="5000">
                <a:solidFill>
                  <a:schemeClr val="tx1"/>
                </a:solidFill>
              </a:defRPr>
            </a:lvl1pPr>
          </a:lstStyle>
          <a:p>
            <a:r>
              <a:rPr lang="fr-FR"/>
              <a:t>Modifiez le style</a:t>
            </a:r>
            <a:br>
              <a:rPr lang="fr-FR"/>
            </a:br>
            <a:r>
              <a:rPr lang="fr-FR"/>
              <a:t>du titre</a:t>
            </a:r>
            <a:endParaRPr lang="fr-CA"/>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lvl1pPr>
              <a:defRPr>
                <a:solidFill>
                  <a:schemeClr val="tx1"/>
                </a:solidFill>
              </a:defRPr>
            </a:lvl1pPr>
          </a:lstStyle>
          <a:p>
            <a:fld id="{92CFF269-2187-469B-861B-426AF96A1473}" type="slidenum">
              <a:rPr lang="fr-CA" smtClean="0"/>
              <a:pPr/>
              <a:t>‹#›</a:t>
            </a:fld>
            <a:endParaRPr lang="fr-CA"/>
          </a:p>
        </p:txBody>
      </p:sp>
      <p:pic>
        <p:nvPicPr>
          <p:cNvPr id="4" name="Google Shape;407;p71">
            <a:extLst>
              <a:ext uri="{FF2B5EF4-FFF2-40B4-BE49-F238E27FC236}">
                <a16:creationId xmlns:a16="http://schemas.microsoft.com/office/drawing/2014/main" id="{777FB7B5-4E3F-C8AF-0954-F078C7BC286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11" name="Espace réservé pour une image  10">
            <a:extLst>
              <a:ext uri="{FF2B5EF4-FFF2-40B4-BE49-F238E27FC236}">
                <a16:creationId xmlns:a16="http://schemas.microsoft.com/office/drawing/2014/main" id="{F9C69B95-405D-9B5F-6136-F1FDBDABA8AD}"/>
              </a:ext>
            </a:extLst>
          </p:cNvPr>
          <p:cNvSpPr>
            <a:spLocks noGrp="1"/>
          </p:cNvSpPr>
          <p:nvPr>
            <p:ph type="pic" sz="quarter" idx="13"/>
          </p:nvPr>
        </p:nvSpPr>
        <p:spPr>
          <a:xfrm>
            <a:off x="4695825" y="247650"/>
            <a:ext cx="4219575" cy="4149725"/>
          </a:xfrm>
          <a:custGeom>
            <a:avLst/>
            <a:gdLst>
              <a:gd name="connsiteX0" fmla="*/ 0 w 4219575"/>
              <a:gd name="connsiteY0" fmla="*/ 0 h 4149725"/>
              <a:gd name="connsiteX1" fmla="*/ 3763708 w 4219575"/>
              <a:gd name="connsiteY1" fmla="*/ 0 h 4149725"/>
              <a:gd name="connsiteX2" fmla="*/ 4219575 w 4219575"/>
              <a:gd name="connsiteY2" fmla="*/ 455867 h 4149725"/>
              <a:gd name="connsiteX3" fmla="*/ 4219575 w 4219575"/>
              <a:gd name="connsiteY3" fmla="*/ 4149725 h 4149725"/>
              <a:gd name="connsiteX4" fmla="*/ 0 w 4219575"/>
              <a:gd name="connsiteY4" fmla="*/ 4149725 h 414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575" h="4149725">
                <a:moveTo>
                  <a:pt x="0" y="0"/>
                </a:moveTo>
                <a:lnTo>
                  <a:pt x="3763708" y="0"/>
                </a:lnTo>
                <a:cubicBezTo>
                  <a:pt x="4015476" y="0"/>
                  <a:pt x="4219575" y="204099"/>
                  <a:pt x="4219575" y="455867"/>
                </a:cubicBezTo>
                <a:lnTo>
                  <a:pt x="4219575" y="4149725"/>
                </a:lnTo>
                <a:lnTo>
                  <a:pt x="0" y="4149725"/>
                </a:lnTo>
                <a:close/>
              </a:path>
            </a:pathLst>
          </a:custGeom>
          <a:solidFill>
            <a:srgbClr val="F2F2F2">
              <a:alpha val="20000"/>
            </a:srgbClr>
          </a:solidFill>
        </p:spPr>
        <p:txBody>
          <a:bodyPr wrap="square">
            <a:noAutofit/>
          </a:bodyPr>
          <a:lstStyle/>
          <a:p>
            <a:r>
              <a:rPr lang="fr-FR"/>
              <a:t>Cliquez sur l'icône pour ajouter une image</a:t>
            </a:r>
            <a:endParaRPr lang="fr-CA"/>
          </a:p>
        </p:txBody>
      </p:sp>
    </p:spTree>
    <p:extLst>
      <p:ext uri="{BB962C8B-B14F-4D97-AF65-F5344CB8AC3E}">
        <p14:creationId xmlns:p14="http://schemas.microsoft.com/office/powerpoint/2010/main" val="316818778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exte_puc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6629400"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hasCustomPrompt="1"/>
          </p:nvPr>
        </p:nvSpPr>
        <p:spPr>
          <a:xfrm>
            <a:off x="228600" y="1314450"/>
            <a:ext cx="6629400" cy="3318273"/>
          </a:xfrm>
        </p:spPr>
        <p:txBody>
          <a:bodyPr/>
          <a:lstStyle>
            <a:lvl1pPr marL="576072" indent="-402336">
              <a:spcBef>
                <a:spcPts val="0"/>
              </a:spcBef>
              <a:spcAft>
                <a:spcPts val="2200"/>
              </a:spcAft>
              <a:buFont typeface="DM Sans Light" pitchFamily="2" charset="0"/>
              <a:buChar char="→"/>
              <a:defRPr sz="2200"/>
            </a:lvl1pPr>
            <a:lvl2pPr marL="1028700" indent="-342900">
              <a:spcBef>
                <a:spcPts val="0"/>
              </a:spcBef>
              <a:spcAft>
                <a:spcPts val="1600"/>
              </a:spcAft>
              <a:buFont typeface="Avenir" panose="020B0503020203020204" pitchFamily="34" charset="0"/>
              <a:buChar char="•"/>
              <a:defRPr sz="1600"/>
            </a:lvl2pPr>
            <a:lvl3pPr marL="1371600" indent="-347472">
              <a:spcBef>
                <a:spcPts val="0"/>
              </a:spcBef>
              <a:spcAft>
                <a:spcPts val="1600"/>
              </a:spcAft>
              <a:buFont typeface="Symbol" panose="05050102010706020507" pitchFamily="18" charset="2"/>
              <a:buChar char="-"/>
              <a:defRPr/>
            </a:lvl3pPr>
            <a:lvl5pPr marL="1028700" indent="0">
              <a:buNone/>
              <a:defRPr/>
            </a:lvl5pPr>
          </a:lstStyle>
          <a:p>
            <a:pPr lvl="0"/>
            <a:r>
              <a:rPr lang="fr-FR"/>
              <a:t>Niveau 1</a:t>
            </a:r>
          </a:p>
          <a:p>
            <a:pPr lvl="1"/>
            <a:r>
              <a:rPr lang="fr-FR"/>
              <a:t>Niveau 2</a:t>
            </a:r>
          </a:p>
          <a:p>
            <a:pPr lvl="2"/>
            <a:r>
              <a:rPr lang="fr-FR"/>
              <a:t>Niveau 3</a:t>
            </a:r>
          </a:p>
          <a:p>
            <a:pPr lvl="0"/>
            <a:endParaRPr lang="fr-F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2A27B054-AA4E-8ACE-902F-1AB06E72D0CA}"/>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38438423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1_Texte_liste_numérot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6629400"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1314450"/>
            <a:ext cx="6629400" cy="3318273"/>
          </a:xfrm>
        </p:spPr>
        <p:txBody>
          <a:bodyPr/>
          <a:lstStyle>
            <a:lvl1pPr marL="571500" indent="-400050">
              <a:spcBef>
                <a:spcPts val="0"/>
              </a:spcBef>
              <a:spcAft>
                <a:spcPts val="2200"/>
              </a:spcAft>
              <a:buFont typeface="+mj-lt"/>
              <a:buAutoNum type="arabicPeriod"/>
              <a:defRPr sz="2200"/>
            </a:lvl1pPr>
            <a:lvl2pPr marL="1028700" indent="-342900">
              <a:spcBef>
                <a:spcPts val="0"/>
              </a:spcBef>
              <a:spcAft>
                <a:spcPts val="1600"/>
              </a:spcAft>
              <a:buNone/>
              <a:defRPr sz="1600"/>
            </a:lvl2pPr>
          </a:lstStyle>
          <a:p>
            <a:pPr lvl="0"/>
            <a:r>
              <a:rPr lang="fr-FR"/>
              <a:t>Cliquez pour modifier les styles du texte du masque</a:t>
            </a:r>
          </a:p>
          <a:p>
            <a:pPr lvl="1"/>
            <a:r>
              <a:rPr lang="fr-FR"/>
              <a:t>Deuxième niveau</a:t>
            </a:r>
          </a:p>
          <a:p>
            <a:pPr lvl="2"/>
            <a:r>
              <a:rPr lang="fr-FR"/>
              <a:t>Troisième niveau</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2A27B054-AA4E-8ACE-902F-1AB06E72D0CA}"/>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13299272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exte_liste_alphabétiqu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6629400"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1314450"/>
            <a:ext cx="6629400" cy="3318273"/>
          </a:xfrm>
        </p:spPr>
        <p:txBody>
          <a:bodyPr/>
          <a:lstStyle>
            <a:lvl1pPr marL="571500" indent="-400050">
              <a:spcBef>
                <a:spcPts val="0"/>
              </a:spcBef>
              <a:spcAft>
                <a:spcPts val="2200"/>
              </a:spcAft>
              <a:buFont typeface="+mj-lt"/>
              <a:buAutoNum type="alphaUcPeriod"/>
              <a:defRPr sz="2200"/>
            </a:lvl1pPr>
            <a:lvl2pPr marL="1028700" indent="-342900">
              <a:spcBef>
                <a:spcPts val="0"/>
              </a:spcBef>
              <a:spcAft>
                <a:spcPts val="1600"/>
              </a:spcAft>
              <a:buFont typeface="+mj-lt"/>
              <a:buAutoNum type="alphaLcPeriod"/>
              <a:defRPr sz="1600"/>
            </a:lvl2pPr>
          </a:lstStyle>
          <a:p>
            <a:pPr lvl="0"/>
            <a:r>
              <a:rPr lang="fr-FR"/>
              <a:t>Cliquez pour modifier les styles du texte du masque</a:t>
            </a:r>
          </a:p>
          <a:p>
            <a:pPr lvl="1"/>
            <a:r>
              <a:rPr lang="fr-FR"/>
              <a:t>Deuxième niveau</a:t>
            </a:r>
          </a:p>
          <a:p>
            <a:pPr lvl="2"/>
            <a:r>
              <a:rPr lang="fr-FR"/>
              <a:t>Troisième niveau</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2A27B054-AA4E-8ACE-902F-1AB06E72D0CA}"/>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8442077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exte_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7962900"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1085850"/>
            <a:ext cx="7962900" cy="3546873"/>
          </a:xfrm>
        </p:spPr>
        <p:txBody>
          <a:bodyPr/>
          <a:lstStyle>
            <a:lvl1pPr marL="0" indent="0">
              <a:buNone/>
              <a:defRPr sz="3800"/>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2A27B054-AA4E-8ACE-902F-1AB06E72D0CA}"/>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15463500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e_2">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3810000"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933450"/>
            <a:ext cx="3810000" cy="3707700"/>
          </a:xfrm>
        </p:spPr>
        <p:txBody>
          <a:bodyPr rIns="91440" anchor="ctr" anchorCtr="0"/>
          <a:lstStyle>
            <a:lvl1pPr marL="0" indent="0">
              <a:buNone/>
              <a:defRPr sz="1900"/>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4" name="Google Shape;424;p73">
            <a:extLst>
              <a:ext uri="{FF2B5EF4-FFF2-40B4-BE49-F238E27FC236}">
                <a16:creationId xmlns:a16="http://schemas.microsoft.com/office/drawing/2014/main" id="{206B908F-59FB-397F-3BF2-D736972C4784}"/>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11" name="Espace réservé pour une image  10">
            <a:extLst>
              <a:ext uri="{FF2B5EF4-FFF2-40B4-BE49-F238E27FC236}">
                <a16:creationId xmlns:a16="http://schemas.microsoft.com/office/drawing/2014/main" id="{F3B432C8-D744-ED9D-49B5-B28233E8FF32}"/>
              </a:ext>
            </a:extLst>
          </p:cNvPr>
          <p:cNvSpPr>
            <a:spLocks noGrp="1"/>
          </p:cNvSpPr>
          <p:nvPr>
            <p:ph type="pic" sz="quarter" idx="13"/>
          </p:nvPr>
        </p:nvSpPr>
        <p:spPr>
          <a:xfrm>
            <a:off x="4875213" y="247650"/>
            <a:ext cx="4040187" cy="4393500"/>
          </a:xfrm>
          <a:custGeom>
            <a:avLst/>
            <a:gdLst>
              <a:gd name="connsiteX0" fmla="*/ 0 w 4040187"/>
              <a:gd name="connsiteY0" fmla="*/ 0 h 4393500"/>
              <a:gd name="connsiteX1" fmla="*/ 3536834 w 4040187"/>
              <a:gd name="connsiteY1" fmla="*/ 0 h 4393500"/>
              <a:gd name="connsiteX2" fmla="*/ 4040187 w 4040187"/>
              <a:gd name="connsiteY2" fmla="*/ 503353 h 4393500"/>
              <a:gd name="connsiteX3" fmla="*/ 4040187 w 4040187"/>
              <a:gd name="connsiteY3" fmla="*/ 4393500 h 4393500"/>
              <a:gd name="connsiteX4" fmla="*/ 0 w 4040187"/>
              <a:gd name="connsiteY4" fmla="*/ 4393500 h 439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87" h="4393500">
                <a:moveTo>
                  <a:pt x="0" y="0"/>
                </a:moveTo>
                <a:lnTo>
                  <a:pt x="3536834" y="0"/>
                </a:lnTo>
                <a:cubicBezTo>
                  <a:pt x="3814828" y="0"/>
                  <a:pt x="4040187" y="225359"/>
                  <a:pt x="4040187" y="503353"/>
                </a:cubicBezTo>
                <a:lnTo>
                  <a:pt x="4040187" y="4393500"/>
                </a:lnTo>
                <a:lnTo>
                  <a:pt x="0" y="4393500"/>
                </a:lnTo>
                <a:close/>
              </a:path>
            </a:pathLst>
          </a:custGeom>
          <a:solidFill>
            <a:srgbClr val="F2F2F2">
              <a:alpha val="20000"/>
            </a:srgbClr>
          </a:solidFill>
        </p:spPr>
        <p:txBody>
          <a:bodyPr wrap="square">
            <a:noAutofit/>
          </a:bodyPr>
          <a:lstStyle/>
          <a:p>
            <a:r>
              <a:rPr lang="fr-FR"/>
              <a:t>Cliquez sur l'icône pour ajouter une image</a:t>
            </a:r>
            <a:endParaRPr lang="fr-CA"/>
          </a:p>
        </p:txBody>
      </p:sp>
    </p:spTree>
    <p:extLst>
      <p:ext uri="{BB962C8B-B14F-4D97-AF65-F5344CB8AC3E}">
        <p14:creationId xmlns:p14="http://schemas.microsoft.com/office/powerpoint/2010/main" val="226518278"/>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e_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3810000" cy="514350"/>
          </a:xfrm>
        </p:spPr>
        <p:txBody>
          <a:bodyPr/>
          <a:lstStyle/>
          <a:p>
            <a:r>
              <a:rPr lang="fr-FR"/>
              <a:t>Modifiez le style du titre</a:t>
            </a:r>
            <a:endParaRPr lang="fr-CA"/>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4" name="Google Shape;424;p73">
            <a:extLst>
              <a:ext uri="{FF2B5EF4-FFF2-40B4-BE49-F238E27FC236}">
                <a16:creationId xmlns:a16="http://schemas.microsoft.com/office/drawing/2014/main" id="{206B908F-59FB-397F-3BF2-D736972C4784}"/>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11" name="Espace réservé pour une image  10">
            <a:extLst>
              <a:ext uri="{FF2B5EF4-FFF2-40B4-BE49-F238E27FC236}">
                <a16:creationId xmlns:a16="http://schemas.microsoft.com/office/drawing/2014/main" id="{F3B432C8-D744-ED9D-49B5-B28233E8FF32}"/>
              </a:ext>
            </a:extLst>
          </p:cNvPr>
          <p:cNvSpPr>
            <a:spLocks noGrp="1"/>
          </p:cNvSpPr>
          <p:nvPr>
            <p:ph type="pic" sz="quarter" idx="13"/>
          </p:nvPr>
        </p:nvSpPr>
        <p:spPr>
          <a:xfrm>
            <a:off x="4875213" y="247650"/>
            <a:ext cx="4040187" cy="4393500"/>
          </a:xfrm>
          <a:custGeom>
            <a:avLst/>
            <a:gdLst>
              <a:gd name="connsiteX0" fmla="*/ 0 w 4040187"/>
              <a:gd name="connsiteY0" fmla="*/ 0 h 4393500"/>
              <a:gd name="connsiteX1" fmla="*/ 3536834 w 4040187"/>
              <a:gd name="connsiteY1" fmla="*/ 0 h 4393500"/>
              <a:gd name="connsiteX2" fmla="*/ 4040187 w 4040187"/>
              <a:gd name="connsiteY2" fmla="*/ 503353 h 4393500"/>
              <a:gd name="connsiteX3" fmla="*/ 4040187 w 4040187"/>
              <a:gd name="connsiteY3" fmla="*/ 4393500 h 4393500"/>
              <a:gd name="connsiteX4" fmla="*/ 0 w 4040187"/>
              <a:gd name="connsiteY4" fmla="*/ 4393500 h 439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87" h="4393500">
                <a:moveTo>
                  <a:pt x="0" y="0"/>
                </a:moveTo>
                <a:lnTo>
                  <a:pt x="3536834" y="0"/>
                </a:lnTo>
                <a:cubicBezTo>
                  <a:pt x="3814828" y="0"/>
                  <a:pt x="4040187" y="225359"/>
                  <a:pt x="4040187" y="503353"/>
                </a:cubicBezTo>
                <a:lnTo>
                  <a:pt x="4040187" y="4393500"/>
                </a:lnTo>
                <a:lnTo>
                  <a:pt x="0" y="4393500"/>
                </a:lnTo>
                <a:close/>
              </a:path>
            </a:pathLst>
          </a:custGeom>
          <a:solidFill>
            <a:srgbClr val="F2F2F2">
              <a:alpha val="20000"/>
            </a:srgbClr>
          </a:solidFill>
        </p:spPr>
        <p:txBody>
          <a:bodyPr wrap="square">
            <a:noAutofit/>
          </a:bodyPr>
          <a:lstStyle/>
          <a:p>
            <a:r>
              <a:rPr lang="fr-FR"/>
              <a:t>Cliquez sur l'icône pour ajouter une image</a:t>
            </a:r>
            <a:endParaRPr lang="fr-CA"/>
          </a:p>
        </p:txBody>
      </p:sp>
      <p:sp>
        <p:nvSpPr>
          <p:cNvPr id="5" name="Espace réservé du contenu 2">
            <a:extLst>
              <a:ext uri="{FF2B5EF4-FFF2-40B4-BE49-F238E27FC236}">
                <a16:creationId xmlns:a16="http://schemas.microsoft.com/office/drawing/2014/main" id="{4634DDF5-15E3-6CE8-4F91-34904F2D7938}"/>
              </a:ext>
            </a:extLst>
          </p:cNvPr>
          <p:cNvSpPr>
            <a:spLocks noGrp="1"/>
          </p:cNvSpPr>
          <p:nvPr>
            <p:ph idx="1"/>
          </p:nvPr>
        </p:nvSpPr>
        <p:spPr>
          <a:xfrm>
            <a:off x="228600" y="933450"/>
            <a:ext cx="3810000" cy="3707700"/>
          </a:xfrm>
        </p:spPr>
        <p:txBody>
          <a:bodyPr rIns="91440" anchor="ctr" anchorCtr="0"/>
          <a:lstStyle>
            <a:lvl1pPr marL="0" indent="0">
              <a:buNone/>
              <a:defRPr sz="1900"/>
            </a:lvl1pPr>
          </a:lstStyle>
          <a:p>
            <a:pPr lvl="0"/>
            <a:r>
              <a:rPr lang="fr-FR"/>
              <a:t>Cliquez pour modifier les styles du texte du masque</a:t>
            </a:r>
          </a:p>
        </p:txBody>
      </p:sp>
    </p:spTree>
    <p:extLst>
      <p:ext uri="{BB962C8B-B14F-4D97-AF65-F5344CB8AC3E}">
        <p14:creationId xmlns:p14="http://schemas.microsoft.com/office/powerpoint/2010/main" val="72060203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e_4">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3810000" cy="514350"/>
          </a:xfrm>
        </p:spPr>
        <p:txBody>
          <a:bodyPr/>
          <a:lstStyle/>
          <a:p>
            <a:r>
              <a:rPr lang="fr-FR"/>
              <a:t>Modifiez le style du titre</a:t>
            </a:r>
            <a:endParaRPr lang="fr-CA"/>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sp>
        <p:nvSpPr>
          <p:cNvPr id="11" name="Espace réservé pour une image  10">
            <a:extLst>
              <a:ext uri="{FF2B5EF4-FFF2-40B4-BE49-F238E27FC236}">
                <a16:creationId xmlns:a16="http://schemas.microsoft.com/office/drawing/2014/main" id="{F3B432C8-D744-ED9D-49B5-B28233E8FF32}"/>
              </a:ext>
            </a:extLst>
          </p:cNvPr>
          <p:cNvSpPr>
            <a:spLocks noGrp="1"/>
          </p:cNvSpPr>
          <p:nvPr>
            <p:ph type="pic" sz="quarter" idx="13"/>
          </p:nvPr>
        </p:nvSpPr>
        <p:spPr>
          <a:xfrm>
            <a:off x="4875213" y="247650"/>
            <a:ext cx="4040187" cy="4393500"/>
          </a:xfrm>
          <a:custGeom>
            <a:avLst/>
            <a:gdLst>
              <a:gd name="connsiteX0" fmla="*/ 0 w 4040187"/>
              <a:gd name="connsiteY0" fmla="*/ 0 h 4393500"/>
              <a:gd name="connsiteX1" fmla="*/ 3536834 w 4040187"/>
              <a:gd name="connsiteY1" fmla="*/ 0 h 4393500"/>
              <a:gd name="connsiteX2" fmla="*/ 4040187 w 4040187"/>
              <a:gd name="connsiteY2" fmla="*/ 503353 h 4393500"/>
              <a:gd name="connsiteX3" fmla="*/ 4040187 w 4040187"/>
              <a:gd name="connsiteY3" fmla="*/ 4393500 h 4393500"/>
              <a:gd name="connsiteX4" fmla="*/ 0 w 4040187"/>
              <a:gd name="connsiteY4" fmla="*/ 4393500 h 439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87" h="4393500">
                <a:moveTo>
                  <a:pt x="0" y="0"/>
                </a:moveTo>
                <a:lnTo>
                  <a:pt x="3536834" y="0"/>
                </a:lnTo>
                <a:cubicBezTo>
                  <a:pt x="3814828" y="0"/>
                  <a:pt x="4040187" y="225359"/>
                  <a:pt x="4040187" y="503353"/>
                </a:cubicBezTo>
                <a:lnTo>
                  <a:pt x="4040187" y="4393500"/>
                </a:lnTo>
                <a:lnTo>
                  <a:pt x="0" y="4393500"/>
                </a:lnTo>
                <a:close/>
              </a:path>
            </a:pathLst>
          </a:custGeom>
          <a:solidFill>
            <a:srgbClr val="F2F2F2">
              <a:alpha val="20000"/>
            </a:srgbClr>
          </a:solidFill>
        </p:spPr>
        <p:txBody>
          <a:bodyPr wrap="square">
            <a:noAutofit/>
          </a:bodyPr>
          <a:lstStyle/>
          <a:p>
            <a:r>
              <a:rPr lang="fr-FR"/>
              <a:t>Cliquez sur l'icône pour ajouter une image</a:t>
            </a:r>
            <a:endParaRPr lang="fr-CA"/>
          </a:p>
        </p:txBody>
      </p:sp>
      <p:pic>
        <p:nvPicPr>
          <p:cNvPr id="5" name="Google Shape;407;p71">
            <a:extLst>
              <a:ext uri="{FF2B5EF4-FFF2-40B4-BE49-F238E27FC236}">
                <a16:creationId xmlns:a16="http://schemas.microsoft.com/office/drawing/2014/main" id="{06267095-CCE8-49FC-026A-091227E042F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4" name="Espace réservé du contenu 2">
            <a:extLst>
              <a:ext uri="{FF2B5EF4-FFF2-40B4-BE49-F238E27FC236}">
                <a16:creationId xmlns:a16="http://schemas.microsoft.com/office/drawing/2014/main" id="{84156ED3-5669-9155-D8A1-981939C41855}"/>
              </a:ext>
            </a:extLst>
          </p:cNvPr>
          <p:cNvSpPr>
            <a:spLocks noGrp="1"/>
          </p:cNvSpPr>
          <p:nvPr>
            <p:ph idx="1"/>
          </p:nvPr>
        </p:nvSpPr>
        <p:spPr>
          <a:xfrm>
            <a:off x="228600" y="933450"/>
            <a:ext cx="3810000" cy="3707700"/>
          </a:xfrm>
        </p:spPr>
        <p:txBody>
          <a:bodyPr rIns="91440" anchor="ctr" anchorCtr="0"/>
          <a:lstStyle>
            <a:lvl1pPr marL="0" indent="0">
              <a:buNone/>
              <a:defRPr sz="1900"/>
            </a:lvl1pPr>
          </a:lstStyle>
          <a:p>
            <a:pPr lvl="0"/>
            <a:r>
              <a:rPr lang="fr-FR"/>
              <a:t>Cliquez pour modifier les styles du texte du masque</a:t>
            </a:r>
          </a:p>
        </p:txBody>
      </p:sp>
    </p:spTree>
    <p:extLst>
      <p:ext uri="{BB962C8B-B14F-4D97-AF65-F5344CB8AC3E}">
        <p14:creationId xmlns:p14="http://schemas.microsoft.com/office/powerpoint/2010/main" val="49102818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e_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600" y="247650"/>
            <a:ext cx="3810000" cy="514350"/>
          </a:xfrm>
        </p:spPr>
        <p:txBody>
          <a:bodyPr/>
          <a:lstStyle/>
          <a:p>
            <a:r>
              <a:rPr lang="fr-FR"/>
              <a:t>Modifiez le style du titre</a:t>
            </a:r>
            <a:endParaRPr lang="fr-CA"/>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sp>
        <p:nvSpPr>
          <p:cNvPr id="11" name="Espace réservé pour une image  10">
            <a:extLst>
              <a:ext uri="{FF2B5EF4-FFF2-40B4-BE49-F238E27FC236}">
                <a16:creationId xmlns:a16="http://schemas.microsoft.com/office/drawing/2014/main" id="{F3B432C8-D744-ED9D-49B5-B28233E8FF32}"/>
              </a:ext>
            </a:extLst>
          </p:cNvPr>
          <p:cNvSpPr>
            <a:spLocks noGrp="1"/>
          </p:cNvSpPr>
          <p:nvPr>
            <p:ph type="pic" sz="quarter" idx="13"/>
          </p:nvPr>
        </p:nvSpPr>
        <p:spPr>
          <a:xfrm>
            <a:off x="4875213" y="247650"/>
            <a:ext cx="4040187" cy="4393500"/>
          </a:xfrm>
          <a:custGeom>
            <a:avLst/>
            <a:gdLst>
              <a:gd name="connsiteX0" fmla="*/ 0 w 4040187"/>
              <a:gd name="connsiteY0" fmla="*/ 0 h 4393500"/>
              <a:gd name="connsiteX1" fmla="*/ 3536834 w 4040187"/>
              <a:gd name="connsiteY1" fmla="*/ 0 h 4393500"/>
              <a:gd name="connsiteX2" fmla="*/ 4040187 w 4040187"/>
              <a:gd name="connsiteY2" fmla="*/ 503353 h 4393500"/>
              <a:gd name="connsiteX3" fmla="*/ 4040187 w 4040187"/>
              <a:gd name="connsiteY3" fmla="*/ 4393500 h 4393500"/>
              <a:gd name="connsiteX4" fmla="*/ 0 w 4040187"/>
              <a:gd name="connsiteY4" fmla="*/ 4393500 h 439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87" h="4393500">
                <a:moveTo>
                  <a:pt x="0" y="0"/>
                </a:moveTo>
                <a:lnTo>
                  <a:pt x="3536834" y="0"/>
                </a:lnTo>
                <a:cubicBezTo>
                  <a:pt x="3814828" y="0"/>
                  <a:pt x="4040187" y="225359"/>
                  <a:pt x="4040187" y="503353"/>
                </a:cubicBezTo>
                <a:lnTo>
                  <a:pt x="4040187" y="4393500"/>
                </a:lnTo>
                <a:lnTo>
                  <a:pt x="0" y="4393500"/>
                </a:lnTo>
                <a:close/>
              </a:path>
            </a:pathLst>
          </a:custGeom>
          <a:solidFill>
            <a:srgbClr val="F2F2F2">
              <a:alpha val="20000"/>
            </a:srgbClr>
          </a:solidFill>
        </p:spPr>
        <p:txBody>
          <a:bodyPr wrap="square">
            <a:noAutofit/>
          </a:bodyPr>
          <a:lstStyle/>
          <a:p>
            <a:r>
              <a:rPr lang="fr-FR"/>
              <a:t>Cliquez sur l'icône pour ajouter une image</a:t>
            </a:r>
            <a:endParaRPr lang="fr-CA"/>
          </a:p>
        </p:txBody>
      </p:sp>
      <p:pic>
        <p:nvPicPr>
          <p:cNvPr id="5" name="Google Shape;407;p71">
            <a:extLst>
              <a:ext uri="{FF2B5EF4-FFF2-40B4-BE49-F238E27FC236}">
                <a16:creationId xmlns:a16="http://schemas.microsoft.com/office/drawing/2014/main" id="{06267095-CCE8-49FC-026A-091227E042F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4" name="Espace réservé du contenu 2">
            <a:extLst>
              <a:ext uri="{FF2B5EF4-FFF2-40B4-BE49-F238E27FC236}">
                <a16:creationId xmlns:a16="http://schemas.microsoft.com/office/drawing/2014/main" id="{39ACF33D-F0E8-2667-9BB5-2EC15B0D72EE}"/>
              </a:ext>
            </a:extLst>
          </p:cNvPr>
          <p:cNvSpPr>
            <a:spLocks noGrp="1"/>
          </p:cNvSpPr>
          <p:nvPr>
            <p:ph idx="1"/>
          </p:nvPr>
        </p:nvSpPr>
        <p:spPr>
          <a:xfrm>
            <a:off x="228600" y="933450"/>
            <a:ext cx="3810000" cy="3707700"/>
          </a:xfrm>
        </p:spPr>
        <p:txBody>
          <a:bodyPr rIns="91440" anchor="ctr" anchorCtr="0"/>
          <a:lstStyle>
            <a:lvl1pPr marL="0" indent="0">
              <a:buNone/>
              <a:defRPr sz="1900"/>
            </a:lvl1pPr>
          </a:lstStyle>
          <a:p>
            <a:pPr lvl="0"/>
            <a:r>
              <a:rPr lang="fr-FR"/>
              <a:t>Cliquez pour modifier les styles du texte du masque</a:t>
            </a:r>
          </a:p>
        </p:txBody>
      </p:sp>
    </p:spTree>
    <p:extLst>
      <p:ext uri="{BB962C8B-B14F-4D97-AF65-F5344CB8AC3E}">
        <p14:creationId xmlns:p14="http://schemas.microsoft.com/office/powerpoint/2010/main" val="421525787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e_6">
    <p:bg>
      <p:bgPr>
        <a:solidFill>
          <a:schemeClr val="accent2"/>
        </a:solidFill>
        <a:effectLst/>
      </p:bgPr>
    </p:bg>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B4EB87C2-9739-CDD3-FEB4-5D0B17BA9006}"/>
              </a:ext>
            </a:extLst>
          </p:cNvPr>
          <p:cNvSpPr>
            <a:spLocks noGrp="1"/>
          </p:cNvSpPr>
          <p:nvPr>
            <p:ph type="body" sz="quarter" idx="17" hasCustomPrompt="1"/>
          </p:nvPr>
        </p:nvSpPr>
        <p:spPr>
          <a:xfrm>
            <a:off x="2448374" y="1660813"/>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
        <p:nvSpPr>
          <p:cNvPr id="17" name="Espace réservé du texte 16">
            <a:extLst>
              <a:ext uri="{FF2B5EF4-FFF2-40B4-BE49-F238E27FC236}">
                <a16:creationId xmlns:a16="http://schemas.microsoft.com/office/drawing/2014/main" id="{906AD539-18D5-DEAE-EA8D-2D00D1430B7C}"/>
              </a:ext>
            </a:extLst>
          </p:cNvPr>
          <p:cNvSpPr>
            <a:spLocks noGrp="1"/>
          </p:cNvSpPr>
          <p:nvPr>
            <p:ph type="body" sz="quarter" idx="18" hasCustomPrompt="1"/>
          </p:nvPr>
        </p:nvSpPr>
        <p:spPr>
          <a:xfrm>
            <a:off x="4676206" y="1660813"/>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
        <p:nvSpPr>
          <p:cNvPr id="18" name="Espace réservé du texte 17">
            <a:extLst>
              <a:ext uri="{FF2B5EF4-FFF2-40B4-BE49-F238E27FC236}">
                <a16:creationId xmlns:a16="http://schemas.microsoft.com/office/drawing/2014/main" id="{23ACB98E-76FB-8425-492C-E8EF64FCE5C4}"/>
              </a:ext>
            </a:extLst>
          </p:cNvPr>
          <p:cNvSpPr>
            <a:spLocks noGrp="1"/>
          </p:cNvSpPr>
          <p:nvPr>
            <p:ph type="body" sz="quarter" idx="19" hasCustomPrompt="1"/>
          </p:nvPr>
        </p:nvSpPr>
        <p:spPr>
          <a:xfrm>
            <a:off x="6904038" y="1660813"/>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599" y="247650"/>
            <a:ext cx="4772025"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2041814"/>
            <a:ext cx="2011680" cy="1989859"/>
          </a:xfrm>
        </p:spPr>
        <p:txBody>
          <a:bodyPr rIns="91440"/>
          <a:lstStyle>
            <a:lvl1pPr marL="0" indent="0">
              <a:buNone/>
              <a:defRPr sz="1300"/>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06267095-CCE8-49FC-026A-091227E042F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10" name="Espace réservé du contenu 2">
            <a:extLst>
              <a:ext uri="{FF2B5EF4-FFF2-40B4-BE49-F238E27FC236}">
                <a16:creationId xmlns:a16="http://schemas.microsoft.com/office/drawing/2014/main" id="{4CB18F2C-1751-A4B4-524E-88108B43B7F0}"/>
              </a:ext>
            </a:extLst>
          </p:cNvPr>
          <p:cNvSpPr>
            <a:spLocks noGrp="1"/>
          </p:cNvSpPr>
          <p:nvPr>
            <p:ph idx="13"/>
          </p:nvPr>
        </p:nvSpPr>
        <p:spPr>
          <a:xfrm>
            <a:off x="2448055" y="2041814"/>
            <a:ext cx="2011680" cy="1989859"/>
          </a:xfrm>
        </p:spPr>
        <p:txBody>
          <a:bodyPr rIns="91440"/>
          <a:lstStyle>
            <a:lvl1pPr marL="0" indent="0">
              <a:buNone/>
              <a:defRPr sz="1300"/>
            </a:lvl1pPr>
          </a:lstStyle>
          <a:p>
            <a:pPr lvl="0"/>
            <a:r>
              <a:rPr lang="fr-FR"/>
              <a:t>Cliquez pour modifier les styles du texte du masque</a:t>
            </a:r>
          </a:p>
        </p:txBody>
      </p:sp>
      <p:sp>
        <p:nvSpPr>
          <p:cNvPr id="12" name="Espace réservé du contenu 2">
            <a:extLst>
              <a:ext uri="{FF2B5EF4-FFF2-40B4-BE49-F238E27FC236}">
                <a16:creationId xmlns:a16="http://schemas.microsoft.com/office/drawing/2014/main" id="{80BAC0D8-166D-6A5C-6B2C-3444B83B5856}"/>
              </a:ext>
            </a:extLst>
          </p:cNvPr>
          <p:cNvSpPr>
            <a:spLocks noGrp="1"/>
          </p:cNvSpPr>
          <p:nvPr>
            <p:ph idx="14"/>
          </p:nvPr>
        </p:nvSpPr>
        <p:spPr>
          <a:xfrm>
            <a:off x="4675887" y="2041814"/>
            <a:ext cx="2011680" cy="1989859"/>
          </a:xfrm>
        </p:spPr>
        <p:txBody>
          <a:bodyPr rIns="91440"/>
          <a:lstStyle>
            <a:lvl1pPr marL="0" indent="0">
              <a:buNone/>
              <a:defRPr sz="1300"/>
            </a:lvl1pPr>
          </a:lstStyle>
          <a:p>
            <a:pPr lvl="0"/>
            <a:r>
              <a:rPr lang="fr-FR"/>
              <a:t>Cliquez pour modifier les styles du texte du masque</a:t>
            </a:r>
          </a:p>
        </p:txBody>
      </p:sp>
      <p:sp>
        <p:nvSpPr>
          <p:cNvPr id="13" name="Espace réservé du contenu 2">
            <a:extLst>
              <a:ext uri="{FF2B5EF4-FFF2-40B4-BE49-F238E27FC236}">
                <a16:creationId xmlns:a16="http://schemas.microsoft.com/office/drawing/2014/main" id="{2B98CEDE-4C4D-3777-14C6-065DC2B9A005}"/>
              </a:ext>
            </a:extLst>
          </p:cNvPr>
          <p:cNvSpPr>
            <a:spLocks noGrp="1"/>
          </p:cNvSpPr>
          <p:nvPr>
            <p:ph idx="15"/>
          </p:nvPr>
        </p:nvSpPr>
        <p:spPr>
          <a:xfrm>
            <a:off x="6903719" y="2041813"/>
            <a:ext cx="2011680" cy="1989859"/>
          </a:xfrm>
        </p:spPr>
        <p:txBody>
          <a:bodyPr rIns="91440"/>
          <a:lstStyle>
            <a:lvl1pPr marL="0" indent="0">
              <a:buNone/>
              <a:defRPr sz="1300"/>
            </a:lvl1pPr>
          </a:lstStyle>
          <a:p>
            <a:pPr lvl="0"/>
            <a:r>
              <a:rPr lang="fr-FR"/>
              <a:t>Cliquez pour modifier les styles du texte du masque</a:t>
            </a:r>
          </a:p>
        </p:txBody>
      </p:sp>
      <p:sp>
        <p:nvSpPr>
          <p:cNvPr id="19" name="Espace réservé du texte 18">
            <a:extLst>
              <a:ext uri="{FF2B5EF4-FFF2-40B4-BE49-F238E27FC236}">
                <a16:creationId xmlns:a16="http://schemas.microsoft.com/office/drawing/2014/main" id="{337779CD-BA88-1ACC-FFFA-ED657C3CBD2D}"/>
              </a:ext>
            </a:extLst>
          </p:cNvPr>
          <p:cNvSpPr>
            <a:spLocks noGrp="1"/>
          </p:cNvSpPr>
          <p:nvPr>
            <p:ph type="body" sz="quarter" idx="20" hasCustomPrompt="1"/>
          </p:nvPr>
        </p:nvSpPr>
        <p:spPr>
          <a:xfrm>
            <a:off x="228919" y="1660813"/>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Tree>
    <p:extLst>
      <p:ext uri="{BB962C8B-B14F-4D97-AF65-F5344CB8AC3E}">
        <p14:creationId xmlns:p14="http://schemas.microsoft.com/office/powerpoint/2010/main" val="14809733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4" userDrawn="1">
          <p15:clr>
            <a:srgbClr val="FBAE40"/>
          </p15:clr>
        </p15:guide>
        <p15:guide id="2" orient="horz" pos="25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e_7">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599" y="247650"/>
            <a:ext cx="4772025"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228600" y="2038350"/>
            <a:ext cx="3810000" cy="2011680"/>
          </a:xfrm>
        </p:spPr>
        <p:txBody>
          <a:bodyPr rIns="91440"/>
          <a:lstStyle>
            <a:lvl1pPr marL="0" indent="0">
              <a:buNone/>
              <a:defRPr sz="1900"/>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5" name="Google Shape;407;p71">
            <a:extLst>
              <a:ext uri="{FF2B5EF4-FFF2-40B4-BE49-F238E27FC236}">
                <a16:creationId xmlns:a16="http://schemas.microsoft.com/office/drawing/2014/main" id="{06267095-CCE8-49FC-026A-091227E042FB}"/>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10" name="Espace réservé du contenu 2">
            <a:extLst>
              <a:ext uri="{FF2B5EF4-FFF2-40B4-BE49-F238E27FC236}">
                <a16:creationId xmlns:a16="http://schemas.microsoft.com/office/drawing/2014/main" id="{4CB18F2C-1751-A4B4-524E-88108B43B7F0}"/>
              </a:ext>
            </a:extLst>
          </p:cNvPr>
          <p:cNvSpPr>
            <a:spLocks noGrp="1"/>
          </p:cNvSpPr>
          <p:nvPr>
            <p:ph idx="13"/>
          </p:nvPr>
        </p:nvSpPr>
        <p:spPr>
          <a:xfrm>
            <a:off x="4655820" y="2038348"/>
            <a:ext cx="2011680" cy="2011680"/>
          </a:xfrm>
        </p:spPr>
        <p:txBody>
          <a:bodyPr rIns="91440"/>
          <a:lstStyle>
            <a:lvl1pPr marL="0" indent="0">
              <a:buNone/>
              <a:defRPr sz="1300"/>
            </a:lvl1pPr>
          </a:lstStyle>
          <a:p>
            <a:pPr lvl="0"/>
            <a:r>
              <a:rPr lang="fr-FR"/>
              <a:t>Cliquez pour modifier les styles du texte du masque</a:t>
            </a:r>
          </a:p>
        </p:txBody>
      </p:sp>
      <p:sp>
        <p:nvSpPr>
          <p:cNvPr id="12" name="Espace réservé du contenu 2">
            <a:extLst>
              <a:ext uri="{FF2B5EF4-FFF2-40B4-BE49-F238E27FC236}">
                <a16:creationId xmlns:a16="http://schemas.microsoft.com/office/drawing/2014/main" id="{80BAC0D8-166D-6A5C-6B2C-3444B83B5856}"/>
              </a:ext>
            </a:extLst>
          </p:cNvPr>
          <p:cNvSpPr>
            <a:spLocks noGrp="1"/>
          </p:cNvSpPr>
          <p:nvPr>
            <p:ph idx="14"/>
          </p:nvPr>
        </p:nvSpPr>
        <p:spPr>
          <a:xfrm>
            <a:off x="6896100" y="2038349"/>
            <a:ext cx="2011680" cy="2011680"/>
          </a:xfrm>
        </p:spPr>
        <p:txBody>
          <a:bodyPr rIns="91440"/>
          <a:lstStyle>
            <a:lvl1pPr marL="0" indent="0">
              <a:buNone/>
              <a:defRPr sz="1300"/>
            </a:lvl1pPr>
          </a:lstStyle>
          <a:p>
            <a:pPr lvl="0"/>
            <a:r>
              <a:rPr lang="fr-FR"/>
              <a:t>Cliquez pour modifier les styles du texte du masque</a:t>
            </a:r>
          </a:p>
        </p:txBody>
      </p:sp>
      <p:sp>
        <p:nvSpPr>
          <p:cNvPr id="4" name="Espace réservé du texte 3">
            <a:extLst>
              <a:ext uri="{FF2B5EF4-FFF2-40B4-BE49-F238E27FC236}">
                <a16:creationId xmlns:a16="http://schemas.microsoft.com/office/drawing/2014/main" id="{E9081136-BD76-04BE-D3F8-6ED4115F0CCD}"/>
              </a:ext>
            </a:extLst>
          </p:cNvPr>
          <p:cNvSpPr>
            <a:spLocks noGrp="1"/>
          </p:cNvSpPr>
          <p:nvPr>
            <p:ph type="body" sz="quarter" idx="17" hasCustomPrompt="1"/>
          </p:nvPr>
        </p:nvSpPr>
        <p:spPr>
          <a:xfrm>
            <a:off x="6896100" y="1657350"/>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
        <p:nvSpPr>
          <p:cNvPr id="7" name="Espace réservé du texte 6">
            <a:extLst>
              <a:ext uri="{FF2B5EF4-FFF2-40B4-BE49-F238E27FC236}">
                <a16:creationId xmlns:a16="http://schemas.microsoft.com/office/drawing/2014/main" id="{34754D50-44D9-B32F-F828-59198DDC250D}"/>
              </a:ext>
            </a:extLst>
          </p:cNvPr>
          <p:cNvSpPr>
            <a:spLocks noGrp="1"/>
          </p:cNvSpPr>
          <p:nvPr>
            <p:ph type="body" sz="quarter" idx="20" hasCustomPrompt="1"/>
          </p:nvPr>
        </p:nvSpPr>
        <p:spPr>
          <a:xfrm>
            <a:off x="4655820" y="1657350"/>
            <a:ext cx="346075" cy="242700"/>
          </a:xfrm>
          <a:custGeom>
            <a:avLst/>
            <a:gdLst>
              <a:gd name="connsiteX0" fmla="*/ 121350 w 346075"/>
              <a:gd name="connsiteY0" fmla="*/ 0 h 242700"/>
              <a:gd name="connsiteX1" fmla="*/ 225450 w 346075"/>
              <a:gd name="connsiteY1" fmla="*/ 0 h 242700"/>
              <a:gd name="connsiteX2" fmla="*/ 337264 w 346075"/>
              <a:gd name="connsiteY2" fmla="*/ 74115 h 242700"/>
              <a:gd name="connsiteX3" fmla="*/ 346075 w 346075"/>
              <a:gd name="connsiteY3" fmla="*/ 117759 h 242700"/>
              <a:gd name="connsiteX4" fmla="*/ 346075 w 346075"/>
              <a:gd name="connsiteY4" fmla="*/ 124941 h 242700"/>
              <a:gd name="connsiteX5" fmla="*/ 337264 w 346075"/>
              <a:gd name="connsiteY5" fmla="*/ 168585 h 242700"/>
              <a:gd name="connsiteX6" fmla="*/ 225450 w 346075"/>
              <a:gd name="connsiteY6" fmla="*/ 242700 h 242700"/>
              <a:gd name="connsiteX7" fmla="*/ 121350 w 346075"/>
              <a:gd name="connsiteY7" fmla="*/ 242700 h 242700"/>
              <a:gd name="connsiteX8" fmla="*/ 0 w 346075"/>
              <a:gd name="connsiteY8" fmla="*/ 121350 h 242700"/>
              <a:gd name="connsiteX9" fmla="*/ 121350 w 346075"/>
              <a:gd name="connsiteY9" fmla="*/ 0 h 24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6075" h="242700">
                <a:moveTo>
                  <a:pt x="121350" y="0"/>
                </a:moveTo>
                <a:lnTo>
                  <a:pt x="225450" y="0"/>
                </a:lnTo>
                <a:cubicBezTo>
                  <a:pt x="275715" y="0"/>
                  <a:pt x="318842" y="30561"/>
                  <a:pt x="337264" y="74115"/>
                </a:cubicBezTo>
                <a:lnTo>
                  <a:pt x="346075" y="117759"/>
                </a:lnTo>
                <a:lnTo>
                  <a:pt x="346075" y="124941"/>
                </a:lnTo>
                <a:lnTo>
                  <a:pt x="337264" y="168585"/>
                </a:lnTo>
                <a:cubicBezTo>
                  <a:pt x="318842" y="212139"/>
                  <a:pt x="275715" y="242700"/>
                  <a:pt x="225450" y="242700"/>
                </a:cubicBezTo>
                <a:lnTo>
                  <a:pt x="121350" y="242700"/>
                </a:lnTo>
                <a:cubicBezTo>
                  <a:pt x="54330" y="242700"/>
                  <a:pt x="0" y="188370"/>
                  <a:pt x="0" y="121350"/>
                </a:cubicBezTo>
                <a:cubicBezTo>
                  <a:pt x="0" y="54330"/>
                  <a:pt x="54330" y="0"/>
                  <a:pt x="121350" y="0"/>
                </a:cubicBezTo>
                <a:close/>
              </a:path>
            </a:pathLst>
          </a:custGeom>
          <a:ln w="9525">
            <a:solidFill>
              <a:schemeClr val="tx1"/>
            </a:solidFill>
          </a:ln>
        </p:spPr>
        <p:txBody>
          <a:bodyPr wrap="square" rIns="0" anchor="ctr" anchorCtr="0">
            <a:noAutofit/>
          </a:bodyPr>
          <a:lstStyle>
            <a:lvl1pPr marL="0" indent="0" algn="ctr">
              <a:buNone/>
              <a:defRPr sz="1000" b="1">
                <a:latin typeface="+mj-lt"/>
              </a:defRPr>
            </a:lvl1pPr>
            <a:lvl2pPr marL="288925" indent="0">
              <a:buNone/>
              <a:defRPr/>
            </a:lvl2pPr>
            <a:lvl3pPr marL="571500" indent="0">
              <a:buNone/>
              <a:defRPr/>
            </a:lvl3pPr>
            <a:lvl4pPr marL="800100" indent="0">
              <a:buNone/>
              <a:defRPr/>
            </a:lvl4pPr>
            <a:lvl5pPr marL="1028700" indent="0">
              <a:buNone/>
              <a:defRPr/>
            </a:lvl5pPr>
          </a:lstStyle>
          <a:p>
            <a:pPr lvl="0"/>
            <a:r>
              <a:rPr lang="fr-FR"/>
              <a:t>No</a:t>
            </a:r>
            <a:endParaRPr lang="fr-CA"/>
          </a:p>
        </p:txBody>
      </p:sp>
    </p:spTree>
    <p:extLst>
      <p:ext uri="{BB962C8B-B14F-4D97-AF65-F5344CB8AC3E}">
        <p14:creationId xmlns:p14="http://schemas.microsoft.com/office/powerpoint/2010/main" val="24714039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4" userDrawn="1">
          <p15:clr>
            <a:srgbClr val="FBAE40"/>
          </p15:clr>
        </p15:guide>
        <p15:guide id="2" orient="horz" pos="2556"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e_icône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E592E-4900-0944-02EB-38562C6AD6FC}"/>
              </a:ext>
            </a:extLst>
          </p:cNvPr>
          <p:cNvSpPr>
            <a:spLocks noGrp="1"/>
          </p:cNvSpPr>
          <p:nvPr>
            <p:ph type="title"/>
          </p:nvPr>
        </p:nvSpPr>
        <p:spPr>
          <a:xfrm>
            <a:off x="228599" y="247650"/>
            <a:ext cx="4772025" cy="514350"/>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5EC4CC4-8C08-8AC2-49DD-51CDB36431CB}"/>
              </a:ext>
            </a:extLst>
          </p:cNvPr>
          <p:cNvSpPr>
            <a:spLocks noGrp="1"/>
          </p:cNvSpPr>
          <p:nvPr>
            <p:ph idx="1"/>
          </p:nvPr>
        </p:nvSpPr>
        <p:spPr>
          <a:xfrm>
            <a:off x="380809" y="2343151"/>
            <a:ext cx="2514600" cy="1790701"/>
          </a:xfrm>
          <a:blipFill>
            <a:blip r:embed="rId2">
              <a:extLst>
                <a:ext uri="{96DAC541-7B7A-43D3-8B79-37D633B846F1}">
                  <asvg:svgBlip xmlns:asvg="http://schemas.microsoft.com/office/drawing/2016/SVG/main" r:embed="rId3"/>
                </a:ext>
              </a:extLst>
            </a:blip>
            <a:stretch>
              <a:fillRect/>
            </a:stretch>
          </a:blipFill>
        </p:spPr>
        <p:txBody>
          <a:bodyPr lIns="0" tIns="82296" rIns="91440"/>
          <a:lstStyle>
            <a:lvl1pPr marL="0" indent="0">
              <a:spcBef>
                <a:spcPts val="1300"/>
              </a:spcBef>
              <a:spcAft>
                <a:spcPts val="0"/>
              </a:spcAft>
              <a:buNone/>
              <a:defRPr sz="1300">
                <a:solidFill>
                  <a:schemeClr val="tx1"/>
                </a:solidFill>
              </a:defRPr>
            </a:lvl1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4C6235D-41C2-9823-86E5-F2A63DC81C4E}"/>
              </a:ext>
            </a:extLst>
          </p:cNvPr>
          <p:cNvSpPr>
            <a:spLocks noGrp="1"/>
          </p:cNvSpPr>
          <p:nvPr>
            <p:ph type="sldNum" sz="quarter" idx="12"/>
          </p:nvPr>
        </p:nvSpPr>
        <p:spPr/>
        <p:txBody>
          <a:bodyPr/>
          <a:lstStyle/>
          <a:p>
            <a:fld id="{92CFF269-2187-469B-861B-426AF96A1473}" type="slidenum">
              <a:rPr lang="fr-CA" smtClean="0"/>
              <a:t>‹#›</a:t>
            </a:fld>
            <a:endParaRPr lang="fr-CA"/>
          </a:p>
        </p:txBody>
      </p:sp>
      <p:pic>
        <p:nvPicPr>
          <p:cNvPr id="8" name="Google Shape;424;p73">
            <a:extLst>
              <a:ext uri="{FF2B5EF4-FFF2-40B4-BE49-F238E27FC236}">
                <a16:creationId xmlns:a16="http://schemas.microsoft.com/office/drawing/2014/main" id="{4F8E49B9-9993-3145-636F-7824DBCB35B2}"/>
              </a:ext>
            </a:extLst>
          </p:cNvPr>
          <p:cNvPicPr preferRelativeResize="0"/>
          <p:nvPr userDrawn="1"/>
        </p:nvPicPr>
        <p:blipFill>
          <a:blip r:embed="rId4">
            <a:alphaModFix/>
          </a:blip>
          <a:stretch>
            <a:fillRect/>
          </a:stretch>
        </p:blipFill>
        <p:spPr>
          <a:xfrm>
            <a:off x="231575" y="4739491"/>
            <a:ext cx="346900" cy="133247"/>
          </a:xfrm>
          <a:prstGeom prst="rect">
            <a:avLst/>
          </a:prstGeom>
          <a:noFill/>
          <a:ln>
            <a:noFill/>
          </a:ln>
        </p:spPr>
      </p:pic>
      <p:sp>
        <p:nvSpPr>
          <p:cNvPr id="11" name="Espace réservé pour une image  10">
            <a:extLst>
              <a:ext uri="{FF2B5EF4-FFF2-40B4-BE49-F238E27FC236}">
                <a16:creationId xmlns:a16="http://schemas.microsoft.com/office/drawing/2014/main" id="{6C120259-558F-3320-F4C4-59E6CC44DC91}"/>
              </a:ext>
            </a:extLst>
          </p:cNvPr>
          <p:cNvSpPr>
            <a:spLocks noGrp="1"/>
          </p:cNvSpPr>
          <p:nvPr>
            <p:ph type="pic" sz="quarter" idx="16"/>
          </p:nvPr>
        </p:nvSpPr>
        <p:spPr>
          <a:xfrm>
            <a:off x="380809" y="1558290"/>
            <a:ext cx="621792" cy="621792"/>
          </a:xfrm>
          <a:solidFill>
            <a:srgbClr val="F2F2F2">
              <a:alpha val="20000"/>
            </a:srgbClr>
          </a:solidFill>
        </p:spPr>
        <p:txBody>
          <a:bodyPr/>
          <a:lstStyle/>
          <a:p>
            <a:r>
              <a:rPr lang="fr-FR"/>
              <a:t>Cliquez sur l'icône pour ajouter une image</a:t>
            </a:r>
            <a:endParaRPr lang="fr-CA"/>
          </a:p>
        </p:txBody>
      </p:sp>
      <p:sp>
        <p:nvSpPr>
          <p:cNvPr id="14" name="Espace réservé pour une image  10">
            <a:extLst>
              <a:ext uri="{FF2B5EF4-FFF2-40B4-BE49-F238E27FC236}">
                <a16:creationId xmlns:a16="http://schemas.microsoft.com/office/drawing/2014/main" id="{BC35889C-9088-EFEC-0BBE-28B650CA99D9}"/>
              </a:ext>
            </a:extLst>
          </p:cNvPr>
          <p:cNvSpPr>
            <a:spLocks noGrp="1"/>
          </p:cNvSpPr>
          <p:nvPr>
            <p:ph type="pic" sz="quarter" idx="17"/>
          </p:nvPr>
        </p:nvSpPr>
        <p:spPr>
          <a:xfrm>
            <a:off x="6244781" y="1558290"/>
            <a:ext cx="621792" cy="621792"/>
          </a:xfrm>
          <a:solidFill>
            <a:srgbClr val="F2F2F2">
              <a:alpha val="20000"/>
            </a:srgbClr>
          </a:solidFill>
        </p:spPr>
        <p:txBody>
          <a:bodyPr/>
          <a:lstStyle/>
          <a:p>
            <a:r>
              <a:rPr lang="fr-FR"/>
              <a:t>Cliquez sur l'icône pour ajouter une image</a:t>
            </a:r>
            <a:endParaRPr lang="fr-CA"/>
          </a:p>
        </p:txBody>
      </p:sp>
      <p:sp>
        <p:nvSpPr>
          <p:cNvPr id="15" name="Espace réservé pour une image  10">
            <a:extLst>
              <a:ext uri="{FF2B5EF4-FFF2-40B4-BE49-F238E27FC236}">
                <a16:creationId xmlns:a16="http://schemas.microsoft.com/office/drawing/2014/main" id="{937BFC00-7CC1-4B92-FFF9-66DD7B25A179}"/>
              </a:ext>
            </a:extLst>
          </p:cNvPr>
          <p:cNvSpPr>
            <a:spLocks noGrp="1"/>
          </p:cNvSpPr>
          <p:nvPr>
            <p:ph type="pic" sz="quarter" idx="18"/>
          </p:nvPr>
        </p:nvSpPr>
        <p:spPr>
          <a:xfrm>
            <a:off x="3312795" y="1558290"/>
            <a:ext cx="621792" cy="621792"/>
          </a:xfrm>
          <a:solidFill>
            <a:srgbClr val="F2F2F2">
              <a:alpha val="20000"/>
            </a:srgbClr>
          </a:solidFill>
        </p:spPr>
        <p:txBody>
          <a:bodyPr/>
          <a:lstStyle/>
          <a:p>
            <a:r>
              <a:rPr lang="fr-FR"/>
              <a:t>Cliquez sur l'icône pour ajouter une image</a:t>
            </a:r>
            <a:endParaRPr lang="fr-CA"/>
          </a:p>
        </p:txBody>
      </p:sp>
      <p:sp>
        <p:nvSpPr>
          <p:cNvPr id="25" name="Espace réservé du contenu 2">
            <a:extLst>
              <a:ext uri="{FF2B5EF4-FFF2-40B4-BE49-F238E27FC236}">
                <a16:creationId xmlns:a16="http://schemas.microsoft.com/office/drawing/2014/main" id="{1137295F-4317-4CEE-0D94-E043653C982A}"/>
              </a:ext>
            </a:extLst>
          </p:cNvPr>
          <p:cNvSpPr>
            <a:spLocks noGrp="1"/>
          </p:cNvSpPr>
          <p:nvPr>
            <p:ph idx="19"/>
          </p:nvPr>
        </p:nvSpPr>
        <p:spPr>
          <a:xfrm>
            <a:off x="3312795" y="2343150"/>
            <a:ext cx="2514600" cy="1790701"/>
          </a:xfrm>
          <a:blipFill>
            <a:blip r:embed="rId2">
              <a:extLst>
                <a:ext uri="{96DAC541-7B7A-43D3-8B79-37D633B846F1}">
                  <asvg:svgBlip xmlns:asvg="http://schemas.microsoft.com/office/drawing/2016/SVG/main" r:embed="rId3"/>
                </a:ext>
              </a:extLst>
            </a:blip>
            <a:stretch>
              <a:fillRect/>
            </a:stretch>
          </a:blipFill>
        </p:spPr>
        <p:txBody>
          <a:bodyPr lIns="0" tIns="82296" rIns="91440"/>
          <a:lstStyle>
            <a:lvl1pPr marL="0" indent="0">
              <a:spcBef>
                <a:spcPts val="1300"/>
              </a:spcBef>
              <a:spcAft>
                <a:spcPts val="0"/>
              </a:spcAft>
              <a:buNone/>
              <a:defRPr sz="1300">
                <a:solidFill>
                  <a:schemeClr val="tx1"/>
                </a:solidFill>
              </a:defRPr>
            </a:lvl1pPr>
          </a:lstStyle>
          <a:p>
            <a:pPr lvl="0"/>
            <a:r>
              <a:rPr lang="fr-FR"/>
              <a:t>Cliquez pour modifier les styles du texte du masque</a:t>
            </a:r>
          </a:p>
        </p:txBody>
      </p:sp>
      <p:sp>
        <p:nvSpPr>
          <p:cNvPr id="26" name="Espace réservé du contenu 2">
            <a:extLst>
              <a:ext uri="{FF2B5EF4-FFF2-40B4-BE49-F238E27FC236}">
                <a16:creationId xmlns:a16="http://schemas.microsoft.com/office/drawing/2014/main" id="{2E329F09-61D4-3217-BD97-7633BF5E0A1B}"/>
              </a:ext>
            </a:extLst>
          </p:cNvPr>
          <p:cNvSpPr>
            <a:spLocks noGrp="1"/>
          </p:cNvSpPr>
          <p:nvPr>
            <p:ph idx="20"/>
          </p:nvPr>
        </p:nvSpPr>
        <p:spPr>
          <a:xfrm>
            <a:off x="6248591" y="2343149"/>
            <a:ext cx="2514600" cy="1790701"/>
          </a:xfrm>
          <a:blipFill>
            <a:blip r:embed="rId2">
              <a:extLst>
                <a:ext uri="{96DAC541-7B7A-43D3-8B79-37D633B846F1}">
                  <asvg:svgBlip xmlns:asvg="http://schemas.microsoft.com/office/drawing/2016/SVG/main" r:embed="rId3"/>
                </a:ext>
              </a:extLst>
            </a:blip>
            <a:stretch>
              <a:fillRect/>
            </a:stretch>
          </a:blipFill>
        </p:spPr>
        <p:txBody>
          <a:bodyPr lIns="0" tIns="82296" rIns="91440"/>
          <a:lstStyle>
            <a:lvl1pPr marL="0" indent="0">
              <a:spcBef>
                <a:spcPts val="1300"/>
              </a:spcBef>
              <a:spcAft>
                <a:spcPts val="0"/>
              </a:spcAft>
              <a:buNone/>
              <a:defRPr sz="1300">
                <a:solidFill>
                  <a:schemeClr val="tx1"/>
                </a:solidFill>
              </a:defRPr>
            </a:lvl1pPr>
          </a:lstStyle>
          <a:p>
            <a:pPr lvl="0"/>
            <a:r>
              <a:rPr lang="fr-FR"/>
              <a:t>Cliquez pour modifier les styles du texte du masque</a:t>
            </a:r>
          </a:p>
        </p:txBody>
      </p:sp>
    </p:spTree>
    <p:extLst>
      <p:ext uri="{BB962C8B-B14F-4D97-AF65-F5344CB8AC3E}">
        <p14:creationId xmlns:p14="http://schemas.microsoft.com/office/powerpoint/2010/main" val="256085116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itation_1">
    <p:spTree>
      <p:nvGrpSpPr>
        <p:cNvPr id="1" name=""/>
        <p:cNvGrpSpPr/>
        <p:nvPr/>
      </p:nvGrpSpPr>
      <p:grpSpPr>
        <a:xfrm>
          <a:off x="0" y="0"/>
          <a:ext cx="0" cy="0"/>
          <a:chOff x="0" y="0"/>
          <a:chExt cx="0" cy="0"/>
        </a:xfrm>
      </p:grpSpPr>
      <p:sp>
        <p:nvSpPr>
          <p:cNvPr id="6" name="Espace réservé pour une image  5">
            <a:extLst>
              <a:ext uri="{FF2B5EF4-FFF2-40B4-BE49-F238E27FC236}">
                <a16:creationId xmlns:a16="http://schemas.microsoft.com/office/drawing/2014/main" id="{7B729265-60DA-0AE5-82A3-BA2A1D363A8B}"/>
              </a:ext>
            </a:extLst>
          </p:cNvPr>
          <p:cNvSpPr>
            <a:spLocks noGrp="1"/>
          </p:cNvSpPr>
          <p:nvPr>
            <p:ph type="pic" sz="quarter" idx="12"/>
          </p:nvPr>
        </p:nvSpPr>
        <p:spPr>
          <a:xfrm>
            <a:off x="0" y="0"/>
            <a:ext cx="9144000" cy="5143500"/>
          </a:xfrm>
          <a:solidFill>
            <a:schemeClr val="accent2">
              <a:lumMod val="40000"/>
              <a:lumOff val="60000"/>
              <a:alpha val="20000"/>
            </a:schemeClr>
          </a:solidFill>
        </p:spPr>
        <p:txBody>
          <a:bodyPr/>
          <a:lstStyle/>
          <a:p>
            <a:r>
              <a:rPr lang="fr-FR" noProof="0"/>
              <a:t>Cliquez sur l'icône pour ajouter une image</a:t>
            </a:r>
            <a:endParaRPr lang="fr-CA" noProof="0"/>
          </a:p>
        </p:txBody>
      </p:sp>
      <p:sp>
        <p:nvSpPr>
          <p:cNvPr id="3" name="Espace réservé du numéro de diapositive 2">
            <a:extLst>
              <a:ext uri="{FF2B5EF4-FFF2-40B4-BE49-F238E27FC236}">
                <a16:creationId xmlns:a16="http://schemas.microsoft.com/office/drawing/2014/main" id="{D1817B20-E557-91A1-52B1-BF7A4D2B6AB1}"/>
              </a:ext>
            </a:extLst>
          </p:cNvPr>
          <p:cNvSpPr>
            <a:spLocks noGrp="1"/>
          </p:cNvSpPr>
          <p:nvPr>
            <p:ph type="sldNum" sz="quarter" idx="10"/>
          </p:nvPr>
        </p:nvSpPr>
        <p:spPr/>
        <p:txBody>
          <a:bodyPr/>
          <a:lstStyle>
            <a:lvl1pPr>
              <a:defRPr>
                <a:solidFill>
                  <a:schemeClr val="bg1"/>
                </a:solidFill>
              </a:defRPr>
            </a:lvl1pPr>
          </a:lstStyle>
          <a:p>
            <a:fld id="{1A5FFEF5-E129-4B58-BC20-992FAFAB5E8C}" type="slidenum">
              <a:rPr lang="fr-CA" noProof="0" smtClean="0"/>
              <a:pPr/>
              <a:t>‹#›</a:t>
            </a:fld>
            <a:endParaRPr lang="fr-CA" noProof="0"/>
          </a:p>
        </p:txBody>
      </p:sp>
      <p:sp>
        <p:nvSpPr>
          <p:cNvPr id="8" name="Espace réservé du texte 7">
            <a:extLst>
              <a:ext uri="{FF2B5EF4-FFF2-40B4-BE49-F238E27FC236}">
                <a16:creationId xmlns:a16="http://schemas.microsoft.com/office/drawing/2014/main" id="{401EFB39-0857-B1B0-7681-9BF5B85D05AA}"/>
              </a:ext>
            </a:extLst>
          </p:cNvPr>
          <p:cNvSpPr>
            <a:spLocks noGrp="1"/>
          </p:cNvSpPr>
          <p:nvPr>
            <p:ph type="body" sz="quarter" idx="13"/>
          </p:nvPr>
        </p:nvSpPr>
        <p:spPr>
          <a:xfrm>
            <a:off x="228600" y="323850"/>
            <a:ext cx="7962900" cy="3810000"/>
          </a:xfrm>
        </p:spPr>
        <p:txBody>
          <a:bodyPr/>
          <a:lstStyle>
            <a:lvl1pPr marL="0" indent="0">
              <a:spcAft>
                <a:spcPts val="6500"/>
              </a:spcAft>
              <a:buClr>
                <a:schemeClr val="bg1"/>
              </a:buClr>
              <a:buFont typeface="Symbol" panose="05050102010706020507" pitchFamily="18" charset="2"/>
              <a:buNone/>
              <a:defRPr sz="6500">
                <a:solidFill>
                  <a:schemeClr val="bg1"/>
                </a:solidFill>
                <a:latin typeface="DM Sans ExtraLight" pitchFamily="2" charset="0"/>
              </a:defRPr>
            </a:lvl1pPr>
            <a:lvl2pPr marL="246888" indent="-246888">
              <a:spcBef>
                <a:spcPts val="0"/>
              </a:spcBef>
              <a:buClr>
                <a:schemeClr val="bg1"/>
              </a:buClr>
              <a:buFont typeface="Symbol" panose="05050102010706020507" pitchFamily="18" charset="2"/>
              <a:buChar char="-"/>
              <a:defRPr sz="2000">
                <a:solidFill>
                  <a:schemeClr val="bg1"/>
                </a:solidFill>
                <a:latin typeface="DM Sans ExtraLight" pitchFamily="2" charset="0"/>
              </a:defRPr>
            </a:lvl2pPr>
            <a:lvl3pPr marL="571500" indent="0">
              <a:buNone/>
              <a:defRPr sz="6500">
                <a:solidFill>
                  <a:schemeClr val="bg1">
                    <a:lumMod val="85000"/>
                  </a:schemeClr>
                </a:solidFill>
              </a:defRPr>
            </a:lvl3pPr>
            <a:lvl4pPr marL="800100" indent="0">
              <a:buNone/>
              <a:defRPr sz="6500">
                <a:solidFill>
                  <a:schemeClr val="bg1">
                    <a:lumMod val="85000"/>
                  </a:schemeClr>
                </a:solidFill>
              </a:defRPr>
            </a:lvl4pPr>
            <a:lvl5pPr marL="1028700" indent="0">
              <a:buNone/>
              <a:defRPr sz="6500">
                <a:solidFill>
                  <a:schemeClr val="bg1">
                    <a:lumMod val="85000"/>
                  </a:schemeClr>
                </a:solidFill>
              </a:defRPr>
            </a:lvl5pPr>
          </a:lstStyle>
          <a:p>
            <a:pPr lvl="0"/>
            <a:r>
              <a:rPr lang="fr-FR" noProof="0"/>
              <a:t>Cliquez pour modifier les styles du texte du masque</a:t>
            </a:r>
          </a:p>
          <a:p>
            <a:pPr lvl="1"/>
            <a:r>
              <a:rPr lang="fr-FR" noProof="0"/>
              <a:t>Deuxième niveau</a:t>
            </a:r>
          </a:p>
        </p:txBody>
      </p:sp>
    </p:spTree>
    <p:extLst>
      <p:ext uri="{BB962C8B-B14F-4D97-AF65-F5344CB8AC3E}">
        <p14:creationId xmlns:p14="http://schemas.microsoft.com/office/powerpoint/2010/main" val="40853743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itation_2">
    <p:bg>
      <p:bgRef idx="1001">
        <a:schemeClr val="bg1"/>
      </p:bgRef>
    </p:bg>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1817B20-E557-91A1-52B1-BF7A4D2B6AB1}"/>
              </a:ext>
            </a:extLst>
          </p:cNvPr>
          <p:cNvSpPr>
            <a:spLocks noGrp="1"/>
          </p:cNvSpPr>
          <p:nvPr>
            <p:ph type="sldNum" sz="quarter" idx="10"/>
          </p:nvPr>
        </p:nvSpPr>
        <p:spPr/>
        <p:txBody>
          <a:bodyPr/>
          <a:lstStyle>
            <a:lvl1pPr>
              <a:defRPr>
                <a:solidFill>
                  <a:schemeClr val="tx1"/>
                </a:solidFill>
              </a:defRPr>
            </a:lvl1pPr>
          </a:lstStyle>
          <a:p>
            <a:fld id="{1A5FFEF5-E129-4B58-BC20-992FAFAB5E8C}" type="slidenum">
              <a:rPr lang="fr-CA" smtClean="0"/>
              <a:pPr/>
              <a:t>‹#›</a:t>
            </a:fld>
            <a:endParaRPr lang="fr-CA"/>
          </a:p>
        </p:txBody>
      </p:sp>
      <p:sp>
        <p:nvSpPr>
          <p:cNvPr id="8" name="Espace réservé du texte 7">
            <a:extLst>
              <a:ext uri="{FF2B5EF4-FFF2-40B4-BE49-F238E27FC236}">
                <a16:creationId xmlns:a16="http://schemas.microsoft.com/office/drawing/2014/main" id="{401EFB39-0857-B1B0-7681-9BF5B85D05AA}"/>
              </a:ext>
            </a:extLst>
          </p:cNvPr>
          <p:cNvSpPr>
            <a:spLocks noGrp="1"/>
          </p:cNvSpPr>
          <p:nvPr>
            <p:ph type="body" sz="quarter" idx="13"/>
          </p:nvPr>
        </p:nvSpPr>
        <p:spPr>
          <a:xfrm>
            <a:off x="228600" y="323850"/>
            <a:ext cx="8305800" cy="3810000"/>
          </a:xfrm>
        </p:spPr>
        <p:txBody>
          <a:bodyPr/>
          <a:lstStyle>
            <a:lvl1pPr marL="0" indent="0">
              <a:spcAft>
                <a:spcPts val="6500"/>
              </a:spcAft>
              <a:buClr>
                <a:schemeClr val="bg1"/>
              </a:buClr>
              <a:buFont typeface="Symbol" panose="05050102010706020507" pitchFamily="18" charset="2"/>
              <a:buNone/>
              <a:defRPr sz="6000">
                <a:solidFill>
                  <a:schemeClr val="tx1"/>
                </a:solidFill>
                <a:latin typeface="DM Sans ExtraLight" pitchFamily="2" charset="0"/>
              </a:defRPr>
            </a:lvl1pPr>
            <a:lvl2pPr marL="246888" indent="-246888">
              <a:spcBef>
                <a:spcPts val="0"/>
              </a:spcBef>
              <a:buClr>
                <a:schemeClr val="tx1"/>
              </a:buClr>
              <a:buFont typeface="Symbol" panose="05050102010706020507" pitchFamily="18" charset="2"/>
              <a:buChar char="-"/>
              <a:defRPr sz="2000">
                <a:solidFill>
                  <a:schemeClr val="tx1"/>
                </a:solidFill>
                <a:latin typeface="DM Sans ExtraLight" pitchFamily="2" charset="0"/>
              </a:defRPr>
            </a:lvl2pPr>
            <a:lvl3pPr marL="571500" indent="0">
              <a:buNone/>
              <a:defRPr sz="6500">
                <a:solidFill>
                  <a:schemeClr val="bg1">
                    <a:lumMod val="85000"/>
                  </a:schemeClr>
                </a:solidFill>
              </a:defRPr>
            </a:lvl3pPr>
            <a:lvl4pPr marL="800100" indent="0">
              <a:buNone/>
              <a:defRPr sz="6500">
                <a:solidFill>
                  <a:schemeClr val="bg1">
                    <a:lumMod val="85000"/>
                  </a:schemeClr>
                </a:solidFill>
              </a:defRPr>
            </a:lvl4pPr>
            <a:lvl5pPr marL="1028700" indent="0">
              <a:buNone/>
              <a:defRPr sz="6500">
                <a:solidFill>
                  <a:schemeClr val="bg1">
                    <a:lumMod val="85000"/>
                  </a:schemeClr>
                </a:solidFill>
              </a:defRPr>
            </a:lvl5pPr>
          </a:lstStyle>
          <a:p>
            <a:pPr lvl="0"/>
            <a:r>
              <a:rPr lang="fr-FR"/>
              <a:t>Cliquez pour modifier les styles du texte du masque</a:t>
            </a:r>
          </a:p>
          <a:p>
            <a:pPr lvl="1"/>
            <a:r>
              <a:rPr lang="fr-FR"/>
              <a:t>Deuxième niveau</a:t>
            </a:r>
          </a:p>
        </p:txBody>
      </p:sp>
      <p:pic>
        <p:nvPicPr>
          <p:cNvPr id="2" name="Google Shape;424;p73">
            <a:extLst>
              <a:ext uri="{FF2B5EF4-FFF2-40B4-BE49-F238E27FC236}">
                <a16:creationId xmlns:a16="http://schemas.microsoft.com/office/drawing/2014/main" id="{85E6C660-6F16-54EF-6EBC-816ED05A7111}"/>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258724454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itation_3">
    <p:bg>
      <p:bgRef idx="1001">
        <a:schemeClr val="bg2"/>
      </p:bgRef>
    </p:bg>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1817B20-E557-91A1-52B1-BF7A4D2B6AB1}"/>
              </a:ext>
            </a:extLst>
          </p:cNvPr>
          <p:cNvSpPr>
            <a:spLocks noGrp="1"/>
          </p:cNvSpPr>
          <p:nvPr>
            <p:ph type="sldNum" sz="quarter" idx="10"/>
          </p:nvPr>
        </p:nvSpPr>
        <p:spPr/>
        <p:txBody>
          <a:bodyPr/>
          <a:lstStyle>
            <a:lvl1pPr>
              <a:defRPr>
                <a:solidFill>
                  <a:schemeClr val="tx1"/>
                </a:solidFill>
              </a:defRPr>
            </a:lvl1pPr>
          </a:lstStyle>
          <a:p>
            <a:fld id="{1A5FFEF5-E129-4B58-BC20-992FAFAB5E8C}" type="slidenum">
              <a:rPr lang="fr-CA" smtClean="0"/>
              <a:pPr/>
              <a:t>‹#›</a:t>
            </a:fld>
            <a:endParaRPr lang="fr-CA"/>
          </a:p>
        </p:txBody>
      </p:sp>
      <p:sp>
        <p:nvSpPr>
          <p:cNvPr id="8" name="Espace réservé du texte 7">
            <a:extLst>
              <a:ext uri="{FF2B5EF4-FFF2-40B4-BE49-F238E27FC236}">
                <a16:creationId xmlns:a16="http://schemas.microsoft.com/office/drawing/2014/main" id="{401EFB39-0857-B1B0-7681-9BF5B85D05AA}"/>
              </a:ext>
            </a:extLst>
          </p:cNvPr>
          <p:cNvSpPr>
            <a:spLocks noGrp="1"/>
          </p:cNvSpPr>
          <p:nvPr>
            <p:ph type="body" sz="quarter" idx="13"/>
          </p:nvPr>
        </p:nvSpPr>
        <p:spPr>
          <a:xfrm>
            <a:off x="228600" y="323850"/>
            <a:ext cx="4991100" cy="3848100"/>
          </a:xfrm>
        </p:spPr>
        <p:txBody>
          <a:bodyPr/>
          <a:lstStyle>
            <a:lvl1pPr marL="0" indent="0">
              <a:spcAft>
                <a:spcPts val="4700"/>
              </a:spcAft>
              <a:buClr>
                <a:schemeClr val="bg1"/>
              </a:buClr>
              <a:buFont typeface="Symbol" panose="05050102010706020507" pitchFamily="18" charset="2"/>
              <a:buNone/>
              <a:defRPr sz="2500">
                <a:solidFill>
                  <a:schemeClr val="tx1"/>
                </a:solidFill>
                <a:latin typeface="DM Sans ExtraLight" pitchFamily="2" charset="0"/>
              </a:defRPr>
            </a:lvl1pPr>
            <a:lvl2pPr marL="246888" indent="-246888">
              <a:spcBef>
                <a:spcPts val="0"/>
              </a:spcBef>
              <a:buClr>
                <a:schemeClr val="tx1"/>
              </a:buClr>
              <a:buFont typeface="Symbol" panose="05050102010706020507" pitchFamily="18" charset="2"/>
              <a:buChar char="-"/>
              <a:defRPr sz="2000">
                <a:solidFill>
                  <a:schemeClr val="tx1"/>
                </a:solidFill>
                <a:latin typeface="DM Sans ExtraLight" pitchFamily="2" charset="0"/>
              </a:defRPr>
            </a:lvl2pPr>
            <a:lvl3pPr marL="571500" indent="0">
              <a:buNone/>
              <a:defRPr sz="6500">
                <a:solidFill>
                  <a:schemeClr val="bg1">
                    <a:lumMod val="85000"/>
                  </a:schemeClr>
                </a:solidFill>
              </a:defRPr>
            </a:lvl3pPr>
            <a:lvl4pPr marL="800100" indent="0">
              <a:buNone/>
              <a:defRPr sz="6500">
                <a:solidFill>
                  <a:schemeClr val="bg1">
                    <a:lumMod val="85000"/>
                  </a:schemeClr>
                </a:solidFill>
              </a:defRPr>
            </a:lvl4pPr>
            <a:lvl5pPr marL="1028700" indent="0">
              <a:buNone/>
              <a:defRPr sz="6500">
                <a:solidFill>
                  <a:schemeClr val="bg1">
                    <a:lumMod val="85000"/>
                  </a:schemeClr>
                </a:solidFill>
              </a:defRPr>
            </a:lvl5pPr>
          </a:lstStyle>
          <a:p>
            <a:pPr lvl="0"/>
            <a:r>
              <a:rPr lang="fr-FR"/>
              <a:t>Cliquez pour modifier les styles du texte du masque</a:t>
            </a:r>
          </a:p>
          <a:p>
            <a:pPr lvl="1"/>
            <a:r>
              <a:rPr lang="fr-FR"/>
              <a:t>Deuxième niveau</a:t>
            </a:r>
          </a:p>
        </p:txBody>
      </p:sp>
      <p:sp>
        <p:nvSpPr>
          <p:cNvPr id="6" name="Espace réservé pour une image  5">
            <a:extLst>
              <a:ext uri="{FF2B5EF4-FFF2-40B4-BE49-F238E27FC236}">
                <a16:creationId xmlns:a16="http://schemas.microsoft.com/office/drawing/2014/main" id="{2C4C239E-B83B-5F5F-A9EB-2A2CD6D35561}"/>
              </a:ext>
            </a:extLst>
          </p:cNvPr>
          <p:cNvSpPr>
            <a:spLocks noGrp="1"/>
          </p:cNvSpPr>
          <p:nvPr>
            <p:ph type="pic" sz="quarter" idx="14"/>
          </p:nvPr>
        </p:nvSpPr>
        <p:spPr>
          <a:xfrm>
            <a:off x="5392738" y="323850"/>
            <a:ext cx="3522662" cy="3830638"/>
          </a:xfrm>
          <a:custGeom>
            <a:avLst/>
            <a:gdLst>
              <a:gd name="connsiteX0" fmla="*/ 0 w 3522662"/>
              <a:gd name="connsiteY0" fmla="*/ 0 h 3830638"/>
              <a:gd name="connsiteX1" fmla="*/ 3109074 w 3522662"/>
              <a:gd name="connsiteY1" fmla="*/ 0 h 3830638"/>
              <a:gd name="connsiteX2" fmla="*/ 3522662 w 3522662"/>
              <a:gd name="connsiteY2" fmla="*/ 413588 h 3830638"/>
              <a:gd name="connsiteX3" fmla="*/ 3522662 w 3522662"/>
              <a:gd name="connsiteY3" fmla="*/ 3830638 h 3830638"/>
              <a:gd name="connsiteX4" fmla="*/ 0 w 3522662"/>
              <a:gd name="connsiteY4" fmla="*/ 3830638 h 3830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2662" h="3830638">
                <a:moveTo>
                  <a:pt x="0" y="0"/>
                </a:moveTo>
                <a:lnTo>
                  <a:pt x="3109074" y="0"/>
                </a:lnTo>
                <a:cubicBezTo>
                  <a:pt x="3337492" y="0"/>
                  <a:pt x="3522662" y="185170"/>
                  <a:pt x="3522662" y="413588"/>
                </a:cubicBezTo>
                <a:lnTo>
                  <a:pt x="3522662" y="3830638"/>
                </a:lnTo>
                <a:lnTo>
                  <a:pt x="0" y="3830638"/>
                </a:lnTo>
                <a:close/>
              </a:path>
            </a:pathLst>
          </a:custGeom>
          <a:solidFill>
            <a:srgbClr val="F2F2F2">
              <a:alpha val="20000"/>
            </a:srgbClr>
          </a:solidFill>
        </p:spPr>
        <p:txBody>
          <a:bodyPr wrap="square">
            <a:noAutofit/>
          </a:bodyPr>
          <a:lstStyle/>
          <a:p>
            <a:r>
              <a:rPr lang="fr-FR"/>
              <a:t>Cliquez sur l'icône pour ajouter une image</a:t>
            </a:r>
            <a:endParaRPr lang="fr-CA"/>
          </a:p>
        </p:txBody>
      </p:sp>
      <p:pic>
        <p:nvPicPr>
          <p:cNvPr id="7" name="Google Shape;424;p73">
            <a:extLst>
              <a:ext uri="{FF2B5EF4-FFF2-40B4-BE49-F238E27FC236}">
                <a16:creationId xmlns:a16="http://schemas.microsoft.com/office/drawing/2014/main" id="{1FB3CB43-472D-1058-5001-30B9AB128EB0}"/>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1631098175"/>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e_tableau_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sp>
        <p:nvSpPr>
          <p:cNvPr id="6" name="Espace réservé du tableau 5">
            <a:extLst>
              <a:ext uri="{FF2B5EF4-FFF2-40B4-BE49-F238E27FC236}">
                <a16:creationId xmlns:a16="http://schemas.microsoft.com/office/drawing/2014/main" id="{69577412-25B9-E704-5C79-0EA581C41103}"/>
              </a:ext>
            </a:extLst>
          </p:cNvPr>
          <p:cNvSpPr>
            <a:spLocks noGrp="1"/>
          </p:cNvSpPr>
          <p:nvPr>
            <p:ph type="tbl" sz="quarter" idx="12"/>
          </p:nvPr>
        </p:nvSpPr>
        <p:spPr>
          <a:xfrm>
            <a:off x="4152900" y="933449"/>
            <a:ext cx="4762500" cy="3657599"/>
          </a:xfrm>
        </p:spPr>
        <p:txBody>
          <a:bodyPr/>
          <a:lstStyle/>
          <a:p>
            <a:r>
              <a:rPr lang="fr-FR"/>
              <a:t>Cliquez sur l'icône pour ajouter un tableau</a:t>
            </a:r>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4" name="Espace réservé du contenu 2">
            <a:extLst>
              <a:ext uri="{FF2B5EF4-FFF2-40B4-BE49-F238E27FC236}">
                <a16:creationId xmlns:a16="http://schemas.microsoft.com/office/drawing/2014/main" id="{A6A84BEB-4AD1-AEBC-445B-362E906F7A6C}"/>
              </a:ext>
            </a:extLst>
          </p:cNvPr>
          <p:cNvSpPr>
            <a:spLocks noGrp="1"/>
          </p:cNvSpPr>
          <p:nvPr>
            <p:ph idx="1"/>
          </p:nvPr>
        </p:nvSpPr>
        <p:spPr>
          <a:xfrm>
            <a:off x="228600" y="933450"/>
            <a:ext cx="3810000" cy="3657599"/>
          </a:xfrm>
        </p:spPr>
        <p:txBody>
          <a:bodyPr rIns="91440" anchor="ctr" anchorCtr="0"/>
          <a:lstStyle>
            <a:lvl1pPr marL="0" indent="0">
              <a:buNone/>
              <a:defRPr sz="1900"/>
            </a:lvl1pPr>
          </a:lstStyle>
          <a:p>
            <a:pPr lvl="0"/>
            <a:r>
              <a:rPr lang="fr-FR"/>
              <a:t>Cliquez pour modifier les styles du texte du masque</a:t>
            </a:r>
          </a:p>
        </p:txBody>
      </p:sp>
    </p:spTree>
    <p:extLst>
      <p:ext uri="{BB962C8B-B14F-4D97-AF65-F5344CB8AC3E}">
        <p14:creationId xmlns:p14="http://schemas.microsoft.com/office/powerpoint/2010/main" val="41104624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ableau_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sp>
        <p:nvSpPr>
          <p:cNvPr id="6" name="Espace réservé du tableau 5">
            <a:extLst>
              <a:ext uri="{FF2B5EF4-FFF2-40B4-BE49-F238E27FC236}">
                <a16:creationId xmlns:a16="http://schemas.microsoft.com/office/drawing/2014/main" id="{69577412-25B9-E704-5C79-0EA581C41103}"/>
              </a:ext>
            </a:extLst>
          </p:cNvPr>
          <p:cNvSpPr>
            <a:spLocks noGrp="1"/>
          </p:cNvSpPr>
          <p:nvPr>
            <p:ph type="tbl" sz="quarter" idx="12"/>
          </p:nvPr>
        </p:nvSpPr>
        <p:spPr>
          <a:xfrm>
            <a:off x="228600" y="933450"/>
            <a:ext cx="8686800" cy="3467100"/>
          </a:xfrm>
        </p:spPr>
        <p:txBody>
          <a:bodyPr/>
          <a:lstStyle/>
          <a:p>
            <a:r>
              <a:rPr lang="fr-FR"/>
              <a:t>Cliquez sur l'icône pour ajouter un tableau</a:t>
            </a:r>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32000098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au_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sp>
        <p:nvSpPr>
          <p:cNvPr id="6" name="Espace réservé du tableau 5">
            <a:extLst>
              <a:ext uri="{FF2B5EF4-FFF2-40B4-BE49-F238E27FC236}">
                <a16:creationId xmlns:a16="http://schemas.microsoft.com/office/drawing/2014/main" id="{69577412-25B9-E704-5C79-0EA581C41103}"/>
              </a:ext>
            </a:extLst>
          </p:cNvPr>
          <p:cNvSpPr>
            <a:spLocks noGrp="1"/>
          </p:cNvSpPr>
          <p:nvPr>
            <p:ph type="tbl" sz="quarter" idx="12"/>
          </p:nvPr>
        </p:nvSpPr>
        <p:spPr>
          <a:xfrm>
            <a:off x="228600" y="933450"/>
            <a:ext cx="8686800" cy="3467100"/>
          </a:xfrm>
        </p:spPr>
        <p:txBody>
          <a:bodyPr/>
          <a:lstStyle/>
          <a:p>
            <a:r>
              <a:rPr lang="fr-FR"/>
              <a:t>Cliquez sur l'icône pour ajouter un tableau</a:t>
            </a:r>
            <a:endParaRPr lang="fr-CA"/>
          </a:p>
        </p:txBody>
      </p:sp>
      <p:pic>
        <p:nvPicPr>
          <p:cNvPr id="4" name="Google Shape;424;p73">
            <a:extLst>
              <a:ext uri="{FF2B5EF4-FFF2-40B4-BE49-F238E27FC236}">
                <a16:creationId xmlns:a16="http://schemas.microsoft.com/office/drawing/2014/main" id="{C040D2B1-F13B-BA76-AC47-DD8F118ECC12}"/>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276176832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ableau_3">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sp>
        <p:nvSpPr>
          <p:cNvPr id="6" name="Espace réservé du tableau 5">
            <a:extLst>
              <a:ext uri="{FF2B5EF4-FFF2-40B4-BE49-F238E27FC236}">
                <a16:creationId xmlns:a16="http://schemas.microsoft.com/office/drawing/2014/main" id="{69577412-25B9-E704-5C79-0EA581C41103}"/>
              </a:ext>
            </a:extLst>
          </p:cNvPr>
          <p:cNvSpPr>
            <a:spLocks noGrp="1"/>
          </p:cNvSpPr>
          <p:nvPr>
            <p:ph type="tbl" sz="quarter" idx="12"/>
          </p:nvPr>
        </p:nvSpPr>
        <p:spPr>
          <a:xfrm>
            <a:off x="228600" y="933450"/>
            <a:ext cx="8686800" cy="3467100"/>
          </a:xfrm>
        </p:spPr>
        <p:txBody>
          <a:bodyPr/>
          <a:lstStyle/>
          <a:p>
            <a:r>
              <a:rPr lang="fr-FR"/>
              <a:t>Cliquez sur l'icône pour ajouter un tableau</a:t>
            </a:r>
            <a:endParaRPr lang="fr-CA"/>
          </a:p>
        </p:txBody>
      </p:sp>
      <p:pic>
        <p:nvPicPr>
          <p:cNvPr id="4" name="Google Shape;424;p73">
            <a:extLst>
              <a:ext uri="{FF2B5EF4-FFF2-40B4-BE49-F238E27FC236}">
                <a16:creationId xmlns:a16="http://schemas.microsoft.com/office/drawing/2014/main" id="{C040D2B1-F13B-BA76-AC47-DD8F118ECC12}"/>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219785605"/>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istiques">
    <p:spTree>
      <p:nvGrpSpPr>
        <p:cNvPr id="1" name=""/>
        <p:cNvGrpSpPr/>
        <p:nvPr/>
      </p:nvGrpSpPr>
      <p:grpSpPr>
        <a:xfrm>
          <a:off x="0" y="0"/>
          <a:ext cx="0" cy="0"/>
          <a:chOff x="0" y="0"/>
          <a:chExt cx="0" cy="0"/>
        </a:xfrm>
      </p:grpSpPr>
      <p:sp>
        <p:nvSpPr>
          <p:cNvPr id="31" name="Espace réservé du texte 23">
            <a:extLst>
              <a:ext uri="{FF2B5EF4-FFF2-40B4-BE49-F238E27FC236}">
                <a16:creationId xmlns:a16="http://schemas.microsoft.com/office/drawing/2014/main" id="{1ED8EFE9-4EB3-AB28-AD16-A031D2FE1518}"/>
              </a:ext>
            </a:extLst>
          </p:cNvPr>
          <p:cNvSpPr>
            <a:spLocks noGrp="1"/>
          </p:cNvSpPr>
          <p:nvPr>
            <p:ph type="body" sz="quarter" idx="17" hasCustomPrompt="1"/>
          </p:nvPr>
        </p:nvSpPr>
        <p:spPr>
          <a:xfrm>
            <a:off x="4724477" y="1012289"/>
            <a:ext cx="2026537" cy="921622"/>
          </a:xfrm>
        </p:spPr>
        <p:txBody>
          <a:bodyPr anchor="b" anchorCtr="0"/>
          <a:lstStyle>
            <a:lvl1pPr marL="0" indent="0">
              <a:buNone/>
              <a:defRPr sz="6500">
                <a:solidFill>
                  <a:schemeClr val="tx1"/>
                </a:solidFill>
                <a:latin typeface="DM Sans ExtraLight" pitchFamily="2" charset="0"/>
              </a:defRPr>
            </a:lvl1pPr>
            <a:lvl2pPr marL="288925" indent="0">
              <a:buNone/>
              <a:defRPr/>
            </a:lvl2pPr>
            <a:lvl3pPr marL="571500" indent="0">
              <a:buNone/>
              <a:defRPr/>
            </a:lvl3pPr>
            <a:lvl4pPr marL="800100" indent="0">
              <a:buNone/>
              <a:defRPr/>
            </a:lvl4pPr>
            <a:lvl5pPr marL="1028700" indent="0">
              <a:buNone/>
              <a:defRPr/>
            </a:lvl5pPr>
          </a:lstStyle>
          <a:p>
            <a:pPr lvl="0"/>
            <a:r>
              <a:rPr lang="fr-FR"/>
              <a:t>%</a:t>
            </a:r>
          </a:p>
        </p:txBody>
      </p:sp>
      <p:sp>
        <p:nvSpPr>
          <p:cNvPr id="32" name="Espace réservé du texte 25">
            <a:extLst>
              <a:ext uri="{FF2B5EF4-FFF2-40B4-BE49-F238E27FC236}">
                <a16:creationId xmlns:a16="http://schemas.microsoft.com/office/drawing/2014/main" id="{1EDC6B38-65CA-2E9E-7CBE-C31F2B2B02C1}"/>
              </a:ext>
            </a:extLst>
          </p:cNvPr>
          <p:cNvSpPr>
            <a:spLocks noGrp="1"/>
          </p:cNvSpPr>
          <p:nvPr>
            <p:ph type="body" sz="quarter" idx="18"/>
          </p:nvPr>
        </p:nvSpPr>
        <p:spPr>
          <a:xfrm>
            <a:off x="6854291" y="1012289"/>
            <a:ext cx="1983176"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33" name="Espace réservé du texte 23">
            <a:extLst>
              <a:ext uri="{FF2B5EF4-FFF2-40B4-BE49-F238E27FC236}">
                <a16:creationId xmlns:a16="http://schemas.microsoft.com/office/drawing/2014/main" id="{BD6043D9-1C83-5996-C239-0933C402BBD9}"/>
              </a:ext>
            </a:extLst>
          </p:cNvPr>
          <p:cNvSpPr>
            <a:spLocks noGrp="1"/>
          </p:cNvSpPr>
          <p:nvPr>
            <p:ph type="body" sz="quarter" idx="19" hasCustomPrompt="1"/>
          </p:nvPr>
        </p:nvSpPr>
        <p:spPr>
          <a:xfrm>
            <a:off x="4724477" y="2119116"/>
            <a:ext cx="2026537" cy="923544"/>
          </a:xfrm>
        </p:spPr>
        <p:txBody>
          <a:bodyPr anchor="b" anchorCtr="0"/>
          <a:lstStyle>
            <a:lvl1pPr marL="0" indent="0">
              <a:buNone/>
              <a:defRPr lang="fr-FR" sz="6500" kern="1200" dirty="0" smtClean="0">
                <a:solidFill>
                  <a:schemeClr val="tx1"/>
                </a:solidFill>
                <a:latin typeface="DM Sans ExtraLight" pitchFamily="2" charset="0"/>
                <a:ea typeface="+mn-ea"/>
                <a:cs typeface="+mn-cs"/>
              </a:defRPr>
            </a:lvl1pPr>
            <a:lvl2pPr marL="288925" indent="0">
              <a:buNone/>
              <a:defRPr/>
            </a:lvl2pPr>
            <a:lvl3pPr marL="571500" indent="0">
              <a:buNone/>
              <a:defRPr/>
            </a:lvl3pPr>
            <a:lvl4pPr marL="800100" indent="0">
              <a:buNone/>
              <a:defRPr/>
            </a:lvl4pPr>
            <a:lvl5pPr marL="1028700" indent="0">
              <a:buNone/>
              <a:defRPr/>
            </a:lvl5pPr>
          </a:lstStyle>
          <a:p>
            <a:pPr marL="0" lvl="0" indent="0" algn="l" defTabSz="685800" rtl="0" eaLnBrk="1" latinLnBrk="0" hangingPunct="1">
              <a:lnSpc>
                <a:spcPct val="85000"/>
              </a:lnSpc>
              <a:spcBef>
                <a:spcPts val="0"/>
              </a:spcBef>
              <a:buClr>
                <a:schemeClr val="tx1"/>
              </a:buClr>
              <a:buFont typeface="DM Sans Light" pitchFamily="2" charset="0"/>
              <a:buNone/>
            </a:pPr>
            <a:r>
              <a:rPr lang="fr-FR"/>
              <a:t>%</a:t>
            </a:r>
          </a:p>
        </p:txBody>
      </p:sp>
      <p:sp>
        <p:nvSpPr>
          <p:cNvPr id="34" name="Espace réservé du texte 25">
            <a:extLst>
              <a:ext uri="{FF2B5EF4-FFF2-40B4-BE49-F238E27FC236}">
                <a16:creationId xmlns:a16="http://schemas.microsoft.com/office/drawing/2014/main" id="{AF2CA711-4FA6-222F-32C9-7E2FCA843F46}"/>
              </a:ext>
            </a:extLst>
          </p:cNvPr>
          <p:cNvSpPr>
            <a:spLocks noGrp="1"/>
          </p:cNvSpPr>
          <p:nvPr>
            <p:ph type="body" sz="quarter" idx="20"/>
          </p:nvPr>
        </p:nvSpPr>
        <p:spPr>
          <a:xfrm>
            <a:off x="6854291" y="2119116"/>
            <a:ext cx="1983176"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35" name="Espace réservé du texte 23">
            <a:extLst>
              <a:ext uri="{FF2B5EF4-FFF2-40B4-BE49-F238E27FC236}">
                <a16:creationId xmlns:a16="http://schemas.microsoft.com/office/drawing/2014/main" id="{45394C1D-CD33-3E6C-F266-A4ED6ADC713A}"/>
              </a:ext>
            </a:extLst>
          </p:cNvPr>
          <p:cNvSpPr>
            <a:spLocks noGrp="1"/>
          </p:cNvSpPr>
          <p:nvPr>
            <p:ph type="body" sz="quarter" idx="21" hasCustomPrompt="1"/>
          </p:nvPr>
        </p:nvSpPr>
        <p:spPr>
          <a:xfrm>
            <a:off x="4724477" y="3257285"/>
            <a:ext cx="2026537" cy="921622"/>
          </a:xfrm>
        </p:spPr>
        <p:txBody>
          <a:bodyPr anchor="b" anchorCtr="0"/>
          <a:lstStyle>
            <a:lvl1pPr marL="0" indent="0">
              <a:buNone/>
              <a:defRPr sz="6500">
                <a:solidFill>
                  <a:schemeClr val="tx1"/>
                </a:solidFill>
                <a:latin typeface="DM Sans ExtraLight" pitchFamily="2" charset="0"/>
              </a:defRPr>
            </a:lvl1pPr>
            <a:lvl2pPr marL="288925" indent="0">
              <a:buNone/>
              <a:defRPr/>
            </a:lvl2pPr>
            <a:lvl3pPr marL="571500" indent="0">
              <a:buNone/>
              <a:defRPr/>
            </a:lvl3pPr>
            <a:lvl4pPr marL="800100" indent="0">
              <a:buNone/>
              <a:defRPr/>
            </a:lvl4pPr>
            <a:lvl5pPr marL="1028700" indent="0">
              <a:buNone/>
              <a:defRPr/>
            </a:lvl5pPr>
          </a:lstStyle>
          <a:p>
            <a:pPr lvl="0"/>
            <a:r>
              <a:rPr lang="fr-FR"/>
              <a:t>%</a:t>
            </a:r>
          </a:p>
        </p:txBody>
      </p:sp>
      <p:sp>
        <p:nvSpPr>
          <p:cNvPr id="36" name="Espace réservé du texte 25">
            <a:extLst>
              <a:ext uri="{FF2B5EF4-FFF2-40B4-BE49-F238E27FC236}">
                <a16:creationId xmlns:a16="http://schemas.microsoft.com/office/drawing/2014/main" id="{4529F2A7-FFCE-71F2-F80B-29FDBD56FAF3}"/>
              </a:ext>
            </a:extLst>
          </p:cNvPr>
          <p:cNvSpPr>
            <a:spLocks noGrp="1"/>
          </p:cNvSpPr>
          <p:nvPr>
            <p:ph type="body" sz="quarter" idx="22"/>
          </p:nvPr>
        </p:nvSpPr>
        <p:spPr>
          <a:xfrm>
            <a:off x="6854291" y="3257285"/>
            <a:ext cx="1983176"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24" name="Espace réservé du texte 23">
            <a:extLst>
              <a:ext uri="{FF2B5EF4-FFF2-40B4-BE49-F238E27FC236}">
                <a16:creationId xmlns:a16="http://schemas.microsoft.com/office/drawing/2014/main" id="{D766A062-7A98-FD74-0B2B-28BFF64A27B3}"/>
              </a:ext>
            </a:extLst>
          </p:cNvPr>
          <p:cNvSpPr>
            <a:spLocks noGrp="1"/>
          </p:cNvSpPr>
          <p:nvPr>
            <p:ph type="body" sz="quarter" idx="11" hasCustomPrompt="1"/>
          </p:nvPr>
        </p:nvSpPr>
        <p:spPr>
          <a:xfrm>
            <a:off x="403860" y="1012289"/>
            <a:ext cx="2026538" cy="921622"/>
          </a:xfrm>
        </p:spPr>
        <p:txBody>
          <a:bodyPr anchor="b" anchorCtr="0"/>
          <a:lstStyle>
            <a:lvl1pPr marL="0" indent="0">
              <a:buNone/>
              <a:defRPr sz="6500">
                <a:solidFill>
                  <a:schemeClr val="tx1"/>
                </a:solidFill>
                <a:latin typeface="DM Sans ExtraLight" pitchFamily="2" charset="0"/>
              </a:defRPr>
            </a:lvl1pPr>
            <a:lvl2pPr marL="288925" indent="0">
              <a:buNone/>
              <a:defRPr/>
            </a:lvl2pPr>
            <a:lvl3pPr marL="571500" indent="0">
              <a:buNone/>
              <a:defRPr/>
            </a:lvl3pPr>
            <a:lvl4pPr marL="800100" indent="0">
              <a:buNone/>
              <a:defRPr/>
            </a:lvl4pPr>
            <a:lvl5pPr marL="1028700" indent="0">
              <a:buNone/>
              <a:defRPr/>
            </a:lvl5pPr>
          </a:lstStyle>
          <a:p>
            <a:pPr lvl="0"/>
            <a:r>
              <a:rPr lang="fr-FR"/>
              <a:t>%</a:t>
            </a:r>
          </a:p>
        </p:txBody>
      </p:sp>
      <p:sp>
        <p:nvSpPr>
          <p:cNvPr id="26" name="Espace réservé du texte 25">
            <a:extLst>
              <a:ext uri="{FF2B5EF4-FFF2-40B4-BE49-F238E27FC236}">
                <a16:creationId xmlns:a16="http://schemas.microsoft.com/office/drawing/2014/main" id="{33EA91C5-2BF7-3EC2-59A8-1839255A23A1}"/>
              </a:ext>
            </a:extLst>
          </p:cNvPr>
          <p:cNvSpPr>
            <a:spLocks noGrp="1"/>
          </p:cNvSpPr>
          <p:nvPr>
            <p:ph type="body" sz="quarter" idx="12"/>
          </p:nvPr>
        </p:nvSpPr>
        <p:spPr>
          <a:xfrm>
            <a:off x="2488367" y="1012289"/>
            <a:ext cx="1984248"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27" name="Espace réservé du texte 23">
            <a:extLst>
              <a:ext uri="{FF2B5EF4-FFF2-40B4-BE49-F238E27FC236}">
                <a16:creationId xmlns:a16="http://schemas.microsoft.com/office/drawing/2014/main" id="{0A196A3D-C89B-2E2A-C90F-67881991C5B5}"/>
              </a:ext>
            </a:extLst>
          </p:cNvPr>
          <p:cNvSpPr>
            <a:spLocks noGrp="1"/>
          </p:cNvSpPr>
          <p:nvPr>
            <p:ph type="body" sz="quarter" idx="13" hasCustomPrompt="1"/>
          </p:nvPr>
        </p:nvSpPr>
        <p:spPr>
          <a:xfrm>
            <a:off x="403860" y="2119116"/>
            <a:ext cx="2026538" cy="923544"/>
          </a:xfrm>
        </p:spPr>
        <p:txBody>
          <a:bodyPr anchor="b" anchorCtr="0"/>
          <a:lstStyle>
            <a:lvl1pPr marL="0" indent="0">
              <a:buNone/>
              <a:defRPr sz="6500">
                <a:solidFill>
                  <a:schemeClr val="tx1"/>
                </a:solidFill>
                <a:latin typeface="DM Sans ExtraLight" pitchFamily="2" charset="0"/>
              </a:defRPr>
            </a:lvl1pPr>
            <a:lvl2pPr marL="288925" indent="0">
              <a:buNone/>
              <a:defRPr/>
            </a:lvl2pPr>
            <a:lvl3pPr marL="571500" indent="0">
              <a:buNone/>
              <a:defRPr/>
            </a:lvl3pPr>
            <a:lvl4pPr marL="800100" indent="0">
              <a:buNone/>
              <a:defRPr/>
            </a:lvl4pPr>
            <a:lvl5pPr marL="1028700" indent="0">
              <a:buNone/>
              <a:defRPr/>
            </a:lvl5pPr>
          </a:lstStyle>
          <a:p>
            <a:pPr lvl="0"/>
            <a:r>
              <a:rPr lang="fr-FR"/>
              <a:t>%</a:t>
            </a:r>
          </a:p>
        </p:txBody>
      </p:sp>
      <p:sp>
        <p:nvSpPr>
          <p:cNvPr id="28" name="Espace réservé du texte 25">
            <a:extLst>
              <a:ext uri="{FF2B5EF4-FFF2-40B4-BE49-F238E27FC236}">
                <a16:creationId xmlns:a16="http://schemas.microsoft.com/office/drawing/2014/main" id="{BD67307E-2BED-AD4E-C143-56A941FCF958}"/>
              </a:ext>
            </a:extLst>
          </p:cNvPr>
          <p:cNvSpPr>
            <a:spLocks noGrp="1"/>
          </p:cNvSpPr>
          <p:nvPr>
            <p:ph type="body" sz="quarter" idx="14"/>
          </p:nvPr>
        </p:nvSpPr>
        <p:spPr>
          <a:xfrm>
            <a:off x="2488367" y="2119116"/>
            <a:ext cx="1984248"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29" name="Espace réservé du texte 23">
            <a:extLst>
              <a:ext uri="{FF2B5EF4-FFF2-40B4-BE49-F238E27FC236}">
                <a16:creationId xmlns:a16="http://schemas.microsoft.com/office/drawing/2014/main" id="{D236A0CC-144A-31AB-69F4-944EAD29C94E}"/>
              </a:ext>
            </a:extLst>
          </p:cNvPr>
          <p:cNvSpPr>
            <a:spLocks noGrp="1"/>
          </p:cNvSpPr>
          <p:nvPr>
            <p:ph type="body" sz="quarter" idx="15" hasCustomPrompt="1"/>
          </p:nvPr>
        </p:nvSpPr>
        <p:spPr>
          <a:xfrm>
            <a:off x="403860" y="3257285"/>
            <a:ext cx="2026538" cy="921622"/>
          </a:xfrm>
        </p:spPr>
        <p:txBody>
          <a:bodyPr anchor="b" anchorCtr="0"/>
          <a:lstStyle>
            <a:lvl1pPr marL="0" indent="0">
              <a:buNone/>
              <a:defRPr sz="6500">
                <a:solidFill>
                  <a:schemeClr val="tx1"/>
                </a:solidFill>
                <a:latin typeface="DM Sans ExtraLight" pitchFamily="2" charset="0"/>
              </a:defRPr>
            </a:lvl1pPr>
            <a:lvl2pPr marL="288925" indent="0">
              <a:buNone/>
              <a:defRPr/>
            </a:lvl2pPr>
            <a:lvl3pPr marL="571500" indent="0">
              <a:buNone/>
              <a:defRPr/>
            </a:lvl3pPr>
            <a:lvl4pPr marL="800100" indent="0">
              <a:buNone/>
              <a:defRPr/>
            </a:lvl4pPr>
            <a:lvl5pPr marL="1028700" indent="0">
              <a:buNone/>
              <a:defRPr/>
            </a:lvl5pPr>
          </a:lstStyle>
          <a:p>
            <a:pPr lvl="0"/>
            <a:r>
              <a:rPr lang="fr-FR"/>
              <a:t>%</a:t>
            </a:r>
          </a:p>
        </p:txBody>
      </p:sp>
      <p:sp>
        <p:nvSpPr>
          <p:cNvPr id="30" name="Espace réservé du texte 25">
            <a:extLst>
              <a:ext uri="{FF2B5EF4-FFF2-40B4-BE49-F238E27FC236}">
                <a16:creationId xmlns:a16="http://schemas.microsoft.com/office/drawing/2014/main" id="{4DDFB22D-68B8-A7D6-63ED-5BCD7C9E5EB2}"/>
              </a:ext>
            </a:extLst>
          </p:cNvPr>
          <p:cNvSpPr>
            <a:spLocks noGrp="1"/>
          </p:cNvSpPr>
          <p:nvPr>
            <p:ph type="body" sz="quarter" idx="16"/>
          </p:nvPr>
        </p:nvSpPr>
        <p:spPr>
          <a:xfrm>
            <a:off x="2488367" y="3257285"/>
            <a:ext cx="1984248" cy="731520"/>
          </a:xfrm>
        </p:spPr>
        <p:txBody>
          <a:bodyPr rIns="91440" anchor="b" anchorCtr="0"/>
          <a:lstStyle>
            <a:lvl1pPr marL="0" indent="0">
              <a:buNone/>
              <a:defRPr sz="800">
                <a:solidFill>
                  <a:schemeClr val="tx1"/>
                </a:solidFill>
                <a:latin typeface="+mn-lt"/>
              </a:defRPr>
            </a:lvl1pPr>
          </a:lstStyle>
          <a:p>
            <a:pPr lvl="0"/>
            <a:r>
              <a:rPr lang="fr-FR"/>
              <a:t>Cliquez pour modifier les styles du texte du masque</a:t>
            </a:r>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29600858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e_graphique">
    <p:spTree>
      <p:nvGrpSpPr>
        <p:cNvPr id="1" name=""/>
        <p:cNvGrpSpPr/>
        <p:nvPr/>
      </p:nvGrpSpPr>
      <p:grpSpPr>
        <a:xfrm>
          <a:off x="0" y="0"/>
          <a:ext cx="0" cy="0"/>
          <a:chOff x="0" y="0"/>
          <a:chExt cx="0" cy="0"/>
        </a:xfrm>
      </p:grpSpPr>
      <p:sp>
        <p:nvSpPr>
          <p:cNvPr id="8" name="Espace réservé du graphique 7">
            <a:extLst>
              <a:ext uri="{FF2B5EF4-FFF2-40B4-BE49-F238E27FC236}">
                <a16:creationId xmlns:a16="http://schemas.microsoft.com/office/drawing/2014/main" id="{09BEFAB6-570E-B275-4BD8-64E2B76A4C87}"/>
              </a:ext>
            </a:extLst>
          </p:cNvPr>
          <p:cNvSpPr>
            <a:spLocks noGrp="1"/>
          </p:cNvSpPr>
          <p:nvPr>
            <p:ph type="chart" sz="quarter" idx="13"/>
          </p:nvPr>
        </p:nvSpPr>
        <p:spPr>
          <a:xfrm>
            <a:off x="4152900" y="933450"/>
            <a:ext cx="4762500" cy="3657600"/>
          </a:xfrm>
        </p:spPr>
        <p:txBody>
          <a:bodyPr/>
          <a:lstStyle/>
          <a:p>
            <a:r>
              <a:rPr lang="fr-FR"/>
              <a:t>Cliquez sur l'icône pour ajouter un graphique</a:t>
            </a:r>
            <a:endParaRPr lang="fr-CA"/>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4" name="Espace réservé du contenu 2">
            <a:extLst>
              <a:ext uri="{FF2B5EF4-FFF2-40B4-BE49-F238E27FC236}">
                <a16:creationId xmlns:a16="http://schemas.microsoft.com/office/drawing/2014/main" id="{A6A84BEB-4AD1-AEBC-445B-362E906F7A6C}"/>
              </a:ext>
            </a:extLst>
          </p:cNvPr>
          <p:cNvSpPr>
            <a:spLocks noGrp="1"/>
          </p:cNvSpPr>
          <p:nvPr>
            <p:ph idx="1"/>
          </p:nvPr>
        </p:nvSpPr>
        <p:spPr>
          <a:xfrm>
            <a:off x="228600" y="933451"/>
            <a:ext cx="3810000" cy="3657600"/>
          </a:xfrm>
        </p:spPr>
        <p:txBody>
          <a:bodyPr rIns="91440" anchor="ctr" anchorCtr="0"/>
          <a:lstStyle>
            <a:lvl1pPr marL="0" indent="0">
              <a:buNone/>
              <a:defRPr sz="1900"/>
            </a:lvl1pPr>
          </a:lstStyle>
          <a:p>
            <a:pPr lvl="0"/>
            <a:r>
              <a:rPr lang="fr-FR"/>
              <a:t>Cliquez pour modifier les styles du texte du masque</a:t>
            </a:r>
          </a:p>
        </p:txBody>
      </p:sp>
    </p:spTree>
    <p:extLst>
      <p:ext uri="{BB962C8B-B14F-4D97-AF65-F5344CB8AC3E}">
        <p14:creationId xmlns:p14="http://schemas.microsoft.com/office/powerpoint/2010/main" val="32634510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aphique">
    <p:spTree>
      <p:nvGrpSpPr>
        <p:cNvPr id="1" name=""/>
        <p:cNvGrpSpPr/>
        <p:nvPr/>
      </p:nvGrpSpPr>
      <p:grpSpPr>
        <a:xfrm>
          <a:off x="0" y="0"/>
          <a:ext cx="0" cy="0"/>
          <a:chOff x="0" y="0"/>
          <a:chExt cx="0" cy="0"/>
        </a:xfrm>
      </p:grpSpPr>
      <p:sp>
        <p:nvSpPr>
          <p:cNvPr id="5" name="Espace réservé du graphique 4">
            <a:extLst>
              <a:ext uri="{FF2B5EF4-FFF2-40B4-BE49-F238E27FC236}">
                <a16:creationId xmlns:a16="http://schemas.microsoft.com/office/drawing/2014/main" id="{51D56242-6476-BF5C-B850-530FFBDD8340}"/>
              </a:ext>
            </a:extLst>
          </p:cNvPr>
          <p:cNvSpPr>
            <a:spLocks noGrp="1"/>
          </p:cNvSpPr>
          <p:nvPr>
            <p:ph type="chart" sz="quarter" idx="13"/>
          </p:nvPr>
        </p:nvSpPr>
        <p:spPr>
          <a:xfrm>
            <a:off x="228600" y="933450"/>
            <a:ext cx="8686800" cy="3467100"/>
          </a:xfrm>
        </p:spPr>
        <p:txBody>
          <a:bodyPr/>
          <a:lstStyle/>
          <a:p>
            <a:r>
              <a:rPr lang="fr-FR"/>
              <a:t>Cliquez sur l'icône pour ajouter un graphique</a:t>
            </a:r>
            <a:endParaRPr lang="fr-CA"/>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Tree>
    <p:extLst>
      <p:ext uri="{BB962C8B-B14F-4D97-AF65-F5344CB8AC3E}">
        <p14:creationId xmlns:p14="http://schemas.microsoft.com/office/powerpoint/2010/main" val="11165339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igne_de_temps_1">
    <p:spTree>
      <p:nvGrpSpPr>
        <p:cNvPr id="1" name=""/>
        <p:cNvGrpSpPr/>
        <p:nvPr/>
      </p:nvGrpSpPr>
      <p:grpSpPr>
        <a:xfrm>
          <a:off x="0" y="0"/>
          <a:ext cx="0" cy="0"/>
          <a:chOff x="0" y="0"/>
          <a:chExt cx="0" cy="0"/>
        </a:xfrm>
      </p:grpSpPr>
      <p:sp>
        <p:nvSpPr>
          <p:cNvPr id="39" name="Espace réservé du texte 38">
            <a:extLst>
              <a:ext uri="{FF2B5EF4-FFF2-40B4-BE49-F238E27FC236}">
                <a16:creationId xmlns:a16="http://schemas.microsoft.com/office/drawing/2014/main" id="{8D16DB47-0A90-CB37-1545-4D6A9A23E315}"/>
              </a:ext>
            </a:extLst>
          </p:cNvPr>
          <p:cNvSpPr>
            <a:spLocks noGrp="1"/>
          </p:cNvSpPr>
          <p:nvPr>
            <p:ph type="body" sz="quarter" idx="18"/>
          </p:nvPr>
        </p:nvSpPr>
        <p:spPr>
          <a:xfrm>
            <a:off x="1018267" y="1324224"/>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31" name="Espace réservé du texte 30">
            <a:extLst>
              <a:ext uri="{FF2B5EF4-FFF2-40B4-BE49-F238E27FC236}">
                <a16:creationId xmlns:a16="http://schemas.microsoft.com/office/drawing/2014/main" id="{23B6E036-9DC9-43E0-1277-C8411B2E3619}"/>
              </a:ext>
            </a:extLst>
          </p:cNvPr>
          <p:cNvSpPr>
            <a:spLocks noGrp="1"/>
          </p:cNvSpPr>
          <p:nvPr>
            <p:ph type="body" sz="quarter" idx="11" hasCustomPrompt="1"/>
          </p:nvPr>
        </p:nvSpPr>
        <p:spPr>
          <a:xfrm>
            <a:off x="933353" y="955675"/>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2" name="Espace réservé du texte 30">
            <a:extLst>
              <a:ext uri="{FF2B5EF4-FFF2-40B4-BE49-F238E27FC236}">
                <a16:creationId xmlns:a16="http://schemas.microsoft.com/office/drawing/2014/main" id="{27F2A86D-77EB-9490-EEF1-6F66A71271C0}"/>
              </a:ext>
            </a:extLst>
          </p:cNvPr>
          <p:cNvSpPr>
            <a:spLocks noGrp="1"/>
          </p:cNvSpPr>
          <p:nvPr>
            <p:ph type="body" sz="quarter" idx="12" hasCustomPrompt="1"/>
          </p:nvPr>
        </p:nvSpPr>
        <p:spPr>
          <a:xfrm>
            <a:off x="2824978" y="955675"/>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3" name="Espace réservé du texte 30">
            <a:extLst>
              <a:ext uri="{FF2B5EF4-FFF2-40B4-BE49-F238E27FC236}">
                <a16:creationId xmlns:a16="http://schemas.microsoft.com/office/drawing/2014/main" id="{F3C8C3A0-0D33-2F71-877E-065BE602E3AB}"/>
              </a:ext>
            </a:extLst>
          </p:cNvPr>
          <p:cNvSpPr>
            <a:spLocks noGrp="1"/>
          </p:cNvSpPr>
          <p:nvPr>
            <p:ph type="body" sz="quarter" idx="13" hasCustomPrompt="1"/>
          </p:nvPr>
        </p:nvSpPr>
        <p:spPr>
          <a:xfrm>
            <a:off x="4693291" y="962301"/>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4" name="Espace réservé du texte 30">
            <a:extLst>
              <a:ext uri="{FF2B5EF4-FFF2-40B4-BE49-F238E27FC236}">
                <a16:creationId xmlns:a16="http://schemas.microsoft.com/office/drawing/2014/main" id="{3E702DB5-AB4C-2FCA-3E70-F9E9DE2E5E8C}"/>
              </a:ext>
            </a:extLst>
          </p:cNvPr>
          <p:cNvSpPr>
            <a:spLocks noGrp="1"/>
          </p:cNvSpPr>
          <p:nvPr>
            <p:ph type="body" sz="quarter" idx="14" hasCustomPrompt="1"/>
          </p:nvPr>
        </p:nvSpPr>
        <p:spPr>
          <a:xfrm>
            <a:off x="6593878" y="958987"/>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5" name="Espace réservé du texte 30">
            <a:extLst>
              <a:ext uri="{FF2B5EF4-FFF2-40B4-BE49-F238E27FC236}">
                <a16:creationId xmlns:a16="http://schemas.microsoft.com/office/drawing/2014/main" id="{E38E6780-4BBE-3DE3-A41D-66DFA058B422}"/>
              </a:ext>
            </a:extLst>
          </p:cNvPr>
          <p:cNvSpPr>
            <a:spLocks noGrp="1"/>
          </p:cNvSpPr>
          <p:nvPr>
            <p:ph type="body" sz="quarter" idx="15" hasCustomPrompt="1"/>
          </p:nvPr>
        </p:nvSpPr>
        <p:spPr>
          <a:xfrm>
            <a:off x="1484178" y="4179487"/>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6" name="Espace réservé du texte 30">
            <a:extLst>
              <a:ext uri="{FF2B5EF4-FFF2-40B4-BE49-F238E27FC236}">
                <a16:creationId xmlns:a16="http://schemas.microsoft.com/office/drawing/2014/main" id="{8C011CE7-FE13-30E0-4E16-9522E7B42FD5}"/>
              </a:ext>
            </a:extLst>
          </p:cNvPr>
          <p:cNvSpPr>
            <a:spLocks noGrp="1"/>
          </p:cNvSpPr>
          <p:nvPr>
            <p:ph type="body" sz="quarter" idx="16" hasCustomPrompt="1"/>
          </p:nvPr>
        </p:nvSpPr>
        <p:spPr>
          <a:xfrm>
            <a:off x="4022890" y="4184274"/>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37" name="Espace réservé du texte 30">
            <a:extLst>
              <a:ext uri="{FF2B5EF4-FFF2-40B4-BE49-F238E27FC236}">
                <a16:creationId xmlns:a16="http://schemas.microsoft.com/office/drawing/2014/main" id="{C6E37844-1036-ECD1-F541-77D3A708E6BF}"/>
              </a:ext>
            </a:extLst>
          </p:cNvPr>
          <p:cNvSpPr>
            <a:spLocks noGrp="1"/>
          </p:cNvSpPr>
          <p:nvPr>
            <p:ph type="body" sz="quarter" idx="17" hasCustomPrompt="1"/>
          </p:nvPr>
        </p:nvSpPr>
        <p:spPr>
          <a:xfrm>
            <a:off x="6866403" y="4183988"/>
            <a:ext cx="584200" cy="265113"/>
          </a:xfrm>
          <a:prstGeom prst="roundRect">
            <a:avLst>
              <a:gd name="adj" fmla="val 48104"/>
            </a:avLst>
          </a:prstGeom>
          <a:solidFill>
            <a:srgbClr val="064DD9"/>
          </a:solidFill>
        </p:spPr>
        <p:txBody>
          <a:bodyPr rIns="0" anchor="ctr" anchorCtr="0"/>
          <a:lstStyle>
            <a:lvl1pPr marL="0" indent="0" algn="ctr">
              <a:lnSpc>
                <a:spcPct val="100000"/>
              </a:lnSpc>
              <a:buNone/>
              <a:defRPr sz="800">
                <a:solidFill>
                  <a:schemeClr val="bg1"/>
                </a:solidFill>
              </a:defRPr>
            </a:lvl1pPr>
          </a:lstStyle>
          <a:p>
            <a:pPr lvl="0"/>
            <a:r>
              <a:rPr lang="fr-FR"/>
              <a:t>Année</a:t>
            </a:r>
            <a:endParaRPr lang="fr-CA"/>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40" name="Espace réservé du texte 38">
            <a:extLst>
              <a:ext uri="{FF2B5EF4-FFF2-40B4-BE49-F238E27FC236}">
                <a16:creationId xmlns:a16="http://schemas.microsoft.com/office/drawing/2014/main" id="{A44FC4DB-3A8D-E32B-69C0-C9DCAA09AE4C}"/>
              </a:ext>
            </a:extLst>
          </p:cNvPr>
          <p:cNvSpPr>
            <a:spLocks noGrp="1"/>
          </p:cNvSpPr>
          <p:nvPr>
            <p:ph type="body" sz="quarter" idx="19"/>
          </p:nvPr>
        </p:nvSpPr>
        <p:spPr>
          <a:xfrm>
            <a:off x="2899845" y="1324224"/>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41" name="Espace réservé du texte 38">
            <a:extLst>
              <a:ext uri="{FF2B5EF4-FFF2-40B4-BE49-F238E27FC236}">
                <a16:creationId xmlns:a16="http://schemas.microsoft.com/office/drawing/2014/main" id="{19D0FF0D-2A78-9730-AE81-8A60C5B1F2D5}"/>
              </a:ext>
            </a:extLst>
          </p:cNvPr>
          <p:cNvSpPr>
            <a:spLocks noGrp="1"/>
          </p:cNvSpPr>
          <p:nvPr>
            <p:ph type="body" sz="quarter" idx="20"/>
          </p:nvPr>
        </p:nvSpPr>
        <p:spPr>
          <a:xfrm>
            <a:off x="4781423" y="1324224"/>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42" name="Espace réservé du texte 38">
            <a:extLst>
              <a:ext uri="{FF2B5EF4-FFF2-40B4-BE49-F238E27FC236}">
                <a16:creationId xmlns:a16="http://schemas.microsoft.com/office/drawing/2014/main" id="{C6129540-EF28-6FAB-739C-FC8F2FBB35AE}"/>
              </a:ext>
            </a:extLst>
          </p:cNvPr>
          <p:cNvSpPr>
            <a:spLocks noGrp="1"/>
          </p:cNvSpPr>
          <p:nvPr>
            <p:ph type="body" sz="quarter" idx="21"/>
          </p:nvPr>
        </p:nvSpPr>
        <p:spPr>
          <a:xfrm>
            <a:off x="6663000" y="1324224"/>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43" name="Espace réservé du texte 38">
            <a:extLst>
              <a:ext uri="{FF2B5EF4-FFF2-40B4-BE49-F238E27FC236}">
                <a16:creationId xmlns:a16="http://schemas.microsoft.com/office/drawing/2014/main" id="{31B1CC76-697C-8FAE-63A0-F89BDAF6977A}"/>
              </a:ext>
            </a:extLst>
          </p:cNvPr>
          <p:cNvSpPr>
            <a:spLocks noGrp="1"/>
          </p:cNvSpPr>
          <p:nvPr>
            <p:ph type="body" sz="quarter" idx="22"/>
          </p:nvPr>
        </p:nvSpPr>
        <p:spPr>
          <a:xfrm>
            <a:off x="1585573" y="3052552"/>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44" name="Espace réservé du texte 38">
            <a:extLst>
              <a:ext uri="{FF2B5EF4-FFF2-40B4-BE49-F238E27FC236}">
                <a16:creationId xmlns:a16="http://schemas.microsoft.com/office/drawing/2014/main" id="{84008F56-D0CB-5FBB-B62B-34266DECC4B9}"/>
              </a:ext>
            </a:extLst>
          </p:cNvPr>
          <p:cNvSpPr>
            <a:spLocks noGrp="1"/>
          </p:cNvSpPr>
          <p:nvPr>
            <p:ph type="body" sz="quarter" idx="23"/>
          </p:nvPr>
        </p:nvSpPr>
        <p:spPr>
          <a:xfrm>
            <a:off x="4127409" y="3052551"/>
            <a:ext cx="1289099" cy="1008900"/>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
        <p:nvSpPr>
          <p:cNvPr id="46" name="Espace réservé du texte 38">
            <a:extLst>
              <a:ext uri="{FF2B5EF4-FFF2-40B4-BE49-F238E27FC236}">
                <a16:creationId xmlns:a16="http://schemas.microsoft.com/office/drawing/2014/main" id="{A8497CC3-760A-46F2-4D35-C9867DA56E4F}"/>
              </a:ext>
            </a:extLst>
          </p:cNvPr>
          <p:cNvSpPr>
            <a:spLocks noGrp="1"/>
          </p:cNvSpPr>
          <p:nvPr>
            <p:ph type="body" sz="quarter" idx="24"/>
          </p:nvPr>
        </p:nvSpPr>
        <p:spPr>
          <a:xfrm>
            <a:off x="6978718" y="3052552"/>
            <a:ext cx="1289099" cy="1008899"/>
          </a:xfrm>
        </p:spPr>
        <p:txBody>
          <a:bodyPr lIns="91440" tIns="91440" rIns="91440" bIns="91440"/>
          <a:lstStyle>
            <a:lvl1pPr marL="0" indent="0">
              <a:buNone/>
              <a:defRPr sz="700">
                <a:solidFill>
                  <a:schemeClr val="tx2"/>
                </a:solidFill>
                <a:latin typeface="+mn-lt"/>
              </a:defRPr>
            </a:lvl1pPr>
            <a:lvl2pPr marL="288925" indent="0">
              <a:buNone/>
              <a:defRPr sz="700">
                <a:latin typeface="+mn-lt"/>
              </a:defRPr>
            </a:lvl2pPr>
            <a:lvl3pPr marL="571500" indent="0">
              <a:buNone/>
              <a:defRPr sz="700">
                <a:latin typeface="+mn-lt"/>
              </a:defRPr>
            </a:lvl3pPr>
            <a:lvl4pPr marL="800100" indent="0">
              <a:buNone/>
              <a:defRPr sz="700">
                <a:latin typeface="+mn-lt"/>
              </a:defRPr>
            </a:lvl4pPr>
            <a:lvl5pPr marL="1028700" indent="0">
              <a:buNone/>
              <a:defRPr sz="700">
                <a:latin typeface="+mn-lt"/>
              </a:defRPr>
            </a:lvl5pPr>
          </a:lstStyle>
          <a:p>
            <a:pPr lvl="0"/>
            <a:r>
              <a:rPr lang="fr-FR"/>
              <a:t>Cliquez pour modifier les styles du texte du masque</a:t>
            </a:r>
          </a:p>
        </p:txBody>
      </p:sp>
    </p:spTree>
    <p:extLst>
      <p:ext uri="{BB962C8B-B14F-4D97-AF65-F5344CB8AC3E}">
        <p14:creationId xmlns:p14="http://schemas.microsoft.com/office/powerpoint/2010/main" val="3107561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igne_de_temps_2">
    <p:spTree>
      <p:nvGrpSpPr>
        <p:cNvPr id="1" name=""/>
        <p:cNvGrpSpPr/>
        <p:nvPr/>
      </p:nvGrpSpPr>
      <p:grpSpPr>
        <a:xfrm>
          <a:off x="0" y="0"/>
          <a:ext cx="0" cy="0"/>
          <a:chOff x="0" y="0"/>
          <a:chExt cx="0" cy="0"/>
        </a:xfrm>
      </p:grpSpPr>
      <p:sp>
        <p:nvSpPr>
          <p:cNvPr id="19" name="Espace réservé du texte 18">
            <a:extLst>
              <a:ext uri="{FF2B5EF4-FFF2-40B4-BE49-F238E27FC236}">
                <a16:creationId xmlns:a16="http://schemas.microsoft.com/office/drawing/2014/main" id="{52A1989D-6F12-E670-130E-531B8F017A78}"/>
              </a:ext>
            </a:extLst>
          </p:cNvPr>
          <p:cNvSpPr>
            <a:spLocks noGrp="1"/>
          </p:cNvSpPr>
          <p:nvPr>
            <p:ph type="body" sz="quarter" idx="11" hasCustomPrompt="1"/>
          </p:nvPr>
        </p:nvSpPr>
        <p:spPr>
          <a:xfrm>
            <a:off x="416750"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bg1"/>
                </a:solidFill>
                <a:latin typeface="+mj-lt"/>
              </a:defRPr>
            </a:lvl1pPr>
            <a:lvl2pPr marL="0" indent="0">
              <a:buNone/>
              <a:defRPr sz="800">
                <a:solidFill>
                  <a:schemeClr val="bg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20" name="Espace réservé du texte 19">
            <a:extLst>
              <a:ext uri="{FF2B5EF4-FFF2-40B4-BE49-F238E27FC236}">
                <a16:creationId xmlns:a16="http://schemas.microsoft.com/office/drawing/2014/main" id="{EAB85BAB-209D-96BB-29CC-11015F5C7EFC}"/>
              </a:ext>
            </a:extLst>
          </p:cNvPr>
          <p:cNvSpPr>
            <a:spLocks noGrp="1"/>
          </p:cNvSpPr>
          <p:nvPr>
            <p:ph type="body" sz="quarter" idx="12" hasCustomPrompt="1"/>
          </p:nvPr>
        </p:nvSpPr>
        <p:spPr>
          <a:xfrm>
            <a:off x="4008875"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bg1"/>
                </a:solidFill>
                <a:latin typeface="+mj-lt"/>
              </a:defRPr>
            </a:lvl1pPr>
            <a:lvl2pPr marL="0" indent="0">
              <a:buNone/>
              <a:defRPr sz="800">
                <a:solidFill>
                  <a:schemeClr val="bg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21" name="Espace réservé du texte 20">
            <a:extLst>
              <a:ext uri="{FF2B5EF4-FFF2-40B4-BE49-F238E27FC236}">
                <a16:creationId xmlns:a16="http://schemas.microsoft.com/office/drawing/2014/main" id="{67066F6D-80DB-C11E-E1F6-3767B566AB7F}"/>
              </a:ext>
            </a:extLst>
          </p:cNvPr>
          <p:cNvSpPr>
            <a:spLocks noGrp="1"/>
          </p:cNvSpPr>
          <p:nvPr>
            <p:ph type="body" sz="quarter" idx="13" hasCustomPrompt="1"/>
          </p:nvPr>
        </p:nvSpPr>
        <p:spPr>
          <a:xfrm>
            <a:off x="7543300"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bg1"/>
                </a:solidFill>
                <a:latin typeface="+mj-lt"/>
              </a:defRPr>
            </a:lvl1pPr>
            <a:lvl2pPr marL="0" indent="0">
              <a:buNone/>
              <a:defRPr sz="800">
                <a:solidFill>
                  <a:schemeClr val="bg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53" name="Espace réservé du texte 52">
            <a:extLst>
              <a:ext uri="{FF2B5EF4-FFF2-40B4-BE49-F238E27FC236}">
                <a16:creationId xmlns:a16="http://schemas.microsoft.com/office/drawing/2014/main" id="{E7201FFA-B75A-C9DF-9528-237688D5E86C}"/>
              </a:ext>
            </a:extLst>
          </p:cNvPr>
          <p:cNvSpPr>
            <a:spLocks noGrp="1"/>
          </p:cNvSpPr>
          <p:nvPr>
            <p:ph type="body" sz="quarter" idx="20" hasCustomPrompt="1"/>
          </p:nvPr>
        </p:nvSpPr>
        <p:spPr>
          <a:xfrm>
            <a:off x="4946950" y="2752015"/>
            <a:ext cx="1374000" cy="1804793"/>
          </a:xfrm>
          <a:custGeom>
            <a:avLst/>
            <a:gdLst>
              <a:gd name="connsiteX0" fmla="*/ 0 w 1374000"/>
              <a:gd name="connsiteY0" fmla="*/ 0 h 1804793"/>
              <a:gd name="connsiteX1" fmla="*/ 1374000 w 1374000"/>
              <a:gd name="connsiteY1" fmla="*/ 0 h 1804793"/>
              <a:gd name="connsiteX2" fmla="*/ 1374000 w 1374000"/>
              <a:gd name="connsiteY2" fmla="*/ 1804793 h 1804793"/>
              <a:gd name="connsiteX3" fmla="*/ 161689 w 1374000"/>
              <a:gd name="connsiteY3" fmla="*/ 1804793 h 1804793"/>
              <a:gd name="connsiteX4" fmla="*/ 103311 w 1374000"/>
              <a:gd name="connsiteY4" fmla="*/ 1793007 h 1804793"/>
              <a:gd name="connsiteX5" fmla="*/ 0 w 1374000"/>
              <a:gd name="connsiteY5" fmla="*/ 1637147 h 1804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4000" h="1804793">
                <a:moveTo>
                  <a:pt x="0" y="0"/>
                </a:moveTo>
                <a:lnTo>
                  <a:pt x="1374000" y="0"/>
                </a:lnTo>
                <a:lnTo>
                  <a:pt x="1374000" y="1804793"/>
                </a:lnTo>
                <a:lnTo>
                  <a:pt x="161689" y="1804793"/>
                </a:lnTo>
                <a:lnTo>
                  <a:pt x="103311" y="1793007"/>
                </a:lnTo>
                <a:cubicBezTo>
                  <a:pt x="42599" y="1767329"/>
                  <a:pt x="0" y="1707213"/>
                  <a:pt x="0" y="1637147"/>
                </a:cubicBezTo>
                <a:close/>
              </a:path>
            </a:pathLst>
          </a:custGeom>
          <a:solidFill>
            <a:srgbClr val="064DD9"/>
          </a:solidFill>
        </p:spPr>
        <p:txBody>
          <a:bodyPr wrap="square" lIns="91440" tIns="292608" rIns="91440" bIns="91440">
            <a:noAutofit/>
          </a:bodyPr>
          <a:lstStyle>
            <a:lvl1pPr marL="0" indent="0">
              <a:spcAft>
                <a:spcPts val="600"/>
              </a:spcAft>
              <a:buNone/>
              <a:defRPr sz="1500" b="1">
                <a:solidFill>
                  <a:schemeClr val="bg1"/>
                </a:solidFill>
                <a:latin typeface="+mj-lt"/>
              </a:defRPr>
            </a:lvl1pPr>
            <a:lvl2pPr marL="0" indent="0">
              <a:buNone/>
              <a:defRPr sz="800">
                <a:solidFill>
                  <a:schemeClr val="bg1"/>
                </a:solidFill>
              </a:defRPr>
            </a:lvl2pPr>
          </a:lstStyle>
          <a:p>
            <a:pPr lvl="0"/>
            <a:r>
              <a:rPr lang="fr-FR"/>
              <a:t>Année</a:t>
            </a:r>
          </a:p>
          <a:p>
            <a:pPr lvl="1"/>
            <a:r>
              <a:rPr lang="fr-FR"/>
              <a:t>Deuxième niveau</a:t>
            </a:r>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sp>
        <p:nvSpPr>
          <p:cNvPr id="52" name="Espace réservé du texte 51">
            <a:extLst>
              <a:ext uri="{FF2B5EF4-FFF2-40B4-BE49-F238E27FC236}">
                <a16:creationId xmlns:a16="http://schemas.microsoft.com/office/drawing/2014/main" id="{D0DE7E73-F010-30E9-EF69-46F67591CAF4}"/>
              </a:ext>
            </a:extLst>
          </p:cNvPr>
          <p:cNvSpPr>
            <a:spLocks noGrp="1"/>
          </p:cNvSpPr>
          <p:nvPr>
            <p:ph type="body" sz="quarter" idx="19" hasCustomPrompt="1"/>
          </p:nvPr>
        </p:nvSpPr>
        <p:spPr>
          <a:xfrm>
            <a:off x="2281400" y="2752015"/>
            <a:ext cx="1374000" cy="1804793"/>
          </a:xfrm>
          <a:custGeom>
            <a:avLst/>
            <a:gdLst>
              <a:gd name="connsiteX0" fmla="*/ 0 w 1374000"/>
              <a:gd name="connsiteY0" fmla="*/ 0 h 1804793"/>
              <a:gd name="connsiteX1" fmla="*/ 1374000 w 1374000"/>
              <a:gd name="connsiteY1" fmla="*/ 0 h 1804793"/>
              <a:gd name="connsiteX2" fmla="*/ 1374000 w 1374000"/>
              <a:gd name="connsiteY2" fmla="*/ 1804793 h 1804793"/>
              <a:gd name="connsiteX3" fmla="*/ 161689 w 1374000"/>
              <a:gd name="connsiteY3" fmla="*/ 1804793 h 1804793"/>
              <a:gd name="connsiteX4" fmla="*/ 103311 w 1374000"/>
              <a:gd name="connsiteY4" fmla="*/ 1793007 h 1804793"/>
              <a:gd name="connsiteX5" fmla="*/ 0 w 1374000"/>
              <a:gd name="connsiteY5" fmla="*/ 1637147 h 1804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4000" h="1804793">
                <a:moveTo>
                  <a:pt x="0" y="0"/>
                </a:moveTo>
                <a:lnTo>
                  <a:pt x="1374000" y="0"/>
                </a:lnTo>
                <a:lnTo>
                  <a:pt x="1374000" y="1804793"/>
                </a:lnTo>
                <a:lnTo>
                  <a:pt x="161689" y="1804793"/>
                </a:lnTo>
                <a:lnTo>
                  <a:pt x="103311" y="1793007"/>
                </a:lnTo>
                <a:cubicBezTo>
                  <a:pt x="42599" y="1767329"/>
                  <a:pt x="0" y="1707213"/>
                  <a:pt x="0" y="1637147"/>
                </a:cubicBezTo>
                <a:close/>
              </a:path>
            </a:pathLst>
          </a:custGeom>
          <a:solidFill>
            <a:srgbClr val="064DD9"/>
          </a:solidFill>
        </p:spPr>
        <p:txBody>
          <a:bodyPr wrap="square" lIns="91440" tIns="292608" rIns="91440" bIns="91440">
            <a:noAutofit/>
          </a:bodyPr>
          <a:lstStyle>
            <a:lvl1pPr marL="0" indent="0">
              <a:spcAft>
                <a:spcPts val="600"/>
              </a:spcAft>
              <a:buNone/>
              <a:defRPr sz="1500" b="1">
                <a:solidFill>
                  <a:schemeClr val="bg1"/>
                </a:solidFill>
                <a:latin typeface="+mj-lt"/>
              </a:defRPr>
            </a:lvl1pPr>
            <a:lvl2pPr marL="0" indent="0">
              <a:buNone/>
              <a:defRPr sz="800">
                <a:solidFill>
                  <a:schemeClr val="bg1"/>
                </a:solidFill>
              </a:defRPr>
            </a:lvl2pPr>
          </a:lstStyle>
          <a:p>
            <a:pPr lvl="0"/>
            <a:r>
              <a:rPr lang="fr-FR"/>
              <a:t>Année</a:t>
            </a:r>
          </a:p>
          <a:p>
            <a:pPr lvl="1"/>
            <a:r>
              <a:rPr lang="fr-FR"/>
              <a:t>Deuxième niveau</a:t>
            </a:r>
          </a:p>
        </p:txBody>
      </p:sp>
    </p:spTree>
    <p:extLst>
      <p:ext uri="{BB962C8B-B14F-4D97-AF65-F5344CB8AC3E}">
        <p14:creationId xmlns:p14="http://schemas.microsoft.com/office/powerpoint/2010/main" val="33856955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igne_de_temps_3">
    <p:bg>
      <p:bgRef idx="1001">
        <a:schemeClr val="bg2"/>
      </p:bgRef>
    </p:bg>
    <p:spTree>
      <p:nvGrpSpPr>
        <p:cNvPr id="1" name=""/>
        <p:cNvGrpSpPr/>
        <p:nvPr/>
      </p:nvGrpSpPr>
      <p:grpSpPr>
        <a:xfrm>
          <a:off x="0" y="0"/>
          <a:ext cx="0" cy="0"/>
          <a:chOff x="0" y="0"/>
          <a:chExt cx="0" cy="0"/>
        </a:xfrm>
      </p:grpSpPr>
      <p:sp>
        <p:nvSpPr>
          <p:cNvPr id="19" name="Espace réservé du texte 18">
            <a:extLst>
              <a:ext uri="{FF2B5EF4-FFF2-40B4-BE49-F238E27FC236}">
                <a16:creationId xmlns:a16="http://schemas.microsoft.com/office/drawing/2014/main" id="{52A1989D-6F12-E670-130E-531B8F017A78}"/>
              </a:ext>
            </a:extLst>
          </p:cNvPr>
          <p:cNvSpPr>
            <a:spLocks noGrp="1"/>
          </p:cNvSpPr>
          <p:nvPr>
            <p:ph type="body" sz="quarter" idx="11" hasCustomPrompt="1"/>
          </p:nvPr>
        </p:nvSpPr>
        <p:spPr>
          <a:xfrm>
            <a:off x="416750"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tx1"/>
                </a:solidFill>
                <a:latin typeface="+mj-lt"/>
              </a:defRPr>
            </a:lvl1pPr>
            <a:lvl2pPr marL="0" indent="0">
              <a:buNone/>
              <a:defRPr sz="800">
                <a:solidFill>
                  <a:schemeClr val="tx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20" name="Espace réservé du texte 19">
            <a:extLst>
              <a:ext uri="{FF2B5EF4-FFF2-40B4-BE49-F238E27FC236}">
                <a16:creationId xmlns:a16="http://schemas.microsoft.com/office/drawing/2014/main" id="{EAB85BAB-209D-96BB-29CC-11015F5C7EFC}"/>
              </a:ext>
            </a:extLst>
          </p:cNvPr>
          <p:cNvSpPr>
            <a:spLocks noGrp="1"/>
          </p:cNvSpPr>
          <p:nvPr>
            <p:ph type="body" sz="quarter" idx="12" hasCustomPrompt="1"/>
          </p:nvPr>
        </p:nvSpPr>
        <p:spPr>
          <a:xfrm>
            <a:off x="4008875"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tx1"/>
                </a:solidFill>
                <a:latin typeface="+mj-lt"/>
              </a:defRPr>
            </a:lvl1pPr>
            <a:lvl2pPr marL="0" indent="0">
              <a:buNone/>
              <a:defRPr sz="800">
                <a:solidFill>
                  <a:schemeClr val="tx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21" name="Espace réservé du texte 20">
            <a:extLst>
              <a:ext uri="{FF2B5EF4-FFF2-40B4-BE49-F238E27FC236}">
                <a16:creationId xmlns:a16="http://schemas.microsoft.com/office/drawing/2014/main" id="{67066F6D-80DB-C11E-E1F6-3767B566AB7F}"/>
              </a:ext>
            </a:extLst>
          </p:cNvPr>
          <p:cNvSpPr>
            <a:spLocks noGrp="1"/>
          </p:cNvSpPr>
          <p:nvPr>
            <p:ph type="body" sz="quarter" idx="13" hasCustomPrompt="1"/>
          </p:nvPr>
        </p:nvSpPr>
        <p:spPr>
          <a:xfrm>
            <a:off x="7543300" y="938571"/>
            <a:ext cx="1373950" cy="1806300"/>
          </a:xfrm>
          <a:custGeom>
            <a:avLst/>
            <a:gdLst>
              <a:gd name="connsiteX0" fmla="*/ 0 w 1373950"/>
              <a:gd name="connsiteY0" fmla="*/ 0 h 1806300"/>
              <a:gd name="connsiteX1" fmla="*/ 1204847 w 1373950"/>
              <a:gd name="connsiteY1" fmla="*/ 0 h 1806300"/>
              <a:gd name="connsiteX2" fmla="*/ 1360707 w 1373950"/>
              <a:gd name="connsiteY2" fmla="*/ 103311 h 1806300"/>
              <a:gd name="connsiteX3" fmla="*/ 1373950 w 1373950"/>
              <a:gd name="connsiteY3" fmla="*/ 168905 h 1806300"/>
              <a:gd name="connsiteX4" fmla="*/ 1373950 w 1373950"/>
              <a:gd name="connsiteY4" fmla="*/ 1806300 h 1806300"/>
              <a:gd name="connsiteX5" fmla="*/ 0 w 1373950"/>
              <a:gd name="connsiteY5" fmla="*/ 1806300 h 180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950" h="1806300">
                <a:moveTo>
                  <a:pt x="0" y="0"/>
                </a:moveTo>
                <a:lnTo>
                  <a:pt x="1204847" y="0"/>
                </a:lnTo>
                <a:cubicBezTo>
                  <a:pt x="1274913" y="0"/>
                  <a:pt x="1335029" y="42599"/>
                  <a:pt x="1360707" y="103311"/>
                </a:cubicBezTo>
                <a:lnTo>
                  <a:pt x="1373950" y="168905"/>
                </a:lnTo>
                <a:lnTo>
                  <a:pt x="1373950" y="1806300"/>
                </a:lnTo>
                <a:lnTo>
                  <a:pt x="0" y="1806300"/>
                </a:lnTo>
                <a:close/>
              </a:path>
            </a:pathLst>
          </a:custGeom>
          <a:solidFill>
            <a:srgbClr val="064DD9"/>
          </a:solidFill>
        </p:spPr>
        <p:txBody>
          <a:bodyPr wrap="square" lIns="91440" tIns="292608" rIns="91440" bIns="914400">
            <a:noAutofit/>
          </a:bodyPr>
          <a:lstStyle>
            <a:lvl1pPr marL="0" indent="0">
              <a:spcAft>
                <a:spcPts val="600"/>
              </a:spcAft>
              <a:buNone/>
              <a:defRPr sz="1500" b="1">
                <a:solidFill>
                  <a:schemeClr val="tx1"/>
                </a:solidFill>
                <a:latin typeface="+mj-lt"/>
              </a:defRPr>
            </a:lvl1pPr>
            <a:lvl2pPr marL="0" indent="0">
              <a:buNone/>
              <a:defRPr sz="800">
                <a:solidFill>
                  <a:schemeClr val="tx1"/>
                </a:solidFill>
              </a:defRPr>
            </a:lvl2pPr>
            <a:lvl3pPr marL="571500" indent="0">
              <a:buNone/>
              <a:defRPr/>
            </a:lvl3pPr>
            <a:lvl4pPr marL="800100" indent="0">
              <a:buNone/>
              <a:defRPr/>
            </a:lvl4pPr>
            <a:lvl5pPr marL="1028700" indent="0">
              <a:buNone/>
              <a:defRPr/>
            </a:lvl5pPr>
          </a:lstStyle>
          <a:p>
            <a:pPr lvl="0"/>
            <a:r>
              <a:rPr lang="fr-FR"/>
              <a:t>Année</a:t>
            </a:r>
          </a:p>
          <a:p>
            <a:pPr lvl="1"/>
            <a:r>
              <a:rPr lang="fr-FR"/>
              <a:t>Deuxième niveau</a:t>
            </a:r>
          </a:p>
        </p:txBody>
      </p:sp>
      <p:sp>
        <p:nvSpPr>
          <p:cNvPr id="53" name="Espace réservé du texte 52">
            <a:extLst>
              <a:ext uri="{FF2B5EF4-FFF2-40B4-BE49-F238E27FC236}">
                <a16:creationId xmlns:a16="http://schemas.microsoft.com/office/drawing/2014/main" id="{E7201FFA-B75A-C9DF-9528-237688D5E86C}"/>
              </a:ext>
            </a:extLst>
          </p:cNvPr>
          <p:cNvSpPr>
            <a:spLocks noGrp="1"/>
          </p:cNvSpPr>
          <p:nvPr>
            <p:ph type="body" sz="quarter" idx="20" hasCustomPrompt="1"/>
          </p:nvPr>
        </p:nvSpPr>
        <p:spPr>
          <a:xfrm>
            <a:off x="4946950" y="2752015"/>
            <a:ext cx="1374000" cy="1804793"/>
          </a:xfrm>
          <a:custGeom>
            <a:avLst/>
            <a:gdLst>
              <a:gd name="connsiteX0" fmla="*/ 0 w 1374000"/>
              <a:gd name="connsiteY0" fmla="*/ 0 h 1804793"/>
              <a:gd name="connsiteX1" fmla="*/ 1374000 w 1374000"/>
              <a:gd name="connsiteY1" fmla="*/ 0 h 1804793"/>
              <a:gd name="connsiteX2" fmla="*/ 1374000 w 1374000"/>
              <a:gd name="connsiteY2" fmla="*/ 1804793 h 1804793"/>
              <a:gd name="connsiteX3" fmla="*/ 161689 w 1374000"/>
              <a:gd name="connsiteY3" fmla="*/ 1804793 h 1804793"/>
              <a:gd name="connsiteX4" fmla="*/ 103311 w 1374000"/>
              <a:gd name="connsiteY4" fmla="*/ 1793007 h 1804793"/>
              <a:gd name="connsiteX5" fmla="*/ 0 w 1374000"/>
              <a:gd name="connsiteY5" fmla="*/ 1637147 h 1804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4000" h="1804793">
                <a:moveTo>
                  <a:pt x="0" y="0"/>
                </a:moveTo>
                <a:lnTo>
                  <a:pt x="1374000" y="0"/>
                </a:lnTo>
                <a:lnTo>
                  <a:pt x="1374000" y="1804793"/>
                </a:lnTo>
                <a:lnTo>
                  <a:pt x="161689" y="1804793"/>
                </a:lnTo>
                <a:lnTo>
                  <a:pt x="103311" y="1793007"/>
                </a:lnTo>
                <a:cubicBezTo>
                  <a:pt x="42599" y="1767329"/>
                  <a:pt x="0" y="1707213"/>
                  <a:pt x="0" y="1637147"/>
                </a:cubicBezTo>
                <a:close/>
              </a:path>
            </a:pathLst>
          </a:custGeom>
          <a:solidFill>
            <a:srgbClr val="064DD9"/>
          </a:solidFill>
        </p:spPr>
        <p:txBody>
          <a:bodyPr wrap="square" lIns="91440" tIns="292608" rIns="91440" bIns="91440">
            <a:noAutofit/>
          </a:bodyPr>
          <a:lstStyle>
            <a:lvl1pPr marL="0" indent="0">
              <a:spcAft>
                <a:spcPts val="600"/>
              </a:spcAft>
              <a:buNone/>
              <a:defRPr sz="1500" b="1">
                <a:solidFill>
                  <a:schemeClr val="tx1"/>
                </a:solidFill>
                <a:latin typeface="+mj-lt"/>
              </a:defRPr>
            </a:lvl1pPr>
            <a:lvl2pPr marL="0" indent="0">
              <a:buNone/>
              <a:defRPr sz="800">
                <a:solidFill>
                  <a:schemeClr val="tx1"/>
                </a:solidFill>
              </a:defRPr>
            </a:lvl2pPr>
          </a:lstStyle>
          <a:p>
            <a:pPr lvl="0"/>
            <a:r>
              <a:rPr lang="fr-FR"/>
              <a:t>Année</a:t>
            </a:r>
          </a:p>
          <a:p>
            <a:pPr lvl="1"/>
            <a:r>
              <a:rPr lang="fr-FR"/>
              <a:t>Deuxième niveau</a:t>
            </a:r>
          </a:p>
        </p:txBody>
      </p:sp>
      <p:sp>
        <p:nvSpPr>
          <p:cNvPr id="2" name="Titre 1">
            <a:extLst>
              <a:ext uri="{FF2B5EF4-FFF2-40B4-BE49-F238E27FC236}">
                <a16:creationId xmlns:a16="http://schemas.microsoft.com/office/drawing/2014/main" id="{61DA3A3B-8967-200F-5014-4820F7169936}"/>
              </a:ext>
            </a:extLst>
          </p:cNvPr>
          <p:cNvSpPr>
            <a:spLocks noGrp="1"/>
          </p:cNvSpPr>
          <p:nvPr>
            <p:ph type="title"/>
          </p:nvPr>
        </p:nvSpPr>
        <p:spPr/>
        <p:txBody>
          <a:bodyPr/>
          <a:lstStyle/>
          <a:p>
            <a:r>
              <a:rPr lang="fr-FR"/>
              <a:t>Modifiez le style du titre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sp>
        <p:nvSpPr>
          <p:cNvPr id="52" name="Espace réservé du texte 51">
            <a:extLst>
              <a:ext uri="{FF2B5EF4-FFF2-40B4-BE49-F238E27FC236}">
                <a16:creationId xmlns:a16="http://schemas.microsoft.com/office/drawing/2014/main" id="{D0DE7E73-F010-30E9-EF69-46F67591CAF4}"/>
              </a:ext>
            </a:extLst>
          </p:cNvPr>
          <p:cNvSpPr>
            <a:spLocks noGrp="1"/>
          </p:cNvSpPr>
          <p:nvPr>
            <p:ph type="body" sz="quarter" idx="19" hasCustomPrompt="1"/>
          </p:nvPr>
        </p:nvSpPr>
        <p:spPr>
          <a:xfrm>
            <a:off x="2281400" y="2752015"/>
            <a:ext cx="1374000" cy="1804793"/>
          </a:xfrm>
          <a:custGeom>
            <a:avLst/>
            <a:gdLst>
              <a:gd name="connsiteX0" fmla="*/ 0 w 1374000"/>
              <a:gd name="connsiteY0" fmla="*/ 0 h 1804793"/>
              <a:gd name="connsiteX1" fmla="*/ 1374000 w 1374000"/>
              <a:gd name="connsiteY1" fmla="*/ 0 h 1804793"/>
              <a:gd name="connsiteX2" fmla="*/ 1374000 w 1374000"/>
              <a:gd name="connsiteY2" fmla="*/ 1804793 h 1804793"/>
              <a:gd name="connsiteX3" fmla="*/ 161689 w 1374000"/>
              <a:gd name="connsiteY3" fmla="*/ 1804793 h 1804793"/>
              <a:gd name="connsiteX4" fmla="*/ 103311 w 1374000"/>
              <a:gd name="connsiteY4" fmla="*/ 1793007 h 1804793"/>
              <a:gd name="connsiteX5" fmla="*/ 0 w 1374000"/>
              <a:gd name="connsiteY5" fmla="*/ 1637147 h 1804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4000" h="1804793">
                <a:moveTo>
                  <a:pt x="0" y="0"/>
                </a:moveTo>
                <a:lnTo>
                  <a:pt x="1374000" y="0"/>
                </a:lnTo>
                <a:lnTo>
                  <a:pt x="1374000" y="1804793"/>
                </a:lnTo>
                <a:lnTo>
                  <a:pt x="161689" y="1804793"/>
                </a:lnTo>
                <a:lnTo>
                  <a:pt x="103311" y="1793007"/>
                </a:lnTo>
                <a:cubicBezTo>
                  <a:pt x="42599" y="1767329"/>
                  <a:pt x="0" y="1707213"/>
                  <a:pt x="0" y="1637147"/>
                </a:cubicBezTo>
                <a:close/>
              </a:path>
            </a:pathLst>
          </a:custGeom>
          <a:solidFill>
            <a:srgbClr val="064DD9"/>
          </a:solidFill>
        </p:spPr>
        <p:txBody>
          <a:bodyPr wrap="square" lIns="91440" tIns="292608" rIns="91440" bIns="91440">
            <a:noAutofit/>
          </a:bodyPr>
          <a:lstStyle>
            <a:lvl1pPr marL="0" indent="0">
              <a:spcAft>
                <a:spcPts val="600"/>
              </a:spcAft>
              <a:buNone/>
              <a:defRPr sz="1500" b="1">
                <a:solidFill>
                  <a:schemeClr val="tx1"/>
                </a:solidFill>
                <a:latin typeface="+mj-lt"/>
              </a:defRPr>
            </a:lvl1pPr>
            <a:lvl2pPr marL="0" indent="0">
              <a:buNone/>
              <a:defRPr sz="800">
                <a:solidFill>
                  <a:schemeClr val="tx1"/>
                </a:solidFill>
              </a:defRPr>
            </a:lvl2pPr>
          </a:lstStyle>
          <a:p>
            <a:pPr lvl="0"/>
            <a:r>
              <a:rPr lang="fr-FR"/>
              <a:t>Année</a:t>
            </a:r>
          </a:p>
          <a:p>
            <a:pPr lvl="1"/>
            <a:r>
              <a:rPr lang="fr-FR"/>
              <a:t>Deuxième niveau</a:t>
            </a:r>
          </a:p>
        </p:txBody>
      </p:sp>
      <p:pic>
        <p:nvPicPr>
          <p:cNvPr id="5" name="Google Shape;424;p73">
            <a:extLst>
              <a:ext uri="{FF2B5EF4-FFF2-40B4-BE49-F238E27FC236}">
                <a16:creationId xmlns:a16="http://schemas.microsoft.com/office/drawing/2014/main" id="{24FA82CD-1C7F-2498-3B56-E9A407957D7E}"/>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226298222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obile">
    <p:bg>
      <p:bgPr>
        <a:solidFill>
          <a:srgbClr val="F1F1F1"/>
        </a:solidFill>
        <a:effectLst/>
      </p:bgPr>
    </p:bg>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pic>
        <p:nvPicPr>
          <p:cNvPr id="4" name="Google Shape;855;p115" title="Capture d’écran, le 2025-06-09 à 10.07.08.png">
            <a:extLst>
              <a:ext uri="{FF2B5EF4-FFF2-40B4-BE49-F238E27FC236}">
                <a16:creationId xmlns:a16="http://schemas.microsoft.com/office/drawing/2014/main" id="{F0226ED6-AB90-D637-AFD2-6E6A59D3BB39}"/>
              </a:ext>
            </a:extLst>
          </p:cNvPr>
          <p:cNvPicPr preferRelativeResize="0"/>
          <p:nvPr userDrawn="1"/>
        </p:nvPicPr>
        <p:blipFill rotWithShape="1">
          <a:blip r:embed="rId3">
            <a:alphaModFix/>
          </a:blip>
          <a:srcRect l="35199" t="12345" r="35389" b="13334"/>
          <a:stretch>
            <a:fillRect/>
          </a:stretch>
        </p:blipFill>
        <p:spPr>
          <a:xfrm>
            <a:off x="3562350" y="660400"/>
            <a:ext cx="2019300" cy="3822700"/>
          </a:xfrm>
          <a:prstGeom prst="rect">
            <a:avLst/>
          </a:prstGeom>
          <a:noFill/>
          <a:ln>
            <a:noFill/>
          </a:ln>
        </p:spPr>
      </p:pic>
      <p:sp>
        <p:nvSpPr>
          <p:cNvPr id="9" name="Espace réservé pour une image  8">
            <a:extLst>
              <a:ext uri="{FF2B5EF4-FFF2-40B4-BE49-F238E27FC236}">
                <a16:creationId xmlns:a16="http://schemas.microsoft.com/office/drawing/2014/main" id="{2DFFBD09-8C93-0836-B682-AF1915E75900}"/>
              </a:ext>
            </a:extLst>
          </p:cNvPr>
          <p:cNvSpPr>
            <a:spLocks noGrp="1"/>
          </p:cNvSpPr>
          <p:nvPr>
            <p:ph type="pic" sz="quarter" idx="11"/>
          </p:nvPr>
        </p:nvSpPr>
        <p:spPr>
          <a:xfrm>
            <a:off x="3785394" y="1065212"/>
            <a:ext cx="1573213" cy="3013075"/>
          </a:xfrm>
          <a:solidFill>
            <a:srgbClr val="F1F1F1"/>
          </a:solidFill>
        </p:spPr>
        <p:txBody>
          <a:bodyPr/>
          <a:lstStyle/>
          <a:p>
            <a:r>
              <a:rPr lang="fr-FR"/>
              <a:t>Cliquez sur l'icône pour ajouter une image</a:t>
            </a:r>
            <a:endParaRPr lang="fr-CA"/>
          </a:p>
        </p:txBody>
      </p:sp>
      <p:sp>
        <p:nvSpPr>
          <p:cNvPr id="2" name="Titre 1">
            <a:extLst>
              <a:ext uri="{FF2B5EF4-FFF2-40B4-BE49-F238E27FC236}">
                <a16:creationId xmlns:a16="http://schemas.microsoft.com/office/drawing/2014/main" id="{04E76280-2CF3-5EE0-5127-141E6E76375C}"/>
              </a:ext>
            </a:extLst>
          </p:cNvPr>
          <p:cNvSpPr>
            <a:spLocks noGrp="1"/>
          </p:cNvSpPr>
          <p:nvPr>
            <p:ph type="title"/>
          </p:nvPr>
        </p:nvSpPr>
        <p:spPr>
          <a:xfrm>
            <a:off x="228600" y="247650"/>
            <a:ext cx="8686800" cy="514350"/>
          </a:xfrm>
        </p:spPr>
        <p:txBody>
          <a:bodyPr/>
          <a:lstStyle/>
          <a:p>
            <a:r>
              <a:rPr lang="fr-FR"/>
              <a:t>Modifiez le style du titre</a:t>
            </a:r>
            <a:endParaRPr lang="fr-CA"/>
          </a:p>
        </p:txBody>
      </p:sp>
    </p:spTree>
    <p:extLst>
      <p:ext uri="{BB962C8B-B14F-4D97-AF65-F5344CB8AC3E}">
        <p14:creationId xmlns:p14="http://schemas.microsoft.com/office/powerpoint/2010/main" val="666431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tte">
    <p:bg>
      <p:bgPr>
        <a:solidFill>
          <a:srgbClr val="F1F1F1"/>
        </a:solidFill>
        <a:effectLst/>
      </p:bgPr>
    </p:bg>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pic>
        <p:nvPicPr>
          <p:cNvPr id="5" name="Google Shape;863;p116" title="ipad.png">
            <a:extLst>
              <a:ext uri="{FF2B5EF4-FFF2-40B4-BE49-F238E27FC236}">
                <a16:creationId xmlns:a16="http://schemas.microsoft.com/office/drawing/2014/main" id="{2590197C-3703-0480-E18F-B3424C049B04}"/>
              </a:ext>
            </a:extLst>
          </p:cNvPr>
          <p:cNvPicPr preferRelativeResize="0"/>
          <p:nvPr userDrawn="1"/>
        </p:nvPicPr>
        <p:blipFill>
          <a:blip r:embed="rId3">
            <a:alphaModFix/>
          </a:blip>
          <a:stretch>
            <a:fillRect/>
          </a:stretch>
        </p:blipFill>
        <p:spPr>
          <a:xfrm rot="5400000">
            <a:off x="2746929" y="152399"/>
            <a:ext cx="3669192" cy="4838702"/>
          </a:xfrm>
          <a:prstGeom prst="rect">
            <a:avLst/>
          </a:prstGeom>
          <a:noFill/>
          <a:ln>
            <a:noFill/>
          </a:ln>
        </p:spPr>
      </p:pic>
      <p:sp>
        <p:nvSpPr>
          <p:cNvPr id="11" name="Espace réservé pour une image  10">
            <a:extLst>
              <a:ext uri="{FF2B5EF4-FFF2-40B4-BE49-F238E27FC236}">
                <a16:creationId xmlns:a16="http://schemas.microsoft.com/office/drawing/2014/main" id="{C193A654-0C0D-9494-1EC0-4C98C90BE6A0}"/>
              </a:ext>
            </a:extLst>
          </p:cNvPr>
          <p:cNvSpPr>
            <a:spLocks noGrp="1"/>
          </p:cNvSpPr>
          <p:nvPr>
            <p:ph type="pic" sz="quarter" idx="11"/>
          </p:nvPr>
        </p:nvSpPr>
        <p:spPr>
          <a:xfrm>
            <a:off x="2501991" y="1111692"/>
            <a:ext cx="4129088" cy="2905125"/>
          </a:xfrm>
          <a:custGeom>
            <a:avLst/>
            <a:gdLst>
              <a:gd name="connsiteX0" fmla="*/ 79688 w 4129088"/>
              <a:gd name="connsiteY0" fmla="*/ 0 h 2905125"/>
              <a:gd name="connsiteX1" fmla="*/ 4049400 w 4129088"/>
              <a:gd name="connsiteY1" fmla="*/ 0 h 2905125"/>
              <a:gd name="connsiteX2" fmla="*/ 4129088 w 4129088"/>
              <a:gd name="connsiteY2" fmla="*/ 79688 h 2905125"/>
              <a:gd name="connsiteX3" fmla="*/ 4129088 w 4129088"/>
              <a:gd name="connsiteY3" fmla="*/ 2825437 h 2905125"/>
              <a:gd name="connsiteX4" fmla="*/ 4049400 w 4129088"/>
              <a:gd name="connsiteY4" fmla="*/ 2905125 h 2905125"/>
              <a:gd name="connsiteX5" fmla="*/ 79688 w 4129088"/>
              <a:gd name="connsiteY5" fmla="*/ 2905125 h 2905125"/>
              <a:gd name="connsiteX6" fmla="*/ 0 w 4129088"/>
              <a:gd name="connsiteY6" fmla="*/ 2825437 h 2905125"/>
              <a:gd name="connsiteX7" fmla="*/ 0 w 4129088"/>
              <a:gd name="connsiteY7" fmla="*/ 79688 h 2905125"/>
              <a:gd name="connsiteX8" fmla="*/ 79688 w 4129088"/>
              <a:gd name="connsiteY8" fmla="*/ 0 h 290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9088" h="2905125">
                <a:moveTo>
                  <a:pt x="79688" y="0"/>
                </a:moveTo>
                <a:lnTo>
                  <a:pt x="4049400" y="0"/>
                </a:lnTo>
                <a:cubicBezTo>
                  <a:pt x="4093410" y="0"/>
                  <a:pt x="4129088" y="35678"/>
                  <a:pt x="4129088" y="79688"/>
                </a:cubicBezTo>
                <a:lnTo>
                  <a:pt x="4129088" y="2825437"/>
                </a:lnTo>
                <a:cubicBezTo>
                  <a:pt x="4129088" y="2869447"/>
                  <a:pt x="4093410" y="2905125"/>
                  <a:pt x="4049400" y="2905125"/>
                </a:cubicBezTo>
                <a:lnTo>
                  <a:pt x="79688" y="2905125"/>
                </a:lnTo>
                <a:cubicBezTo>
                  <a:pt x="35678" y="2905125"/>
                  <a:pt x="0" y="2869447"/>
                  <a:pt x="0" y="2825437"/>
                </a:cubicBezTo>
                <a:lnTo>
                  <a:pt x="0" y="79688"/>
                </a:lnTo>
                <a:cubicBezTo>
                  <a:pt x="0" y="35678"/>
                  <a:pt x="35678" y="0"/>
                  <a:pt x="79688" y="0"/>
                </a:cubicBezTo>
                <a:close/>
              </a:path>
            </a:pathLst>
          </a:custGeom>
        </p:spPr>
        <p:txBody>
          <a:bodyPr wrap="square">
            <a:noAutofit/>
          </a:bodyPr>
          <a:lstStyle/>
          <a:p>
            <a:r>
              <a:rPr lang="fr-FR"/>
              <a:t>Cliquez sur l'icône pour ajouter une image</a:t>
            </a:r>
            <a:endParaRPr lang="fr-CA"/>
          </a:p>
        </p:txBody>
      </p:sp>
      <p:sp>
        <p:nvSpPr>
          <p:cNvPr id="2" name="Titre 1">
            <a:extLst>
              <a:ext uri="{FF2B5EF4-FFF2-40B4-BE49-F238E27FC236}">
                <a16:creationId xmlns:a16="http://schemas.microsoft.com/office/drawing/2014/main" id="{56631EC4-2146-4ADD-583F-FD3781FF1126}"/>
              </a:ext>
            </a:extLst>
          </p:cNvPr>
          <p:cNvSpPr>
            <a:spLocks noGrp="1"/>
          </p:cNvSpPr>
          <p:nvPr>
            <p:ph type="title"/>
          </p:nvPr>
        </p:nvSpPr>
        <p:spPr>
          <a:xfrm>
            <a:off x="228600" y="247650"/>
            <a:ext cx="8686800" cy="514350"/>
          </a:xfrm>
        </p:spPr>
        <p:txBody>
          <a:bodyPr/>
          <a:lstStyle/>
          <a:p>
            <a:r>
              <a:rPr lang="fr-FR"/>
              <a:t>Modifiez le style du titre</a:t>
            </a:r>
            <a:endParaRPr lang="fr-CA"/>
          </a:p>
        </p:txBody>
      </p:sp>
    </p:spTree>
    <p:extLst>
      <p:ext uri="{BB962C8B-B14F-4D97-AF65-F5344CB8AC3E}">
        <p14:creationId xmlns:p14="http://schemas.microsoft.com/office/powerpoint/2010/main" val="34730280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ortable">
    <p:bg>
      <p:bgPr>
        <a:solidFill>
          <a:srgbClr val="F1F1F1"/>
        </a:solidFill>
        <a:effectLst/>
      </p:bgPr>
    </p:bg>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2">
            <a:alphaModFix/>
          </a:blip>
          <a:stretch>
            <a:fillRect/>
          </a:stretch>
        </p:blipFill>
        <p:spPr>
          <a:xfrm>
            <a:off x="231575" y="4739513"/>
            <a:ext cx="346900" cy="133225"/>
          </a:xfrm>
          <a:prstGeom prst="rect">
            <a:avLst/>
          </a:prstGeom>
          <a:noFill/>
          <a:ln>
            <a:noFill/>
          </a:ln>
        </p:spPr>
      </p:pic>
      <p:pic>
        <p:nvPicPr>
          <p:cNvPr id="4" name="Google Shape;872;p117" title="portable.png">
            <a:extLst>
              <a:ext uri="{FF2B5EF4-FFF2-40B4-BE49-F238E27FC236}">
                <a16:creationId xmlns:a16="http://schemas.microsoft.com/office/drawing/2014/main" id="{80CD8FDE-309D-37E3-963C-EACFD4975F84}"/>
              </a:ext>
            </a:extLst>
          </p:cNvPr>
          <p:cNvPicPr preferRelativeResize="0"/>
          <p:nvPr userDrawn="1"/>
        </p:nvPicPr>
        <p:blipFill rotWithShape="1">
          <a:blip r:embed="rId3">
            <a:alphaModFix/>
          </a:blip>
          <a:srcRect l="14454" t="18148" r="13795" b="12592"/>
          <a:stretch>
            <a:fillRect/>
          </a:stretch>
        </p:blipFill>
        <p:spPr>
          <a:xfrm>
            <a:off x="1803400" y="933450"/>
            <a:ext cx="5537200" cy="3562350"/>
          </a:xfrm>
          <a:prstGeom prst="rect">
            <a:avLst/>
          </a:prstGeom>
          <a:noFill/>
          <a:ln>
            <a:noFill/>
          </a:ln>
        </p:spPr>
      </p:pic>
      <p:sp>
        <p:nvSpPr>
          <p:cNvPr id="10" name="Espace réservé pour une image  9">
            <a:extLst>
              <a:ext uri="{FF2B5EF4-FFF2-40B4-BE49-F238E27FC236}">
                <a16:creationId xmlns:a16="http://schemas.microsoft.com/office/drawing/2014/main" id="{5FE076E5-B520-E9D2-6923-E4A13EA784F4}"/>
              </a:ext>
            </a:extLst>
          </p:cNvPr>
          <p:cNvSpPr>
            <a:spLocks noGrp="1"/>
          </p:cNvSpPr>
          <p:nvPr>
            <p:ph type="pic" sz="quarter" idx="11"/>
          </p:nvPr>
        </p:nvSpPr>
        <p:spPr>
          <a:xfrm>
            <a:off x="2345245" y="1168400"/>
            <a:ext cx="4480560" cy="2782825"/>
          </a:xfrm>
          <a:custGeom>
            <a:avLst/>
            <a:gdLst>
              <a:gd name="connsiteX0" fmla="*/ 15533 w 4487715"/>
              <a:gd name="connsiteY0" fmla="*/ 0 h 2782825"/>
              <a:gd name="connsiteX1" fmla="*/ 4468670 w 4487715"/>
              <a:gd name="connsiteY1" fmla="*/ 0 h 2782825"/>
              <a:gd name="connsiteX2" fmla="*/ 4487715 w 4487715"/>
              <a:gd name="connsiteY2" fmla="*/ 2779650 h 2782825"/>
              <a:gd name="connsiteX3" fmla="*/ 0 w 4487715"/>
              <a:gd name="connsiteY3" fmla="*/ 2782825 h 2782825"/>
              <a:gd name="connsiteX4" fmla="*/ 0 w 4487715"/>
              <a:gd name="connsiteY4" fmla="*/ 2723559 h 278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7715" h="2782825">
                <a:moveTo>
                  <a:pt x="15533" y="0"/>
                </a:moveTo>
                <a:lnTo>
                  <a:pt x="4468670" y="0"/>
                </a:lnTo>
                <a:lnTo>
                  <a:pt x="4487715" y="2779650"/>
                </a:lnTo>
                <a:lnTo>
                  <a:pt x="0" y="2782825"/>
                </a:lnTo>
                <a:lnTo>
                  <a:pt x="0" y="2723559"/>
                </a:lnTo>
                <a:close/>
              </a:path>
            </a:pathLst>
          </a:custGeom>
          <a:solidFill>
            <a:srgbClr val="F1F1F1"/>
          </a:solidFill>
        </p:spPr>
        <p:txBody>
          <a:bodyPr wrap="square">
            <a:noAutofit/>
          </a:bodyPr>
          <a:lstStyle/>
          <a:p>
            <a:r>
              <a:rPr lang="fr-FR"/>
              <a:t>Cliquez sur l'icône pour ajouter une image</a:t>
            </a:r>
            <a:endParaRPr lang="fr-CA"/>
          </a:p>
        </p:txBody>
      </p:sp>
      <p:sp>
        <p:nvSpPr>
          <p:cNvPr id="2" name="Titre 1">
            <a:extLst>
              <a:ext uri="{FF2B5EF4-FFF2-40B4-BE49-F238E27FC236}">
                <a16:creationId xmlns:a16="http://schemas.microsoft.com/office/drawing/2014/main" id="{A099E934-79E3-AA9D-05FA-82198928BFAF}"/>
              </a:ext>
            </a:extLst>
          </p:cNvPr>
          <p:cNvSpPr>
            <a:spLocks noGrp="1"/>
          </p:cNvSpPr>
          <p:nvPr>
            <p:ph type="title"/>
          </p:nvPr>
        </p:nvSpPr>
        <p:spPr>
          <a:xfrm>
            <a:off x="228600" y="247650"/>
            <a:ext cx="8686800" cy="514350"/>
          </a:xfrm>
        </p:spPr>
        <p:txBody>
          <a:bodyPr/>
          <a:lstStyle/>
          <a:p>
            <a:r>
              <a:rPr lang="fr-FR"/>
              <a:t>Modifiez le style du titre</a:t>
            </a:r>
            <a:endParaRPr lang="fr-CA"/>
          </a:p>
        </p:txBody>
      </p:sp>
    </p:spTree>
    <p:extLst>
      <p:ext uri="{BB962C8B-B14F-4D97-AF65-F5344CB8AC3E}">
        <p14:creationId xmlns:p14="http://schemas.microsoft.com/office/powerpoint/2010/main" val="12816204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oniteur">
    <p:bg>
      <p:bgPr>
        <a:solidFill>
          <a:srgbClr val="F1F1F1"/>
        </a:solidFill>
        <a:effectLst/>
      </p:bgPr>
    </p:bg>
    <p:spTree>
      <p:nvGrpSpPr>
        <p:cNvPr id="1" name=""/>
        <p:cNvGrpSpPr/>
        <p:nvPr/>
      </p:nvGrpSpPr>
      <p:grpSpPr>
        <a:xfrm>
          <a:off x="0" y="0"/>
          <a:ext cx="0" cy="0"/>
          <a:chOff x="0" y="0"/>
          <a:chExt cx="0" cy="0"/>
        </a:xfrm>
      </p:grpSpPr>
      <p:pic>
        <p:nvPicPr>
          <p:cNvPr id="5" name="Google Shape;880;p118" title="imac.png">
            <a:extLst>
              <a:ext uri="{FF2B5EF4-FFF2-40B4-BE49-F238E27FC236}">
                <a16:creationId xmlns:a16="http://schemas.microsoft.com/office/drawing/2014/main" id="{D4531E30-6779-5CCB-130E-F1FC51D5286B}"/>
              </a:ext>
            </a:extLst>
          </p:cNvPr>
          <p:cNvPicPr preferRelativeResize="0"/>
          <p:nvPr userDrawn="1"/>
        </p:nvPicPr>
        <p:blipFill>
          <a:blip r:embed="rId2">
            <a:alphaModFix/>
          </a:blip>
          <a:stretch>
            <a:fillRect/>
          </a:stretch>
        </p:blipFill>
        <p:spPr>
          <a:xfrm>
            <a:off x="2067700" y="533820"/>
            <a:ext cx="5008599" cy="4433873"/>
          </a:xfrm>
          <a:prstGeom prst="rect">
            <a:avLst/>
          </a:prstGeom>
          <a:noFill/>
          <a:ln>
            <a:noFill/>
          </a:ln>
        </p:spPr>
      </p:pic>
      <p:sp>
        <p:nvSpPr>
          <p:cNvPr id="9" name="Espace réservé pour une image  8">
            <a:extLst>
              <a:ext uri="{FF2B5EF4-FFF2-40B4-BE49-F238E27FC236}">
                <a16:creationId xmlns:a16="http://schemas.microsoft.com/office/drawing/2014/main" id="{D01F9F9D-218C-6D5B-448D-B49D1EC632F9}"/>
              </a:ext>
            </a:extLst>
          </p:cNvPr>
          <p:cNvSpPr>
            <a:spLocks noGrp="1"/>
          </p:cNvSpPr>
          <p:nvPr>
            <p:ph type="pic" sz="quarter" idx="11"/>
          </p:nvPr>
        </p:nvSpPr>
        <p:spPr>
          <a:xfrm>
            <a:off x="2301875" y="765208"/>
            <a:ext cx="4551363" cy="2405062"/>
          </a:xfrm>
          <a:solidFill>
            <a:srgbClr val="F1F1F1"/>
          </a:solidFill>
        </p:spPr>
        <p:txBody>
          <a:bodyPr/>
          <a:lstStyle/>
          <a:p>
            <a:r>
              <a:rPr lang="fr-FR"/>
              <a:t>Cliquez sur l'icône pour ajouter une image</a:t>
            </a:r>
            <a:endParaRPr lang="fr-CA"/>
          </a:p>
        </p:txBody>
      </p:sp>
      <p:sp>
        <p:nvSpPr>
          <p:cNvPr id="3" name="Espace réservé du numéro de diapositive 2">
            <a:extLst>
              <a:ext uri="{FF2B5EF4-FFF2-40B4-BE49-F238E27FC236}">
                <a16:creationId xmlns:a16="http://schemas.microsoft.com/office/drawing/2014/main" id="{F7BC93D8-E90F-C217-3AFA-5B763771A6ED}"/>
              </a:ext>
            </a:extLst>
          </p:cNvPr>
          <p:cNvSpPr>
            <a:spLocks noGrp="1"/>
          </p:cNvSpPr>
          <p:nvPr>
            <p:ph type="sldNum" sz="quarter" idx="10"/>
          </p:nvPr>
        </p:nvSpPr>
        <p:spPr/>
        <p:txBody>
          <a:bodyPr/>
          <a:lstStyle/>
          <a:p>
            <a:fld id="{1A5FFEF5-E129-4B58-BC20-992FAFAB5E8C}" type="slidenum">
              <a:rPr lang="fr-CA" smtClean="0"/>
              <a:pPr/>
              <a:t>‹#›</a:t>
            </a:fld>
            <a:endParaRPr lang="fr-CA"/>
          </a:p>
        </p:txBody>
      </p:sp>
      <p:pic>
        <p:nvPicPr>
          <p:cNvPr id="7" name="Google Shape;407;p71">
            <a:extLst>
              <a:ext uri="{FF2B5EF4-FFF2-40B4-BE49-F238E27FC236}">
                <a16:creationId xmlns:a16="http://schemas.microsoft.com/office/drawing/2014/main" id="{A818D7EB-32F2-EEE0-C096-C806B28CD47D}"/>
              </a:ext>
            </a:extLst>
          </p:cNvPr>
          <p:cNvPicPr preferRelativeResize="0"/>
          <p:nvPr userDrawn="1"/>
        </p:nvPicPr>
        <p:blipFill>
          <a:blip r:embed="rId3">
            <a:alphaModFix/>
          </a:blip>
          <a:stretch>
            <a:fillRect/>
          </a:stretch>
        </p:blipFill>
        <p:spPr>
          <a:xfrm>
            <a:off x="231575" y="4739513"/>
            <a:ext cx="346900" cy="133225"/>
          </a:xfrm>
          <a:prstGeom prst="rect">
            <a:avLst/>
          </a:prstGeom>
          <a:noFill/>
          <a:ln>
            <a:noFill/>
          </a:ln>
        </p:spPr>
      </p:pic>
      <p:sp>
        <p:nvSpPr>
          <p:cNvPr id="2" name="Titre 1">
            <a:extLst>
              <a:ext uri="{FF2B5EF4-FFF2-40B4-BE49-F238E27FC236}">
                <a16:creationId xmlns:a16="http://schemas.microsoft.com/office/drawing/2014/main" id="{8ED83DAA-A724-D2DA-3522-6756F93C7236}"/>
              </a:ext>
            </a:extLst>
          </p:cNvPr>
          <p:cNvSpPr>
            <a:spLocks noGrp="1"/>
          </p:cNvSpPr>
          <p:nvPr>
            <p:ph type="title"/>
          </p:nvPr>
        </p:nvSpPr>
        <p:spPr>
          <a:xfrm>
            <a:off x="228600" y="247650"/>
            <a:ext cx="8686800" cy="273844"/>
          </a:xfrm>
        </p:spPr>
        <p:txBody>
          <a:bodyPr/>
          <a:lstStyle/>
          <a:p>
            <a:r>
              <a:rPr lang="fr-FR"/>
              <a:t>Modifiez le style du titre</a:t>
            </a:r>
            <a:endParaRPr lang="fr-CA"/>
          </a:p>
        </p:txBody>
      </p:sp>
    </p:spTree>
    <p:extLst>
      <p:ext uri="{BB962C8B-B14F-4D97-AF65-F5344CB8AC3E}">
        <p14:creationId xmlns:p14="http://schemas.microsoft.com/office/powerpoint/2010/main" val="12637094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_3">
    <p:bg>
      <p:bgRef idx="1001">
        <a:schemeClr val="bg1"/>
      </p:bgRef>
    </p:bg>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F92C94FC-E3D9-E5CB-F79C-20CF382AE9F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34976"/>
          <a:stretch>
            <a:fillRect/>
          </a:stretch>
        </p:blipFill>
        <p:spPr>
          <a:xfrm>
            <a:off x="-1" y="895974"/>
            <a:ext cx="3192905" cy="3682761"/>
          </a:xfrm>
          <a:prstGeom prst="rect">
            <a:avLst/>
          </a:prstGeom>
        </p:spPr>
      </p:pic>
      <p:sp>
        <p:nvSpPr>
          <p:cNvPr id="4" name="Espace réservé du texte 3">
            <a:extLst>
              <a:ext uri="{FF2B5EF4-FFF2-40B4-BE49-F238E27FC236}">
                <a16:creationId xmlns:a16="http://schemas.microsoft.com/office/drawing/2014/main" id="{D1ED46CF-2661-345F-7CE0-ABF8DC65894D}"/>
              </a:ext>
            </a:extLst>
          </p:cNvPr>
          <p:cNvSpPr>
            <a:spLocks noGrp="1"/>
          </p:cNvSpPr>
          <p:nvPr>
            <p:ph type="body" sz="quarter" idx="10"/>
          </p:nvPr>
        </p:nvSpPr>
        <p:spPr>
          <a:xfrm>
            <a:off x="7118350" y="4022113"/>
            <a:ext cx="1797050" cy="882650"/>
          </a:xfrm>
        </p:spPr>
        <p:txBody>
          <a:bodyPr anchor="b" anchorCtr="0"/>
          <a:lstStyle>
            <a:lvl1pPr marL="0" indent="0" algn="r">
              <a:lnSpc>
                <a:spcPct val="100000"/>
              </a:lnSpc>
              <a:spcAft>
                <a:spcPts val="0"/>
              </a:spcAft>
              <a:buNone/>
              <a:defRPr sz="1000"/>
            </a:lvl1pPr>
            <a:lvl2pPr marL="288925" indent="0" algn="r">
              <a:lnSpc>
                <a:spcPct val="100000"/>
              </a:lnSpc>
              <a:spcBef>
                <a:spcPts val="1000"/>
              </a:spcBef>
              <a:buNone/>
              <a:defRPr sz="1000" b="1">
                <a:latin typeface="+mj-lt"/>
              </a:defRPr>
            </a:lvl2pPr>
            <a:lvl3pPr>
              <a:defRPr sz="1000"/>
            </a:lvl3pPr>
            <a:lvl4pPr>
              <a:defRPr sz="1000"/>
            </a:lvl4pPr>
            <a:lvl5pPr>
              <a:defRPr sz="1000"/>
            </a:lvl5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2336421826"/>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_superpo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95B10F9-EAC5-8A91-95E2-E9F2BFBF7C6F}"/>
              </a:ext>
            </a:extLst>
          </p:cNvPr>
          <p:cNvSpPr>
            <a:spLocks noGrp="1"/>
          </p:cNvSpPr>
          <p:nvPr>
            <p:ph type="sldNum" sz="quarter" idx="12"/>
          </p:nvPr>
        </p:nvSpPr>
        <p:spPr/>
        <p:txBody>
          <a:bodyPr/>
          <a:lstStyle>
            <a:lvl1pPr>
              <a:defRPr>
                <a:solidFill>
                  <a:schemeClr val="bg1"/>
                </a:solidFill>
              </a:defRPr>
            </a:lvl1pPr>
          </a:lstStyle>
          <a:p>
            <a:fld id="{1A5FFEF5-E129-4B58-BC20-992FAFAB5E8C}" type="slidenum">
              <a:rPr lang="fr-CA" smtClean="0"/>
              <a:pPr/>
              <a:t>‹#›</a:t>
            </a:fld>
            <a:endParaRPr lang="fr-CA"/>
          </a:p>
        </p:txBody>
      </p:sp>
      <p:sp>
        <p:nvSpPr>
          <p:cNvPr id="7" name="Espace réservé pour une image  6">
            <a:extLst>
              <a:ext uri="{FF2B5EF4-FFF2-40B4-BE49-F238E27FC236}">
                <a16:creationId xmlns:a16="http://schemas.microsoft.com/office/drawing/2014/main" id="{5371572D-A6E6-226A-F761-9A8E96520404}"/>
              </a:ext>
            </a:extLst>
          </p:cNvPr>
          <p:cNvSpPr>
            <a:spLocks noGrp="1"/>
          </p:cNvSpPr>
          <p:nvPr>
            <p:ph type="pic" sz="quarter" idx="13"/>
          </p:nvPr>
        </p:nvSpPr>
        <p:spPr>
          <a:xfrm>
            <a:off x="2211600" y="1157288"/>
            <a:ext cx="4720800" cy="2828925"/>
          </a:xfrm>
          <a:custGeom>
            <a:avLst/>
            <a:gdLst>
              <a:gd name="connsiteX0" fmla="*/ 0 w 4720800"/>
              <a:gd name="connsiteY0" fmla="*/ 0 h 2828925"/>
              <a:gd name="connsiteX1" fmla="*/ 4344175 w 4720800"/>
              <a:gd name="connsiteY1" fmla="*/ 0 h 2828925"/>
              <a:gd name="connsiteX2" fmla="*/ 4415025 w 4720800"/>
              <a:gd name="connsiteY2" fmla="*/ 7142 h 2828925"/>
              <a:gd name="connsiteX3" fmla="*/ 4720800 w 4720800"/>
              <a:gd name="connsiteY3" fmla="*/ 382316 h 2828925"/>
              <a:gd name="connsiteX4" fmla="*/ 4720800 w 4720800"/>
              <a:gd name="connsiteY4" fmla="*/ 2828925 h 2828925"/>
              <a:gd name="connsiteX5" fmla="*/ 0 w 4720800"/>
              <a:gd name="connsiteY5" fmla="*/ 2828925 h 282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0800" h="2828925">
                <a:moveTo>
                  <a:pt x="0" y="0"/>
                </a:moveTo>
                <a:lnTo>
                  <a:pt x="4344175" y="0"/>
                </a:lnTo>
                <a:lnTo>
                  <a:pt x="4415025" y="7142"/>
                </a:lnTo>
                <a:cubicBezTo>
                  <a:pt x="4589531" y="42851"/>
                  <a:pt x="4720800" y="197254"/>
                  <a:pt x="4720800" y="382316"/>
                </a:cubicBezTo>
                <a:lnTo>
                  <a:pt x="4720800" y="2828925"/>
                </a:lnTo>
                <a:lnTo>
                  <a:pt x="0" y="2828925"/>
                </a:lnTo>
                <a:close/>
              </a:path>
            </a:pathLst>
          </a:custGeom>
        </p:spPr>
        <p:txBody>
          <a:bodyPr wrap="square">
            <a:noAutofit/>
          </a:bodyPr>
          <a:lstStyle/>
          <a:p>
            <a:r>
              <a:rPr lang="fr-FR"/>
              <a:t>Cliquez sur l'icône pour ajouter une image</a:t>
            </a:r>
            <a:endParaRPr lang="fr-CA"/>
          </a:p>
        </p:txBody>
      </p:sp>
      <p:pic>
        <p:nvPicPr>
          <p:cNvPr id="8" name="Google Shape;424;p73">
            <a:extLst>
              <a:ext uri="{FF2B5EF4-FFF2-40B4-BE49-F238E27FC236}">
                <a16:creationId xmlns:a16="http://schemas.microsoft.com/office/drawing/2014/main" id="{623F5552-199E-87C4-C6BF-CABFDB65B3CA}"/>
              </a:ext>
            </a:extLst>
          </p:cNvPr>
          <p:cNvPicPr preferRelativeResize="0"/>
          <p:nvPr userDrawn="1"/>
        </p:nvPicPr>
        <p:blipFill>
          <a:blip r:embed="rId3">
            <a:alphaModFix/>
          </a:blip>
          <a:stretch>
            <a:fillRect/>
          </a:stretch>
        </p:blipFill>
        <p:spPr>
          <a:xfrm>
            <a:off x="231575" y="4739491"/>
            <a:ext cx="346900" cy="133247"/>
          </a:xfrm>
          <a:prstGeom prst="rect">
            <a:avLst/>
          </a:prstGeom>
          <a:noFill/>
          <a:ln>
            <a:noFill/>
          </a:ln>
        </p:spPr>
      </p:pic>
    </p:spTree>
    <p:extLst>
      <p:ext uri="{BB962C8B-B14F-4D97-AF65-F5344CB8AC3E}">
        <p14:creationId xmlns:p14="http://schemas.microsoft.com/office/powerpoint/2010/main" val="14423496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_texte_superposé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C8A8852-85C0-BB6F-A0CC-8115AE4B81E8}"/>
              </a:ext>
            </a:extLst>
          </p:cNvPr>
          <p:cNvSpPr>
            <a:spLocks noGrp="1"/>
          </p:cNvSpPr>
          <p:nvPr>
            <p:ph type="body" sz="quarter" idx="14" hasCustomPrompt="1"/>
          </p:nvPr>
        </p:nvSpPr>
        <p:spPr>
          <a:xfrm>
            <a:off x="230088" y="447675"/>
            <a:ext cx="8683825" cy="1657350"/>
          </a:xfrm>
        </p:spPr>
        <p:txBody>
          <a:bodyPr/>
          <a:lstStyle>
            <a:lvl1pPr marL="0" indent="0" algn="ctr">
              <a:buNone/>
              <a:defRPr sz="8000" b="1" cap="all" baseline="0">
                <a:solidFill>
                  <a:schemeClr val="bg1"/>
                </a:solidFill>
                <a:latin typeface="+mj-lt"/>
              </a:defRPr>
            </a:lvl1pPr>
            <a:lvl2pPr marL="288925" indent="0">
              <a:buNone/>
              <a:defRPr/>
            </a:lvl2pPr>
          </a:lstStyle>
          <a:p>
            <a:pPr lvl="0"/>
            <a:r>
              <a:rPr lang="fr-FR"/>
              <a:t>Niveau 1</a:t>
            </a:r>
          </a:p>
        </p:txBody>
      </p:sp>
      <p:sp>
        <p:nvSpPr>
          <p:cNvPr id="5" name="Espace réservé du numéro de diapositive 4">
            <a:extLst>
              <a:ext uri="{FF2B5EF4-FFF2-40B4-BE49-F238E27FC236}">
                <a16:creationId xmlns:a16="http://schemas.microsoft.com/office/drawing/2014/main" id="{195B10F9-EAC5-8A91-95E2-E9F2BFBF7C6F}"/>
              </a:ext>
            </a:extLst>
          </p:cNvPr>
          <p:cNvSpPr>
            <a:spLocks noGrp="1"/>
          </p:cNvSpPr>
          <p:nvPr>
            <p:ph type="sldNum" sz="quarter" idx="12"/>
          </p:nvPr>
        </p:nvSpPr>
        <p:spPr/>
        <p:txBody>
          <a:bodyPr/>
          <a:lstStyle>
            <a:lvl1pPr>
              <a:defRPr>
                <a:solidFill>
                  <a:schemeClr val="bg1"/>
                </a:solidFill>
              </a:defRPr>
            </a:lvl1pPr>
          </a:lstStyle>
          <a:p>
            <a:fld id="{1A5FFEF5-E129-4B58-BC20-992FAFAB5E8C}" type="slidenum">
              <a:rPr lang="fr-CA" smtClean="0"/>
              <a:pPr/>
              <a:t>‹#›</a:t>
            </a:fld>
            <a:endParaRPr lang="fr-CA"/>
          </a:p>
        </p:txBody>
      </p:sp>
      <p:pic>
        <p:nvPicPr>
          <p:cNvPr id="8" name="Google Shape;424;p73">
            <a:extLst>
              <a:ext uri="{FF2B5EF4-FFF2-40B4-BE49-F238E27FC236}">
                <a16:creationId xmlns:a16="http://schemas.microsoft.com/office/drawing/2014/main" id="{623F5552-199E-87C4-C6BF-CABFDB65B3CA}"/>
              </a:ext>
            </a:extLst>
          </p:cNvPr>
          <p:cNvPicPr preferRelativeResize="0"/>
          <p:nvPr userDrawn="1"/>
        </p:nvPicPr>
        <p:blipFill>
          <a:blip r:embed="rId3">
            <a:alphaModFix/>
          </a:blip>
          <a:stretch>
            <a:fillRect/>
          </a:stretch>
        </p:blipFill>
        <p:spPr>
          <a:xfrm>
            <a:off x="231575" y="4739491"/>
            <a:ext cx="346900" cy="133247"/>
          </a:xfrm>
          <a:prstGeom prst="rect">
            <a:avLst/>
          </a:prstGeom>
          <a:noFill/>
          <a:ln>
            <a:noFill/>
          </a:ln>
        </p:spPr>
      </p:pic>
      <p:sp>
        <p:nvSpPr>
          <p:cNvPr id="7" name="Espace réservé pour une image  6">
            <a:extLst>
              <a:ext uri="{FF2B5EF4-FFF2-40B4-BE49-F238E27FC236}">
                <a16:creationId xmlns:a16="http://schemas.microsoft.com/office/drawing/2014/main" id="{5371572D-A6E6-226A-F761-9A8E96520404}"/>
              </a:ext>
            </a:extLst>
          </p:cNvPr>
          <p:cNvSpPr>
            <a:spLocks noGrp="1"/>
          </p:cNvSpPr>
          <p:nvPr>
            <p:ph type="pic" sz="quarter" idx="13"/>
          </p:nvPr>
        </p:nvSpPr>
        <p:spPr>
          <a:xfrm>
            <a:off x="2211600" y="1157288"/>
            <a:ext cx="4720800" cy="2828925"/>
          </a:xfrm>
          <a:custGeom>
            <a:avLst/>
            <a:gdLst>
              <a:gd name="connsiteX0" fmla="*/ 0 w 4720800"/>
              <a:gd name="connsiteY0" fmla="*/ 0 h 2828925"/>
              <a:gd name="connsiteX1" fmla="*/ 4344175 w 4720800"/>
              <a:gd name="connsiteY1" fmla="*/ 0 h 2828925"/>
              <a:gd name="connsiteX2" fmla="*/ 4415025 w 4720800"/>
              <a:gd name="connsiteY2" fmla="*/ 7142 h 2828925"/>
              <a:gd name="connsiteX3" fmla="*/ 4720800 w 4720800"/>
              <a:gd name="connsiteY3" fmla="*/ 382316 h 2828925"/>
              <a:gd name="connsiteX4" fmla="*/ 4720800 w 4720800"/>
              <a:gd name="connsiteY4" fmla="*/ 2828925 h 2828925"/>
              <a:gd name="connsiteX5" fmla="*/ 0 w 4720800"/>
              <a:gd name="connsiteY5" fmla="*/ 2828925 h 282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0800" h="2828925">
                <a:moveTo>
                  <a:pt x="0" y="0"/>
                </a:moveTo>
                <a:lnTo>
                  <a:pt x="4344175" y="0"/>
                </a:lnTo>
                <a:lnTo>
                  <a:pt x="4415025" y="7142"/>
                </a:lnTo>
                <a:cubicBezTo>
                  <a:pt x="4589531" y="42851"/>
                  <a:pt x="4720800" y="197254"/>
                  <a:pt x="4720800" y="382316"/>
                </a:cubicBezTo>
                <a:lnTo>
                  <a:pt x="4720800" y="2828925"/>
                </a:lnTo>
                <a:lnTo>
                  <a:pt x="0" y="2828925"/>
                </a:lnTo>
                <a:close/>
              </a:path>
            </a:pathLst>
          </a:custGeom>
        </p:spPr>
        <p:txBody>
          <a:bodyPr wrap="square">
            <a:noAutofit/>
          </a:bodyPr>
          <a:lstStyle/>
          <a:p>
            <a:r>
              <a:rPr lang="fr-FR"/>
              <a:t>Cliquez sur l'icône pour ajouter une image</a:t>
            </a:r>
            <a:endParaRPr lang="fr-CA"/>
          </a:p>
        </p:txBody>
      </p:sp>
      <p:sp>
        <p:nvSpPr>
          <p:cNvPr id="4" name="Espace réservé du texte 2">
            <a:extLst>
              <a:ext uri="{FF2B5EF4-FFF2-40B4-BE49-F238E27FC236}">
                <a16:creationId xmlns:a16="http://schemas.microsoft.com/office/drawing/2014/main" id="{D8033E25-131B-B3A9-FCD1-EB997ABDDCBF}"/>
              </a:ext>
            </a:extLst>
          </p:cNvPr>
          <p:cNvSpPr>
            <a:spLocks noGrp="1"/>
          </p:cNvSpPr>
          <p:nvPr>
            <p:ph type="body" sz="quarter" idx="15" hasCustomPrompt="1"/>
          </p:nvPr>
        </p:nvSpPr>
        <p:spPr>
          <a:xfrm>
            <a:off x="1257300" y="3617119"/>
            <a:ext cx="6629400" cy="1657350"/>
          </a:xfrm>
        </p:spPr>
        <p:txBody>
          <a:bodyPr/>
          <a:lstStyle>
            <a:lvl1pPr marL="0" indent="0" algn="ctr">
              <a:buNone/>
              <a:defRPr sz="8000" b="1" cap="all" baseline="0">
                <a:solidFill>
                  <a:schemeClr val="bg1"/>
                </a:solidFill>
                <a:latin typeface="+mj-lt"/>
              </a:defRPr>
            </a:lvl1pPr>
            <a:lvl2pPr marL="288925" indent="0">
              <a:buNone/>
              <a:defRPr/>
            </a:lvl2pPr>
          </a:lstStyle>
          <a:p>
            <a:pPr lvl="0"/>
            <a:r>
              <a:rPr lang="fr-FR"/>
              <a:t>Niveau 1</a:t>
            </a:r>
          </a:p>
        </p:txBody>
      </p:sp>
    </p:spTree>
    <p:extLst>
      <p:ext uri="{BB962C8B-B14F-4D97-AF65-F5344CB8AC3E}">
        <p14:creationId xmlns:p14="http://schemas.microsoft.com/office/powerpoint/2010/main" val="44056037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Résultat">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332A9986-49C2-1763-5D18-F8CA37CCBD13}"/>
              </a:ext>
            </a:extLst>
          </p:cNvPr>
          <p:cNvSpPr>
            <a:spLocks noGrp="1"/>
          </p:cNvSpPr>
          <p:nvPr>
            <p:ph type="pic" sz="quarter" idx="13"/>
          </p:nvPr>
        </p:nvSpPr>
        <p:spPr>
          <a:xfrm>
            <a:off x="0" y="0"/>
            <a:ext cx="9144000" cy="5143500"/>
          </a:xfrm>
        </p:spPr>
        <p:txBody>
          <a:bodyPr/>
          <a:lstStyle/>
          <a:p>
            <a:r>
              <a:rPr lang="fr-FR"/>
              <a:t>Cliquez sur l'icône pour ajouter une image</a:t>
            </a:r>
            <a:endParaRPr lang="fr-CA"/>
          </a:p>
        </p:txBody>
      </p:sp>
      <p:sp>
        <p:nvSpPr>
          <p:cNvPr id="9" name="Espace réservé du texte 8">
            <a:extLst>
              <a:ext uri="{FF2B5EF4-FFF2-40B4-BE49-F238E27FC236}">
                <a16:creationId xmlns:a16="http://schemas.microsoft.com/office/drawing/2014/main" id="{15707B0C-614F-ACBC-3EA0-CCA8BE578130}"/>
              </a:ext>
            </a:extLst>
          </p:cNvPr>
          <p:cNvSpPr>
            <a:spLocks noGrp="1"/>
          </p:cNvSpPr>
          <p:nvPr>
            <p:ph type="body" sz="quarter" idx="14" hasCustomPrompt="1"/>
          </p:nvPr>
        </p:nvSpPr>
        <p:spPr>
          <a:xfrm>
            <a:off x="1168400" y="1516814"/>
            <a:ext cx="3044825" cy="3308350"/>
          </a:xfrm>
        </p:spPr>
        <p:txBody>
          <a:bodyPr/>
          <a:lstStyle>
            <a:lvl1pPr marL="0" indent="0">
              <a:buNone/>
              <a:defRPr sz="17800">
                <a:latin typeface="DM Sans Black" pitchFamily="2" charset="0"/>
              </a:defRPr>
            </a:lvl1pPr>
            <a:lvl2pPr marL="288925" indent="0">
              <a:buNone/>
              <a:defRPr/>
            </a:lvl2pPr>
          </a:lstStyle>
          <a:p>
            <a:pPr lvl="0"/>
            <a:r>
              <a:rPr lang="fr-FR"/>
              <a:t>Chiffre</a:t>
            </a:r>
          </a:p>
        </p:txBody>
      </p:sp>
      <p:sp>
        <p:nvSpPr>
          <p:cNvPr id="10" name="Espace réservé du texte 8">
            <a:extLst>
              <a:ext uri="{FF2B5EF4-FFF2-40B4-BE49-F238E27FC236}">
                <a16:creationId xmlns:a16="http://schemas.microsoft.com/office/drawing/2014/main" id="{A95BB24F-F370-CB57-369D-7E236A536B02}"/>
              </a:ext>
            </a:extLst>
          </p:cNvPr>
          <p:cNvSpPr>
            <a:spLocks noGrp="1"/>
          </p:cNvSpPr>
          <p:nvPr>
            <p:ph type="body" sz="quarter" idx="15" hasCustomPrompt="1"/>
          </p:nvPr>
        </p:nvSpPr>
        <p:spPr>
          <a:xfrm>
            <a:off x="5591175" y="1513588"/>
            <a:ext cx="3044825" cy="3308350"/>
          </a:xfrm>
        </p:spPr>
        <p:txBody>
          <a:bodyPr/>
          <a:lstStyle>
            <a:lvl1pPr marL="0" indent="0">
              <a:buNone/>
              <a:defRPr sz="17800">
                <a:latin typeface="DM Sans Black" pitchFamily="2" charset="0"/>
              </a:defRPr>
            </a:lvl1pPr>
            <a:lvl2pPr marL="288925" indent="0">
              <a:buNone/>
              <a:defRPr/>
            </a:lvl2pPr>
          </a:lstStyle>
          <a:p>
            <a:pPr lvl="0"/>
            <a:r>
              <a:rPr lang="fr-FR"/>
              <a:t>%</a:t>
            </a:r>
          </a:p>
        </p:txBody>
      </p:sp>
    </p:spTree>
    <p:extLst>
      <p:ext uri="{BB962C8B-B14F-4D97-AF65-F5344CB8AC3E}">
        <p14:creationId xmlns:p14="http://schemas.microsoft.com/office/powerpoint/2010/main" val="8146782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Résultats">
    <p:bg>
      <p:bgRef idx="1001">
        <a:schemeClr val="bg2"/>
      </p:bgRef>
    </p:bg>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B77169D1-917B-0815-883B-9B4EFBD87ED5}"/>
              </a:ext>
            </a:extLst>
          </p:cNvPr>
          <p:cNvSpPr>
            <a:spLocks noGrp="1"/>
          </p:cNvSpPr>
          <p:nvPr>
            <p:ph type="pic" sz="quarter" idx="13"/>
          </p:nvPr>
        </p:nvSpPr>
        <p:spPr>
          <a:xfrm>
            <a:off x="231575" y="211138"/>
            <a:ext cx="8683825" cy="4450803"/>
          </a:xfrm>
          <a:solidFill>
            <a:srgbClr val="F2F2F2">
              <a:alpha val="20000"/>
            </a:srgbClr>
          </a:solidFill>
        </p:spPr>
        <p:txBody>
          <a:bodyPr/>
          <a:lstStyle/>
          <a:p>
            <a:r>
              <a:rPr lang="fr-FR"/>
              <a:t>Cliquez sur l'icône pour ajouter une image</a:t>
            </a:r>
            <a:endParaRPr lang="fr-CA"/>
          </a:p>
        </p:txBody>
      </p:sp>
      <p:pic>
        <p:nvPicPr>
          <p:cNvPr id="3" name="Google Shape;424;p73">
            <a:extLst>
              <a:ext uri="{FF2B5EF4-FFF2-40B4-BE49-F238E27FC236}">
                <a16:creationId xmlns:a16="http://schemas.microsoft.com/office/drawing/2014/main" id="{F2B3F2C6-8023-8977-0E98-917FC46F08E4}"/>
              </a:ext>
            </a:extLst>
          </p:cNvPr>
          <p:cNvPicPr preferRelativeResize="0"/>
          <p:nvPr userDrawn="1"/>
        </p:nvPicPr>
        <p:blipFill>
          <a:blip r:embed="rId2">
            <a:alphaModFix/>
          </a:blip>
          <a:stretch>
            <a:fillRect/>
          </a:stretch>
        </p:blipFill>
        <p:spPr>
          <a:xfrm>
            <a:off x="231575" y="4739491"/>
            <a:ext cx="346900" cy="133247"/>
          </a:xfrm>
          <a:prstGeom prst="rect">
            <a:avLst/>
          </a:prstGeom>
          <a:noFill/>
          <a:ln>
            <a:noFill/>
          </a:ln>
        </p:spPr>
      </p:pic>
      <p:sp>
        <p:nvSpPr>
          <p:cNvPr id="4" name="Espace réservé du numéro de diapositive 4">
            <a:extLst>
              <a:ext uri="{FF2B5EF4-FFF2-40B4-BE49-F238E27FC236}">
                <a16:creationId xmlns:a16="http://schemas.microsoft.com/office/drawing/2014/main" id="{41C67C05-4D28-A409-503C-626651F5E8FC}"/>
              </a:ext>
            </a:extLst>
          </p:cNvPr>
          <p:cNvSpPr>
            <a:spLocks noGrp="1"/>
          </p:cNvSpPr>
          <p:nvPr>
            <p:ph type="sldNum" sz="quarter" idx="12"/>
          </p:nvPr>
        </p:nvSpPr>
        <p:spPr>
          <a:xfrm>
            <a:off x="8610600" y="4784623"/>
            <a:ext cx="304800" cy="273844"/>
          </a:xfrm>
        </p:spPr>
        <p:txBody>
          <a:bodyPr/>
          <a:lstStyle>
            <a:lvl1pPr>
              <a:defRPr>
                <a:solidFill>
                  <a:schemeClr val="tx1"/>
                </a:solidFill>
              </a:defRPr>
            </a:lvl1pPr>
          </a:lstStyle>
          <a:p>
            <a:fld id="{1A5FFEF5-E129-4B58-BC20-992FAFAB5E8C}" type="slidenum">
              <a:rPr lang="fr-CA" smtClean="0"/>
              <a:pPr/>
              <a:t>‹#›</a:t>
            </a:fld>
            <a:endParaRPr lang="fr-CA"/>
          </a:p>
        </p:txBody>
      </p:sp>
      <p:sp>
        <p:nvSpPr>
          <p:cNvPr id="17" name="Espace réservé du texte 16">
            <a:extLst>
              <a:ext uri="{FF2B5EF4-FFF2-40B4-BE49-F238E27FC236}">
                <a16:creationId xmlns:a16="http://schemas.microsoft.com/office/drawing/2014/main" id="{619665F7-7079-9A98-15B8-DDD4EB6BC91E}"/>
              </a:ext>
            </a:extLst>
          </p:cNvPr>
          <p:cNvSpPr>
            <a:spLocks noGrp="1"/>
          </p:cNvSpPr>
          <p:nvPr>
            <p:ph type="body" sz="quarter" idx="14"/>
          </p:nvPr>
        </p:nvSpPr>
        <p:spPr>
          <a:xfrm>
            <a:off x="190550" y="3246575"/>
            <a:ext cx="2674888" cy="1453896"/>
          </a:xfrm>
          <a:custGeom>
            <a:avLst/>
            <a:gdLst>
              <a:gd name="connsiteX0" fmla="*/ 0 w 2674888"/>
              <a:gd name="connsiteY0" fmla="*/ 0 h 1468300"/>
              <a:gd name="connsiteX1" fmla="*/ 2501767 w 2674888"/>
              <a:gd name="connsiteY1" fmla="*/ 0 h 1468300"/>
              <a:gd name="connsiteX2" fmla="*/ 2661479 w 2674888"/>
              <a:gd name="connsiteY2" fmla="*/ 105864 h 1468300"/>
              <a:gd name="connsiteX3" fmla="*/ 2674888 w 2674888"/>
              <a:gd name="connsiteY3" fmla="*/ 172283 h 1468300"/>
              <a:gd name="connsiteX4" fmla="*/ 2674888 w 2674888"/>
              <a:gd name="connsiteY4" fmla="*/ 1468300 h 1468300"/>
              <a:gd name="connsiteX5" fmla="*/ 0 w 2674888"/>
              <a:gd name="connsiteY5" fmla="*/ 1468300 h 146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4888" h="1468300">
                <a:moveTo>
                  <a:pt x="0" y="0"/>
                </a:moveTo>
                <a:lnTo>
                  <a:pt x="2501767" y="0"/>
                </a:lnTo>
                <a:cubicBezTo>
                  <a:pt x="2573564" y="0"/>
                  <a:pt x="2635165" y="43652"/>
                  <a:pt x="2661479" y="105864"/>
                </a:cubicBezTo>
                <a:lnTo>
                  <a:pt x="2674888" y="172283"/>
                </a:lnTo>
                <a:lnTo>
                  <a:pt x="2674888" y="1468300"/>
                </a:lnTo>
                <a:lnTo>
                  <a:pt x="0" y="1468300"/>
                </a:lnTo>
                <a:close/>
              </a:path>
            </a:pathLst>
          </a:custGeom>
          <a:solidFill>
            <a:schemeClr val="bg2"/>
          </a:solidFill>
        </p:spPr>
        <p:txBody>
          <a:bodyPr wrap="square" lIns="91440" tIns="91440" rIns="91440" bIns="91440" anchor="ctr" anchorCtr="0">
            <a:noAutofit/>
          </a:bodyPr>
          <a:lstStyle>
            <a:lvl1pPr marL="0" indent="0">
              <a:lnSpc>
                <a:spcPct val="114000"/>
              </a:lnSpc>
              <a:buNone/>
              <a:tabLst>
                <a:tab pos="630936" algn="l"/>
              </a:tabLst>
              <a:defRPr sz="185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p:txBody>
      </p:sp>
    </p:spTree>
    <p:extLst>
      <p:ext uri="{BB962C8B-B14F-4D97-AF65-F5344CB8AC3E}">
        <p14:creationId xmlns:p14="http://schemas.microsoft.com/office/powerpoint/2010/main" val="2077661860"/>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re_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CF38E7-1F53-1993-EB1B-35E75665A667}"/>
              </a:ext>
            </a:extLst>
          </p:cNvPr>
          <p:cNvSpPr>
            <a:spLocks noGrp="1"/>
          </p:cNvSpPr>
          <p:nvPr>
            <p:ph type="title"/>
          </p:nvPr>
        </p:nvSpPr>
        <p:spPr/>
        <p:txBody>
          <a:bodyPr/>
          <a:lstStyle/>
          <a:p>
            <a:r>
              <a:rPr lang="fr-FR"/>
              <a:t>Modifiez le style du titre</a:t>
            </a:r>
            <a:endParaRPr lang="fr-CA"/>
          </a:p>
        </p:txBody>
      </p:sp>
      <p:sp>
        <p:nvSpPr>
          <p:cNvPr id="5" name="Espace réservé du numéro de diapositive 4">
            <a:extLst>
              <a:ext uri="{FF2B5EF4-FFF2-40B4-BE49-F238E27FC236}">
                <a16:creationId xmlns:a16="http://schemas.microsoft.com/office/drawing/2014/main" id="{195B10F9-EAC5-8A91-95E2-E9F2BFBF7C6F}"/>
              </a:ext>
            </a:extLst>
          </p:cNvPr>
          <p:cNvSpPr>
            <a:spLocks noGrp="1"/>
          </p:cNvSpPr>
          <p:nvPr>
            <p:ph type="sldNum" sz="quarter" idx="12"/>
          </p:nvPr>
        </p:nvSpPr>
        <p:spPr/>
        <p:txBody>
          <a:bodyPr/>
          <a:lstStyle/>
          <a:p>
            <a:fld id="{1A5FFEF5-E129-4B58-BC20-992FAFAB5E8C}" type="slidenum">
              <a:rPr lang="fr-CA" smtClean="0"/>
              <a:t>‹#›</a:t>
            </a:fld>
            <a:endParaRPr lang="fr-CA"/>
          </a:p>
        </p:txBody>
      </p:sp>
    </p:spTree>
    <p:extLst>
      <p:ext uri="{BB962C8B-B14F-4D97-AF65-F5344CB8AC3E}">
        <p14:creationId xmlns:p14="http://schemas.microsoft.com/office/powerpoint/2010/main" val="24990504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31696FC-7B5C-8381-C080-D84821318126}"/>
              </a:ext>
            </a:extLst>
          </p:cNvPr>
          <p:cNvSpPr>
            <a:spLocks noGrp="1"/>
          </p:cNvSpPr>
          <p:nvPr>
            <p:ph type="sldNum" sz="quarter" idx="12"/>
          </p:nvPr>
        </p:nvSpPr>
        <p:spPr/>
        <p:txBody>
          <a:bodyPr/>
          <a:lstStyle/>
          <a:p>
            <a:fld id="{1A5FFEF5-E129-4B58-BC20-992FAFAB5E8C}" type="slidenum">
              <a:rPr lang="fr-CA" smtClean="0"/>
              <a:t>‹#›</a:t>
            </a:fld>
            <a:endParaRPr lang="fr-CA"/>
          </a:p>
        </p:txBody>
      </p:sp>
    </p:spTree>
    <p:extLst>
      <p:ext uri="{BB962C8B-B14F-4D97-AF65-F5344CB8AC3E}">
        <p14:creationId xmlns:p14="http://schemas.microsoft.com/office/powerpoint/2010/main" val="2527672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458200"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8" y="1428750"/>
            <a:ext cx="8458199"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948919386"/>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2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9"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u contenu 2">
            <a:extLst>
              <a:ext uri="{FF2B5EF4-FFF2-40B4-BE49-F238E27FC236}">
                <a16:creationId xmlns:a16="http://schemas.microsoft.com/office/drawing/2014/main" id="{1A5A8260-B6ED-BA4C-A8CC-B30A3E301A83}"/>
              </a:ext>
            </a:extLst>
          </p:cNvPr>
          <p:cNvSpPr>
            <a:spLocks noGrp="1"/>
          </p:cNvSpPr>
          <p:nvPr>
            <p:ph idx="10"/>
          </p:nvPr>
        </p:nvSpPr>
        <p:spPr>
          <a:xfrm>
            <a:off x="4631987"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2675547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36CC044-E943-225F-91E1-8E9ACB461A81}"/>
              </a:ext>
            </a:extLst>
          </p:cNvPr>
          <p:cNvSpPr>
            <a:spLocks noGrp="1"/>
          </p:cNvSpPr>
          <p:nvPr>
            <p:ph type="title"/>
          </p:nvPr>
        </p:nvSpPr>
        <p:spPr>
          <a:xfrm>
            <a:off x="228600" y="247650"/>
            <a:ext cx="8686800" cy="514350"/>
          </a:xfrm>
          <a:prstGeom prst="rect">
            <a:avLst/>
          </a:prstGeom>
        </p:spPr>
        <p:txBody>
          <a:bodyPr vert="horz" lIns="0" tIns="0" rIns="91440" bIns="0" rtlCol="0" anchor="t" anchorCtr="0">
            <a:no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01C293A-FB31-C728-C5A6-76D6C52D35E7}"/>
              </a:ext>
            </a:extLst>
          </p:cNvPr>
          <p:cNvSpPr>
            <a:spLocks noGrp="1"/>
          </p:cNvSpPr>
          <p:nvPr>
            <p:ph type="body" idx="1"/>
          </p:nvPr>
        </p:nvSpPr>
        <p:spPr>
          <a:xfrm>
            <a:off x="228600" y="933450"/>
            <a:ext cx="8686800" cy="3699273"/>
          </a:xfrm>
          <a:prstGeom prst="rect">
            <a:avLst/>
          </a:prstGeom>
        </p:spPr>
        <p:txBody>
          <a:bodyPr vert="horz" lIns="0" tIns="0" rIns="91440" bIns="0" rtlCol="0" anchor="t" anchorCtr="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numéro de diapositive 5">
            <a:extLst>
              <a:ext uri="{FF2B5EF4-FFF2-40B4-BE49-F238E27FC236}">
                <a16:creationId xmlns:a16="http://schemas.microsoft.com/office/drawing/2014/main" id="{24B88A91-A582-5526-826A-071FE27378CE}"/>
              </a:ext>
            </a:extLst>
          </p:cNvPr>
          <p:cNvSpPr>
            <a:spLocks noGrp="1"/>
          </p:cNvSpPr>
          <p:nvPr>
            <p:ph type="sldNum" sz="quarter" idx="4"/>
          </p:nvPr>
        </p:nvSpPr>
        <p:spPr>
          <a:xfrm>
            <a:off x="8610600" y="4784623"/>
            <a:ext cx="304800" cy="273844"/>
          </a:xfrm>
          <a:prstGeom prst="rect">
            <a:avLst/>
          </a:prstGeom>
        </p:spPr>
        <p:txBody>
          <a:bodyPr vert="horz" lIns="0" tIns="0" rIns="0" bIns="0" rtlCol="0" anchor="t" anchorCtr="0">
            <a:noAutofit/>
          </a:bodyPr>
          <a:lstStyle>
            <a:lvl1pPr algn="r">
              <a:lnSpc>
                <a:spcPct val="85000"/>
              </a:lnSpc>
              <a:defRPr sz="800">
                <a:solidFill>
                  <a:schemeClr val="tx1"/>
                </a:solidFill>
                <a:latin typeface="+mj-lt"/>
              </a:defRPr>
            </a:lvl1pPr>
          </a:lstStyle>
          <a:p>
            <a:fld id="{1A5FFEF5-E129-4B58-BC20-992FAFAB5E8C}" type="slidenum">
              <a:rPr lang="fr-CA" smtClean="0"/>
              <a:pPr/>
              <a:t>‹#›</a:t>
            </a:fld>
            <a:endParaRPr lang="fr-CA"/>
          </a:p>
        </p:txBody>
      </p:sp>
    </p:spTree>
    <p:extLst>
      <p:ext uri="{BB962C8B-B14F-4D97-AF65-F5344CB8AC3E}">
        <p14:creationId xmlns:p14="http://schemas.microsoft.com/office/powerpoint/2010/main" val="380645765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83" r:id="rId4"/>
    <p:sldLayoutId id="2147483662" r:id="rId5"/>
    <p:sldLayoutId id="2147483684" r:id="rId6"/>
    <p:sldLayoutId id="2147483664" r:id="rId7"/>
    <p:sldLayoutId id="2147483665" r:id="rId8"/>
    <p:sldLayoutId id="2147483667" r:id="rId9"/>
    <p:sldLayoutId id="2147483668" r:id="rId10"/>
    <p:sldLayoutId id="2147483669" r:id="rId11"/>
    <p:sldLayoutId id="2147483715" r:id="rId12"/>
    <p:sldLayoutId id="2147483671" r:id="rId13"/>
    <p:sldLayoutId id="2147483672" r:id="rId14"/>
    <p:sldLayoutId id="2147483651"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5" r:id="rId25"/>
    <p:sldLayoutId id="2147483686" r:id="rId26"/>
    <p:sldLayoutId id="2147483687" r:id="rId27"/>
    <p:sldLayoutId id="2147483688" r:id="rId28"/>
    <p:sldLayoutId id="2147483723" r:id="rId29"/>
    <p:sldLayoutId id="2147483729" r:id="rId30"/>
    <p:sldLayoutId id="2147483697" r:id="rId31"/>
    <p:sldLayoutId id="2147483666" r:id="rId32"/>
    <p:sldLayoutId id="2147483690" r:id="rId33"/>
    <p:sldLayoutId id="2147483691" r:id="rId34"/>
    <p:sldLayoutId id="2147483692" r:id="rId35"/>
    <p:sldLayoutId id="2147483693" r:id="rId36"/>
    <p:sldLayoutId id="2147483694" r:id="rId37"/>
    <p:sldLayoutId id="2147483695" r:id="rId38"/>
    <p:sldLayoutId id="2147483698" r:id="rId39"/>
    <p:sldLayoutId id="2147483699" r:id="rId40"/>
    <p:sldLayoutId id="2147483700" r:id="rId41"/>
    <p:sldLayoutId id="2147483701" r:id="rId42"/>
    <p:sldLayoutId id="2147483725" r:id="rId43"/>
    <p:sldLayoutId id="2147483702" r:id="rId44"/>
    <p:sldLayoutId id="2147483703" r:id="rId45"/>
    <p:sldLayoutId id="2147483704" r:id="rId46"/>
    <p:sldLayoutId id="2147483713" r:id="rId47"/>
    <p:sldLayoutId id="2147483726" r:id="rId48"/>
    <p:sldLayoutId id="2147483714" r:id="rId49"/>
    <p:sldLayoutId id="2147483705" r:id="rId50"/>
    <p:sldLayoutId id="2147483706" r:id="rId51"/>
    <p:sldLayoutId id="2147483707" r:id="rId52"/>
    <p:sldLayoutId id="2147483709" r:id="rId53"/>
    <p:sldLayoutId id="2147483710" r:id="rId54"/>
    <p:sldLayoutId id="2147483711" r:id="rId55"/>
    <p:sldLayoutId id="2147483712" r:id="rId56"/>
    <p:sldLayoutId id="2147483717" r:id="rId57"/>
    <p:sldLayoutId id="2147483718" r:id="rId58"/>
    <p:sldLayoutId id="2147483719" r:id="rId59"/>
    <p:sldLayoutId id="2147483721" r:id="rId60"/>
    <p:sldLayoutId id="2147483722" r:id="rId61"/>
    <p:sldLayoutId id="2147483654" r:id="rId62"/>
    <p:sldLayoutId id="2147483655" r:id="rId63"/>
    <p:sldLayoutId id="2147483745" r:id="rId64"/>
    <p:sldLayoutId id="2147483746" r:id="rId65"/>
  </p:sldLayoutIdLst>
  <p:hf hdr="0" ftr="0"/>
  <p:txStyles>
    <p:titleStyle>
      <a:lvl1pPr algn="l" defTabSz="685800" rtl="0" eaLnBrk="1" latinLnBrk="0" hangingPunct="1">
        <a:lnSpc>
          <a:spcPct val="90000"/>
        </a:lnSpc>
        <a:spcBef>
          <a:spcPct val="0"/>
        </a:spcBef>
        <a:buNone/>
        <a:defRPr sz="1600" i="0" kern="1200">
          <a:solidFill>
            <a:schemeClr val="tx1"/>
          </a:solidFill>
          <a:latin typeface="DM Sans Light" pitchFamily="2" charset="0"/>
          <a:ea typeface="+mj-ea"/>
          <a:cs typeface="+mj-cs"/>
        </a:defRPr>
      </a:lvl1pPr>
    </p:titleStyle>
    <p:bodyStyle>
      <a:lvl1pPr marL="288925" indent="-288925" algn="l" defTabSz="685800" rtl="0" eaLnBrk="1" latinLnBrk="0" hangingPunct="1">
        <a:lnSpc>
          <a:spcPct val="85000"/>
        </a:lnSpc>
        <a:spcBef>
          <a:spcPts val="0"/>
        </a:spcBef>
        <a:buClr>
          <a:schemeClr val="tx1"/>
        </a:buClr>
        <a:buFont typeface="DM Sans Light" pitchFamily="2" charset="0"/>
        <a:buChar char="→"/>
        <a:defRPr sz="2100" kern="1200">
          <a:solidFill>
            <a:schemeClr val="tx1"/>
          </a:solidFill>
          <a:latin typeface="+mn-lt"/>
          <a:ea typeface="+mn-ea"/>
          <a:cs typeface="+mn-cs"/>
        </a:defRPr>
      </a:lvl1pPr>
      <a:lvl2pPr marL="571500" indent="-282575" algn="l" defTabSz="685800" rtl="0" eaLnBrk="1" latinLnBrk="0" hangingPunct="1">
        <a:lnSpc>
          <a:spcPct val="85000"/>
        </a:lnSpc>
        <a:spcBef>
          <a:spcPts val="375"/>
        </a:spcBef>
        <a:buClr>
          <a:schemeClr val="tx1"/>
        </a:buClr>
        <a:buFont typeface="DM Sans Light" pitchFamily="2" charset="0"/>
        <a:buChar char="→"/>
        <a:defRPr sz="1800" kern="1200">
          <a:solidFill>
            <a:schemeClr val="tx1"/>
          </a:solidFill>
          <a:latin typeface="+mn-lt"/>
          <a:ea typeface="+mn-ea"/>
          <a:cs typeface="+mn-cs"/>
        </a:defRPr>
      </a:lvl2pPr>
      <a:lvl3pPr marL="800100" indent="-228600" algn="l" defTabSz="685800" rtl="0" eaLnBrk="1" latinLnBrk="0" hangingPunct="1">
        <a:lnSpc>
          <a:spcPct val="85000"/>
        </a:lnSpc>
        <a:spcBef>
          <a:spcPts val="375"/>
        </a:spcBef>
        <a:buClr>
          <a:schemeClr val="tx1"/>
        </a:buClr>
        <a:buFont typeface="DM Sans Light" pitchFamily="2" charset="0"/>
        <a:buChar char="→"/>
        <a:defRPr sz="1500" kern="1200">
          <a:solidFill>
            <a:schemeClr val="tx1"/>
          </a:solidFill>
          <a:latin typeface="+mn-lt"/>
          <a:ea typeface="+mn-ea"/>
          <a:cs typeface="+mn-cs"/>
        </a:defRPr>
      </a:lvl3pPr>
      <a:lvl4pPr marL="1028700" indent="-228600" algn="l" defTabSz="685800" rtl="0" eaLnBrk="1" latinLnBrk="0" hangingPunct="1">
        <a:lnSpc>
          <a:spcPct val="85000"/>
        </a:lnSpc>
        <a:spcBef>
          <a:spcPts val="375"/>
        </a:spcBef>
        <a:buClr>
          <a:schemeClr val="tx1"/>
        </a:buClr>
        <a:buFont typeface="DM Sans Light" pitchFamily="2" charset="0"/>
        <a:buChar char="→"/>
        <a:defRPr sz="1350" kern="1200">
          <a:solidFill>
            <a:schemeClr val="tx1"/>
          </a:solidFill>
          <a:latin typeface="+mn-lt"/>
          <a:ea typeface="+mn-ea"/>
          <a:cs typeface="+mn-cs"/>
        </a:defRPr>
      </a:lvl4pPr>
      <a:lvl5pPr marL="1257300" indent="-228600" algn="l" defTabSz="685800" rtl="0" eaLnBrk="1" latinLnBrk="0" hangingPunct="1">
        <a:lnSpc>
          <a:spcPct val="85000"/>
        </a:lnSpc>
        <a:spcBef>
          <a:spcPts val="375"/>
        </a:spcBef>
        <a:buClr>
          <a:schemeClr val="tx1"/>
        </a:buClr>
        <a:buFont typeface="DM Sans Light" pitchFamily="2"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6" userDrawn="1">
          <p15:clr>
            <a:srgbClr val="F26B43"/>
          </p15:clr>
        </p15:guide>
        <p15:guide id="2" pos="2880" userDrawn="1">
          <p15:clr>
            <a:srgbClr val="F26B43"/>
          </p15:clr>
        </p15:guide>
        <p15:guide id="4" pos="144" userDrawn="1">
          <p15:clr>
            <a:srgbClr val="F26B43"/>
          </p15:clr>
        </p15:guide>
        <p15:guide id="5" pos="5616" userDrawn="1">
          <p15:clr>
            <a:srgbClr val="F26B43"/>
          </p15:clr>
        </p15:guide>
        <p15:guide id="6" orient="horz" pos="588" userDrawn="1">
          <p15:clr>
            <a:srgbClr val="F26B43"/>
          </p15:clr>
        </p15:guide>
        <p15:guide id="7" orient="horz" pos="1620" userDrawn="1">
          <p15:clr>
            <a:srgbClr val="F26B43"/>
          </p15:clr>
        </p15:guide>
        <p15:guide id="8" orient="horz" pos="31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3.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tags" Target="../tags/tag10.xml"/><Relationship Id="rId7" Type="http://schemas.openxmlformats.org/officeDocument/2006/relationships/diagramLayout" Target="../diagrams/layout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diagramData" Target="../diagrams/data1.xml"/><Relationship Id="rId5" Type="http://schemas.openxmlformats.org/officeDocument/2006/relationships/notesSlide" Target="../notesSlides/notesSlide3.xml"/><Relationship Id="rId10" Type="http://schemas.microsoft.com/office/2007/relationships/diagramDrawing" Target="../diagrams/drawing1.xml"/><Relationship Id="rId4" Type="http://schemas.openxmlformats.org/officeDocument/2006/relationships/slideLayout" Target="../slideLayouts/slideLayout7.xml"/><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5.xml"/><Relationship Id="rId4"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tags" Target="../tags/tag18.xml"/><Relationship Id="rId7" Type="http://schemas.openxmlformats.org/officeDocument/2006/relationships/diagramLayout" Target="../diagrams/layout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diagramData" Target="../diagrams/data2.xml"/><Relationship Id="rId5" Type="http://schemas.openxmlformats.org/officeDocument/2006/relationships/notesSlide" Target="../notesSlides/notesSlide6.xml"/><Relationship Id="rId10" Type="http://schemas.microsoft.com/office/2007/relationships/diagramDrawing" Target="../diagrams/drawing2.xml"/><Relationship Id="rId4" Type="http://schemas.openxmlformats.org/officeDocument/2006/relationships/slideLayout" Target="../slideLayouts/slideLayout7.xml"/><Relationship Id="rId9" Type="http://schemas.openxmlformats.org/officeDocument/2006/relationships/diagramColors" Target="../diagrams/colors2.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tags" Target="../tags/tag21.xml"/><Relationship Id="rId7" Type="http://schemas.openxmlformats.org/officeDocument/2006/relationships/diagramLayout" Target="../diagrams/layout3.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diagramData" Target="../diagrams/data3.xml"/><Relationship Id="rId5" Type="http://schemas.openxmlformats.org/officeDocument/2006/relationships/notesSlide" Target="../notesSlides/notesSlide7.xml"/><Relationship Id="rId10" Type="http://schemas.microsoft.com/office/2007/relationships/diagramDrawing" Target="../diagrams/drawing3.xml"/><Relationship Id="rId4" Type="http://schemas.openxmlformats.org/officeDocument/2006/relationships/slideLayout" Target="../slideLayouts/slideLayout34.xml"/><Relationship Id="rId9" Type="http://schemas.openxmlformats.org/officeDocument/2006/relationships/diagramColors" Target="../diagrams/colors3.xml"/></Relationships>
</file>

<file path=ppt/slides/_rels/slide8.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hemeOverride" Target="../theme/themeOverride1.xml"/><Relationship Id="rId4"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slideLayout" Target="../slideLayouts/slideLayout44.xml"/><Relationship Id="rId7" Type="http://schemas.openxmlformats.org/officeDocument/2006/relationships/diagramQuickStyle" Target="../diagrams/quickStyle4.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notesSlide" Target="../notesSlides/notesSlide8.xml"/><Relationship Id="rId9" Type="http://schemas.microsoft.com/office/2007/relationships/diagramDrawing" Target="../diagrams/drawing4.xml"/></Relationships>
</file>

<file path=ppt/slides/_rels/slide10.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notesSlide" Target="../notesSlides/notesSlide9.xml"/><Relationship Id="rId4"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diagramQuickStyle" Target="../diagrams/quickStyle5.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diagramLayout" Target="../diagrams/layout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diagramData" Target="../diagrams/data5.xml"/><Relationship Id="rId5" Type="http://schemas.openxmlformats.org/officeDocument/2006/relationships/tags" Target="../tags/tag33.xml"/><Relationship Id="rId15" Type="http://schemas.microsoft.com/office/2007/relationships/diagramDrawing" Target="../diagrams/drawing5.xml"/><Relationship Id="rId10" Type="http://schemas.openxmlformats.org/officeDocument/2006/relationships/notesSlide" Target="../notesSlides/notesSlide10.xml"/><Relationship Id="rId4" Type="http://schemas.openxmlformats.org/officeDocument/2006/relationships/tags" Target="../tags/tag32.xml"/><Relationship Id="rId9" Type="http://schemas.openxmlformats.org/officeDocument/2006/relationships/slideLayout" Target="../slideLayouts/slideLayout65.xml"/><Relationship Id="rId14" Type="http://schemas.openxmlformats.org/officeDocument/2006/relationships/diagramColors" Target="../diagrams/colors5.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slideLayout" Target="../slideLayouts/slideLayout32.xml"/><Relationship Id="rId7" Type="http://schemas.openxmlformats.org/officeDocument/2006/relationships/diagramQuickStyle" Target="../diagrams/quickStyle6.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notesSlide" Target="../notesSlides/notesSlide11.xml"/><Relationship Id="rId9" Type="http://schemas.microsoft.com/office/2007/relationships/diagramDrawing" Target="../diagrams/drawing6.xml"/></Relationships>
</file>

<file path=ppt/slides/_rels/slide13.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slideLayout" Target="../slideLayouts/slideLayout32.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2" Type="http://schemas.openxmlformats.org/officeDocument/2006/relationships/tags" Target="../tags/tag40.xml"/><Relationship Id="rId16" Type="http://schemas.openxmlformats.org/officeDocument/2006/relationships/image" Target="../media/image33.svg"/><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image" Target="../media/image32.png"/><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52.xml"/><Relationship Id="rId1" Type="http://schemas.openxmlformats.org/officeDocument/2006/relationships/tags" Target="../tags/tag51.xml"/></Relationships>
</file>

<file path=ppt/slides/_rels/slide15.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notesSlide" Target="../notesSlides/notesSlide13.xml"/><Relationship Id="rId4"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notesSlide" Target="../notesSlides/notesSlide14.xml"/><Relationship Id="rId5" Type="http://schemas.openxmlformats.org/officeDocument/2006/relationships/slideLayout" Target="../slideLayouts/slideLayout55.xml"/><Relationship Id="rId4" Type="http://schemas.openxmlformats.org/officeDocument/2006/relationships/tags" Target="../tags/tag59.xml"/></Relationships>
</file>

<file path=ppt/slides/_rels/slide17.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notesSlide" Target="../notesSlides/notesSlide15.xml"/><Relationship Id="rId4"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64.xml"/><Relationship Id="rId1" Type="http://schemas.openxmlformats.org/officeDocument/2006/relationships/tags" Target="../tags/tag63.xml"/></Relationships>
</file>

<file path=ppt/slides/_rels/slide19.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16.xml"/><Relationship Id="rId4"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3" Type="http://schemas.openxmlformats.org/officeDocument/2006/relationships/tags" Target="../tags/tag70.xml"/><Relationship Id="rId21" Type="http://schemas.openxmlformats.org/officeDocument/2006/relationships/slideLayout" Target="../slideLayouts/slideLayout65.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image" Target="../media/image35.svg"/><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image" Target="../media/image34.png"/><Relationship Id="rId10" Type="http://schemas.openxmlformats.org/officeDocument/2006/relationships/tags" Target="../tags/tag77.xml"/><Relationship Id="rId19" Type="http://schemas.openxmlformats.org/officeDocument/2006/relationships/tags" Target="../tags/tag86.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diagramData" Target="../diagrams/data7.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36.png"/><Relationship Id="rId17" Type="http://schemas.microsoft.com/office/2007/relationships/diagramDrawing" Target="../diagrams/drawing7.xml"/><Relationship Id="rId2" Type="http://schemas.openxmlformats.org/officeDocument/2006/relationships/tags" Target="../tags/tag89.xml"/><Relationship Id="rId16" Type="http://schemas.openxmlformats.org/officeDocument/2006/relationships/diagramColors" Target="../diagrams/colors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notesSlide" Target="../notesSlides/notesSlide18.xml"/><Relationship Id="rId5" Type="http://schemas.openxmlformats.org/officeDocument/2006/relationships/tags" Target="../tags/tag92.xml"/><Relationship Id="rId15" Type="http://schemas.openxmlformats.org/officeDocument/2006/relationships/diagramQuickStyle" Target="../diagrams/quickStyle7.xml"/><Relationship Id="rId10" Type="http://schemas.openxmlformats.org/officeDocument/2006/relationships/slideLayout" Target="../slideLayouts/slideLayout35.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tags" Target="../tags/tag99.xml"/><Relationship Id="rId7" Type="http://schemas.openxmlformats.org/officeDocument/2006/relationships/diagramLayout" Target="../diagrams/layout8.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diagramData" Target="../diagrams/data8.xml"/><Relationship Id="rId5" Type="http://schemas.openxmlformats.org/officeDocument/2006/relationships/notesSlide" Target="../notesSlides/notesSlide19.xml"/><Relationship Id="rId10" Type="http://schemas.microsoft.com/office/2007/relationships/diagramDrawing" Target="../diagrams/drawing8.xml"/><Relationship Id="rId4" Type="http://schemas.openxmlformats.org/officeDocument/2006/relationships/slideLayout" Target="../slideLayouts/slideLayout32.xml"/><Relationship Id="rId9" Type="http://schemas.openxmlformats.org/officeDocument/2006/relationships/diagramColors" Target="../diagrams/colors8.xml"/></Relationships>
</file>

<file path=ppt/slides/_rels/slide23.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notesSlide" Target="../notesSlides/notesSlide20.xml"/><Relationship Id="rId5" Type="http://schemas.openxmlformats.org/officeDocument/2006/relationships/slideLayout" Target="../slideLayouts/slideLayout55.xml"/><Relationship Id="rId4" Type="http://schemas.openxmlformats.org/officeDocument/2006/relationships/tags" Target="../tags/tag103.xml"/></Relationships>
</file>

<file path=ppt/slides/_rels/slide24.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notesSlide" Target="../notesSlides/notesSlide21.xml"/><Relationship Id="rId4"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37.png"/><Relationship Id="rId5" Type="http://schemas.openxmlformats.org/officeDocument/2006/relationships/notesSlide" Target="../notesSlides/notesSlide22.xml"/><Relationship Id="rId4"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notesSlide" Target="../notesSlides/notesSlide24.xml"/><Relationship Id="rId4"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notesSlide" Target="../notesSlides/notesSlide25.xml"/><Relationship Id="rId5" Type="http://schemas.openxmlformats.org/officeDocument/2006/relationships/slideLayout" Target="../slideLayouts/slideLayout29.xml"/><Relationship Id="rId4" Type="http://schemas.openxmlformats.org/officeDocument/2006/relationships/tags" Target="../tags/tag118.xml"/></Relationships>
</file>

<file path=ppt/slides/_rels/slide29.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26" Type="http://schemas.openxmlformats.org/officeDocument/2006/relationships/notesSlide" Target="../notesSlides/notesSlide26.xml"/><Relationship Id="rId3" Type="http://schemas.openxmlformats.org/officeDocument/2006/relationships/tags" Target="../tags/tag121.xml"/><Relationship Id="rId21" Type="http://schemas.openxmlformats.org/officeDocument/2006/relationships/tags" Target="../tags/tag139.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5" Type="http://schemas.openxmlformats.org/officeDocument/2006/relationships/slideLayout" Target="../slideLayouts/slideLayout32.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24" Type="http://schemas.openxmlformats.org/officeDocument/2006/relationships/tags" Target="../tags/tag142.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tags" Target="../tags/tag141.xml"/><Relationship Id="rId10" Type="http://schemas.openxmlformats.org/officeDocument/2006/relationships/tags" Target="../tags/tag128.xml"/><Relationship Id="rId19" Type="http://schemas.openxmlformats.org/officeDocument/2006/relationships/tags" Target="../tags/tag137.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tags" Target="../tags/tag140.xml"/><Relationship Id="rId27"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 Id="rId5" Type="http://schemas.openxmlformats.org/officeDocument/2006/relationships/notesSlide" Target="../notesSlides/notesSlide27.xml"/><Relationship Id="rId4"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147.xml"/><Relationship Id="rId1" Type="http://schemas.openxmlformats.org/officeDocument/2006/relationships/tags" Target="../tags/tag146.xml"/></Relationships>
</file>

<file path=ppt/slides/_rels/slide32.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notesSlide" Target="../notesSlides/notesSlide28.xml"/><Relationship Id="rId4"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188F16-231A-F369-DE5D-402825BCF0C7}"/>
            </a:ext>
          </a:extLst>
        </p:cNvPr>
        <p:cNvGrpSpPr/>
        <p:nvPr/>
      </p:nvGrpSpPr>
      <p:grpSpPr>
        <a:xfrm>
          <a:off x="0" y="0"/>
          <a:ext cx="0" cy="0"/>
          <a:chOff x="0" y="0"/>
          <a:chExt cx="0" cy="0"/>
        </a:xfrm>
      </p:grpSpPr>
      <p:pic>
        <p:nvPicPr>
          <p:cNvPr id="9" name="Espace réservé pour une image  8" descr="Une image contenant plein air, ciel, Véhicule terrestre, personne&#10;&#10;Le contenu généré par l’IA peut être incorrect.">
            <a:extLst>
              <a:ext uri="{FF2B5EF4-FFF2-40B4-BE49-F238E27FC236}">
                <a16:creationId xmlns:a16="http://schemas.microsoft.com/office/drawing/2014/main" id="{B70F02FA-9AE4-59A2-EBD7-CEFA7F6EBB81}"/>
              </a:ext>
            </a:extLst>
          </p:cNvPr>
          <p:cNvPicPr>
            <a:picLocks noGrp="1" noChangeAspect="1"/>
          </p:cNvPicPr>
          <p:nvPr>
            <p:ph type="pic" sz="quarter" idx="11"/>
            <p:custDataLst>
              <p:tags r:id="rId1"/>
            </p:custDataLst>
          </p:nvPr>
        </p:nvPicPr>
        <p:blipFill>
          <a:blip r:embed="rId7">
            <a:extLst>
              <a:ext uri="{28A0092B-C50C-407E-A947-70E740481C1C}">
                <a14:useLocalDpi xmlns:a14="http://schemas.microsoft.com/office/drawing/2010/main" val="0"/>
              </a:ext>
            </a:extLst>
          </a:blip>
          <a:srcRect l="23088" r="23088"/>
          <a:stretch/>
        </p:blipFill>
        <p:spPr>
          <a:xfrm flipH="1">
            <a:off x="5083175" y="198438"/>
            <a:ext cx="3832225" cy="4746625"/>
          </a:xfrm>
        </p:spPr>
      </p:pic>
      <p:sp>
        <p:nvSpPr>
          <p:cNvPr id="3" name="Titre 2">
            <a:extLst>
              <a:ext uri="{FF2B5EF4-FFF2-40B4-BE49-F238E27FC236}">
                <a16:creationId xmlns:a16="http://schemas.microsoft.com/office/drawing/2014/main" id="{A04559A7-DE13-3D0C-1F0C-DA151BAD386C}"/>
              </a:ext>
            </a:extLst>
          </p:cNvPr>
          <p:cNvSpPr>
            <a:spLocks noGrp="1"/>
          </p:cNvSpPr>
          <p:nvPr>
            <p:ph type="ctrTitle"/>
            <p:custDataLst>
              <p:tags r:id="rId2"/>
            </p:custDataLst>
          </p:nvPr>
        </p:nvSpPr>
        <p:spPr>
          <a:xfrm>
            <a:off x="228600" y="247650"/>
            <a:ext cx="4343400" cy="2384822"/>
          </a:xfrm>
        </p:spPr>
        <p:txBody>
          <a:bodyPr/>
          <a:lstStyle/>
          <a:p>
            <a:r>
              <a:rPr lang="fr-CA" noProof="0"/>
              <a:t>Standard QA</a:t>
            </a:r>
            <a:br>
              <a:rPr lang="fr-CA" noProof="0"/>
            </a:br>
            <a:r>
              <a:rPr lang="fr-CA" sz="3200" noProof="0"/>
              <a:t>Affaires, SYSTÈME et TI</a:t>
            </a:r>
            <a:endParaRPr lang="fr-CA" noProof="0"/>
          </a:p>
        </p:txBody>
      </p:sp>
      <p:sp>
        <p:nvSpPr>
          <p:cNvPr id="4" name="Sous-titre 3">
            <a:extLst>
              <a:ext uri="{FF2B5EF4-FFF2-40B4-BE49-F238E27FC236}">
                <a16:creationId xmlns:a16="http://schemas.microsoft.com/office/drawing/2014/main" id="{D4F53174-0DE2-1690-CDCB-8D7BA0A338E5}"/>
              </a:ext>
            </a:extLst>
          </p:cNvPr>
          <p:cNvSpPr>
            <a:spLocks noGrp="1"/>
          </p:cNvSpPr>
          <p:nvPr>
            <p:ph type="subTitle" idx="1"/>
            <p:custDataLst>
              <p:tags r:id="rId3"/>
            </p:custDataLst>
          </p:nvPr>
        </p:nvSpPr>
        <p:spPr>
          <a:xfrm>
            <a:off x="228600" y="3333750"/>
            <a:ext cx="4343400" cy="948690"/>
          </a:xfrm>
        </p:spPr>
        <p:txBody>
          <a:bodyPr/>
          <a:lstStyle/>
          <a:p>
            <a:r>
              <a:rPr lang="fr-CA" noProof="0"/>
              <a:t>Design des essais</a:t>
            </a:r>
          </a:p>
        </p:txBody>
      </p:sp>
      <p:sp>
        <p:nvSpPr>
          <p:cNvPr id="13" name="Espace réservé du texte 12">
            <a:extLst>
              <a:ext uri="{FF2B5EF4-FFF2-40B4-BE49-F238E27FC236}">
                <a16:creationId xmlns:a16="http://schemas.microsoft.com/office/drawing/2014/main" id="{514E718A-6610-B24C-B2C7-91EF9BAD529D}"/>
              </a:ext>
            </a:extLst>
          </p:cNvPr>
          <p:cNvSpPr>
            <a:spLocks noGrp="1"/>
          </p:cNvSpPr>
          <p:nvPr>
            <p:ph type="body" sz="quarter" idx="12"/>
            <p:custDataLst>
              <p:tags r:id="rId4"/>
            </p:custDataLst>
          </p:nvPr>
        </p:nvSpPr>
        <p:spPr>
          <a:xfrm>
            <a:off x="2828925" y="4850130"/>
            <a:ext cx="1743075" cy="293370"/>
          </a:xfrm>
        </p:spPr>
        <p:txBody>
          <a:bodyPr/>
          <a:lstStyle/>
          <a:p>
            <a:r>
              <a:rPr lang="fr-CA"/>
              <a:t>5</a:t>
            </a:r>
            <a:r>
              <a:rPr lang="fr-CA" noProof="0"/>
              <a:t> </a:t>
            </a:r>
            <a:r>
              <a:rPr lang="fr-CA"/>
              <a:t>février 2026</a:t>
            </a:r>
            <a:endParaRPr lang="fr-CA" noProof="0"/>
          </a:p>
        </p:txBody>
      </p:sp>
    </p:spTree>
    <p:extLst>
      <p:ext uri="{BB962C8B-B14F-4D97-AF65-F5344CB8AC3E}">
        <p14:creationId xmlns:p14="http://schemas.microsoft.com/office/powerpoint/2010/main" val="1892668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2BB9-E2A1-ABF3-C942-92855FCAA09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8871F8-9C27-1025-29B1-158082D0FA2A}"/>
              </a:ext>
            </a:extLst>
          </p:cNvPr>
          <p:cNvSpPr>
            <a:spLocks noGrp="1"/>
          </p:cNvSpPr>
          <p:nvPr>
            <p:ph type="title"/>
            <p:custDataLst>
              <p:tags r:id="rId1"/>
            </p:custDataLst>
          </p:nvPr>
        </p:nvSpPr>
        <p:spPr>
          <a:xfrm>
            <a:off x="228600" y="247650"/>
            <a:ext cx="8686800" cy="514350"/>
          </a:xfrm>
        </p:spPr>
        <p:txBody>
          <a:bodyPr/>
          <a:lstStyle/>
          <a:p>
            <a:r>
              <a:rPr lang="fr-CA" sz="2400" b="1" noProof="0"/>
              <a:t>Agenda</a:t>
            </a:r>
          </a:p>
        </p:txBody>
      </p:sp>
      <p:sp>
        <p:nvSpPr>
          <p:cNvPr id="3" name="Espace réservé du contenu 2">
            <a:extLst>
              <a:ext uri="{FF2B5EF4-FFF2-40B4-BE49-F238E27FC236}">
                <a16:creationId xmlns:a16="http://schemas.microsoft.com/office/drawing/2014/main" id="{5FAB4513-ED0F-B90F-C44C-EBFBC5ABDD3E}"/>
              </a:ext>
            </a:extLst>
          </p:cNvPr>
          <p:cNvSpPr>
            <a:spLocks noGrp="1"/>
          </p:cNvSpPr>
          <p:nvPr>
            <p:ph idx="1"/>
            <p:custDataLst>
              <p:tags r:id="rId2"/>
            </p:custDataLst>
          </p:nvPr>
        </p:nvSpPr>
        <p:spPr>
          <a:xfrm>
            <a:off x="124097" y="1342754"/>
            <a:ext cx="8686800" cy="1722664"/>
          </a:xfrm>
        </p:spPr>
        <p:txBody>
          <a:bodyPr/>
          <a:lstStyle/>
          <a:p>
            <a:r>
              <a:rPr lang="fr-CA" sz="2400" noProof="0"/>
              <a:t>01 	La vie du QA</a:t>
            </a:r>
          </a:p>
          <a:p>
            <a:r>
              <a:rPr lang="fr-CA" sz="2400" noProof="0"/>
              <a:t>02 	Le Workflow du QA</a:t>
            </a:r>
          </a:p>
          <a:p>
            <a:r>
              <a:rPr lang="fr-CA" sz="2400" noProof="0"/>
              <a:t>03	Essais de composant</a:t>
            </a:r>
          </a:p>
          <a:p>
            <a:pPr marL="0" indent="0"/>
            <a:r>
              <a:rPr lang="fr-CA" sz="2400" noProof="0"/>
              <a:t>04	   Essais de système</a:t>
            </a:r>
          </a:p>
          <a:p>
            <a:pPr marL="0" indent="0"/>
            <a:r>
              <a:rPr lang="fr-CA" sz="2400" noProof="0"/>
              <a:t>05	   </a:t>
            </a:r>
            <a:r>
              <a:rPr lang="fr-CA" sz="2400"/>
              <a:t>Essais d’acceptation</a:t>
            </a:r>
          </a:p>
          <a:p>
            <a:r>
              <a:rPr lang="fr-CA" sz="2400"/>
              <a:t>06	Essais Smoke test</a:t>
            </a:r>
            <a:endParaRPr lang="fr-CA" sz="2400" noProof="0"/>
          </a:p>
        </p:txBody>
      </p:sp>
      <p:sp>
        <p:nvSpPr>
          <p:cNvPr id="4" name="Espace réservé du numéro de diapositive 3">
            <a:extLst>
              <a:ext uri="{FF2B5EF4-FFF2-40B4-BE49-F238E27FC236}">
                <a16:creationId xmlns:a16="http://schemas.microsoft.com/office/drawing/2014/main" id="{5427DFE7-D050-3311-031F-6E8184688341}"/>
              </a:ext>
            </a:extLst>
          </p:cNvPr>
          <p:cNvSpPr>
            <a:spLocks noGrp="1"/>
          </p:cNvSpPr>
          <p:nvPr>
            <p:ph type="sldNum" sz="quarter" idx="12"/>
            <p:custDataLst>
              <p:tags r:id="rId3"/>
            </p:custDataLst>
          </p:nvPr>
        </p:nvSpPr>
        <p:spPr>
          <a:xfrm>
            <a:off x="8610600" y="4784623"/>
            <a:ext cx="304800" cy="273844"/>
          </a:xfrm>
        </p:spPr>
        <p:txBody>
          <a:bodyPr/>
          <a:lstStyle/>
          <a:p>
            <a:pPr lvl="0"/>
            <a:fld id="{92CFF269-2187-469B-861B-426AF96A1473}" type="slidenum">
              <a:rPr lang="fr-CA" noProof="0" smtClean="0"/>
              <a:pPr lvl="0"/>
              <a:t>2</a:t>
            </a:fld>
            <a:endParaRPr lang="fr-CA" noProof="0"/>
          </a:p>
        </p:txBody>
      </p:sp>
    </p:spTree>
    <p:extLst>
      <p:ext uri="{BB962C8B-B14F-4D97-AF65-F5344CB8AC3E}">
        <p14:creationId xmlns:p14="http://schemas.microsoft.com/office/powerpoint/2010/main" val="369440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DC869-354C-22AF-3942-77FA9061F7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BF50B72-9465-ABF2-E280-314CBA61F7B9}"/>
              </a:ext>
            </a:extLst>
          </p:cNvPr>
          <p:cNvSpPr>
            <a:spLocks noGrp="1"/>
          </p:cNvSpPr>
          <p:nvPr>
            <p:ph type="title"/>
            <p:custDataLst>
              <p:tags r:id="rId1"/>
            </p:custDataLst>
          </p:nvPr>
        </p:nvSpPr>
        <p:spPr>
          <a:xfrm>
            <a:off x="228600" y="247650"/>
            <a:ext cx="8686800" cy="514350"/>
          </a:xfrm>
        </p:spPr>
        <p:txBody>
          <a:bodyPr anchor="t">
            <a:normAutofit/>
          </a:bodyPr>
          <a:lstStyle/>
          <a:p>
            <a:r>
              <a:rPr lang="fr-CA" sz="2400" b="1" noProof="0"/>
              <a:t>Les attentes de nos directions affaires, systèmes et TI</a:t>
            </a:r>
          </a:p>
        </p:txBody>
      </p:sp>
      <p:sp>
        <p:nvSpPr>
          <p:cNvPr id="4" name="Espace réservé du numéro de diapositive 3">
            <a:extLst>
              <a:ext uri="{FF2B5EF4-FFF2-40B4-BE49-F238E27FC236}">
                <a16:creationId xmlns:a16="http://schemas.microsoft.com/office/drawing/2014/main" id="{23AF619F-5A1F-7898-A006-A81EE1908396}"/>
              </a:ext>
            </a:extLst>
          </p:cNvPr>
          <p:cNvSpPr>
            <a:spLocks noGrp="1"/>
          </p:cNvSpPr>
          <p:nvPr>
            <p:ph type="sldNum" sz="quarter" idx="12"/>
            <p:custDataLst>
              <p:tags r:id="rId2"/>
            </p:custDataLst>
          </p:nvPr>
        </p:nvSpPr>
        <p:spPr>
          <a:xfrm>
            <a:off x="8610600" y="4784623"/>
            <a:ext cx="304800" cy="273844"/>
          </a:xfrm>
        </p:spPr>
        <p:txBody>
          <a:bodyPr anchor="t">
            <a:normAutofit/>
          </a:bodyPr>
          <a:lstStyle/>
          <a:p>
            <a:pPr>
              <a:spcAft>
                <a:spcPts val="600"/>
              </a:spcAft>
            </a:pPr>
            <a:fld id="{92CFF269-2187-469B-861B-426AF96A1473}" type="slidenum">
              <a:rPr lang="fr-CA" noProof="0" smtClean="0"/>
              <a:pPr>
                <a:spcAft>
                  <a:spcPts val="600"/>
                </a:spcAft>
              </a:pPr>
              <a:t>3</a:t>
            </a:fld>
            <a:endParaRPr lang="fr-CA" noProof="0"/>
          </a:p>
        </p:txBody>
      </p:sp>
      <p:graphicFrame>
        <p:nvGraphicFramePr>
          <p:cNvPr id="14" name="Espace réservé du contenu 2">
            <a:extLst>
              <a:ext uri="{FF2B5EF4-FFF2-40B4-BE49-F238E27FC236}">
                <a16:creationId xmlns:a16="http://schemas.microsoft.com/office/drawing/2014/main" id="{02E1757C-E6BF-C8DA-8F3F-7259F62ABE39}"/>
              </a:ext>
            </a:extLst>
          </p:cNvPr>
          <p:cNvGraphicFramePr>
            <a:graphicFrameLocks noGrp="1"/>
          </p:cNvGraphicFramePr>
          <p:nvPr>
            <p:ph idx="1"/>
            <p:custDataLst>
              <p:tags r:id="rId3"/>
            </p:custDataLst>
            <p:extLst>
              <p:ext uri="{D42A27DB-BD31-4B8C-83A1-F6EECF244321}">
                <p14:modId xmlns:p14="http://schemas.microsoft.com/office/powerpoint/2010/main" val="4228288962"/>
              </p:ext>
            </p:extLst>
          </p:nvPr>
        </p:nvGraphicFramePr>
        <p:xfrm>
          <a:off x="228600" y="933450"/>
          <a:ext cx="8686800" cy="369927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03294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E9E084F-E976-E962-1A76-810E3064D6BA}"/>
              </a:ext>
            </a:extLst>
          </p:cNvPr>
          <p:cNvSpPr>
            <a:spLocks noGrp="1"/>
          </p:cNvSpPr>
          <p:nvPr>
            <p:ph type="sldNum" sz="quarter" idx="12"/>
            <p:custDataLst>
              <p:tags r:id="rId1"/>
            </p:custDataLst>
          </p:nvPr>
        </p:nvSpPr>
        <p:spPr>
          <a:xfrm>
            <a:off x="8610600" y="4784623"/>
            <a:ext cx="304800" cy="273844"/>
          </a:xfrm>
        </p:spPr>
        <p:txBody>
          <a:bodyPr/>
          <a:lstStyle/>
          <a:p>
            <a:fld id="{1A5FFEF5-E129-4B58-BC20-992FAFAB5E8C}" type="slidenum">
              <a:rPr lang="fr-CA" noProof="0" smtClean="0"/>
              <a:pPr/>
              <a:t>4</a:t>
            </a:fld>
            <a:endParaRPr lang="fr-CA" noProof="0"/>
          </a:p>
        </p:txBody>
      </p:sp>
      <p:sp>
        <p:nvSpPr>
          <p:cNvPr id="3" name="Espace réservé du texte 2">
            <a:extLst>
              <a:ext uri="{FF2B5EF4-FFF2-40B4-BE49-F238E27FC236}">
                <a16:creationId xmlns:a16="http://schemas.microsoft.com/office/drawing/2014/main" id="{3EB52F5F-6F66-F298-827D-2E8FD8FC3EBF}"/>
              </a:ext>
            </a:extLst>
          </p:cNvPr>
          <p:cNvSpPr>
            <a:spLocks noGrp="1"/>
          </p:cNvSpPr>
          <p:nvPr>
            <p:ph type="body" sz="quarter" idx="13"/>
            <p:custDataLst>
              <p:tags r:id="rId2"/>
            </p:custDataLst>
          </p:nvPr>
        </p:nvSpPr>
        <p:spPr>
          <a:xfrm>
            <a:off x="256032" y="326803"/>
            <a:ext cx="8354568" cy="1493288"/>
          </a:xfrm>
        </p:spPr>
        <p:txBody>
          <a:bodyPr/>
          <a:lstStyle/>
          <a:p>
            <a:r>
              <a:rPr lang="fr-CA" sz="4800" noProof="0"/>
              <a:t>La vie du QA</a:t>
            </a:r>
          </a:p>
        </p:txBody>
      </p:sp>
    </p:spTree>
    <p:extLst>
      <p:ext uri="{BB962C8B-B14F-4D97-AF65-F5344CB8AC3E}">
        <p14:creationId xmlns:p14="http://schemas.microsoft.com/office/powerpoint/2010/main" val="54190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EA1BC-8F72-166D-F83A-78C4C01FDD40}"/>
              </a:ext>
            </a:extLst>
          </p:cNvPr>
          <p:cNvSpPr>
            <a:spLocks noGrp="1"/>
          </p:cNvSpPr>
          <p:nvPr>
            <p:ph type="title"/>
            <p:custDataLst>
              <p:tags r:id="rId1"/>
            </p:custDataLst>
          </p:nvPr>
        </p:nvSpPr>
        <p:spPr/>
        <p:txBody>
          <a:bodyPr/>
          <a:lstStyle/>
          <a:p>
            <a:r>
              <a:rPr lang="fr-CA" sz="2400" b="1"/>
              <a:t>Qu’est-ce que l’Assurance Qualité</a:t>
            </a:r>
          </a:p>
        </p:txBody>
      </p:sp>
      <p:sp>
        <p:nvSpPr>
          <p:cNvPr id="3" name="Espace réservé du contenu 2">
            <a:extLst>
              <a:ext uri="{FF2B5EF4-FFF2-40B4-BE49-F238E27FC236}">
                <a16:creationId xmlns:a16="http://schemas.microsoft.com/office/drawing/2014/main" id="{CDD611D9-67FB-A4C4-64C1-3CF47D89FFD4}"/>
              </a:ext>
            </a:extLst>
          </p:cNvPr>
          <p:cNvSpPr>
            <a:spLocks noGrp="1"/>
          </p:cNvSpPr>
          <p:nvPr>
            <p:ph idx="1"/>
            <p:custDataLst>
              <p:tags r:id="rId2"/>
            </p:custDataLst>
          </p:nvPr>
        </p:nvSpPr>
        <p:spPr/>
        <p:txBody>
          <a:bodyPr/>
          <a:lstStyle/>
          <a:p>
            <a:pPr>
              <a:defRPr sz="2200"/>
            </a:pPr>
            <a:r>
              <a:rPr lang="fr-CA" sz="2000"/>
              <a:t>Pratique visant à fournir la </a:t>
            </a:r>
            <a:r>
              <a:rPr lang="fr-CA" sz="2000" b="1"/>
              <a:t>confiance</a:t>
            </a:r>
            <a:r>
              <a:rPr lang="fr-CA" sz="2000"/>
              <a:t> que les exigences de qualité seront satisfaites.</a:t>
            </a:r>
          </a:p>
          <a:p>
            <a:pPr>
              <a:defRPr sz="2200"/>
            </a:pPr>
            <a:endParaRPr lang="fr-CA" sz="2000"/>
          </a:p>
          <a:p>
            <a:pPr>
              <a:defRPr sz="2200"/>
            </a:pPr>
            <a:r>
              <a:rPr lang="fr-CA" sz="2000"/>
              <a:t>Mettre en place des </a:t>
            </a:r>
            <a:r>
              <a:rPr lang="fr-CA" sz="2000" b="1"/>
              <a:t>activités planifiées et systématiques </a:t>
            </a:r>
            <a:r>
              <a:rPr lang="fr-CA" sz="2000"/>
              <a:t>(processus, normes, revues, audits), en amont afin de </a:t>
            </a:r>
            <a:r>
              <a:rPr lang="fr-CA" sz="2000" b="1"/>
              <a:t>prévenir les défauts et assurer la qualité</a:t>
            </a:r>
            <a:r>
              <a:rPr lang="fr-CA" sz="2000"/>
              <a:t> tout au long du cycle de vie de la solution.</a:t>
            </a:r>
          </a:p>
          <a:p>
            <a:pPr>
              <a:defRPr sz="2200"/>
            </a:pPr>
            <a:endParaRPr lang="fr-CA" sz="2000"/>
          </a:p>
          <a:p>
            <a:pPr>
              <a:defRPr sz="2200"/>
            </a:pPr>
            <a:r>
              <a:rPr lang="fr-CA" sz="2000"/>
              <a:t>Le QA encadre les pratiques de </a:t>
            </a:r>
            <a:r>
              <a:rPr lang="fr-CA" sz="2000" b="1"/>
              <a:t>tests</a:t>
            </a:r>
            <a:r>
              <a:rPr lang="fr-CA" sz="2000"/>
              <a:t> (contrôle qualité) et évalue les produits pour </a:t>
            </a:r>
            <a:r>
              <a:rPr lang="fr-CA" sz="2000" b="1"/>
              <a:t>démontrer la conformité et réduire les risques.</a:t>
            </a:r>
          </a:p>
          <a:p>
            <a:endParaRPr lang="fr-CA"/>
          </a:p>
        </p:txBody>
      </p:sp>
      <p:sp>
        <p:nvSpPr>
          <p:cNvPr id="4" name="Espace réservé du numéro de diapositive 3">
            <a:extLst>
              <a:ext uri="{FF2B5EF4-FFF2-40B4-BE49-F238E27FC236}">
                <a16:creationId xmlns:a16="http://schemas.microsoft.com/office/drawing/2014/main" id="{EFA8539D-FED0-BD4F-BA31-5A7273DD80F6}"/>
              </a:ext>
            </a:extLst>
          </p:cNvPr>
          <p:cNvSpPr>
            <a:spLocks noGrp="1"/>
          </p:cNvSpPr>
          <p:nvPr>
            <p:ph type="sldNum" sz="quarter" idx="12"/>
            <p:custDataLst>
              <p:tags r:id="rId3"/>
            </p:custDataLst>
          </p:nvPr>
        </p:nvSpPr>
        <p:spPr/>
        <p:txBody>
          <a:bodyPr/>
          <a:lstStyle/>
          <a:p>
            <a:fld id="{92CFF269-2187-469B-861B-426AF96A1473}" type="slidenum">
              <a:rPr lang="fr-CA" smtClean="0"/>
              <a:t>5</a:t>
            </a:fld>
            <a:endParaRPr lang="fr-CA"/>
          </a:p>
        </p:txBody>
      </p:sp>
    </p:spTree>
    <p:extLst>
      <p:ext uri="{BB962C8B-B14F-4D97-AF65-F5344CB8AC3E}">
        <p14:creationId xmlns:p14="http://schemas.microsoft.com/office/powerpoint/2010/main" val="1659679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B680D5-F0B9-50B3-5985-8F34043DB1B9}"/>
              </a:ext>
            </a:extLst>
          </p:cNvPr>
          <p:cNvSpPr>
            <a:spLocks noGrp="1"/>
          </p:cNvSpPr>
          <p:nvPr>
            <p:ph type="title"/>
            <p:custDataLst>
              <p:tags r:id="rId1"/>
            </p:custDataLst>
          </p:nvPr>
        </p:nvSpPr>
        <p:spPr>
          <a:xfrm>
            <a:off x="228600" y="186690"/>
            <a:ext cx="8686800" cy="514350"/>
          </a:xfrm>
        </p:spPr>
        <p:txBody>
          <a:bodyPr/>
          <a:lstStyle/>
          <a:p>
            <a:r>
              <a:rPr lang="fr-CA" sz="2400"/>
              <a:t>Les 4 considérations d’un Responsable QA / Analyste QA pour les solutions</a:t>
            </a:r>
          </a:p>
        </p:txBody>
      </p:sp>
      <p:graphicFrame>
        <p:nvGraphicFramePr>
          <p:cNvPr id="5" name="Espace réservé du contenu 4">
            <a:extLst>
              <a:ext uri="{FF2B5EF4-FFF2-40B4-BE49-F238E27FC236}">
                <a16:creationId xmlns:a16="http://schemas.microsoft.com/office/drawing/2014/main" id="{ADD49C80-6B65-BFFF-E536-49CE328F1E73}"/>
              </a:ext>
            </a:extLst>
          </p:cNvPr>
          <p:cNvGraphicFramePr>
            <a:graphicFrameLocks noGrp="1"/>
          </p:cNvGraphicFramePr>
          <p:nvPr>
            <p:ph idx="1"/>
            <p:custDataLst>
              <p:tags r:id="rId2"/>
            </p:custDataLst>
            <p:extLst>
              <p:ext uri="{D42A27DB-BD31-4B8C-83A1-F6EECF244321}">
                <p14:modId xmlns:p14="http://schemas.microsoft.com/office/powerpoint/2010/main" val="4082791575"/>
              </p:ext>
            </p:extLst>
          </p:nvPr>
        </p:nvGraphicFramePr>
        <p:xfrm>
          <a:off x="228600" y="933450"/>
          <a:ext cx="8686800" cy="369887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numéro de diapositive 3">
            <a:extLst>
              <a:ext uri="{FF2B5EF4-FFF2-40B4-BE49-F238E27FC236}">
                <a16:creationId xmlns:a16="http://schemas.microsoft.com/office/drawing/2014/main" id="{8D8E02C2-1F7B-BFBE-8C00-6320EC000EFC}"/>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6</a:t>
            </a:fld>
            <a:endParaRPr lang="fr-CA"/>
          </a:p>
        </p:txBody>
      </p:sp>
    </p:spTree>
    <p:extLst>
      <p:ext uri="{BB962C8B-B14F-4D97-AF65-F5344CB8AC3E}">
        <p14:creationId xmlns:p14="http://schemas.microsoft.com/office/powerpoint/2010/main" val="2123725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E6D4F5-2BC5-2BE9-8DD0-8FE3BEEF45D8}"/>
              </a:ext>
            </a:extLst>
          </p:cNvPr>
          <p:cNvSpPr>
            <a:spLocks noGrp="1"/>
          </p:cNvSpPr>
          <p:nvPr>
            <p:ph type="title"/>
            <p:custDataLst>
              <p:tags r:id="rId1"/>
            </p:custDataLst>
          </p:nvPr>
        </p:nvSpPr>
        <p:spPr>
          <a:xfrm>
            <a:off x="228600" y="247650"/>
            <a:ext cx="4552406" cy="514350"/>
          </a:xfrm>
        </p:spPr>
        <p:txBody>
          <a:bodyPr/>
          <a:lstStyle/>
          <a:p>
            <a:r>
              <a:rPr lang="fr-CA" sz="2400"/>
              <a:t>Le processus QA a des prérequis</a:t>
            </a:r>
          </a:p>
        </p:txBody>
      </p:sp>
      <p:graphicFrame>
        <p:nvGraphicFramePr>
          <p:cNvPr id="5" name="Espace réservé du contenu 4">
            <a:extLst>
              <a:ext uri="{FF2B5EF4-FFF2-40B4-BE49-F238E27FC236}">
                <a16:creationId xmlns:a16="http://schemas.microsoft.com/office/drawing/2014/main" id="{DB59E31A-AA9C-E287-7CB8-D64E687A28AA}"/>
              </a:ext>
            </a:extLst>
          </p:cNvPr>
          <p:cNvGraphicFramePr>
            <a:graphicFrameLocks noGrp="1"/>
          </p:cNvGraphicFramePr>
          <p:nvPr>
            <p:ph type="pic" sz="quarter" idx="13"/>
            <p:custDataLst>
              <p:tags r:id="rId2"/>
            </p:custDataLst>
            <p:extLst>
              <p:ext uri="{D42A27DB-BD31-4B8C-83A1-F6EECF244321}">
                <p14:modId xmlns:p14="http://schemas.microsoft.com/office/powerpoint/2010/main" val="2446875913"/>
              </p:ext>
            </p:extLst>
          </p:nvPr>
        </p:nvGraphicFramePr>
        <p:xfrm>
          <a:off x="4875213" y="247650"/>
          <a:ext cx="4040187" cy="43942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Espace réservé du contenu 2">
            <a:extLst>
              <a:ext uri="{FF2B5EF4-FFF2-40B4-BE49-F238E27FC236}">
                <a16:creationId xmlns:a16="http://schemas.microsoft.com/office/drawing/2014/main" id="{115F46BB-0004-D139-A317-229356DCEADE}"/>
              </a:ext>
            </a:extLst>
          </p:cNvPr>
          <p:cNvSpPr>
            <a:spLocks noGrp="1"/>
          </p:cNvSpPr>
          <p:nvPr>
            <p:ph idx="1"/>
            <p:custDataLst>
              <p:tags r:id="rId3"/>
            </p:custDataLst>
          </p:nvPr>
        </p:nvSpPr>
        <p:spPr>
          <a:xfrm>
            <a:off x="228600" y="1037952"/>
            <a:ext cx="3810000" cy="3707700"/>
          </a:xfrm>
        </p:spPr>
        <p:txBody>
          <a:bodyPr>
            <a:normAutofit fontScale="92500" lnSpcReduction="10000"/>
          </a:bodyPr>
          <a:lstStyle/>
          <a:p>
            <a:pPr>
              <a:spcAft>
                <a:spcPts val="2400"/>
              </a:spcAft>
            </a:pPr>
            <a:r>
              <a:rPr lang="fr-CA"/>
              <a:t>Les besoins d’affaires et les solutions technologiques doivent être bien alignés </a:t>
            </a:r>
          </a:p>
          <a:p>
            <a:pPr>
              <a:spcAft>
                <a:spcPts val="2400"/>
              </a:spcAft>
            </a:pPr>
            <a:r>
              <a:rPr lang="fr-CA"/>
              <a:t>La solution est documentée en amont pour servir de base de comparaison</a:t>
            </a:r>
          </a:p>
          <a:p>
            <a:pPr>
              <a:spcAft>
                <a:spcPts val="2400"/>
              </a:spcAft>
            </a:pPr>
            <a:r>
              <a:rPr lang="fr-CA"/>
              <a:t>Les contrôles qualité doivent être inclus dans le processus de livraison</a:t>
            </a:r>
          </a:p>
          <a:p>
            <a:pPr>
              <a:spcAft>
                <a:spcPts val="2400"/>
              </a:spcAft>
            </a:pPr>
            <a:r>
              <a:rPr lang="fr-CA"/>
              <a:t>L’environnement de test et les données doivent être bien maîtrisés</a:t>
            </a:r>
          </a:p>
        </p:txBody>
      </p:sp>
    </p:spTree>
    <p:extLst>
      <p:ext uri="{BB962C8B-B14F-4D97-AF65-F5344CB8AC3E}">
        <p14:creationId xmlns:p14="http://schemas.microsoft.com/office/powerpoint/2010/main" val="244014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E9E084F-E976-E962-1A76-810E3064D6BA}"/>
              </a:ext>
            </a:extLst>
          </p:cNvPr>
          <p:cNvSpPr>
            <a:spLocks noGrp="1"/>
          </p:cNvSpPr>
          <p:nvPr>
            <p:ph type="sldNum" sz="quarter" idx="12"/>
            <p:custDataLst>
              <p:tags r:id="rId2"/>
            </p:custDataLst>
          </p:nvPr>
        </p:nvSpPr>
        <p:spPr/>
        <p:txBody>
          <a:bodyPr/>
          <a:lstStyle/>
          <a:p>
            <a:fld id="{1A5FFEF5-E129-4B58-BC20-992FAFAB5E8C}" type="slidenum">
              <a:rPr lang="fr-CA" noProof="0" smtClean="0"/>
              <a:pPr/>
              <a:t>8</a:t>
            </a:fld>
            <a:endParaRPr lang="fr-CA" noProof="0"/>
          </a:p>
        </p:txBody>
      </p:sp>
      <p:sp>
        <p:nvSpPr>
          <p:cNvPr id="3" name="Espace réservé du texte 2">
            <a:extLst>
              <a:ext uri="{FF2B5EF4-FFF2-40B4-BE49-F238E27FC236}">
                <a16:creationId xmlns:a16="http://schemas.microsoft.com/office/drawing/2014/main" id="{3EB52F5F-6F66-F298-827D-2E8FD8FC3EBF}"/>
              </a:ext>
            </a:extLst>
          </p:cNvPr>
          <p:cNvSpPr>
            <a:spLocks noGrp="1"/>
          </p:cNvSpPr>
          <p:nvPr>
            <p:ph type="body" sz="quarter" idx="13"/>
            <p:custDataLst>
              <p:tags r:id="rId3"/>
            </p:custDataLst>
          </p:nvPr>
        </p:nvSpPr>
        <p:spPr>
          <a:xfrm>
            <a:off x="256031" y="326803"/>
            <a:ext cx="8565751" cy="1699358"/>
          </a:xfrm>
        </p:spPr>
        <p:txBody>
          <a:bodyPr/>
          <a:lstStyle/>
          <a:p>
            <a:r>
              <a:rPr lang="fr-CA" sz="4800" noProof="0"/>
              <a:t>LE </a:t>
            </a:r>
            <a:r>
              <a:rPr lang="fr-CA" sz="4800"/>
              <a:t>WorKflow</a:t>
            </a:r>
            <a:r>
              <a:rPr lang="fr-CA" sz="4800" noProof="0"/>
              <a:t> QA</a:t>
            </a:r>
          </a:p>
        </p:txBody>
      </p:sp>
    </p:spTree>
    <p:extLst>
      <p:ext uri="{BB962C8B-B14F-4D97-AF65-F5344CB8AC3E}">
        <p14:creationId xmlns:p14="http://schemas.microsoft.com/office/powerpoint/2010/main" val="421631249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B80A1-605B-C618-4956-B84B0D95D5AB}"/>
              </a:ext>
            </a:extLst>
          </p:cNvPr>
          <p:cNvSpPr>
            <a:spLocks noGrp="1"/>
          </p:cNvSpPr>
          <p:nvPr>
            <p:ph type="title"/>
            <p:custDataLst>
              <p:tags r:id="rId1"/>
            </p:custDataLst>
          </p:nvPr>
        </p:nvSpPr>
        <p:spPr/>
        <p:txBody>
          <a:bodyPr/>
          <a:lstStyle/>
          <a:p>
            <a:r>
              <a:rPr lang="fr-CA" sz="2400" b="1"/>
              <a:t>Démarche pour établir le plan de test</a:t>
            </a:r>
          </a:p>
        </p:txBody>
      </p:sp>
      <p:graphicFrame>
        <p:nvGraphicFramePr>
          <p:cNvPr id="4" name="Espace réservé du contenu 3">
            <a:extLst>
              <a:ext uri="{FF2B5EF4-FFF2-40B4-BE49-F238E27FC236}">
                <a16:creationId xmlns:a16="http://schemas.microsoft.com/office/drawing/2014/main" id="{F1D24271-3356-39D3-634A-C77FDA94FE08}"/>
              </a:ext>
            </a:extLst>
          </p:cNvPr>
          <p:cNvGraphicFramePr>
            <a:graphicFrameLocks noGrp="1"/>
          </p:cNvGraphicFramePr>
          <p:nvPr>
            <p:ph type="tbl" sz="quarter" idx="12"/>
            <p:custDataLst>
              <p:tags r:id="rId2"/>
            </p:custDataLst>
            <p:extLst>
              <p:ext uri="{D42A27DB-BD31-4B8C-83A1-F6EECF244321}">
                <p14:modId xmlns:p14="http://schemas.microsoft.com/office/powerpoint/2010/main" val="3784778694"/>
              </p:ext>
            </p:extLst>
          </p:nvPr>
        </p:nvGraphicFramePr>
        <p:xfrm>
          <a:off x="228600" y="933450"/>
          <a:ext cx="8686800" cy="34671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2111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EF586-E128-F42F-D0F8-8B5578C6E2ED}"/>
              </a:ext>
            </a:extLst>
          </p:cNvPr>
          <p:cNvSpPr>
            <a:spLocks noGrp="1"/>
          </p:cNvSpPr>
          <p:nvPr>
            <p:ph type="title"/>
            <p:custDataLst>
              <p:tags r:id="rId1"/>
            </p:custDataLst>
          </p:nvPr>
        </p:nvSpPr>
        <p:spPr>
          <a:xfrm>
            <a:off x="228600" y="247650"/>
            <a:ext cx="7962900" cy="685800"/>
          </a:xfrm>
        </p:spPr>
        <p:txBody>
          <a:bodyPr/>
          <a:lstStyle/>
          <a:p>
            <a:r>
              <a:rPr lang="fr-CA" sz="2400"/>
              <a:t>L’analyste QA doit avoir une vue transversale de la solution</a:t>
            </a:r>
          </a:p>
        </p:txBody>
      </p:sp>
      <p:graphicFrame>
        <p:nvGraphicFramePr>
          <p:cNvPr id="5" name="Espace réservé du contenu 4">
            <a:extLst>
              <a:ext uri="{FF2B5EF4-FFF2-40B4-BE49-F238E27FC236}">
                <a16:creationId xmlns:a16="http://schemas.microsoft.com/office/drawing/2014/main" id="{700245F8-B481-21C1-8F96-D324899CB763}"/>
              </a:ext>
            </a:extLst>
          </p:cNvPr>
          <p:cNvGraphicFramePr>
            <a:graphicFrameLocks noGrp="1"/>
          </p:cNvGraphicFramePr>
          <p:nvPr>
            <p:ph idx="1"/>
            <p:custDataLst>
              <p:tags r:id="rId2"/>
            </p:custDataLst>
            <p:extLst>
              <p:ext uri="{D42A27DB-BD31-4B8C-83A1-F6EECF244321}">
                <p14:modId xmlns:p14="http://schemas.microsoft.com/office/powerpoint/2010/main" val="3690465081"/>
              </p:ext>
            </p:extLst>
          </p:nvPr>
        </p:nvGraphicFramePr>
        <p:xfrm>
          <a:off x="228600" y="1085850"/>
          <a:ext cx="7962900" cy="3124200"/>
        </p:xfrm>
        <a:graphic>
          <a:graphicData uri="http://schemas.openxmlformats.org/drawingml/2006/table">
            <a:tbl>
              <a:tblPr firstRow="1" bandRow="1">
                <a:tableStyleId>{5C22544A-7EE6-4342-B048-85BDC9FD1C3A}</a:tableStyleId>
              </a:tblPr>
              <a:tblGrid>
                <a:gridCol w="2654300">
                  <a:extLst>
                    <a:ext uri="{9D8B030D-6E8A-4147-A177-3AD203B41FA5}">
                      <a16:colId xmlns:a16="http://schemas.microsoft.com/office/drawing/2014/main" val="2770211809"/>
                    </a:ext>
                  </a:extLst>
                </a:gridCol>
                <a:gridCol w="2654300">
                  <a:extLst>
                    <a:ext uri="{9D8B030D-6E8A-4147-A177-3AD203B41FA5}">
                      <a16:colId xmlns:a16="http://schemas.microsoft.com/office/drawing/2014/main" val="2546435847"/>
                    </a:ext>
                  </a:extLst>
                </a:gridCol>
                <a:gridCol w="2654300">
                  <a:extLst>
                    <a:ext uri="{9D8B030D-6E8A-4147-A177-3AD203B41FA5}">
                      <a16:colId xmlns:a16="http://schemas.microsoft.com/office/drawing/2014/main" val="2761428856"/>
                    </a:ext>
                  </a:extLst>
                </a:gridCol>
              </a:tblGrid>
              <a:tr h="370840">
                <a:tc>
                  <a:txBody>
                    <a:bodyPr/>
                    <a:lstStyle/>
                    <a:p>
                      <a:endParaRPr lang="fr-CA"/>
                    </a:p>
                  </a:txBody>
                  <a:tcPr/>
                </a:tc>
                <a:tc>
                  <a:txBody>
                    <a:bodyPr/>
                    <a:lstStyle/>
                    <a:p>
                      <a:r>
                        <a:rPr lang="fr-CA"/>
                        <a:t>Rôle métiers</a:t>
                      </a:r>
                    </a:p>
                  </a:txBody>
                  <a:tcPr/>
                </a:tc>
                <a:tc>
                  <a:txBody>
                    <a:bodyPr/>
                    <a:lstStyle/>
                    <a:p>
                      <a:pPr>
                        <a:spcAft>
                          <a:spcPts val="600"/>
                        </a:spcAft>
                      </a:pPr>
                      <a:r>
                        <a:rPr lang="fr-CA"/>
                        <a:t>Rôle QA</a:t>
                      </a:r>
                    </a:p>
                  </a:txBody>
                  <a:tcPr/>
                </a:tc>
                <a:extLst>
                  <a:ext uri="{0D108BD9-81ED-4DB2-BD59-A6C34878D82A}">
                    <a16:rowId xmlns:a16="http://schemas.microsoft.com/office/drawing/2014/main" val="2783490418"/>
                  </a:ext>
                </a:extLst>
              </a:tr>
              <a:tr h="741680">
                <a:tc>
                  <a:txBody>
                    <a:bodyPr/>
                    <a:lstStyle/>
                    <a:p>
                      <a:r>
                        <a:rPr lang="fr-CA"/>
                        <a:t>Analyste d’affaires</a:t>
                      </a:r>
                    </a:p>
                  </a:txBody>
                  <a:tcPr/>
                </a:tc>
                <a:tc>
                  <a:txBody>
                    <a:bodyPr/>
                    <a:lstStyle/>
                    <a:p>
                      <a:r>
                        <a:rPr lang="fr-CA"/>
                        <a:t>Livrer les processus détaillés et la liste précise des règles d’affaires</a:t>
                      </a:r>
                    </a:p>
                  </a:txBody>
                  <a:tcPr/>
                </a:tc>
                <a:tc rowSpan="5">
                  <a:txBody>
                    <a:bodyPr/>
                    <a:lstStyle/>
                    <a:p>
                      <a:pPr marL="0" indent="0">
                        <a:spcAft>
                          <a:spcPts val="600"/>
                        </a:spcAft>
                        <a:buFontTx/>
                        <a:buNone/>
                      </a:pPr>
                      <a:r>
                        <a:rPr lang="fr-CA" b="0"/>
                        <a:t>Dans son rôle le QA va se préoccuper que</a:t>
                      </a:r>
                    </a:p>
                    <a:p>
                      <a:pPr marL="285750" indent="-285750">
                        <a:spcAft>
                          <a:spcPts val="600"/>
                        </a:spcAft>
                        <a:buFont typeface="Arial" panose="020B0604020202020204" pitchFamily="34" charset="0"/>
                        <a:buChar char="•"/>
                      </a:pPr>
                      <a:r>
                        <a:rPr lang="fr-CA" b="0"/>
                        <a:t>les architectures, les analyses et les conceptions soient cohérentes entre elles</a:t>
                      </a:r>
                    </a:p>
                    <a:p>
                      <a:pPr marL="285750" indent="-285750">
                        <a:spcAft>
                          <a:spcPts val="600"/>
                        </a:spcAft>
                        <a:buFont typeface="Arial" panose="020B0604020202020204" pitchFamily="34" charset="0"/>
                        <a:buChar char="•"/>
                      </a:pPr>
                      <a:r>
                        <a:rPr lang="fr-CA" b="0"/>
                        <a:t>la réalisation respecte le design</a:t>
                      </a:r>
                    </a:p>
                    <a:p>
                      <a:pPr marL="285750" indent="-285750">
                        <a:spcAft>
                          <a:spcPts val="600"/>
                        </a:spcAft>
                        <a:buFont typeface="Arial" panose="020B0604020202020204" pitchFamily="34" charset="0"/>
                        <a:buChar char="•"/>
                      </a:pPr>
                      <a:r>
                        <a:rPr lang="fr-CA" b="0"/>
                        <a:t>l’utilisateur peut utiliser, piloter, gérer les situations d’exception de la solution</a:t>
                      </a:r>
                    </a:p>
                  </a:txBody>
                  <a:tcPr/>
                </a:tc>
                <a:extLst>
                  <a:ext uri="{0D108BD9-81ED-4DB2-BD59-A6C34878D82A}">
                    <a16:rowId xmlns:a16="http://schemas.microsoft.com/office/drawing/2014/main" val="531560463"/>
                  </a:ext>
                </a:extLst>
              </a:tr>
              <a:tr h="370840">
                <a:tc>
                  <a:txBody>
                    <a:bodyPr/>
                    <a:lstStyle/>
                    <a:p>
                      <a:r>
                        <a:rPr lang="fr-CA"/>
                        <a:t>Analyste système</a:t>
                      </a:r>
                    </a:p>
                  </a:txBody>
                  <a:tcPr/>
                </a:tc>
                <a:tc>
                  <a:txBody>
                    <a:bodyPr/>
                    <a:lstStyle/>
                    <a:p>
                      <a:r>
                        <a:rPr lang="fr-CA"/>
                        <a:t>Livrer des configurations de système</a:t>
                      </a:r>
                    </a:p>
                  </a:txBody>
                  <a:tcPr/>
                </a:tc>
                <a:tc vMerge="1">
                  <a:txBody>
                    <a:bodyPr/>
                    <a:lstStyle/>
                    <a:p>
                      <a:endParaRPr lang="fr-CA"/>
                    </a:p>
                  </a:txBody>
                  <a:tcPr/>
                </a:tc>
                <a:extLst>
                  <a:ext uri="{0D108BD9-81ED-4DB2-BD59-A6C34878D82A}">
                    <a16:rowId xmlns:a16="http://schemas.microsoft.com/office/drawing/2014/main" val="1526715427"/>
                  </a:ext>
                </a:extLst>
              </a:tr>
              <a:tr h="370840">
                <a:tc>
                  <a:txBody>
                    <a:bodyPr/>
                    <a:lstStyle/>
                    <a:p>
                      <a:r>
                        <a:rPr lang="fr-CA"/>
                        <a:t>Analyste TI</a:t>
                      </a:r>
                    </a:p>
                  </a:txBody>
                  <a:tcPr/>
                </a:tc>
                <a:tc>
                  <a:txBody>
                    <a:bodyPr/>
                    <a:lstStyle/>
                    <a:p>
                      <a:r>
                        <a:rPr lang="fr-CA"/>
                        <a:t>Livrer les spécifications détaillées au développement</a:t>
                      </a:r>
                    </a:p>
                  </a:txBody>
                  <a:tcPr/>
                </a:tc>
                <a:tc vMerge="1">
                  <a:txBody>
                    <a:bodyPr/>
                    <a:lstStyle/>
                    <a:p>
                      <a:endParaRPr lang="fr-CA"/>
                    </a:p>
                  </a:txBody>
                  <a:tcPr/>
                </a:tc>
                <a:extLst>
                  <a:ext uri="{0D108BD9-81ED-4DB2-BD59-A6C34878D82A}">
                    <a16:rowId xmlns:a16="http://schemas.microsoft.com/office/drawing/2014/main" val="2395459133"/>
                  </a:ext>
                </a:extLst>
              </a:tr>
              <a:tr h="370840">
                <a:tc>
                  <a:txBody>
                    <a:bodyPr/>
                    <a:lstStyle/>
                    <a:p>
                      <a:r>
                        <a:rPr lang="fr-CA" strike="noStrike"/>
                        <a:t>Analyste en sécurité, en données, etc</a:t>
                      </a:r>
                    </a:p>
                  </a:txBody>
                  <a:tcPr/>
                </a:tc>
                <a:tc>
                  <a:txBody>
                    <a:bodyPr/>
                    <a:lstStyle/>
                    <a:p>
                      <a:r>
                        <a:rPr lang="fr-CA" strike="noStrike"/>
                        <a:t>Livrer une solution selon leurs spécialités</a:t>
                      </a:r>
                    </a:p>
                  </a:txBody>
                  <a:tcPr/>
                </a:tc>
                <a:tc vMerge="1">
                  <a:txBody>
                    <a:bodyPr/>
                    <a:lstStyle/>
                    <a:p>
                      <a:endParaRPr lang="fr-CA"/>
                    </a:p>
                  </a:txBody>
                  <a:tcPr/>
                </a:tc>
                <a:extLst>
                  <a:ext uri="{0D108BD9-81ED-4DB2-BD59-A6C34878D82A}">
                    <a16:rowId xmlns:a16="http://schemas.microsoft.com/office/drawing/2014/main" val="3997079302"/>
                  </a:ext>
                </a:extLst>
              </a:tr>
              <a:tr h="370840">
                <a:tc>
                  <a:txBody>
                    <a:bodyPr/>
                    <a:lstStyle/>
                    <a:p>
                      <a:r>
                        <a:rPr lang="fr-CA"/>
                        <a:t>Architecte </a:t>
                      </a:r>
                    </a:p>
                  </a:txBody>
                  <a:tcPr/>
                </a:tc>
                <a:tc>
                  <a:txBody>
                    <a:bodyPr/>
                    <a:lstStyle/>
                    <a:p>
                      <a:r>
                        <a:rPr lang="fr-CA"/>
                        <a:t>Livrer une architecture logicielle</a:t>
                      </a:r>
                    </a:p>
                  </a:txBody>
                  <a:tcPr/>
                </a:tc>
                <a:tc vMerge="1">
                  <a:txBody>
                    <a:bodyPr/>
                    <a:lstStyle/>
                    <a:p>
                      <a:endParaRPr lang="fr-CA" b="1"/>
                    </a:p>
                  </a:txBody>
                  <a:tcPr/>
                </a:tc>
                <a:extLst>
                  <a:ext uri="{0D108BD9-81ED-4DB2-BD59-A6C34878D82A}">
                    <a16:rowId xmlns:a16="http://schemas.microsoft.com/office/drawing/2014/main" val="422656839"/>
                  </a:ext>
                </a:extLst>
              </a:tr>
            </a:tbl>
          </a:graphicData>
        </a:graphic>
      </p:graphicFrame>
      <p:sp>
        <p:nvSpPr>
          <p:cNvPr id="4" name="Espace réservé du numéro de diapositive 3">
            <a:extLst>
              <a:ext uri="{FF2B5EF4-FFF2-40B4-BE49-F238E27FC236}">
                <a16:creationId xmlns:a16="http://schemas.microsoft.com/office/drawing/2014/main" id="{759A6308-6AD9-8746-EBE4-BD8E909E516F}"/>
              </a:ext>
            </a:extLst>
          </p:cNvPr>
          <p:cNvSpPr>
            <a:spLocks noGrp="1"/>
          </p:cNvSpPr>
          <p:nvPr>
            <p:ph type="sldNum" sz="quarter" idx="12"/>
            <p:custDataLst>
              <p:tags r:id="rId3"/>
            </p:custDataLst>
          </p:nvPr>
        </p:nvSpPr>
        <p:spPr/>
        <p:txBody>
          <a:bodyPr/>
          <a:lstStyle/>
          <a:p>
            <a:fld id="{92CFF269-2187-469B-861B-426AF96A1473}" type="slidenum">
              <a:rPr lang="fr-CA" smtClean="0"/>
              <a:t>10</a:t>
            </a:fld>
            <a:endParaRPr lang="fr-CA"/>
          </a:p>
        </p:txBody>
      </p:sp>
    </p:spTree>
    <p:extLst>
      <p:ext uri="{BB962C8B-B14F-4D97-AF65-F5344CB8AC3E}">
        <p14:creationId xmlns:p14="http://schemas.microsoft.com/office/powerpoint/2010/main" val="2150560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20381A46-7143-0654-FC6E-7845DD9631CE}"/>
              </a:ext>
            </a:extLst>
          </p:cNvPr>
          <p:cNvSpPr>
            <a:spLocks noGrp="1"/>
          </p:cNvSpPr>
          <p:nvPr>
            <p:ph type="title"/>
            <p:custDataLst>
              <p:tags r:id="rId1"/>
            </p:custDataLst>
          </p:nvPr>
        </p:nvSpPr>
        <p:spPr>
          <a:xfrm>
            <a:off x="457200" y="285750"/>
            <a:ext cx="8138809" cy="672193"/>
          </a:xfrm>
        </p:spPr>
        <p:txBody>
          <a:bodyPr/>
          <a:lstStyle/>
          <a:p>
            <a:r>
              <a:rPr lang="fr-CA" sz="2400"/>
              <a:t>Les niveaux d’essais – gestion de l’envergure et de la complexité</a:t>
            </a:r>
          </a:p>
        </p:txBody>
      </p:sp>
      <p:graphicFrame>
        <p:nvGraphicFramePr>
          <p:cNvPr id="12" name="Espace réservé du contenu 11">
            <a:extLst>
              <a:ext uri="{FF2B5EF4-FFF2-40B4-BE49-F238E27FC236}">
                <a16:creationId xmlns:a16="http://schemas.microsoft.com/office/drawing/2014/main" id="{4DD5260B-7C05-076D-3CB4-646101A575B0}"/>
              </a:ext>
            </a:extLst>
          </p:cNvPr>
          <p:cNvGraphicFramePr>
            <a:graphicFrameLocks noGrp="1"/>
          </p:cNvGraphicFramePr>
          <p:nvPr>
            <p:ph idx="1"/>
            <p:custDataLst>
              <p:tags r:id="rId2"/>
            </p:custDataLst>
            <p:extLst>
              <p:ext uri="{D42A27DB-BD31-4B8C-83A1-F6EECF244321}">
                <p14:modId xmlns:p14="http://schemas.microsoft.com/office/powerpoint/2010/main" val="3403489094"/>
              </p:ext>
            </p:extLst>
          </p:nvPr>
        </p:nvGraphicFramePr>
        <p:xfrm>
          <a:off x="455613" y="1428750"/>
          <a:ext cx="3963987" cy="350520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13" name="Rectangle : coins arrondis 12">
            <a:extLst>
              <a:ext uri="{FF2B5EF4-FFF2-40B4-BE49-F238E27FC236}">
                <a16:creationId xmlns:a16="http://schemas.microsoft.com/office/drawing/2014/main" id="{ADB6B8EE-DAE9-86F0-410A-033499C105C8}"/>
              </a:ext>
            </a:extLst>
          </p:cNvPr>
          <p:cNvSpPr/>
          <p:nvPr>
            <p:custDataLst>
              <p:tags r:id="rId3"/>
            </p:custDataLst>
          </p:nvPr>
        </p:nvSpPr>
        <p:spPr>
          <a:xfrm>
            <a:off x="6670531" y="1764472"/>
            <a:ext cx="2286000" cy="2711034"/>
          </a:xfrm>
          <a:prstGeom prst="roundRect">
            <a:avLst>
              <a:gd name="adj" fmla="val 7741"/>
            </a:avLst>
          </a:prstGeom>
        </p:spPr>
        <p:style>
          <a:lnRef idx="2">
            <a:schemeClr val="accent4"/>
          </a:lnRef>
          <a:fillRef idx="1">
            <a:schemeClr val="lt1"/>
          </a:fillRef>
          <a:effectRef idx="0">
            <a:schemeClr val="accent4"/>
          </a:effectRef>
          <a:fontRef idx="minor">
            <a:schemeClr val="dk1"/>
          </a:fontRef>
        </p:style>
        <p:txBody>
          <a:bodyPr lIns="0" rIns="0" rtlCol="0" anchor="ctr"/>
          <a:lstStyle/>
          <a:p>
            <a:r>
              <a:rPr lang="fr-CA"/>
              <a:t>Processus</a:t>
            </a:r>
          </a:p>
          <a:p>
            <a:endParaRPr lang="fr-CA"/>
          </a:p>
          <a:p>
            <a:endParaRPr lang="fr-CA"/>
          </a:p>
          <a:p>
            <a:endParaRPr lang="fr-CA"/>
          </a:p>
          <a:p>
            <a:r>
              <a:rPr lang="fr-CA"/>
              <a:t>Fonctionnalités</a:t>
            </a:r>
          </a:p>
          <a:p>
            <a:endParaRPr lang="fr-CA"/>
          </a:p>
          <a:p>
            <a:endParaRPr lang="fr-CA"/>
          </a:p>
          <a:p>
            <a:endParaRPr lang="fr-CA"/>
          </a:p>
          <a:p>
            <a:r>
              <a:rPr lang="fr-CA"/>
              <a:t>Composants déployés</a:t>
            </a:r>
          </a:p>
        </p:txBody>
      </p:sp>
      <p:sp>
        <p:nvSpPr>
          <p:cNvPr id="14" name="Rectangle : coins arrondis 13">
            <a:extLst>
              <a:ext uri="{FF2B5EF4-FFF2-40B4-BE49-F238E27FC236}">
                <a16:creationId xmlns:a16="http://schemas.microsoft.com/office/drawing/2014/main" id="{95B2F2DF-2909-F0BE-A211-D1A3273DBCD9}"/>
              </a:ext>
            </a:extLst>
          </p:cNvPr>
          <p:cNvSpPr/>
          <p:nvPr>
            <p:custDataLst>
              <p:tags r:id="rId4"/>
            </p:custDataLst>
          </p:nvPr>
        </p:nvSpPr>
        <p:spPr>
          <a:xfrm>
            <a:off x="4809962" y="1764472"/>
            <a:ext cx="735103" cy="2711034"/>
          </a:xfrm>
          <a:prstGeom prst="roundRect">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fr-CA"/>
              <a:t>+</a:t>
            </a:r>
          </a:p>
          <a:p>
            <a:pPr algn="ctr"/>
            <a:endParaRPr lang="fr-CA"/>
          </a:p>
          <a:p>
            <a:pPr algn="ctr"/>
            <a:endParaRPr lang="fr-CA"/>
          </a:p>
          <a:p>
            <a:pPr algn="ctr"/>
            <a:endParaRPr lang="fr-CA"/>
          </a:p>
          <a:p>
            <a:pPr algn="ctr"/>
            <a:r>
              <a:rPr lang="fr-CA"/>
              <a:t>++</a:t>
            </a:r>
          </a:p>
          <a:p>
            <a:pPr algn="ctr"/>
            <a:endParaRPr lang="fr-CA"/>
          </a:p>
          <a:p>
            <a:pPr algn="ctr"/>
            <a:endParaRPr lang="fr-CA"/>
          </a:p>
          <a:p>
            <a:pPr algn="ctr"/>
            <a:endParaRPr lang="fr-CA"/>
          </a:p>
          <a:p>
            <a:pPr algn="ctr"/>
            <a:r>
              <a:rPr lang="fr-CA"/>
              <a:t>+++</a:t>
            </a:r>
          </a:p>
        </p:txBody>
      </p:sp>
      <p:sp>
        <p:nvSpPr>
          <p:cNvPr id="4" name="ZoneTexte 3">
            <a:extLst>
              <a:ext uri="{FF2B5EF4-FFF2-40B4-BE49-F238E27FC236}">
                <a16:creationId xmlns:a16="http://schemas.microsoft.com/office/drawing/2014/main" id="{DC7B0FB2-8CA3-1916-41F9-1FC7011F98AB}"/>
              </a:ext>
            </a:extLst>
          </p:cNvPr>
          <p:cNvSpPr txBox="1"/>
          <p:nvPr>
            <p:custDataLst>
              <p:tags r:id="rId5"/>
            </p:custDataLst>
          </p:nvPr>
        </p:nvSpPr>
        <p:spPr>
          <a:xfrm>
            <a:off x="4724402" y="1502558"/>
            <a:ext cx="802863" cy="230832"/>
          </a:xfrm>
          <a:prstGeom prst="rect">
            <a:avLst/>
          </a:prstGeom>
          <a:noFill/>
        </p:spPr>
        <p:txBody>
          <a:bodyPr wrap="square" rtlCol="0">
            <a:spAutoFit/>
          </a:bodyPr>
          <a:lstStyle/>
          <a:p>
            <a:pPr algn="ctr"/>
            <a:r>
              <a:rPr lang="fr-CA" sz="900"/>
              <a:t>Nb de tests</a:t>
            </a:r>
            <a:endParaRPr lang="fr-CA"/>
          </a:p>
        </p:txBody>
      </p:sp>
      <p:sp>
        <p:nvSpPr>
          <p:cNvPr id="5" name="Rectangle : coins arrondis 4">
            <a:extLst>
              <a:ext uri="{FF2B5EF4-FFF2-40B4-BE49-F238E27FC236}">
                <a16:creationId xmlns:a16="http://schemas.microsoft.com/office/drawing/2014/main" id="{B9BC9CE1-4653-4E9C-B196-DB524A349039}"/>
              </a:ext>
            </a:extLst>
          </p:cNvPr>
          <p:cNvSpPr/>
          <p:nvPr>
            <p:custDataLst>
              <p:tags r:id="rId6"/>
            </p:custDataLst>
          </p:nvPr>
        </p:nvSpPr>
        <p:spPr>
          <a:xfrm>
            <a:off x="5665393" y="1764472"/>
            <a:ext cx="735103" cy="2711034"/>
          </a:xfrm>
          <a:prstGeom prst="round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fr-CA">
                <a:solidFill>
                  <a:srgbClr val="FF0000"/>
                </a:solidFill>
              </a:rPr>
              <a:t>+++</a:t>
            </a:r>
          </a:p>
          <a:p>
            <a:pPr algn="ctr"/>
            <a:endParaRPr lang="fr-CA">
              <a:solidFill>
                <a:srgbClr val="FF0000"/>
              </a:solidFill>
            </a:endParaRPr>
          </a:p>
          <a:p>
            <a:pPr algn="ctr"/>
            <a:endParaRPr lang="fr-CA">
              <a:solidFill>
                <a:srgbClr val="FF0000"/>
              </a:solidFill>
            </a:endParaRPr>
          </a:p>
          <a:p>
            <a:pPr algn="ctr"/>
            <a:endParaRPr lang="fr-CA">
              <a:solidFill>
                <a:srgbClr val="FF0000"/>
              </a:solidFill>
            </a:endParaRPr>
          </a:p>
          <a:p>
            <a:pPr algn="ctr"/>
            <a:r>
              <a:rPr lang="fr-CA">
                <a:solidFill>
                  <a:srgbClr val="FF0000"/>
                </a:solidFill>
              </a:rPr>
              <a:t>++</a:t>
            </a:r>
          </a:p>
          <a:p>
            <a:pPr algn="ctr"/>
            <a:endParaRPr lang="fr-CA">
              <a:solidFill>
                <a:srgbClr val="FF0000"/>
              </a:solidFill>
            </a:endParaRPr>
          </a:p>
          <a:p>
            <a:pPr algn="ctr"/>
            <a:endParaRPr lang="fr-CA">
              <a:solidFill>
                <a:srgbClr val="FF0000"/>
              </a:solidFill>
            </a:endParaRPr>
          </a:p>
          <a:p>
            <a:pPr algn="ctr"/>
            <a:endParaRPr lang="fr-CA">
              <a:solidFill>
                <a:srgbClr val="FF0000"/>
              </a:solidFill>
            </a:endParaRPr>
          </a:p>
          <a:p>
            <a:pPr algn="ctr"/>
            <a:r>
              <a:rPr lang="fr-CA">
                <a:solidFill>
                  <a:srgbClr val="FF0000"/>
                </a:solidFill>
              </a:rPr>
              <a:t>+</a:t>
            </a:r>
          </a:p>
        </p:txBody>
      </p:sp>
      <p:sp>
        <p:nvSpPr>
          <p:cNvPr id="6" name="ZoneTexte 5">
            <a:extLst>
              <a:ext uri="{FF2B5EF4-FFF2-40B4-BE49-F238E27FC236}">
                <a16:creationId xmlns:a16="http://schemas.microsoft.com/office/drawing/2014/main" id="{9471491B-CE02-298C-2D77-1C37CB150A08}"/>
              </a:ext>
            </a:extLst>
          </p:cNvPr>
          <p:cNvSpPr txBox="1"/>
          <p:nvPr>
            <p:custDataLst>
              <p:tags r:id="rId7"/>
            </p:custDataLst>
          </p:nvPr>
        </p:nvSpPr>
        <p:spPr>
          <a:xfrm>
            <a:off x="5597633" y="1502558"/>
            <a:ext cx="802863" cy="230832"/>
          </a:xfrm>
          <a:prstGeom prst="rect">
            <a:avLst/>
          </a:prstGeom>
          <a:noFill/>
        </p:spPr>
        <p:txBody>
          <a:bodyPr wrap="square" rtlCol="0">
            <a:spAutoFit/>
          </a:bodyPr>
          <a:lstStyle/>
          <a:p>
            <a:pPr algn="ctr"/>
            <a:r>
              <a:rPr lang="fr-CA" sz="900">
                <a:solidFill>
                  <a:srgbClr val="FF0000"/>
                </a:solidFill>
              </a:rPr>
              <a:t>Complexité</a:t>
            </a:r>
            <a:endParaRPr lang="fr-CA">
              <a:solidFill>
                <a:srgbClr val="FF0000"/>
              </a:solidFill>
            </a:endParaRPr>
          </a:p>
        </p:txBody>
      </p:sp>
      <p:sp>
        <p:nvSpPr>
          <p:cNvPr id="7" name="ZoneTexte 6">
            <a:extLst>
              <a:ext uri="{FF2B5EF4-FFF2-40B4-BE49-F238E27FC236}">
                <a16:creationId xmlns:a16="http://schemas.microsoft.com/office/drawing/2014/main" id="{18A12989-A296-8188-A0AF-4ADCAEBC40C0}"/>
              </a:ext>
            </a:extLst>
          </p:cNvPr>
          <p:cNvSpPr txBox="1"/>
          <p:nvPr>
            <p:custDataLst>
              <p:tags r:id="rId8"/>
            </p:custDataLst>
          </p:nvPr>
        </p:nvSpPr>
        <p:spPr>
          <a:xfrm>
            <a:off x="6670531" y="1502558"/>
            <a:ext cx="2286000" cy="230832"/>
          </a:xfrm>
          <a:prstGeom prst="rect">
            <a:avLst/>
          </a:prstGeom>
          <a:noFill/>
        </p:spPr>
        <p:txBody>
          <a:bodyPr wrap="square" rtlCol="0">
            <a:spAutoFit/>
          </a:bodyPr>
          <a:lstStyle/>
          <a:p>
            <a:pPr algn="ctr"/>
            <a:r>
              <a:rPr lang="fr-CA" sz="900">
                <a:solidFill>
                  <a:schemeClr val="tx2">
                    <a:lumMod val="60000"/>
                    <a:lumOff val="40000"/>
                  </a:schemeClr>
                </a:solidFill>
              </a:rPr>
              <a:t>Nature</a:t>
            </a:r>
            <a:endParaRPr lang="fr-CA">
              <a:solidFill>
                <a:schemeClr val="tx2">
                  <a:lumMod val="60000"/>
                  <a:lumOff val="40000"/>
                </a:schemeClr>
              </a:solidFill>
            </a:endParaRPr>
          </a:p>
        </p:txBody>
      </p:sp>
    </p:spTree>
    <p:extLst>
      <p:ext uri="{BB962C8B-B14F-4D97-AF65-F5344CB8AC3E}">
        <p14:creationId xmlns:p14="http://schemas.microsoft.com/office/powerpoint/2010/main" val="107287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9D95CF73-BB66-55EA-251E-E286E4EC5CF1}"/>
              </a:ext>
            </a:extLst>
          </p:cNvPr>
          <p:cNvSpPr>
            <a:spLocks noGrp="1"/>
          </p:cNvSpPr>
          <p:nvPr>
            <p:ph type="title"/>
            <p:custDataLst>
              <p:tags r:id="rId1"/>
            </p:custDataLst>
          </p:nvPr>
        </p:nvSpPr>
        <p:spPr/>
        <p:txBody>
          <a:bodyPr/>
          <a:lstStyle/>
          <a:p>
            <a:r>
              <a:rPr lang="fr-CA" sz="2400"/>
              <a:t>Quels sont les types de tests</a:t>
            </a:r>
          </a:p>
        </p:txBody>
      </p:sp>
      <p:graphicFrame>
        <p:nvGraphicFramePr>
          <p:cNvPr id="7" name="Espace réservé du contenu 6">
            <a:extLst>
              <a:ext uri="{FF2B5EF4-FFF2-40B4-BE49-F238E27FC236}">
                <a16:creationId xmlns:a16="http://schemas.microsoft.com/office/drawing/2014/main" id="{EAEF6713-43E4-5010-9F11-BCCE34B0423B}"/>
              </a:ext>
            </a:extLst>
          </p:cNvPr>
          <p:cNvGraphicFramePr>
            <a:graphicFrameLocks noGrp="1"/>
          </p:cNvGraphicFramePr>
          <p:nvPr>
            <p:ph idx="1"/>
            <p:custDataLst>
              <p:tags r:id="rId2"/>
            </p:custDataLst>
            <p:extLst>
              <p:ext uri="{D42A27DB-BD31-4B8C-83A1-F6EECF244321}">
                <p14:modId xmlns:p14="http://schemas.microsoft.com/office/powerpoint/2010/main" val="3184145371"/>
              </p:ext>
            </p:extLst>
          </p:nvPr>
        </p:nvGraphicFramePr>
        <p:xfrm>
          <a:off x="228600" y="1085851"/>
          <a:ext cx="8380828" cy="352835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65084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412580-769C-92D6-62F4-0210ABDC0D46}"/>
              </a:ext>
            </a:extLst>
          </p:cNvPr>
          <p:cNvSpPr>
            <a:spLocks noGrp="1"/>
          </p:cNvSpPr>
          <p:nvPr>
            <p:ph type="title"/>
            <p:custDataLst>
              <p:tags r:id="rId1"/>
            </p:custDataLst>
          </p:nvPr>
        </p:nvSpPr>
        <p:spPr>
          <a:xfrm>
            <a:off x="228600" y="247650"/>
            <a:ext cx="7962900" cy="514350"/>
          </a:xfrm>
        </p:spPr>
        <p:txBody>
          <a:bodyPr/>
          <a:lstStyle/>
          <a:p>
            <a:r>
              <a:rPr lang="fr-CA" sz="2400" b="1"/>
              <a:t>Les plans de test doivent couvrir</a:t>
            </a:r>
          </a:p>
        </p:txBody>
      </p:sp>
      <p:graphicFrame>
        <p:nvGraphicFramePr>
          <p:cNvPr id="5" name="Espace réservé du contenu 4">
            <a:extLst>
              <a:ext uri="{FF2B5EF4-FFF2-40B4-BE49-F238E27FC236}">
                <a16:creationId xmlns:a16="http://schemas.microsoft.com/office/drawing/2014/main" id="{BBE28D1D-46C4-2FCF-AF5D-789B6D5021D7}"/>
              </a:ext>
            </a:extLst>
          </p:cNvPr>
          <p:cNvGraphicFramePr>
            <a:graphicFrameLocks noGrp="1"/>
          </p:cNvGraphicFramePr>
          <p:nvPr>
            <p:ph idx="1"/>
            <p:custDataLst>
              <p:tags r:id="rId2"/>
            </p:custDataLst>
            <p:extLst>
              <p:ext uri="{D42A27DB-BD31-4B8C-83A1-F6EECF244321}">
                <p14:modId xmlns:p14="http://schemas.microsoft.com/office/powerpoint/2010/main" val="1771022759"/>
              </p:ext>
            </p:extLst>
          </p:nvPr>
        </p:nvGraphicFramePr>
        <p:xfrm>
          <a:off x="329184" y="1053706"/>
          <a:ext cx="8461247" cy="2953922"/>
        </p:xfrm>
        <a:graphic>
          <a:graphicData uri="http://schemas.openxmlformats.org/drawingml/2006/table">
            <a:tbl>
              <a:tblPr bandRow="1">
                <a:tableStyleId>{5C22544A-7EE6-4342-B048-85BDC9FD1C3A}</a:tableStyleId>
              </a:tblPr>
              <a:tblGrid>
                <a:gridCol w="374165">
                  <a:extLst>
                    <a:ext uri="{9D8B030D-6E8A-4147-A177-3AD203B41FA5}">
                      <a16:colId xmlns:a16="http://schemas.microsoft.com/office/drawing/2014/main" val="4023071007"/>
                    </a:ext>
                  </a:extLst>
                </a:gridCol>
                <a:gridCol w="1563285">
                  <a:extLst>
                    <a:ext uri="{9D8B030D-6E8A-4147-A177-3AD203B41FA5}">
                      <a16:colId xmlns:a16="http://schemas.microsoft.com/office/drawing/2014/main" val="4278620197"/>
                    </a:ext>
                  </a:extLst>
                </a:gridCol>
                <a:gridCol w="1427542">
                  <a:extLst>
                    <a:ext uri="{9D8B030D-6E8A-4147-A177-3AD203B41FA5}">
                      <a16:colId xmlns:a16="http://schemas.microsoft.com/office/drawing/2014/main" val="963791272"/>
                    </a:ext>
                  </a:extLst>
                </a:gridCol>
                <a:gridCol w="1699028">
                  <a:extLst>
                    <a:ext uri="{9D8B030D-6E8A-4147-A177-3AD203B41FA5}">
                      <a16:colId xmlns:a16="http://schemas.microsoft.com/office/drawing/2014/main" val="1257905777"/>
                    </a:ext>
                  </a:extLst>
                </a:gridCol>
                <a:gridCol w="1563285">
                  <a:extLst>
                    <a:ext uri="{9D8B030D-6E8A-4147-A177-3AD203B41FA5}">
                      <a16:colId xmlns:a16="http://schemas.microsoft.com/office/drawing/2014/main" val="1629138798"/>
                    </a:ext>
                  </a:extLst>
                </a:gridCol>
                <a:gridCol w="482792">
                  <a:extLst>
                    <a:ext uri="{9D8B030D-6E8A-4147-A177-3AD203B41FA5}">
                      <a16:colId xmlns:a16="http://schemas.microsoft.com/office/drawing/2014/main" val="3239418095"/>
                    </a:ext>
                  </a:extLst>
                </a:gridCol>
                <a:gridCol w="1351150">
                  <a:extLst>
                    <a:ext uri="{9D8B030D-6E8A-4147-A177-3AD203B41FA5}">
                      <a16:colId xmlns:a16="http://schemas.microsoft.com/office/drawing/2014/main" val="3201534901"/>
                    </a:ext>
                  </a:extLst>
                </a:gridCol>
              </a:tblGrid>
              <a:tr h="367818">
                <a:tc>
                  <a:txBody>
                    <a:bodyPr/>
                    <a:lstStyle/>
                    <a:p>
                      <a:pPr algn="ctr"/>
                      <a:endParaRPr lang="fr-CA" sz="1600"/>
                    </a:p>
                  </a:txBody>
                  <a:tcPr anchor="ctr">
                    <a:solidFill>
                      <a:schemeClr val="bg1"/>
                    </a:solidFill>
                  </a:tcPr>
                </a:tc>
                <a:tc>
                  <a:txBody>
                    <a:bodyPr/>
                    <a:lstStyle/>
                    <a:p>
                      <a:pPr algn="ctr"/>
                      <a:endParaRPr lang="fr-CA" sz="1600"/>
                    </a:p>
                  </a:txBody>
                  <a:tcPr anchor="ctr">
                    <a:solidFill>
                      <a:schemeClr val="bg1"/>
                    </a:solidFill>
                  </a:tcPr>
                </a:tc>
                <a:tc gridSpan="3">
                  <a:txBody>
                    <a:bodyPr/>
                    <a:lstStyle/>
                    <a:p>
                      <a:pPr algn="ctr"/>
                      <a:r>
                        <a:rPr lang="fr-CA" sz="1600"/>
                        <a:t>Types de test</a:t>
                      </a:r>
                    </a:p>
                  </a:txBody>
                  <a:tcPr anchor="ctr">
                    <a:solidFill>
                      <a:schemeClr val="bg1">
                        <a:lumMod val="95000"/>
                      </a:schemeClr>
                    </a:solidFill>
                  </a:tcPr>
                </a:tc>
                <a:tc hMerge="1">
                  <a:txBody>
                    <a:bodyPr/>
                    <a:lstStyle/>
                    <a:p>
                      <a:pPr algn="ctr"/>
                      <a:endParaRPr lang="fr-CA" sz="1600"/>
                    </a:p>
                  </a:txBody>
                  <a:tcPr anchor="ctr"/>
                </a:tc>
                <a:tc hMerge="1">
                  <a:txBody>
                    <a:bodyPr/>
                    <a:lstStyle/>
                    <a:p>
                      <a:pPr algn="ctr"/>
                      <a:endParaRPr lang="fr-CA" sz="1600"/>
                    </a:p>
                  </a:txBody>
                  <a:tcPr anchor="ctr"/>
                </a:tc>
                <a:tc>
                  <a:txBody>
                    <a:bodyPr/>
                    <a:lstStyle/>
                    <a:p>
                      <a:pPr algn="ctr"/>
                      <a:endParaRPr lang="fr-CA" sz="1600"/>
                    </a:p>
                  </a:txBody>
                  <a:tcPr anchor="ctr">
                    <a:noFill/>
                  </a:tcPr>
                </a:tc>
                <a:tc>
                  <a:txBody>
                    <a:bodyPr/>
                    <a:lstStyle/>
                    <a:p>
                      <a:pPr algn="ctr"/>
                      <a:endParaRPr lang="fr-CA" sz="1600"/>
                    </a:p>
                  </a:txBody>
                  <a:tcPr anchor="ctr">
                    <a:solidFill>
                      <a:schemeClr val="bg1">
                        <a:lumMod val="95000"/>
                      </a:schemeClr>
                    </a:solidFill>
                  </a:tcPr>
                </a:tc>
                <a:extLst>
                  <a:ext uri="{0D108BD9-81ED-4DB2-BD59-A6C34878D82A}">
                    <a16:rowId xmlns:a16="http://schemas.microsoft.com/office/drawing/2014/main" val="3615807679"/>
                  </a:ext>
                </a:extLst>
              </a:tr>
              <a:tr h="646526">
                <a:tc>
                  <a:txBody>
                    <a:bodyPr/>
                    <a:lstStyle/>
                    <a:p>
                      <a:pPr algn="ctr"/>
                      <a:endParaRPr lang="fr-CA" sz="1600"/>
                    </a:p>
                  </a:txBody>
                  <a:tcPr anchor="ctr">
                    <a:solidFill>
                      <a:schemeClr val="bg1"/>
                    </a:solidFill>
                  </a:tcPr>
                </a:tc>
                <a:tc>
                  <a:txBody>
                    <a:bodyPr/>
                    <a:lstStyle/>
                    <a:p>
                      <a:pPr algn="ctr"/>
                      <a:endParaRPr lang="fr-CA" sz="1600"/>
                    </a:p>
                  </a:txBody>
                  <a:tcPr anchor="ctr">
                    <a:solidFill>
                      <a:schemeClr val="bg1"/>
                    </a:solidFill>
                  </a:tcPr>
                </a:tc>
                <a:tc>
                  <a:txBody>
                    <a:bodyPr/>
                    <a:lstStyle/>
                    <a:p>
                      <a:pPr algn="ctr"/>
                      <a:r>
                        <a:rPr lang="fr-CA" sz="1600"/>
                        <a:t>Structurel</a:t>
                      </a:r>
                    </a:p>
                  </a:txBody>
                  <a:tcPr anchor="ctr"/>
                </a:tc>
                <a:tc>
                  <a:txBody>
                    <a:bodyPr/>
                    <a:lstStyle/>
                    <a:p>
                      <a:pPr algn="ctr"/>
                      <a:r>
                        <a:rPr lang="fr-CA" sz="1600"/>
                        <a:t>Fonctionnels</a:t>
                      </a:r>
                    </a:p>
                  </a:txBody>
                  <a:tcPr anchor="ctr"/>
                </a:tc>
                <a:tc>
                  <a:txBody>
                    <a:bodyPr/>
                    <a:lstStyle/>
                    <a:p>
                      <a:pPr algn="ctr"/>
                      <a:r>
                        <a:rPr lang="fr-CA" sz="1600"/>
                        <a:t>Non fonctionnels</a:t>
                      </a:r>
                    </a:p>
                  </a:txBody>
                  <a:tcPr anchor="ctr"/>
                </a:tc>
                <a:tc>
                  <a:txBody>
                    <a:bodyPr/>
                    <a:lstStyle/>
                    <a:p>
                      <a:pPr algn="ctr"/>
                      <a:endParaRPr lang="fr-CA" sz="1600"/>
                    </a:p>
                  </a:txBody>
                  <a:tcPr anchor="c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600"/>
                        <a:t>Change </a:t>
                      </a:r>
                      <a:r>
                        <a:rPr lang="fr-CA" sz="1600" err="1"/>
                        <a:t>related</a:t>
                      </a:r>
                      <a:endParaRPr lang="fr-CA" sz="1600"/>
                    </a:p>
                  </a:txBody>
                  <a:tcPr anchor="ctr"/>
                </a:tc>
                <a:extLst>
                  <a:ext uri="{0D108BD9-81ED-4DB2-BD59-A6C34878D82A}">
                    <a16:rowId xmlns:a16="http://schemas.microsoft.com/office/drawing/2014/main" val="3552086525"/>
                  </a:ext>
                </a:extLst>
              </a:tr>
              <a:tr h="646526">
                <a:tc rowSpan="3">
                  <a:txBody>
                    <a:bodyPr/>
                    <a:lstStyle/>
                    <a:p>
                      <a:pPr algn="ctr"/>
                      <a:r>
                        <a:rPr lang="fr-CA" sz="1600"/>
                        <a:t>Niveau d’essai</a:t>
                      </a:r>
                    </a:p>
                  </a:txBody>
                  <a:tcPr vert="vert270" anchor="ctr">
                    <a:solidFill>
                      <a:schemeClr val="bg1">
                        <a:lumMod val="95000"/>
                      </a:schemeClr>
                    </a:solidFill>
                  </a:tcPr>
                </a:tc>
                <a:tc>
                  <a:txBody>
                    <a:bodyPr/>
                    <a:lstStyle/>
                    <a:p>
                      <a:pPr algn="ctr"/>
                      <a:r>
                        <a:rPr lang="fr-CA" sz="1600"/>
                        <a:t>Acceptation</a:t>
                      </a:r>
                    </a:p>
                  </a:txBody>
                  <a:tcPr anchor="ctr"/>
                </a:tc>
                <a:tc>
                  <a:txBody>
                    <a:bodyPr/>
                    <a:lstStyle/>
                    <a:p>
                      <a:pPr algn="ctr"/>
                      <a:endParaRPr lang="fr-CA" sz="1600"/>
                    </a:p>
                  </a:txBody>
                  <a:tcPr anchor="ctr"/>
                </a:tc>
                <a:tc>
                  <a:txBody>
                    <a:bodyPr/>
                    <a:lstStyle/>
                    <a:p>
                      <a:pPr algn="ctr"/>
                      <a:r>
                        <a:rPr lang="fr-CA" sz="1600"/>
                        <a:t>Oui (Processus)</a:t>
                      </a:r>
                    </a:p>
                  </a:txBody>
                  <a:tcPr anchor="ctr"/>
                </a:tc>
                <a:tc>
                  <a:txBody>
                    <a:bodyPr/>
                    <a:lstStyle/>
                    <a:p>
                      <a:pPr algn="ctr"/>
                      <a:r>
                        <a:rPr lang="fr-CA" sz="1600"/>
                        <a:t>Selon les risques</a:t>
                      </a:r>
                    </a:p>
                  </a:txBody>
                  <a:tcPr anchor="ctr"/>
                </a:tc>
                <a:tc>
                  <a:txBody>
                    <a:bodyPr/>
                    <a:lstStyle/>
                    <a:p>
                      <a:pPr algn="ctr"/>
                      <a:endParaRPr lang="fr-CA" sz="1600"/>
                    </a:p>
                  </a:txBody>
                  <a:tcPr anchor="ctr">
                    <a:noFill/>
                  </a:tcPr>
                </a:tc>
                <a:tc>
                  <a:txBody>
                    <a:bodyPr/>
                    <a:lstStyle/>
                    <a:p>
                      <a:pPr algn="ctr"/>
                      <a:r>
                        <a:rPr lang="fr-CA" sz="1600"/>
                        <a:t>Ciblé</a:t>
                      </a:r>
                    </a:p>
                  </a:txBody>
                  <a:tcPr anchor="ctr"/>
                </a:tc>
                <a:extLst>
                  <a:ext uri="{0D108BD9-81ED-4DB2-BD59-A6C34878D82A}">
                    <a16:rowId xmlns:a16="http://schemas.microsoft.com/office/drawing/2014/main" val="1721472548"/>
                  </a:ext>
                </a:extLst>
              </a:tr>
              <a:tr h="646526">
                <a:tc vMerge="1">
                  <a:txBody>
                    <a:bodyPr/>
                    <a:lstStyle/>
                    <a:p>
                      <a:pPr algn="ctr"/>
                      <a:endParaRPr lang="fr-CA" sz="1600"/>
                    </a:p>
                  </a:txBody>
                  <a:tcPr anchor="ctr"/>
                </a:tc>
                <a:tc>
                  <a:txBody>
                    <a:bodyPr/>
                    <a:lstStyle/>
                    <a:p>
                      <a:pPr algn="ctr"/>
                      <a:r>
                        <a:rPr lang="fr-CA" sz="1600"/>
                        <a:t>Système</a:t>
                      </a:r>
                    </a:p>
                  </a:txBody>
                  <a:tcPr anchor="ctr"/>
                </a:tc>
                <a:tc>
                  <a:txBody>
                    <a:bodyPr/>
                    <a:lstStyle/>
                    <a:p>
                      <a:pPr algn="ctr"/>
                      <a:endParaRPr lang="fr-CA" sz="1600"/>
                    </a:p>
                  </a:txBody>
                  <a:tcPr anchor="ctr"/>
                </a:tc>
                <a:tc>
                  <a:txBody>
                    <a:bodyPr/>
                    <a:lstStyle/>
                    <a:p>
                      <a:pPr algn="ctr"/>
                      <a:r>
                        <a:rPr lang="fr-CA" sz="1600"/>
                        <a:t>Oui</a:t>
                      </a:r>
                    </a:p>
                    <a:p>
                      <a:pPr algn="ctr"/>
                      <a:r>
                        <a:rPr lang="fr-CA" sz="1600"/>
                        <a:t>(Fonctionnalité)</a:t>
                      </a:r>
                    </a:p>
                  </a:txBody>
                  <a:tcPr anchor="ctr"/>
                </a:tc>
                <a:tc>
                  <a:txBody>
                    <a:bodyPr/>
                    <a:lstStyle/>
                    <a:p>
                      <a:pPr algn="ctr"/>
                      <a:r>
                        <a:rPr lang="fr-CA" sz="1600"/>
                        <a:t>Toujours</a:t>
                      </a:r>
                    </a:p>
                  </a:txBody>
                  <a:tcPr anchor="ctr"/>
                </a:tc>
                <a:tc>
                  <a:txBody>
                    <a:bodyPr/>
                    <a:lstStyle/>
                    <a:p>
                      <a:pPr algn="ctr"/>
                      <a:endParaRPr lang="fr-CA" sz="1600"/>
                    </a:p>
                  </a:txBody>
                  <a:tcPr anchor="ctr">
                    <a:noFill/>
                  </a:tcPr>
                </a:tc>
                <a:tc>
                  <a:txBody>
                    <a:bodyPr/>
                    <a:lstStyle/>
                    <a:p>
                      <a:pPr algn="ctr"/>
                      <a:r>
                        <a:rPr lang="fr-CA" sz="1600"/>
                        <a:t>Ciblé</a:t>
                      </a:r>
                    </a:p>
                  </a:txBody>
                  <a:tcPr anchor="ctr"/>
                </a:tc>
                <a:extLst>
                  <a:ext uri="{0D108BD9-81ED-4DB2-BD59-A6C34878D82A}">
                    <a16:rowId xmlns:a16="http://schemas.microsoft.com/office/drawing/2014/main" val="257203475"/>
                  </a:ext>
                </a:extLst>
              </a:tr>
              <a:tr h="646526">
                <a:tc vMerge="1">
                  <a:txBody>
                    <a:bodyPr/>
                    <a:lstStyle/>
                    <a:p>
                      <a:pPr algn="ctr"/>
                      <a:endParaRPr lang="fr-CA" sz="1600"/>
                    </a:p>
                  </a:txBody>
                  <a:tcPr anchor="ctr"/>
                </a:tc>
                <a:tc>
                  <a:txBody>
                    <a:bodyPr/>
                    <a:lstStyle/>
                    <a:p>
                      <a:pPr algn="ctr"/>
                      <a:r>
                        <a:rPr lang="fr-CA" sz="1600"/>
                        <a:t>Composant</a:t>
                      </a:r>
                    </a:p>
                  </a:txBody>
                  <a:tcPr anchor="ctr"/>
                </a:tc>
                <a:tc>
                  <a:txBody>
                    <a:bodyPr/>
                    <a:lstStyle/>
                    <a:p>
                      <a:pPr algn="ctr"/>
                      <a:r>
                        <a:rPr lang="fr-CA" sz="1600"/>
                        <a:t>Oui</a:t>
                      </a:r>
                    </a:p>
                  </a:txBody>
                  <a:tcPr anchor="ctr"/>
                </a:tc>
                <a:tc>
                  <a:txBody>
                    <a:bodyPr/>
                    <a:lstStyle/>
                    <a:p>
                      <a:pPr algn="ctr"/>
                      <a:r>
                        <a:rPr lang="fr-CA" sz="1600"/>
                        <a:t>Oui (Composant)</a:t>
                      </a:r>
                    </a:p>
                  </a:txBody>
                  <a:tcPr anchor="ctr"/>
                </a:tc>
                <a:tc>
                  <a:txBody>
                    <a:bodyPr/>
                    <a:lstStyle/>
                    <a:p>
                      <a:pPr algn="ctr"/>
                      <a:endParaRPr lang="fr-CA" sz="1600"/>
                    </a:p>
                  </a:txBody>
                  <a:tcPr anchor="ctr"/>
                </a:tc>
                <a:tc>
                  <a:txBody>
                    <a:bodyPr/>
                    <a:lstStyle/>
                    <a:p>
                      <a:pPr algn="ctr"/>
                      <a:endParaRPr lang="fr-CA" sz="1600"/>
                    </a:p>
                  </a:txBody>
                  <a:tcPr anchor="ctr">
                    <a:noFill/>
                  </a:tcPr>
                </a:tc>
                <a:tc>
                  <a:txBody>
                    <a:bodyPr/>
                    <a:lstStyle/>
                    <a:p>
                      <a:pPr algn="ctr"/>
                      <a:r>
                        <a:rPr lang="fr-CA" sz="1600"/>
                        <a:t>Ciblé</a:t>
                      </a:r>
                    </a:p>
                  </a:txBody>
                  <a:tcPr anchor="ctr"/>
                </a:tc>
                <a:extLst>
                  <a:ext uri="{0D108BD9-81ED-4DB2-BD59-A6C34878D82A}">
                    <a16:rowId xmlns:a16="http://schemas.microsoft.com/office/drawing/2014/main" val="2428416537"/>
                  </a:ext>
                </a:extLst>
              </a:tr>
            </a:tbl>
          </a:graphicData>
        </a:graphic>
      </p:graphicFrame>
      <p:sp>
        <p:nvSpPr>
          <p:cNvPr id="4" name="Espace réservé du numéro de diapositive 3">
            <a:extLst>
              <a:ext uri="{FF2B5EF4-FFF2-40B4-BE49-F238E27FC236}">
                <a16:creationId xmlns:a16="http://schemas.microsoft.com/office/drawing/2014/main" id="{4CA12769-34FD-1712-462E-23796252AB88}"/>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13</a:t>
            </a:fld>
            <a:endParaRPr lang="fr-CA"/>
          </a:p>
        </p:txBody>
      </p:sp>
      <p:pic>
        <p:nvPicPr>
          <p:cNvPr id="6" name="Graphique 5" descr="Coche avec un remplissage uni">
            <a:extLst>
              <a:ext uri="{FF2B5EF4-FFF2-40B4-BE49-F238E27FC236}">
                <a16:creationId xmlns:a16="http://schemas.microsoft.com/office/drawing/2014/main" id="{49BD4FF8-07C7-1D88-E3F5-1306DBAAD6C5}"/>
              </a:ext>
            </a:extLst>
          </p:cNvPr>
          <p:cNvPicPr>
            <a:picLocks noChangeAspect="1"/>
          </p:cNvPicPr>
          <p:nvPr>
            <p:custDataLst>
              <p:tags r:id="rId4"/>
            </p:custDataLst>
          </p:nvPr>
        </p:nvPicPr>
        <p:blipFill>
          <a:blip r:embed="rId15">
            <a:extLst>
              <a:ext uri="{96DAC541-7B7A-43D3-8B79-37D633B846F1}">
                <asvg:svgBlip xmlns:asvg="http://schemas.microsoft.com/office/drawing/2016/SVG/main" r:embed="rId16"/>
              </a:ext>
            </a:extLst>
          </a:blip>
          <a:stretch>
            <a:fillRect/>
          </a:stretch>
        </p:blipFill>
        <p:spPr>
          <a:xfrm>
            <a:off x="5051552" y="1937766"/>
            <a:ext cx="430530" cy="430530"/>
          </a:xfrm>
          <a:prstGeom prst="rect">
            <a:avLst/>
          </a:prstGeom>
        </p:spPr>
      </p:pic>
      <p:pic>
        <p:nvPicPr>
          <p:cNvPr id="7" name="Graphique 6" descr="Coche avec un remplissage uni">
            <a:extLst>
              <a:ext uri="{FF2B5EF4-FFF2-40B4-BE49-F238E27FC236}">
                <a16:creationId xmlns:a16="http://schemas.microsoft.com/office/drawing/2014/main" id="{83BCC962-DBDB-AF15-F2FC-D4956AE9C0F5}"/>
              </a:ext>
            </a:extLst>
          </p:cNvPr>
          <p:cNvPicPr>
            <a:picLocks noChangeAspect="1"/>
          </p:cNvPicPr>
          <p:nvPr>
            <p:custDataLst>
              <p:tags r:id="rId5"/>
            </p:custDataLst>
          </p:nvPr>
        </p:nvPicPr>
        <p:blipFill>
          <a:blip r:embed="rId15">
            <a:extLst>
              <a:ext uri="{96DAC541-7B7A-43D3-8B79-37D633B846F1}">
                <asvg:svgBlip xmlns:asvg="http://schemas.microsoft.com/office/drawing/2016/SVG/main" r:embed="rId16"/>
              </a:ext>
            </a:extLst>
          </a:blip>
          <a:stretch>
            <a:fillRect/>
          </a:stretch>
        </p:blipFill>
        <p:spPr>
          <a:xfrm>
            <a:off x="3380232" y="3225647"/>
            <a:ext cx="430530" cy="430530"/>
          </a:xfrm>
          <a:prstGeom prst="rect">
            <a:avLst/>
          </a:prstGeom>
        </p:spPr>
      </p:pic>
      <p:pic>
        <p:nvPicPr>
          <p:cNvPr id="8" name="Graphique 7" descr="Coche avec un remplissage uni">
            <a:extLst>
              <a:ext uri="{FF2B5EF4-FFF2-40B4-BE49-F238E27FC236}">
                <a16:creationId xmlns:a16="http://schemas.microsoft.com/office/drawing/2014/main" id="{7A832F52-D8D0-09D6-E0F5-B5406E772F11}"/>
              </a:ext>
            </a:extLst>
          </p:cNvPr>
          <p:cNvPicPr>
            <a:picLocks noChangeAspect="1"/>
          </p:cNvPicPr>
          <p:nvPr>
            <p:custDataLst>
              <p:tags r:id="rId6"/>
            </p:custDataLst>
          </p:nvPr>
        </p:nvPicPr>
        <p:blipFill>
          <a:blip r:embed="rId15">
            <a:extLst>
              <a:ext uri="{96DAC541-7B7A-43D3-8B79-37D633B846F1}">
                <asvg:svgBlip xmlns:asvg="http://schemas.microsoft.com/office/drawing/2016/SVG/main" r:embed="rId16"/>
              </a:ext>
            </a:extLst>
          </a:blip>
          <a:stretch>
            <a:fillRect/>
          </a:stretch>
        </p:blipFill>
        <p:spPr>
          <a:xfrm>
            <a:off x="5051552" y="2563241"/>
            <a:ext cx="430530" cy="430530"/>
          </a:xfrm>
          <a:prstGeom prst="rect">
            <a:avLst/>
          </a:prstGeom>
        </p:spPr>
      </p:pic>
      <p:pic>
        <p:nvPicPr>
          <p:cNvPr id="9" name="Graphique 8" descr="Coche avec un remplissage uni">
            <a:extLst>
              <a:ext uri="{FF2B5EF4-FFF2-40B4-BE49-F238E27FC236}">
                <a16:creationId xmlns:a16="http://schemas.microsoft.com/office/drawing/2014/main" id="{18A32E5C-436A-9B1B-24A3-84DF2B4C7110}"/>
              </a:ext>
            </a:extLst>
          </p:cNvPr>
          <p:cNvPicPr>
            <a:picLocks noChangeAspect="1"/>
          </p:cNvPicPr>
          <p:nvPr>
            <p:custDataLst>
              <p:tags r:id="rId7"/>
            </p:custDataLst>
          </p:nvPr>
        </p:nvPicPr>
        <p:blipFill>
          <a:blip r:embed="rId15">
            <a:extLst>
              <a:ext uri="{96DAC541-7B7A-43D3-8B79-37D633B846F1}">
                <asvg:svgBlip xmlns:asvg="http://schemas.microsoft.com/office/drawing/2016/SVG/main" r:embed="rId16"/>
              </a:ext>
            </a:extLst>
          </a:blip>
          <a:stretch>
            <a:fillRect/>
          </a:stretch>
        </p:blipFill>
        <p:spPr>
          <a:xfrm>
            <a:off x="5051552" y="3225647"/>
            <a:ext cx="430530" cy="430530"/>
          </a:xfrm>
          <a:prstGeom prst="rect">
            <a:avLst/>
          </a:prstGeom>
        </p:spPr>
      </p:pic>
      <p:pic>
        <p:nvPicPr>
          <p:cNvPr id="10" name="Graphique 9" descr="Coche avec un remplissage uni">
            <a:extLst>
              <a:ext uri="{FF2B5EF4-FFF2-40B4-BE49-F238E27FC236}">
                <a16:creationId xmlns:a16="http://schemas.microsoft.com/office/drawing/2014/main" id="{E78405BB-E15B-9549-F4E4-9D850940486F}"/>
              </a:ext>
            </a:extLst>
          </p:cNvPr>
          <p:cNvPicPr>
            <a:picLocks noChangeAspect="1"/>
          </p:cNvPicPr>
          <p:nvPr>
            <p:custDataLst>
              <p:tags r:id="rId8"/>
            </p:custDataLst>
          </p:nvPr>
        </p:nvPicPr>
        <p:blipFill>
          <a:blip r:embed="rId15">
            <a:extLst>
              <a:ext uri="{96DAC541-7B7A-43D3-8B79-37D633B846F1}">
                <asvg:svgBlip xmlns:asvg="http://schemas.microsoft.com/office/drawing/2016/SVG/main" r:embed="rId16"/>
              </a:ext>
            </a:extLst>
          </a:blip>
          <a:stretch>
            <a:fillRect/>
          </a:stretch>
        </p:blipFill>
        <p:spPr>
          <a:xfrm>
            <a:off x="6594856" y="1962150"/>
            <a:ext cx="430530" cy="430530"/>
          </a:xfrm>
          <a:prstGeom prst="rect">
            <a:avLst/>
          </a:prstGeom>
        </p:spPr>
      </p:pic>
      <p:pic>
        <p:nvPicPr>
          <p:cNvPr id="11" name="Graphique 10" descr="Coche avec un remplissage uni">
            <a:extLst>
              <a:ext uri="{FF2B5EF4-FFF2-40B4-BE49-F238E27FC236}">
                <a16:creationId xmlns:a16="http://schemas.microsoft.com/office/drawing/2014/main" id="{8E8763AB-FAEB-6B6E-B28F-4E0FA9C28E64}"/>
              </a:ext>
            </a:extLst>
          </p:cNvPr>
          <p:cNvPicPr>
            <a:picLocks noChangeAspect="1"/>
          </p:cNvPicPr>
          <p:nvPr>
            <p:custDataLst>
              <p:tags r:id="rId9"/>
            </p:custDataLst>
          </p:nvPr>
        </p:nvPicPr>
        <p:blipFill>
          <a:blip r:embed="rId15">
            <a:extLst>
              <a:ext uri="{96DAC541-7B7A-43D3-8B79-37D633B846F1}">
                <asvg:svgBlip xmlns:asvg="http://schemas.microsoft.com/office/drawing/2016/SVG/main" r:embed="rId16"/>
              </a:ext>
            </a:extLst>
          </a:blip>
          <a:stretch>
            <a:fillRect/>
          </a:stretch>
        </p:blipFill>
        <p:spPr>
          <a:xfrm>
            <a:off x="6594856" y="2563241"/>
            <a:ext cx="430530" cy="430530"/>
          </a:xfrm>
          <a:prstGeom prst="rect">
            <a:avLst/>
          </a:prstGeom>
        </p:spPr>
      </p:pic>
      <p:pic>
        <p:nvPicPr>
          <p:cNvPr id="3" name="Graphique 2" descr="Coche avec un remplissage uni">
            <a:extLst>
              <a:ext uri="{FF2B5EF4-FFF2-40B4-BE49-F238E27FC236}">
                <a16:creationId xmlns:a16="http://schemas.microsoft.com/office/drawing/2014/main" id="{1E38E8B6-99D4-77FA-E598-D0BE4B3F3D6D}"/>
              </a:ext>
            </a:extLst>
          </p:cNvPr>
          <p:cNvPicPr>
            <a:picLocks noChangeAspect="1"/>
          </p:cNvPicPr>
          <p:nvPr>
            <p:custDataLst>
              <p:tags r:id="rId10"/>
            </p:custDataLst>
          </p:nvPr>
        </p:nvPicPr>
        <p:blipFill>
          <a:blip r:embed="rId15">
            <a:extLst>
              <a:ext uri="{96DAC541-7B7A-43D3-8B79-37D633B846F1}">
                <asvg:svgBlip xmlns:asvg="http://schemas.microsoft.com/office/drawing/2016/SVG/main" r:embed="rId16"/>
              </a:ext>
            </a:extLst>
          </a:blip>
          <a:stretch>
            <a:fillRect/>
          </a:stretch>
        </p:blipFill>
        <p:spPr>
          <a:xfrm>
            <a:off x="8434832" y="1968246"/>
            <a:ext cx="430530" cy="430530"/>
          </a:xfrm>
          <a:prstGeom prst="rect">
            <a:avLst/>
          </a:prstGeom>
        </p:spPr>
      </p:pic>
      <p:pic>
        <p:nvPicPr>
          <p:cNvPr id="12" name="Graphique 11" descr="Coche avec un remplissage uni">
            <a:extLst>
              <a:ext uri="{FF2B5EF4-FFF2-40B4-BE49-F238E27FC236}">
                <a16:creationId xmlns:a16="http://schemas.microsoft.com/office/drawing/2014/main" id="{23F9150C-2F0F-6AE1-1F38-F3D986BDFE9F}"/>
              </a:ext>
            </a:extLst>
          </p:cNvPr>
          <p:cNvPicPr>
            <a:picLocks noChangeAspect="1"/>
          </p:cNvPicPr>
          <p:nvPr>
            <p:custDataLst>
              <p:tags r:id="rId11"/>
            </p:custDataLst>
          </p:nvPr>
        </p:nvPicPr>
        <p:blipFill>
          <a:blip r:embed="rId15">
            <a:extLst>
              <a:ext uri="{96DAC541-7B7A-43D3-8B79-37D633B846F1}">
                <asvg:svgBlip xmlns:asvg="http://schemas.microsoft.com/office/drawing/2016/SVG/main" r:embed="rId16"/>
              </a:ext>
            </a:extLst>
          </a:blip>
          <a:stretch>
            <a:fillRect/>
          </a:stretch>
        </p:blipFill>
        <p:spPr>
          <a:xfrm>
            <a:off x="8434832" y="2563241"/>
            <a:ext cx="430530" cy="430530"/>
          </a:xfrm>
          <a:prstGeom prst="rect">
            <a:avLst/>
          </a:prstGeom>
        </p:spPr>
      </p:pic>
      <p:pic>
        <p:nvPicPr>
          <p:cNvPr id="13" name="Graphique 12" descr="Coche avec un remplissage uni">
            <a:extLst>
              <a:ext uri="{FF2B5EF4-FFF2-40B4-BE49-F238E27FC236}">
                <a16:creationId xmlns:a16="http://schemas.microsoft.com/office/drawing/2014/main" id="{2A40A6E9-7D28-66A3-1797-E85189101C93}"/>
              </a:ext>
            </a:extLst>
          </p:cNvPr>
          <p:cNvPicPr>
            <a:picLocks noChangeAspect="1"/>
          </p:cNvPicPr>
          <p:nvPr>
            <p:custDataLst>
              <p:tags r:id="rId12"/>
            </p:custDataLst>
          </p:nvPr>
        </p:nvPicPr>
        <p:blipFill>
          <a:blip r:embed="rId15">
            <a:extLst>
              <a:ext uri="{96DAC541-7B7A-43D3-8B79-37D633B846F1}">
                <asvg:svgBlip xmlns:asvg="http://schemas.microsoft.com/office/drawing/2016/SVG/main" r:embed="rId16"/>
              </a:ext>
            </a:extLst>
          </a:blip>
          <a:stretch>
            <a:fillRect/>
          </a:stretch>
        </p:blipFill>
        <p:spPr>
          <a:xfrm>
            <a:off x="8434832" y="3225647"/>
            <a:ext cx="430530" cy="430530"/>
          </a:xfrm>
          <a:prstGeom prst="rect">
            <a:avLst/>
          </a:prstGeom>
        </p:spPr>
      </p:pic>
    </p:spTree>
    <p:extLst>
      <p:ext uri="{BB962C8B-B14F-4D97-AF65-F5344CB8AC3E}">
        <p14:creationId xmlns:p14="http://schemas.microsoft.com/office/powerpoint/2010/main" val="179711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48676-FFCE-10B2-802F-21858571A8F7}"/>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AB1A025-ED32-D8A5-DFBD-B14825F23A97}"/>
              </a:ext>
            </a:extLst>
          </p:cNvPr>
          <p:cNvSpPr>
            <a:spLocks noGrp="1"/>
          </p:cNvSpPr>
          <p:nvPr>
            <p:ph type="sldNum" sz="quarter" idx="12"/>
            <p:custDataLst>
              <p:tags r:id="rId1"/>
            </p:custDataLst>
          </p:nvPr>
        </p:nvSpPr>
        <p:spPr/>
        <p:txBody>
          <a:bodyPr/>
          <a:lstStyle/>
          <a:p>
            <a:fld id="{1A5FFEF5-E129-4B58-BC20-992FAFAB5E8C}" type="slidenum">
              <a:rPr lang="fr-CA" noProof="0" smtClean="0"/>
              <a:pPr/>
              <a:t>14</a:t>
            </a:fld>
            <a:endParaRPr lang="fr-CA" noProof="0"/>
          </a:p>
        </p:txBody>
      </p:sp>
      <p:sp>
        <p:nvSpPr>
          <p:cNvPr id="3" name="Espace réservé du texte 2">
            <a:extLst>
              <a:ext uri="{FF2B5EF4-FFF2-40B4-BE49-F238E27FC236}">
                <a16:creationId xmlns:a16="http://schemas.microsoft.com/office/drawing/2014/main" id="{00E57A17-105C-892E-7192-33939E2A7CA6}"/>
              </a:ext>
            </a:extLst>
          </p:cNvPr>
          <p:cNvSpPr>
            <a:spLocks noGrp="1"/>
          </p:cNvSpPr>
          <p:nvPr>
            <p:ph type="body" sz="quarter" idx="13"/>
            <p:custDataLst>
              <p:tags r:id="rId2"/>
            </p:custDataLst>
          </p:nvPr>
        </p:nvSpPr>
        <p:spPr>
          <a:xfrm>
            <a:off x="256031" y="326803"/>
            <a:ext cx="8565751" cy="1699358"/>
          </a:xfrm>
        </p:spPr>
        <p:txBody>
          <a:bodyPr/>
          <a:lstStyle/>
          <a:p>
            <a:r>
              <a:rPr lang="fr-CA" sz="4800"/>
              <a:t>Essais de composants</a:t>
            </a:r>
          </a:p>
          <a:p>
            <a:r>
              <a:rPr lang="fr-CA" sz="2000"/>
              <a:t>et intégration de composants</a:t>
            </a:r>
            <a:endParaRPr lang="fr-CA" sz="2000" noProof="0"/>
          </a:p>
        </p:txBody>
      </p:sp>
    </p:spTree>
    <p:extLst>
      <p:ext uri="{BB962C8B-B14F-4D97-AF65-F5344CB8AC3E}">
        <p14:creationId xmlns:p14="http://schemas.microsoft.com/office/powerpoint/2010/main" val="2188925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0F80D5-4DC7-4727-2B66-EAC71817AAD4}"/>
              </a:ext>
            </a:extLst>
          </p:cNvPr>
          <p:cNvSpPr>
            <a:spLocks noGrp="1"/>
          </p:cNvSpPr>
          <p:nvPr>
            <p:ph type="title"/>
            <p:custDataLst>
              <p:tags r:id="rId1"/>
            </p:custDataLst>
          </p:nvPr>
        </p:nvSpPr>
        <p:spPr>
          <a:xfrm>
            <a:off x="228600" y="247650"/>
            <a:ext cx="6629400" cy="514350"/>
          </a:xfrm>
        </p:spPr>
        <p:txBody>
          <a:bodyPr/>
          <a:lstStyle/>
          <a:p>
            <a:r>
              <a:rPr lang="fr-CA" sz="2400" b="1"/>
              <a:t>Définition des essais Composants</a:t>
            </a:r>
          </a:p>
        </p:txBody>
      </p:sp>
      <p:sp>
        <p:nvSpPr>
          <p:cNvPr id="3" name="Espace réservé du contenu 2">
            <a:extLst>
              <a:ext uri="{FF2B5EF4-FFF2-40B4-BE49-F238E27FC236}">
                <a16:creationId xmlns:a16="http://schemas.microsoft.com/office/drawing/2014/main" id="{E7E631E3-F435-588B-839B-1F1986D49F11}"/>
              </a:ext>
            </a:extLst>
          </p:cNvPr>
          <p:cNvSpPr>
            <a:spLocks noGrp="1"/>
          </p:cNvSpPr>
          <p:nvPr>
            <p:ph idx="1"/>
            <p:custDataLst>
              <p:tags r:id="rId2"/>
            </p:custDataLst>
          </p:nvPr>
        </p:nvSpPr>
        <p:spPr>
          <a:xfrm>
            <a:off x="228600" y="1314450"/>
            <a:ext cx="6629400" cy="3318273"/>
          </a:xfrm>
        </p:spPr>
        <p:txBody>
          <a:bodyPr/>
          <a:lstStyle/>
          <a:p>
            <a:r>
              <a:rPr lang="fr-CA" sz="1400" b="1"/>
              <a:t>Définition</a:t>
            </a:r>
            <a:r>
              <a:rPr lang="fr-CA" sz="1400"/>
              <a:t> : vérifier la plus petite partie isolée d'un code (une fonction, une méthode, une classe) pour s'assurer qu'elle fonctionne comme prévu, indépendamment des autres composants, en utilisant des entrées spécifiques et en vérifiant les sorties attendues</a:t>
            </a:r>
          </a:p>
          <a:p>
            <a:r>
              <a:rPr lang="fr-CA" sz="1400" b="1"/>
              <a:t>Données</a:t>
            </a:r>
            <a:r>
              <a:rPr lang="fr-CA" sz="1400"/>
              <a:t> : données simulées, suivant les besoins du test.</a:t>
            </a:r>
          </a:p>
          <a:p>
            <a:r>
              <a:rPr lang="fr-CA" sz="1400" b="1"/>
              <a:t>Intrants</a:t>
            </a:r>
            <a:r>
              <a:rPr lang="fr-CA" sz="1400"/>
              <a:t> : règles fonctionnelles, algorithmes, spécifications de classe et méthode, conception.</a:t>
            </a:r>
          </a:p>
          <a:p>
            <a:pPr>
              <a:spcAft>
                <a:spcPts val="600"/>
              </a:spcAft>
            </a:pPr>
            <a:r>
              <a:rPr lang="fr-CA" sz="1400" b="1"/>
              <a:t>Exécution</a:t>
            </a:r>
            <a:r>
              <a:rPr lang="fr-CA" sz="1400"/>
              <a:t> : par classe et fonction, valider :</a:t>
            </a:r>
          </a:p>
          <a:p>
            <a:pPr lvl="1">
              <a:spcAft>
                <a:spcPts val="600"/>
              </a:spcAft>
            </a:pPr>
            <a:r>
              <a:rPr lang="fr-CA" sz="1050"/>
              <a:t>la stabilité du code (non-régression, les règles fonctionnelles)</a:t>
            </a:r>
          </a:p>
          <a:p>
            <a:pPr lvl="1">
              <a:spcAft>
                <a:spcPts val="600"/>
              </a:spcAft>
            </a:pPr>
            <a:r>
              <a:rPr lang="fr-CA" sz="1050"/>
              <a:t>l’orchestration du traitement</a:t>
            </a:r>
          </a:p>
          <a:p>
            <a:pPr lvl="1">
              <a:spcAft>
                <a:spcPts val="600"/>
              </a:spcAft>
            </a:pPr>
            <a:r>
              <a:rPr lang="fr-CA" sz="1050"/>
              <a:t>la conception</a:t>
            </a:r>
          </a:p>
          <a:p>
            <a:pPr>
              <a:spcAft>
                <a:spcPts val="600"/>
              </a:spcAft>
            </a:pPr>
            <a:r>
              <a:rPr lang="fr-CA" sz="1400" b="1"/>
              <a:t>Intégration de composants </a:t>
            </a:r>
            <a:r>
              <a:rPr lang="fr-CA" sz="1400"/>
              <a:t>: interactions et interfaces entre plusieurs composants.</a:t>
            </a:r>
          </a:p>
        </p:txBody>
      </p:sp>
      <p:sp>
        <p:nvSpPr>
          <p:cNvPr id="4" name="Espace réservé du numéro de diapositive 3">
            <a:extLst>
              <a:ext uri="{FF2B5EF4-FFF2-40B4-BE49-F238E27FC236}">
                <a16:creationId xmlns:a16="http://schemas.microsoft.com/office/drawing/2014/main" id="{EEE5CFEE-E692-7D77-40ED-38C3C3C62126}"/>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15</a:t>
            </a:fld>
            <a:endParaRPr lang="fr-CA"/>
          </a:p>
        </p:txBody>
      </p:sp>
    </p:spTree>
    <p:extLst>
      <p:ext uri="{BB962C8B-B14F-4D97-AF65-F5344CB8AC3E}">
        <p14:creationId xmlns:p14="http://schemas.microsoft.com/office/powerpoint/2010/main" val="110842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18F92B8-4143-18B0-506A-0C28FE58A85C}"/>
              </a:ext>
            </a:extLst>
          </p:cNvPr>
          <p:cNvSpPr>
            <a:spLocks noGrp="1"/>
          </p:cNvSpPr>
          <p:nvPr>
            <p:ph type="sldNum" sz="quarter" idx="10"/>
            <p:custDataLst>
              <p:tags r:id="rId1"/>
            </p:custDataLst>
          </p:nvPr>
        </p:nvSpPr>
        <p:spPr/>
        <p:txBody>
          <a:bodyPr/>
          <a:lstStyle/>
          <a:p>
            <a:fld id="{1A5FFEF5-E129-4B58-BC20-992FAFAB5E8C}" type="slidenum">
              <a:rPr lang="fr-CA" smtClean="0"/>
              <a:pPr/>
              <a:t>16</a:t>
            </a:fld>
            <a:endParaRPr lang="fr-CA"/>
          </a:p>
        </p:txBody>
      </p:sp>
      <p:sp>
        <p:nvSpPr>
          <p:cNvPr id="4" name="Titre 3">
            <a:extLst>
              <a:ext uri="{FF2B5EF4-FFF2-40B4-BE49-F238E27FC236}">
                <a16:creationId xmlns:a16="http://schemas.microsoft.com/office/drawing/2014/main" id="{72C6A9FF-9E91-E094-5436-049A5CF19F51}"/>
              </a:ext>
            </a:extLst>
          </p:cNvPr>
          <p:cNvSpPr>
            <a:spLocks noGrp="1"/>
          </p:cNvSpPr>
          <p:nvPr>
            <p:ph type="title"/>
            <p:custDataLst>
              <p:tags r:id="rId2"/>
            </p:custDataLst>
          </p:nvPr>
        </p:nvSpPr>
        <p:spPr/>
        <p:txBody>
          <a:bodyPr/>
          <a:lstStyle/>
          <a:p>
            <a:r>
              <a:rPr lang="fr-CA" sz="2400" b="1"/>
              <a:t>Template – Test unitaire (AAA)</a:t>
            </a:r>
          </a:p>
        </p:txBody>
      </p:sp>
      <p:sp>
        <p:nvSpPr>
          <p:cNvPr id="7" name="Rectangle 2">
            <a:extLst>
              <a:ext uri="{FF2B5EF4-FFF2-40B4-BE49-F238E27FC236}">
                <a16:creationId xmlns:a16="http://schemas.microsoft.com/office/drawing/2014/main" id="{A58D711F-913B-5A9B-9B70-9FAF03B85F10}"/>
              </a:ext>
            </a:extLst>
          </p:cNvPr>
          <p:cNvSpPr>
            <a:spLocks noChangeArrowheads="1"/>
          </p:cNvSpPr>
          <p:nvPr>
            <p:custDataLst>
              <p:tags r:id="rId3"/>
            </p:custDataLst>
          </p:nvPr>
        </p:nvSpPr>
        <p:spPr bwMode="auto">
          <a:xfrm>
            <a:off x="2307598" y="1540697"/>
            <a:ext cx="404149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1" i="0" u="none" strike="noStrike" cap="none" normalizeH="0" baseline="0">
                <a:ln>
                  <a:noFill/>
                </a:ln>
                <a:solidFill>
                  <a:schemeClr val="tx1"/>
                </a:solidFill>
                <a:effectLst/>
                <a:latin typeface="Arial" panose="020B0604020202020204" pitchFamily="34" charset="0"/>
              </a:rPr>
              <a:t>Arrange</a:t>
            </a:r>
            <a:r>
              <a:rPr kumimoji="0" lang="fr-FR" altLang="fr-FR" sz="16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rial" panose="020B0604020202020204" pitchFamily="34" charset="0"/>
              </a:rPr>
              <a:t>- Client: type=VIP</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rial" panose="020B0604020202020204" pitchFamily="34" charset="0"/>
              </a:rPr>
              <a:t>- Panier: montant=80$</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1" i="0" u="none" strike="noStrike" cap="none" normalizeH="0" baseline="0" err="1">
                <a:ln>
                  <a:noFill/>
                </a:ln>
                <a:solidFill>
                  <a:schemeClr val="tx1"/>
                </a:solidFill>
                <a:effectLst/>
                <a:latin typeface="Arial" panose="020B0604020202020204" pitchFamily="34" charset="0"/>
              </a:rPr>
              <a:t>Act</a:t>
            </a:r>
            <a:r>
              <a:rPr kumimoji="0" lang="fr-FR" altLang="fr-FR" sz="16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rial" panose="020B0604020202020204" pitchFamily="34" charset="0"/>
              </a:rPr>
              <a:t>- </a:t>
            </a:r>
            <a:r>
              <a:rPr kumimoji="0" lang="fr-FR" altLang="fr-FR" sz="1600" b="0" i="0" u="none" strike="noStrike" cap="none" normalizeH="0" baseline="0" err="1">
                <a:ln>
                  <a:noFill/>
                </a:ln>
                <a:solidFill>
                  <a:schemeClr val="tx1"/>
                </a:solidFill>
                <a:effectLst/>
                <a:latin typeface="Arial" panose="020B0604020202020204" pitchFamily="34" charset="0"/>
              </a:rPr>
              <a:t>PrixFinal</a:t>
            </a:r>
            <a:r>
              <a:rPr kumimoji="0" lang="fr-FR" altLang="fr-FR" sz="1600" b="0" i="0" u="none" strike="noStrike" cap="none" normalizeH="0" baseline="0">
                <a:ln>
                  <a:noFill/>
                </a:ln>
                <a:solidFill>
                  <a:schemeClr val="tx1"/>
                </a:solidFill>
                <a:effectLst/>
                <a:latin typeface="Arial" panose="020B0604020202020204" pitchFamily="34" charset="0"/>
              </a:rPr>
              <a:t> = </a:t>
            </a:r>
            <a:r>
              <a:rPr kumimoji="0" lang="fr-FR" altLang="fr-FR" sz="1600" b="0" i="0" u="none" strike="noStrike" cap="none" normalizeH="0" baseline="0" err="1">
                <a:ln>
                  <a:noFill/>
                </a:ln>
                <a:solidFill>
                  <a:schemeClr val="tx1"/>
                </a:solidFill>
                <a:effectLst/>
                <a:latin typeface="Arial" panose="020B0604020202020204" pitchFamily="34" charset="0"/>
              </a:rPr>
              <a:t>CalculerPrix</a:t>
            </a:r>
            <a:r>
              <a:rPr kumimoji="0" lang="fr-FR" altLang="fr-FR" sz="1600" b="0" i="0" u="none" strike="noStrike" cap="none" normalizeH="0" baseline="0">
                <a:ln>
                  <a:noFill/>
                </a:ln>
                <a:solidFill>
                  <a:schemeClr val="tx1"/>
                </a:solidFill>
                <a:effectLst/>
                <a:latin typeface="Arial" panose="020B0604020202020204" pitchFamily="34" charset="0"/>
              </a:rPr>
              <a:t>(client, panier)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1" i="0" u="none" strike="noStrike" cap="none" normalizeH="0" baseline="0" err="1">
                <a:ln>
                  <a:noFill/>
                </a:ln>
                <a:solidFill>
                  <a:schemeClr val="tx1"/>
                </a:solidFill>
                <a:effectLst/>
                <a:latin typeface="Arial" panose="020B0604020202020204" pitchFamily="34" charset="0"/>
              </a:rPr>
              <a:t>Assert</a:t>
            </a:r>
            <a:r>
              <a:rPr kumimoji="0" lang="fr-FR" altLang="fr-FR" sz="16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rial" panose="020B0604020202020204" pitchFamily="34" charset="0"/>
              </a:rPr>
              <a:t>- </a:t>
            </a:r>
            <a:r>
              <a:rPr kumimoji="0" lang="fr-FR" altLang="fr-FR" sz="1600" b="0" i="0" u="none" strike="noStrike" cap="none" normalizeH="0" baseline="0" err="1">
                <a:ln>
                  <a:noFill/>
                </a:ln>
                <a:solidFill>
                  <a:schemeClr val="tx1"/>
                </a:solidFill>
                <a:effectLst/>
                <a:latin typeface="Arial" panose="020B0604020202020204" pitchFamily="34" charset="0"/>
              </a:rPr>
              <a:t>PrixFinal</a:t>
            </a:r>
            <a:r>
              <a:rPr kumimoji="0" lang="fr-FR" altLang="fr-FR" sz="1600" b="0" i="0" u="none" strike="noStrike" cap="none" normalizeH="0" baseline="0">
                <a:ln>
                  <a:noFill/>
                </a:ln>
                <a:solidFill>
                  <a:schemeClr val="tx1"/>
                </a:solidFill>
                <a:effectLst/>
                <a:latin typeface="Arial" panose="020B0604020202020204" pitchFamily="34" charset="0"/>
              </a:rPr>
              <a:t> == 72$</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0">
                <a:ln>
                  <a:noFill/>
                </a:ln>
                <a:solidFill>
                  <a:schemeClr val="tx1"/>
                </a:solidFill>
                <a:effectLst/>
                <a:latin typeface="Arial" panose="020B0604020202020204" pitchFamily="34" charset="0"/>
              </a:rPr>
              <a:t>- </a:t>
            </a:r>
            <a:r>
              <a:rPr kumimoji="0" lang="fr-FR" altLang="fr-FR" sz="1600" b="0" i="0" u="none" strike="noStrike" cap="none" normalizeH="0" baseline="0" err="1">
                <a:ln>
                  <a:noFill/>
                </a:ln>
                <a:solidFill>
                  <a:schemeClr val="tx1"/>
                </a:solidFill>
                <a:effectLst/>
                <a:latin typeface="Arial" panose="020B0604020202020204" pitchFamily="34" charset="0"/>
              </a:rPr>
              <a:t>PublieEvenement</a:t>
            </a:r>
            <a:r>
              <a:rPr kumimoji="0" lang="fr-FR" altLang="fr-FR" sz="1600" b="0" i="0" u="none" strike="noStrike" cap="none" normalizeH="0" baseline="0">
                <a:ln>
                  <a:noFill/>
                </a:ln>
                <a:solidFill>
                  <a:schemeClr val="tx1"/>
                </a:solidFill>
                <a:effectLst/>
                <a:latin typeface="Arial" panose="020B0604020202020204" pitchFamily="34" charset="0"/>
              </a:rPr>
              <a:t>("</a:t>
            </a:r>
            <a:r>
              <a:rPr kumimoji="0" lang="fr-FR" altLang="fr-FR" sz="1600" b="0" i="0" u="none" strike="noStrike" cap="none" normalizeH="0" baseline="0" err="1">
                <a:ln>
                  <a:noFill/>
                </a:ln>
                <a:solidFill>
                  <a:schemeClr val="tx1"/>
                </a:solidFill>
                <a:effectLst/>
                <a:latin typeface="Arial" panose="020B0604020202020204" pitchFamily="34" charset="0"/>
              </a:rPr>
              <a:t>PromotionAppliquée</a:t>
            </a:r>
            <a:r>
              <a:rPr kumimoji="0" lang="fr-FR" altLang="fr-FR" sz="1600" b="0" i="0" u="none" strike="noStrike" cap="none" normalizeH="0" baseline="0">
                <a:ln>
                  <a:noFill/>
                </a:ln>
                <a:solidFill>
                  <a:schemeClr val="tx1"/>
                </a:solidFill>
                <a:effectLst/>
                <a:latin typeface="Arial" panose="020B0604020202020204" pitchFamily="34" charset="0"/>
              </a:rPr>
              <a:t>")</a:t>
            </a:r>
          </a:p>
        </p:txBody>
      </p:sp>
      <p:sp>
        <p:nvSpPr>
          <p:cNvPr id="9" name="Rectangle : coins arrondis 8">
            <a:extLst>
              <a:ext uri="{FF2B5EF4-FFF2-40B4-BE49-F238E27FC236}">
                <a16:creationId xmlns:a16="http://schemas.microsoft.com/office/drawing/2014/main" id="{6FDB332B-927F-7FB9-2CD8-A7D2F3E18D95}"/>
              </a:ext>
            </a:extLst>
          </p:cNvPr>
          <p:cNvSpPr/>
          <p:nvPr>
            <p:custDataLst>
              <p:tags r:id="rId4"/>
            </p:custDataLst>
          </p:nvPr>
        </p:nvSpPr>
        <p:spPr>
          <a:xfrm>
            <a:off x="6490148" y="3301550"/>
            <a:ext cx="2272852" cy="127854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normAutofit/>
          </a:bodyPr>
          <a:lstStyle/>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Titre: Calcul remise - client VIP</a:t>
            </a: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But: Vérifier la règle de remise 10% &gt; 50$</a:t>
            </a:r>
            <a:endParaRPr lang="fr-CA">
              <a:solidFill>
                <a:schemeClr val="bg1"/>
              </a:solidFill>
            </a:endParaRPr>
          </a:p>
        </p:txBody>
      </p:sp>
    </p:spTree>
    <p:extLst>
      <p:ext uri="{BB962C8B-B14F-4D97-AF65-F5344CB8AC3E}">
        <p14:creationId xmlns:p14="http://schemas.microsoft.com/office/powerpoint/2010/main" val="2810496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01EBC0-7AD1-B527-A259-D16DF9DCE79F}"/>
              </a:ext>
            </a:extLst>
          </p:cNvPr>
          <p:cNvSpPr>
            <a:spLocks noGrp="1"/>
          </p:cNvSpPr>
          <p:nvPr>
            <p:ph type="title"/>
            <p:custDataLst>
              <p:tags r:id="rId1"/>
            </p:custDataLst>
          </p:nvPr>
        </p:nvSpPr>
        <p:spPr/>
        <p:txBody>
          <a:bodyPr/>
          <a:lstStyle/>
          <a:p>
            <a:r>
              <a:rPr lang="fr-CA" sz="2800" b="1"/>
              <a:t>Bonnes pratiques</a:t>
            </a:r>
          </a:p>
        </p:txBody>
      </p:sp>
      <p:sp>
        <p:nvSpPr>
          <p:cNvPr id="3" name="Espace réservé du contenu 2">
            <a:extLst>
              <a:ext uri="{FF2B5EF4-FFF2-40B4-BE49-F238E27FC236}">
                <a16:creationId xmlns:a16="http://schemas.microsoft.com/office/drawing/2014/main" id="{57859349-7316-BE32-76A7-D1D159EAF0DD}"/>
              </a:ext>
            </a:extLst>
          </p:cNvPr>
          <p:cNvSpPr>
            <a:spLocks noGrp="1"/>
          </p:cNvSpPr>
          <p:nvPr>
            <p:ph idx="1"/>
            <p:custDataLst>
              <p:tags r:id="rId2"/>
            </p:custDataLst>
          </p:nvPr>
        </p:nvSpPr>
        <p:spPr/>
        <p:txBody>
          <a:bodyPr/>
          <a:lstStyle/>
          <a:p>
            <a:r>
              <a:rPr lang="fr-CA"/>
              <a:t>Les tests unitaires doivent être simple. C’est le code qui doit s’ajuster.</a:t>
            </a:r>
          </a:p>
          <a:p>
            <a:r>
              <a:rPr lang="fr-CA"/>
              <a:t>Il faut faire une </a:t>
            </a:r>
            <a:r>
              <a:rPr lang="fr-CA" err="1"/>
              <a:t>review</a:t>
            </a:r>
            <a:r>
              <a:rPr lang="fr-CA"/>
              <a:t> des tests unitaires et de composant avec vos pairs pour garantir leurs utilités.</a:t>
            </a:r>
          </a:p>
          <a:p>
            <a:r>
              <a:rPr lang="fr-CA"/>
              <a:t>Les tests sur le code mort ne comptent pas ;-)</a:t>
            </a:r>
          </a:p>
          <a:p>
            <a:endParaRPr lang="fr-CA"/>
          </a:p>
        </p:txBody>
      </p:sp>
      <p:sp>
        <p:nvSpPr>
          <p:cNvPr id="4" name="Espace réservé du numéro de diapositive 3">
            <a:extLst>
              <a:ext uri="{FF2B5EF4-FFF2-40B4-BE49-F238E27FC236}">
                <a16:creationId xmlns:a16="http://schemas.microsoft.com/office/drawing/2014/main" id="{E9C0EF59-EB3E-22D1-D6FE-76B27AF2B1DC}"/>
              </a:ext>
            </a:extLst>
          </p:cNvPr>
          <p:cNvSpPr>
            <a:spLocks noGrp="1"/>
          </p:cNvSpPr>
          <p:nvPr>
            <p:ph type="sldNum" sz="quarter" idx="12"/>
            <p:custDataLst>
              <p:tags r:id="rId3"/>
            </p:custDataLst>
          </p:nvPr>
        </p:nvSpPr>
        <p:spPr/>
        <p:txBody>
          <a:bodyPr/>
          <a:lstStyle/>
          <a:p>
            <a:fld id="{92CFF269-2187-469B-861B-426AF96A1473}" type="slidenum">
              <a:rPr lang="fr-CA" smtClean="0"/>
              <a:t>17</a:t>
            </a:fld>
            <a:endParaRPr lang="fr-CA"/>
          </a:p>
        </p:txBody>
      </p:sp>
    </p:spTree>
    <p:extLst>
      <p:ext uri="{BB962C8B-B14F-4D97-AF65-F5344CB8AC3E}">
        <p14:creationId xmlns:p14="http://schemas.microsoft.com/office/powerpoint/2010/main" val="711966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66605-D698-65B2-7BEE-8AE9E49E355D}"/>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8AA7B69-15A3-33C8-E2DE-8F67BDF22929}"/>
              </a:ext>
            </a:extLst>
          </p:cNvPr>
          <p:cNvSpPr>
            <a:spLocks noGrp="1"/>
          </p:cNvSpPr>
          <p:nvPr>
            <p:ph type="sldNum" sz="quarter" idx="12"/>
            <p:custDataLst>
              <p:tags r:id="rId1"/>
            </p:custDataLst>
          </p:nvPr>
        </p:nvSpPr>
        <p:spPr/>
        <p:txBody>
          <a:bodyPr/>
          <a:lstStyle/>
          <a:p>
            <a:fld id="{1A5FFEF5-E129-4B58-BC20-992FAFAB5E8C}" type="slidenum">
              <a:rPr lang="fr-CA" noProof="0" smtClean="0"/>
              <a:pPr/>
              <a:t>18</a:t>
            </a:fld>
            <a:endParaRPr lang="fr-CA" noProof="0"/>
          </a:p>
        </p:txBody>
      </p:sp>
      <p:sp>
        <p:nvSpPr>
          <p:cNvPr id="3" name="Espace réservé du texte 2">
            <a:extLst>
              <a:ext uri="{FF2B5EF4-FFF2-40B4-BE49-F238E27FC236}">
                <a16:creationId xmlns:a16="http://schemas.microsoft.com/office/drawing/2014/main" id="{CD89B81D-99E8-46C3-BE64-58D253E5BB40}"/>
              </a:ext>
            </a:extLst>
          </p:cNvPr>
          <p:cNvSpPr>
            <a:spLocks noGrp="1"/>
          </p:cNvSpPr>
          <p:nvPr>
            <p:ph type="body" sz="quarter" idx="13"/>
            <p:custDataLst>
              <p:tags r:id="rId2"/>
            </p:custDataLst>
          </p:nvPr>
        </p:nvSpPr>
        <p:spPr>
          <a:xfrm>
            <a:off x="256031" y="326803"/>
            <a:ext cx="8565751" cy="1699358"/>
          </a:xfrm>
        </p:spPr>
        <p:txBody>
          <a:bodyPr/>
          <a:lstStyle/>
          <a:p>
            <a:r>
              <a:rPr lang="fr-CA" sz="4800" noProof="0"/>
              <a:t>Essais de système</a:t>
            </a:r>
          </a:p>
          <a:p>
            <a:r>
              <a:rPr lang="fr-CA" sz="2000"/>
              <a:t>Et intégration de système</a:t>
            </a:r>
            <a:endParaRPr lang="fr-CA" sz="2000" noProof="0"/>
          </a:p>
        </p:txBody>
      </p:sp>
    </p:spTree>
    <p:extLst>
      <p:ext uri="{BB962C8B-B14F-4D97-AF65-F5344CB8AC3E}">
        <p14:creationId xmlns:p14="http://schemas.microsoft.com/office/powerpoint/2010/main" val="2849842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D8D-F987-6CBD-0CC7-199A64BD6A3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3B4BA1A-B84B-D169-8C66-35A0379496E4}"/>
              </a:ext>
            </a:extLst>
          </p:cNvPr>
          <p:cNvSpPr>
            <a:spLocks noGrp="1"/>
          </p:cNvSpPr>
          <p:nvPr>
            <p:ph type="title"/>
            <p:custDataLst>
              <p:tags r:id="rId1"/>
            </p:custDataLst>
          </p:nvPr>
        </p:nvSpPr>
        <p:spPr>
          <a:xfrm>
            <a:off x="228600" y="247650"/>
            <a:ext cx="6629400" cy="514350"/>
          </a:xfrm>
        </p:spPr>
        <p:txBody>
          <a:bodyPr/>
          <a:lstStyle/>
          <a:p>
            <a:r>
              <a:rPr lang="fr-CA" sz="2400" b="1"/>
              <a:t>Définition des essais de Système</a:t>
            </a:r>
          </a:p>
        </p:txBody>
      </p:sp>
      <p:sp>
        <p:nvSpPr>
          <p:cNvPr id="3" name="Espace réservé du contenu 2">
            <a:extLst>
              <a:ext uri="{FF2B5EF4-FFF2-40B4-BE49-F238E27FC236}">
                <a16:creationId xmlns:a16="http://schemas.microsoft.com/office/drawing/2014/main" id="{0AB16B07-D8ED-E9FD-1ECC-23E2937C7E2E}"/>
              </a:ext>
            </a:extLst>
          </p:cNvPr>
          <p:cNvSpPr>
            <a:spLocks noGrp="1"/>
          </p:cNvSpPr>
          <p:nvPr>
            <p:ph idx="1"/>
            <p:custDataLst>
              <p:tags r:id="rId2"/>
            </p:custDataLst>
          </p:nvPr>
        </p:nvSpPr>
        <p:spPr>
          <a:xfrm>
            <a:off x="228600" y="849755"/>
            <a:ext cx="8510666" cy="3789701"/>
          </a:xfrm>
        </p:spPr>
        <p:txBody>
          <a:bodyPr/>
          <a:lstStyle/>
          <a:p>
            <a:pPr>
              <a:spcAft>
                <a:spcPts val="1200"/>
              </a:spcAft>
            </a:pPr>
            <a:r>
              <a:rPr lang="fr-CA" sz="1400"/>
              <a:t>Définition : Tester le système complet dans un environnement représentatif de la production, incluant toutes les intégrations internes et externes.</a:t>
            </a:r>
          </a:p>
          <a:p>
            <a:pPr>
              <a:spcAft>
                <a:spcPts val="1200"/>
              </a:spcAft>
            </a:pPr>
            <a:r>
              <a:rPr lang="fr-CA" sz="1400"/>
              <a:t>Données : simulées, idéalement proche du réel.</a:t>
            </a:r>
          </a:p>
          <a:p>
            <a:pPr>
              <a:spcAft>
                <a:spcPts val="1200"/>
              </a:spcAft>
            </a:pPr>
            <a:r>
              <a:rPr lang="fr-CA" sz="1400"/>
              <a:t>Intrants : use cases, liste des fonctionnalités, diagramme d’architecture logicielle, contrats d’interface.</a:t>
            </a:r>
          </a:p>
          <a:p>
            <a:pPr>
              <a:spcAft>
                <a:spcPts val="1200"/>
              </a:spcAft>
            </a:pPr>
            <a:r>
              <a:rPr lang="fr-CA" sz="1400"/>
              <a:t>Exécutions :  </a:t>
            </a:r>
          </a:p>
          <a:p>
            <a:pPr lvl="1" fontAlgn="ctr">
              <a:lnSpc>
                <a:spcPct val="100000"/>
              </a:lnSpc>
              <a:spcAft>
                <a:spcPts val="600"/>
              </a:spcAft>
            </a:pPr>
            <a:r>
              <a:rPr lang="fr-CA" sz="1100"/>
              <a:t>Valider les scénarios fonctionnels end‑to‑end (succès &amp; erreurs).</a:t>
            </a:r>
          </a:p>
          <a:p>
            <a:pPr lvl="1" fontAlgn="ctr">
              <a:lnSpc>
                <a:spcPct val="100000"/>
              </a:lnSpc>
              <a:spcAft>
                <a:spcPts val="600"/>
              </a:spcAft>
            </a:pPr>
            <a:r>
              <a:rPr lang="fr-CA" sz="1100"/>
              <a:t>Tester les comportements non‑fonctionnels : performance, sécurité, utilisabilité, gestion des erreurs.</a:t>
            </a:r>
          </a:p>
          <a:p>
            <a:pPr lvl="1" fontAlgn="ctr">
              <a:lnSpc>
                <a:spcPct val="100000"/>
              </a:lnSpc>
              <a:spcAft>
                <a:spcPts val="600"/>
              </a:spcAft>
            </a:pPr>
            <a:r>
              <a:rPr lang="fr-CA" sz="1100"/>
              <a:t>Vérifier les orchestrations, états métiers et flux de données inter‑applications.</a:t>
            </a:r>
          </a:p>
          <a:p>
            <a:pPr marL="685800" lvl="1" indent="0" fontAlgn="ctr">
              <a:lnSpc>
                <a:spcPct val="100000"/>
              </a:lnSpc>
              <a:spcAft>
                <a:spcPts val="600"/>
              </a:spcAft>
              <a:buNone/>
            </a:pPr>
            <a:endParaRPr lang="fr-CA" sz="1000"/>
          </a:p>
          <a:p>
            <a:pPr>
              <a:spcAft>
                <a:spcPts val="1200"/>
              </a:spcAft>
            </a:pPr>
            <a:r>
              <a:rPr lang="fr-CA" sz="1400"/>
              <a:t>Intégration de système : interactions entre applications, services, bases de données, files de messages, conformité aux contrats d’interface et stabilité des échanges,  robustesse face aux défaillances, erreurs d’intégration, timeouts, indisponibilités.</a:t>
            </a:r>
          </a:p>
        </p:txBody>
      </p:sp>
      <p:sp>
        <p:nvSpPr>
          <p:cNvPr id="4" name="Espace réservé du numéro de diapositive 3">
            <a:extLst>
              <a:ext uri="{FF2B5EF4-FFF2-40B4-BE49-F238E27FC236}">
                <a16:creationId xmlns:a16="http://schemas.microsoft.com/office/drawing/2014/main" id="{74E68740-6B0E-0340-8A6C-BAB7B80B2E13}"/>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19</a:t>
            </a:fld>
            <a:endParaRPr lang="fr-CA"/>
          </a:p>
        </p:txBody>
      </p:sp>
    </p:spTree>
    <p:extLst>
      <p:ext uri="{BB962C8B-B14F-4D97-AF65-F5344CB8AC3E}">
        <p14:creationId xmlns:p14="http://schemas.microsoft.com/office/powerpoint/2010/main" val="1723436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3FDF0-4E91-B987-858E-9B8B2554C7A7}"/>
            </a:ext>
          </a:extLst>
        </p:cNvPr>
        <p:cNvGrpSpPr/>
        <p:nvPr/>
      </p:nvGrpSpPr>
      <p:grpSpPr>
        <a:xfrm>
          <a:off x="0" y="0"/>
          <a:ext cx="0" cy="0"/>
          <a:chOff x="0" y="0"/>
          <a:chExt cx="0" cy="0"/>
        </a:xfrm>
      </p:grpSpPr>
      <p:sp>
        <p:nvSpPr>
          <p:cNvPr id="64" name="Espace réservé du contenu 63">
            <a:extLst>
              <a:ext uri="{FF2B5EF4-FFF2-40B4-BE49-F238E27FC236}">
                <a16:creationId xmlns:a16="http://schemas.microsoft.com/office/drawing/2014/main" id="{AAC482C8-DD86-8142-A2F5-88B1CFCA9961}"/>
              </a:ext>
            </a:extLst>
          </p:cNvPr>
          <p:cNvSpPr>
            <a:spLocks noGrp="1"/>
          </p:cNvSpPr>
          <p:nvPr>
            <p:ph idx="10"/>
            <p:custDataLst>
              <p:tags r:id="rId1"/>
            </p:custDataLst>
          </p:nvPr>
        </p:nvSpPr>
        <p:spPr>
          <a:xfrm>
            <a:off x="4729223" y="853310"/>
            <a:ext cx="4054813" cy="4004440"/>
          </a:xfrm>
          <a:noFill/>
          <a:ln>
            <a:noFill/>
          </a:ln>
        </p:spPr>
        <p:style>
          <a:lnRef idx="0">
            <a:scrgbClr r="0" g="0" b="0"/>
          </a:lnRef>
          <a:fillRef idx="0">
            <a:scrgbClr r="0" g="0" b="0"/>
          </a:fillRef>
          <a:effectRef idx="0">
            <a:scrgbClr r="0" g="0" b="0"/>
          </a:effectRef>
          <a:fontRef idx="minor">
            <a:schemeClr val="dk1"/>
          </a:fontRef>
        </p:style>
        <p:txBody>
          <a:bodyPr>
            <a:normAutofit fontScale="62500" lnSpcReduction="20000"/>
          </a:bodyPr>
          <a:lstStyle/>
          <a:p>
            <a:pPr marL="0" indent="0">
              <a:lnSpc>
                <a:spcPct val="120000"/>
              </a:lnSpc>
              <a:spcAft>
                <a:spcPts val="1200"/>
              </a:spcAft>
              <a:buNone/>
            </a:pPr>
            <a:r>
              <a:rPr lang="fr-CA"/>
              <a:t>Simuler l’import d’un fichier comptable du Système de mission jusqu’à ERP(AHCS) </a:t>
            </a:r>
          </a:p>
          <a:p>
            <a:pPr>
              <a:lnSpc>
                <a:spcPct val="120000"/>
              </a:lnSpc>
              <a:spcAft>
                <a:spcPts val="1200"/>
              </a:spcAft>
            </a:pPr>
            <a:r>
              <a:rPr lang="fr-CA"/>
              <a:t>Essais fonctionnels</a:t>
            </a:r>
          </a:p>
          <a:p>
            <a:pPr lvl="1">
              <a:lnSpc>
                <a:spcPct val="120000"/>
              </a:lnSpc>
              <a:spcAft>
                <a:spcPts val="1200"/>
              </a:spcAft>
            </a:pPr>
            <a:r>
              <a:rPr lang="fr-CA"/>
              <a:t>Succès(1 et 2) : le fichier passe les intégrations et est comptabilisé correctement</a:t>
            </a:r>
          </a:p>
          <a:p>
            <a:pPr lvl="1">
              <a:lnSpc>
                <a:spcPct val="120000"/>
              </a:lnSpc>
              <a:spcAft>
                <a:spcPts val="1200"/>
              </a:spcAft>
            </a:pPr>
            <a:r>
              <a:rPr lang="fr-CA"/>
              <a:t>Erreur (3) : le fichier ne passe pas les intégrations OU il n’est pas comptabilisé correctement</a:t>
            </a:r>
            <a:endParaRPr lang="fr-CA" sz="300"/>
          </a:p>
          <a:p>
            <a:pPr>
              <a:lnSpc>
                <a:spcPct val="120000"/>
              </a:lnSpc>
              <a:spcAft>
                <a:spcPts val="1200"/>
              </a:spcAft>
            </a:pPr>
            <a:r>
              <a:rPr lang="fr-CA"/>
              <a:t>Essais non-fonctionnels</a:t>
            </a:r>
          </a:p>
          <a:p>
            <a:pPr lvl="1">
              <a:lnSpc>
                <a:spcPct val="120000"/>
              </a:lnSpc>
              <a:spcAft>
                <a:spcPts val="1200"/>
              </a:spcAft>
            </a:pPr>
            <a:r>
              <a:rPr lang="fr-CA"/>
              <a:t>Performance : Le fichier est intégré dans le temps prévu, sans impact sur les autres traitements, </a:t>
            </a:r>
            <a:r>
              <a:rPr lang="fr-CA" err="1"/>
              <a:t>etc</a:t>
            </a:r>
            <a:endParaRPr lang="fr-CA"/>
          </a:p>
          <a:p>
            <a:pPr lvl="1">
              <a:lnSpc>
                <a:spcPct val="120000"/>
              </a:lnSpc>
              <a:spcAft>
                <a:spcPts val="1200"/>
              </a:spcAft>
            </a:pPr>
            <a:r>
              <a:rPr lang="fr-CA"/>
              <a:t>Sécurité (4) : un fichier vidéo est rejeté et ne fait pas planter les systèmes</a:t>
            </a:r>
          </a:p>
          <a:p>
            <a:pPr lvl="1">
              <a:lnSpc>
                <a:spcPct val="120000"/>
              </a:lnSpc>
              <a:spcAft>
                <a:spcPts val="1200"/>
              </a:spcAft>
            </a:pPr>
            <a:r>
              <a:rPr lang="fr-CA"/>
              <a:t>Facilité d’utilisation : L’utilisateur a la possibilité de corriger les informations comptables facilement.</a:t>
            </a:r>
          </a:p>
        </p:txBody>
      </p:sp>
      <p:sp>
        <p:nvSpPr>
          <p:cNvPr id="2" name="Titre 1">
            <a:extLst>
              <a:ext uri="{FF2B5EF4-FFF2-40B4-BE49-F238E27FC236}">
                <a16:creationId xmlns:a16="http://schemas.microsoft.com/office/drawing/2014/main" id="{B4210331-341B-7899-BBAB-602763124724}"/>
              </a:ext>
            </a:extLst>
          </p:cNvPr>
          <p:cNvSpPr>
            <a:spLocks noGrp="1"/>
          </p:cNvSpPr>
          <p:nvPr>
            <p:ph type="title"/>
            <p:custDataLst>
              <p:tags r:id="rId2"/>
            </p:custDataLst>
          </p:nvPr>
        </p:nvSpPr>
        <p:spPr>
          <a:xfrm>
            <a:off x="457200" y="285750"/>
            <a:ext cx="4486275" cy="993775"/>
          </a:xfrm>
        </p:spPr>
        <p:txBody>
          <a:bodyPr/>
          <a:lstStyle/>
          <a:p>
            <a:r>
              <a:rPr lang="fr-CA" sz="2400">
                <a:cs typeface="Calibri Light"/>
              </a:rPr>
              <a:t>Identifier les essais de composant / système</a:t>
            </a:r>
          </a:p>
        </p:txBody>
      </p:sp>
      <p:sp>
        <p:nvSpPr>
          <p:cNvPr id="66" name="Rectangle 65">
            <a:extLst>
              <a:ext uri="{FF2B5EF4-FFF2-40B4-BE49-F238E27FC236}">
                <a16:creationId xmlns:a16="http://schemas.microsoft.com/office/drawing/2014/main" id="{E889E77C-0BF8-7891-6893-52EE38C44AF1}"/>
              </a:ext>
            </a:extLst>
          </p:cNvPr>
          <p:cNvSpPr/>
          <p:nvPr>
            <p:custDataLst>
              <p:tags r:id="rId3"/>
            </p:custDataLst>
          </p:nvPr>
        </p:nvSpPr>
        <p:spPr>
          <a:xfrm>
            <a:off x="813639" y="1385991"/>
            <a:ext cx="3247902" cy="2099005"/>
          </a:xfrm>
          <a:prstGeom prst="rect">
            <a:avLst/>
          </a:prstGeom>
          <a:solidFill>
            <a:schemeClr val="bg1"/>
          </a:solidFill>
          <a:ln>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7" name="Rectangle : coins arrondis 66">
            <a:extLst>
              <a:ext uri="{FF2B5EF4-FFF2-40B4-BE49-F238E27FC236}">
                <a16:creationId xmlns:a16="http://schemas.microsoft.com/office/drawing/2014/main" id="{FF243F35-79AB-9599-78F4-64A167D8CE3B}"/>
              </a:ext>
            </a:extLst>
          </p:cNvPr>
          <p:cNvSpPr/>
          <p:nvPr>
            <p:custDataLst>
              <p:tags r:id="rId4"/>
            </p:custDataLst>
          </p:nvPr>
        </p:nvSpPr>
        <p:spPr>
          <a:xfrm>
            <a:off x="2862893" y="1646157"/>
            <a:ext cx="831135" cy="394799"/>
          </a:xfrm>
          <a:prstGeom prst="round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CA" sz="900"/>
              <a:t>Traitement No1</a:t>
            </a:r>
          </a:p>
        </p:txBody>
      </p:sp>
      <p:sp>
        <p:nvSpPr>
          <p:cNvPr id="71" name="Ellipse 70">
            <a:extLst>
              <a:ext uri="{FF2B5EF4-FFF2-40B4-BE49-F238E27FC236}">
                <a16:creationId xmlns:a16="http://schemas.microsoft.com/office/drawing/2014/main" id="{9141DD06-F5AF-760B-C03C-3CA36D1F4CB4}"/>
              </a:ext>
            </a:extLst>
          </p:cNvPr>
          <p:cNvSpPr>
            <a:spLocks noChangeAspect="1"/>
          </p:cNvSpPr>
          <p:nvPr>
            <p:custDataLst>
              <p:tags r:id="rId5"/>
            </p:custDataLst>
          </p:nvPr>
        </p:nvSpPr>
        <p:spPr>
          <a:xfrm>
            <a:off x="722320" y="1995576"/>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70000" lnSpcReduction="20000"/>
          </a:bodyPr>
          <a:lstStyle/>
          <a:p>
            <a:pPr algn="ctr"/>
            <a:endParaRPr lang="fr-CA" b="1"/>
          </a:p>
        </p:txBody>
      </p:sp>
      <p:sp>
        <p:nvSpPr>
          <p:cNvPr id="72" name="Ellipse 71">
            <a:extLst>
              <a:ext uri="{FF2B5EF4-FFF2-40B4-BE49-F238E27FC236}">
                <a16:creationId xmlns:a16="http://schemas.microsoft.com/office/drawing/2014/main" id="{91E789A0-A391-1F70-E930-5019A0973271}"/>
              </a:ext>
            </a:extLst>
          </p:cNvPr>
          <p:cNvSpPr>
            <a:spLocks noChangeAspect="1"/>
          </p:cNvSpPr>
          <p:nvPr>
            <p:custDataLst>
              <p:tags r:id="rId6"/>
            </p:custDataLst>
          </p:nvPr>
        </p:nvSpPr>
        <p:spPr>
          <a:xfrm>
            <a:off x="3950634" y="1747418"/>
            <a:ext cx="180000" cy="18000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70000" lnSpcReduction="20000"/>
          </a:bodyPr>
          <a:lstStyle/>
          <a:p>
            <a:pPr algn="ctr"/>
            <a:r>
              <a:rPr lang="fr-CA" b="1"/>
              <a:t>1</a:t>
            </a:r>
          </a:p>
        </p:txBody>
      </p:sp>
      <p:cxnSp>
        <p:nvCxnSpPr>
          <p:cNvPr id="73" name="Connecteur droit avec flèche 72">
            <a:extLst>
              <a:ext uri="{FF2B5EF4-FFF2-40B4-BE49-F238E27FC236}">
                <a16:creationId xmlns:a16="http://schemas.microsoft.com/office/drawing/2014/main" id="{E4020196-B365-277E-DDA7-004C9EA96F15}"/>
              </a:ext>
            </a:extLst>
          </p:cNvPr>
          <p:cNvCxnSpPr>
            <a:cxnSpLocks/>
            <a:stCxn id="71" idx="6"/>
            <a:endCxn id="78" idx="1"/>
          </p:cNvCxnSpPr>
          <p:nvPr>
            <p:custDataLst>
              <p:tags r:id="rId7"/>
            </p:custDataLst>
          </p:nvPr>
        </p:nvCxnSpPr>
        <p:spPr>
          <a:xfrm>
            <a:off x="902320" y="2085576"/>
            <a:ext cx="5377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24F51BC3-E706-FEC6-F3BC-05CE1AB05015}"/>
              </a:ext>
            </a:extLst>
          </p:cNvPr>
          <p:cNvCxnSpPr>
            <a:cxnSpLocks/>
            <a:stCxn id="67" idx="3"/>
            <a:endCxn id="72" idx="2"/>
          </p:cNvCxnSpPr>
          <p:nvPr>
            <p:custDataLst>
              <p:tags r:id="rId8"/>
            </p:custDataLst>
          </p:nvPr>
        </p:nvCxnSpPr>
        <p:spPr>
          <a:xfrm flipV="1">
            <a:off x="3694028" y="1837418"/>
            <a:ext cx="256606" cy="6139"/>
          </a:xfrm>
          <a:prstGeom prst="straightConnector1">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5" name="Graphique 74" descr="Programmeur avec un remplissage uni">
            <a:extLst>
              <a:ext uri="{FF2B5EF4-FFF2-40B4-BE49-F238E27FC236}">
                <a16:creationId xmlns:a16="http://schemas.microsoft.com/office/drawing/2014/main" id="{F021C041-8CC3-7E67-D9B5-FF831EFF16CA}"/>
              </a:ext>
            </a:extLst>
          </p:cNvPr>
          <p:cNvPicPr>
            <a:picLocks noChangeAspect="1"/>
          </p:cNvPicPr>
          <p:nvPr>
            <p:custDataLst>
              <p:tags r:id="rId9"/>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502088" y="3039063"/>
            <a:ext cx="396000" cy="396000"/>
          </a:xfrm>
          <a:prstGeom prst="rect">
            <a:avLst/>
          </a:prstGeom>
        </p:spPr>
      </p:pic>
      <p:sp>
        <p:nvSpPr>
          <p:cNvPr id="76" name="Ellipse 75">
            <a:extLst>
              <a:ext uri="{FF2B5EF4-FFF2-40B4-BE49-F238E27FC236}">
                <a16:creationId xmlns:a16="http://schemas.microsoft.com/office/drawing/2014/main" id="{11788D0A-CFB8-8FF9-BA7D-3FD9FDEE9431}"/>
              </a:ext>
            </a:extLst>
          </p:cNvPr>
          <p:cNvSpPr>
            <a:spLocks noChangeAspect="1"/>
          </p:cNvSpPr>
          <p:nvPr>
            <p:custDataLst>
              <p:tags r:id="rId10"/>
            </p:custDataLst>
          </p:nvPr>
        </p:nvSpPr>
        <p:spPr>
          <a:xfrm>
            <a:off x="3964179" y="2316925"/>
            <a:ext cx="180000" cy="180000"/>
          </a:xfrm>
          <a:prstGeom prst="ellipse">
            <a:avLst/>
          </a:prstGeom>
          <a:solidFill>
            <a:schemeClr val="tx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70000" lnSpcReduction="20000"/>
          </a:bodyPr>
          <a:lstStyle/>
          <a:p>
            <a:pPr algn="ctr"/>
            <a:r>
              <a:rPr lang="fr-CA" b="1"/>
              <a:t>2</a:t>
            </a:r>
          </a:p>
        </p:txBody>
      </p:sp>
      <p:sp>
        <p:nvSpPr>
          <p:cNvPr id="77" name="Rectangle : coins arrondis 76">
            <a:extLst>
              <a:ext uri="{FF2B5EF4-FFF2-40B4-BE49-F238E27FC236}">
                <a16:creationId xmlns:a16="http://schemas.microsoft.com/office/drawing/2014/main" id="{893836E3-8B79-85E3-1CBC-2EF071309A4F}"/>
              </a:ext>
            </a:extLst>
          </p:cNvPr>
          <p:cNvSpPr/>
          <p:nvPr>
            <p:custDataLst>
              <p:tags r:id="rId11"/>
            </p:custDataLst>
          </p:nvPr>
        </p:nvSpPr>
        <p:spPr>
          <a:xfrm>
            <a:off x="2862893" y="2209525"/>
            <a:ext cx="831135" cy="394799"/>
          </a:xfrm>
          <a:prstGeom prst="roundRect">
            <a:avLst/>
          </a:prstGeom>
          <a:solidFill>
            <a:schemeClr val="tx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CA" sz="900"/>
              <a:t>Traitement No2</a:t>
            </a:r>
          </a:p>
        </p:txBody>
      </p:sp>
      <p:sp>
        <p:nvSpPr>
          <p:cNvPr id="78" name="Organigramme : Décision 77">
            <a:extLst>
              <a:ext uri="{FF2B5EF4-FFF2-40B4-BE49-F238E27FC236}">
                <a16:creationId xmlns:a16="http://schemas.microsoft.com/office/drawing/2014/main" id="{9D9DC393-923C-A81D-09EB-8AF7ACEFCE21}"/>
              </a:ext>
            </a:extLst>
          </p:cNvPr>
          <p:cNvSpPr/>
          <p:nvPr>
            <p:custDataLst>
              <p:tags r:id="rId12"/>
            </p:custDataLst>
          </p:nvPr>
        </p:nvSpPr>
        <p:spPr>
          <a:xfrm>
            <a:off x="1440065" y="1766204"/>
            <a:ext cx="831135" cy="63874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fr-CA" sz="900"/>
              <a:t>Quels intrants?</a:t>
            </a:r>
          </a:p>
        </p:txBody>
      </p:sp>
      <p:cxnSp>
        <p:nvCxnSpPr>
          <p:cNvPr id="79" name="Connecteur droit avec flèche 78">
            <a:extLst>
              <a:ext uri="{FF2B5EF4-FFF2-40B4-BE49-F238E27FC236}">
                <a16:creationId xmlns:a16="http://schemas.microsoft.com/office/drawing/2014/main" id="{B7543272-BCA2-D872-0EF8-68BF3B5A47DE}"/>
              </a:ext>
            </a:extLst>
          </p:cNvPr>
          <p:cNvCxnSpPr>
            <a:cxnSpLocks/>
            <a:stCxn id="77" idx="3"/>
            <a:endCxn id="76" idx="2"/>
          </p:cNvCxnSpPr>
          <p:nvPr>
            <p:custDataLst>
              <p:tags r:id="rId13"/>
            </p:custDataLst>
          </p:nvPr>
        </p:nvCxnSpPr>
        <p:spPr>
          <a:xfrm>
            <a:off x="3694028" y="2406925"/>
            <a:ext cx="27015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Ellipse 79">
            <a:extLst>
              <a:ext uri="{FF2B5EF4-FFF2-40B4-BE49-F238E27FC236}">
                <a16:creationId xmlns:a16="http://schemas.microsoft.com/office/drawing/2014/main" id="{8287919E-33E4-11AC-DCC1-7FE858209934}"/>
              </a:ext>
            </a:extLst>
          </p:cNvPr>
          <p:cNvSpPr>
            <a:spLocks noChangeAspect="1"/>
          </p:cNvSpPr>
          <p:nvPr>
            <p:custDataLst>
              <p:tags r:id="rId14"/>
            </p:custDataLst>
          </p:nvPr>
        </p:nvSpPr>
        <p:spPr>
          <a:xfrm>
            <a:off x="3197940" y="3411900"/>
            <a:ext cx="180000" cy="180000"/>
          </a:xfrm>
          <a:prstGeom prst="ellipse">
            <a:avLst/>
          </a:prstGeom>
          <a:solidFill>
            <a:schemeClr val="accent5">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70000" lnSpcReduction="20000"/>
          </a:bodyPr>
          <a:lstStyle/>
          <a:p>
            <a:pPr algn="ctr"/>
            <a:r>
              <a:rPr lang="fr-CA" b="1"/>
              <a:t>3</a:t>
            </a:r>
          </a:p>
        </p:txBody>
      </p:sp>
      <p:sp>
        <p:nvSpPr>
          <p:cNvPr id="81" name="Ellipse 80">
            <a:extLst>
              <a:ext uri="{FF2B5EF4-FFF2-40B4-BE49-F238E27FC236}">
                <a16:creationId xmlns:a16="http://schemas.microsoft.com/office/drawing/2014/main" id="{74B54879-57BE-82D0-B599-81B2A23B61F3}"/>
              </a:ext>
            </a:extLst>
          </p:cNvPr>
          <p:cNvSpPr>
            <a:spLocks noChangeAspect="1"/>
          </p:cNvSpPr>
          <p:nvPr>
            <p:custDataLst>
              <p:tags r:id="rId15"/>
            </p:custDataLst>
          </p:nvPr>
        </p:nvSpPr>
        <p:spPr>
          <a:xfrm>
            <a:off x="1763893" y="3394996"/>
            <a:ext cx="180000" cy="180000"/>
          </a:xfrm>
          <a:prstGeom prst="ellipse">
            <a:avLst/>
          </a:prstGeom>
          <a:solidFill>
            <a:schemeClr val="accent5">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70000" lnSpcReduction="20000"/>
          </a:bodyPr>
          <a:lstStyle/>
          <a:p>
            <a:pPr algn="ctr"/>
            <a:r>
              <a:rPr lang="fr-CA" b="1"/>
              <a:t>4</a:t>
            </a:r>
          </a:p>
        </p:txBody>
      </p:sp>
      <p:cxnSp>
        <p:nvCxnSpPr>
          <p:cNvPr id="82" name="Connecteur droit avec flèche 81">
            <a:extLst>
              <a:ext uri="{FF2B5EF4-FFF2-40B4-BE49-F238E27FC236}">
                <a16:creationId xmlns:a16="http://schemas.microsoft.com/office/drawing/2014/main" id="{19C77E2E-B39D-B591-5755-392EE421364A}"/>
              </a:ext>
            </a:extLst>
          </p:cNvPr>
          <p:cNvCxnSpPr>
            <a:cxnSpLocks/>
            <a:stCxn id="78" idx="3"/>
            <a:endCxn id="67" idx="1"/>
          </p:cNvCxnSpPr>
          <p:nvPr>
            <p:custDataLst>
              <p:tags r:id="rId16"/>
            </p:custDataLst>
          </p:nvPr>
        </p:nvCxnSpPr>
        <p:spPr>
          <a:xfrm flipV="1">
            <a:off x="2271200" y="1843557"/>
            <a:ext cx="591693" cy="242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5F52FF38-AFD3-3836-2144-D25E030D06D9}"/>
              </a:ext>
            </a:extLst>
          </p:cNvPr>
          <p:cNvCxnSpPr>
            <a:cxnSpLocks/>
            <a:stCxn id="78" idx="3"/>
            <a:endCxn id="77" idx="1"/>
          </p:cNvCxnSpPr>
          <p:nvPr>
            <p:custDataLst>
              <p:tags r:id="rId17"/>
            </p:custDataLst>
          </p:nvPr>
        </p:nvCxnSpPr>
        <p:spPr>
          <a:xfrm>
            <a:off x="2271200" y="2085577"/>
            <a:ext cx="591693" cy="321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27A7353E-5FB7-F009-1D2B-908C1C72E8FD}"/>
              </a:ext>
            </a:extLst>
          </p:cNvPr>
          <p:cNvCxnSpPr>
            <a:cxnSpLocks/>
            <a:stCxn id="78" idx="2"/>
            <a:endCxn id="81" idx="0"/>
          </p:cNvCxnSpPr>
          <p:nvPr>
            <p:custDataLst>
              <p:tags r:id="rId18"/>
            </p:custDataLst>
          </p:nvPr>
        </p:nvCxnSpPr>
        <p:spPr>
          <a:xfrm flipH="1">
            <a:off x="1853893" y="2404949"/>
            <a:ext cx="1740" cy="99004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0681BE95-74E1-389A-EF92-17B04751ACFD}"/>
              </a:ext>
            </a:extLst>
          </p:cNvPr>
          <p:cNvCxnSpPr>
            <a:cxnSpLocks/>
            <a:stCxn id="77" idx="2"/>
            <a:endCxn id="80" idx="0"/>
          </p:cNvCxnSpPr>
          <p:nvPr>
            <p:custDataLst>
              <p:tags r:id="rId19"/>
            </p:custDataLst>
          </p:nvPr>
        </p:nvCxnSpPr>
        <p:spPr>
          <a:xfrm>
            <a:off x="3278461" y="2604324"/>
            <a:ext cx="9479" cy="80757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6" name="Rectangle : coins arrondis 85">
            <a:extLst>
              <a:ext uri="{FF2B5EF4-FFF2-40B4-BE49-F238E27FC236}">
                <a16:creationId xmlns:a16="http://schemas.microsoft.com/office/drawing/2014/main" id="{45F45CEB-764B-E13B-2405-F5269DBC6F2B}"/>
              </a:ext>
            </a:extLst>
          </p:cNvPr>
          <p:cNvSpPr>
            <a:spLocks noChangeAspect="1"/>
          </p:cNvSpPr>
          <p:nvPr>
            <p:custDataLst>
              <p:tags r:id="rId20"/>
            </p:custDataLst>
          </p:nvPr>
        </p:nvSpPr>
        <p:spPr>
          <a:xfrm>
            <a:off x="813639" y="4037745"/>
            <a:ext cx="3247902" cy="8200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fontScale="92500" lnSpcReduction="20000"/>
          </a:bodyPr>
          <a:lstStyle/>
          <a:p>
            <a:pPr marL="342900" indent="-342900">
              <a:buAutoNum type="arabicPeriod"/>
            </a:pPr>
            <a:r>
              <a:rPr lang="fr-CA" b="1"/>
              <a:t>Chaque sortie nécessite un jeu de données de test spécifique</a:t>
            </a:r>
          </a:p>
          <a:p>
            <a:pPr marL="342900" indent="-342900">
              <a:buFontTx/>
              <a:buAutoNum type="arabicPeriod"/>
            </a:pPr>
            <a:r>
              <a:rPr lang="fr-CA" b="1"/>
              <a:t>Il faut écrire un nombre de test équivalent à toute les sorties possibles</a:t>
            </a:r>
          </a:p>
        </p:txBody>
      </p:sp>
    </p:spTree>
    <p:extLst>
      <p:ext uri="{BB962C8B-B14F-4D97-AF65-F5344CB8AC3E}">
        <p14:creationId xmlns:p14="http://schemas.microsoft.com/office/powerpoint/2010/main" val="2544001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1724E9-1B17-C89D-6FAF-EC7F71B0D684}"/>
              </a:ext>
            </a:extLst>
          </p:cNvPr>
          <p:cNvSpPr>
            <a:spLocks noGrp="1"/>
          </p:cNvSpPr>
          <p:nvPr>
            <p:ph type="title"/>
            <p:custDataLst>
              <p:tags r:id="rId1"/>
            </p:custDataLst>
          </p:nvPr>
        </p:nvSpPr>
        <p:spPr>
          <a:xfrm>
            <a:off x="228599" y="247650"/>
            <a:ext cx="4508863" cy="514350"/>
          </a:xfrm>
        </p:spPr>
        <p:txBody>
          <a:bodyPr/>
          <a:lstStyle/>
          <a:p>
            <a:r>
              <a:rPr lang="fr-CA" sz="2400"/>
              <a:t>Essais d’intégration de système</a:t>
            </a:r>
          </a:p>
        </p:txBody>
      </p:sp>
      <p:sp>
        <p:nvSpPr>
          <p:cNvPr id="3" name="Espace réservé du numéro de diapositive 2">
            <a:extLst>
              <a:ext uri="{FF2B5EF4-FFF2-40B4-BE49-F238E27FC236}">
                <a16:creationId xmlns:a16="http://schemas.microsoft.com/office/drawing/2014/main" id="{3719712B-1099-8297-B16B-95133B6D4732}"/>
              </a:ext>
            </a:extLst>
          </p:cNvPr>
          <p:cNvSpPr>
            <a:spLocks noGrp="1"/>
          </p:cNvSpPr>
          <p:nvPr>
            <p:ph type="sldNum" sz="quarter" idx="12"/>
            <p:custDataLst>
              <p:tags r:id="rId2"/>
            </p:custDataLst>
          </p:nvPr>
        </p:nvSpPr>
        <p:spPr/>
        <p:txBody>
          <a:bodyPr/>
          <a:lstStyle/>
          <a:p>
            <a:fld id="{92CFF269-2187-469B-861B-426AF96A1473}" type="slidenum">
              <a:rPr lang="fr-CA" smtClean="0"/>
              <a:t>21</a:t>
            </a:fld>
            <a:endParaRPr lang="fr-CA"/>
          </a:p>
        </p:txBody>
      </p:sp>
      <p:pic>
        <p:nvPicPr>
          <p:cNvPr id="8" name="Espace réservé pour une image  7" descr="Une image contenant texte, diagramme, ligne, capture d’écran">
            <a:extLst>
              <a:ext uri="{FF2B5EF4-FFF2-40B4-BE49-F238E27FC236}">
                <a16:creationId xmlns:a16="http://schemas.microsoft.com/office/drawing/2014/main" id="{270AD0B7-CBD0-EBA1-E68D-A7EBE55198A4}"/>
              </a:ext>
            </a:extLst>
          </p:cNvPr>
          <p:cNvPicPr>
            <a:picLocks noGrp="1" noChangeAspect="1"/>
          </p:cNvPicPr>
          <p:nvPr>
            <p:ph type="pic" sz="quarter" idx="13"/>
            <p:custDataLst>
              <p:tags r:id="rId3"/>
            </p:custDataLst>
          </p:nvPr>
        </p:nvPicPr>
        <p:blipFill>
          <a:blip r:embed="rId12"/>
          <a:srcRect l="35865" r="33299"/>
          <a:stretch>
            <a:fillRect/>
          </a:stretch>
        </p:blipFill>
        <p:spPr>
          <a:xfrm>
            <a:off x="4875213" y="247650"/>
            <a:ext cx="4040187" cy="4393500"/>
          </a:xfrm>
          <a:custGeom>
            <a:avLst/>
            <a:gdLst>
              <a:gd name="connsiteX0" fmla="*/ 0 w 4040187"/>
              <a:gd name="connsiteY0" fmla="*/ 0 h 4393500"/>
              <a:gd name="connsiteX1" fmla="*/ 3536834 w 4040187"/>
              <a:gd name="connsiteY1" fmla="*/ 0 h 4393500"/>
              <a:gd name="connsiteX2" fmla="*/ 4040187 w 4040187"/>
              <a:gd name="connsiteY2" fmla="*/ 503353 h 4393500"/>
              <a:gd name="connsiteX3" fmla="*/ 4040187 w 4040187"/>
              <a:gd name="connsiteY3" fmla="*/ 4393500 h 4393500"/>
              <a:gd name="connsiteX4" fmla="*/ 0 w 4040187"/>
              <a:gd name="connsiteY4" fmla="*/ 4393500 h 439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187" h="4393500">
                <a:moveTo>
                  <a:pt x="0" y="0"/>
                </a:moveTo>
                <a:lnTo>
                  <a:pt x="3536834" y="0"/>
                </a:lnTo>
                <a:cubicBezTo>
                  <a:pt x="3814828" y="0"/>
                  <a:pt x="4040187" y="225359"/>
                  <a:pt x="4040187" y="503353"/>
                </a:cubicBezTo>
                <a:lnTo>
                  <a:pt x="4040187" y="4393500"/>
                </a:lnTo>
                <a:lnTo>
                  <a:pt x="0" y="4393500"/>
                </a:lnTo>
                <a:close/>
              </a:path>
            </a:pathLst>
          </a:custGeom>
          <a:solidFill>
            <a:srgbClr val="F2F2F2">
              <a:alpha val="20000"/>
            </a:srgbClr>
          </a:solidFill>
        </p:spPr>
      </p:pic>
      <p:graphicFrame>
        <p:nvGraphicFramePr>
          <p:cNvPr id="6" name="Espace réservé du contenu 5">
            <a:extLst>
              <a:ext uri="{FF2B5EF4-FFF2-40B4-BE49-F238E27FC236}">
                <a16:creationId xmlns:a16="http://schemas.microsoft.com/office/drawing/2014/main" id="{7C276766-34BD-02C5-F441-841C5813D8E6}"/>
              </a:ext>
            </a:extLst>
          </p:cNvPr>
          <p:cNvGraphicFramePr>
            <a:graphicFrameLocks noGrp="1"/>
          </p:cNvGraphicFramePr>
          <p:nvPr>
            <p:ph idx="1"/>
            <p:custDataLst>
              <p:tags r:id="rId4"/>
            </p:custDataLst>
            <p:extLst>
              <p:ext uri="{D42A27DB-BD31-4B8C-83A1-F6EECF244321}">
                <p14:modId xmlns:p14="http://schemas.microsoft.com/office/powerpoint/2010/main" val="2965375097"/>
              </p:ext>
            </p:extLst>
          </p:nvPr>
        </p:nvGraphicFramePr>
        <p:xfrm>
          <a:off x="228600" y="933450"/>
          <a:ext cx="3810000" cy="37084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2" name="Ellipse 11">
            <a:extLst>
              <a:ext uri="{FF2B5EF4-FFF2-40B4-BE49-F238E27FC236}">
                <a16:creationId xmlns:a16="http://schemas.microsoft.com/office/drawing/2014/main" id="{DAD46E9B-8D02-D80A-66BA-777892F3E533}"/>
              </a:ext>
            </a:extLst>
          </p:cNvPr>
          <p:cNvSpPr/>
          <p:nvPr>
            <p:custDataLst>
              <p:tags r:id="rId5"/>
            </p:custDataLst>
          </p:nvPr>
        </p:nvSpPr>
        <p:spPr>
          <a:xfrm>
            <a:off x="5664017" y="2269143"/>
            <a:ext cx="309186" cy="3026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a:t>P</a:t>
            </a:r>
          </a:p>
        </p:txBody>
      </p:sp>
      <p:sp>
        <p:nvSpPr>
          <p:cNvPr id="15" name="Ellipse 14">
            <a:extLst>
              <a:ext uri="{FF2B5EF4-FFF2-40B4-BE49-F238E27FC236}">
                <a16:creationId xmlns:a16="http://schemas.microsoft.com/office/drawing/2014/main" id="{2FE4152C-7C7F-B9B0-9194-84765FD7C1E1}"/>
              </a:ext>
            </a:extLst>
          </p:cNvPr>
          <p:cNvSpPr/>
          <p:nvPr>
            <p:custDataLst>
              <p:tags r:id="rId6"/>
            </p:custDataLst>
          </p:nvPr>
        </p:nvSpPr>
        <p:spPr>
          <a:xfrm>
            <a:off x="7026845" y="2269142"/>
            <a:ext cx="309186" cy="3026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a:t>T</a:t>
            </a:r>
          </a:p>
        </p:txBody>
      </p:sp>
      <p:sp>
        <p:nvSpPr>
          <p:cNvPr id="16" name="Ellipse 15">
            <a:extLst>
              <a:ext uri="{FF2B5EF4-FFF2-40B4-BE49-F238E27FC236}">
                <a16:creationId xmlns:a16="http://schemas.microsoft.com/office/drawing/2014/main" id="{84C868B7-6347-4623-9B2A-64B4436D2B5D}"/>
              </a:ext>
            </a:extLst>
          </p:cNvPr>
          <p:cNvSpPr/>
          <p:nvPr>
            <p:custDataLst>
              <p:tags r:id="rId7"/>
            </p:custDataLst>
          </p:nvPr>
        </p:nvSpPr>
        <p:spPr>
          <a:xfrm>
            <a:off x="8235080" y="2269141"/>
            <a:ext cx="309186" cy="3026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a:t>C</a:t>
            </a:r>
          </a:p>
        </p:txBody>
      </p:sp>
      <p:cxnSp>
        <p:nvCxnSpPr>
          <p:cNvPr id="18" name="Connecteur droit avec flèche 17">
            <a:extLst>
              <a:ext uri="{FF2B5EF4-FFF2-40B4-BE49-F238E27FC236}">
                <a16:creationId xmlns:a16="http://schemas.microsoft.com/office/drawing/2014/main" id="{8CD2E2A6-BDA4-685B-FD97-97EF8DDC97F2}"/>
              </a:ext>
            </a:extLst>
          </p:cNvPr>
          <p:cNvCxnSpPr>
            <a:stCxn id="12" idx="6"/>
            <a:endCxn id="15" idx="2"/>
          </p:cNvCxnSpPr>
          <p:nvPr>
            <p:custDataLst>
              <p:tags r:id="rId8"/>
            </p:custDataLst>
          </p:nvPr>
        </p:nvCxnSpPr>
        <p:spPr>
          <a:xfrm flipV="1">
            <a:off x="5973203" y="2420446"/>
            <a:ext cx="1053642"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CD7A6F17-7190-31AC-41C9-09F17E735812}"/>
              </a:ext>
            </a:extLst>
          </p:cNvPr>
          <p:cNvCxnSpPr>
            <a:stCxn id="15" idx="6"/>
            <a:endCxn id="16" idx="2"/>
          </p:cNvCxnSpPr>
          <p:nvPr>
            <p:custDataLst>
              <p:tags r:id="rId9"/>
            </p:custDataLst>
          </p:nvPr>
        </p:nvCxnSpPr>
        <p:spPr>
          <a:xfrm flipV="1">
            <a:off x="7336031" y="2420445"/>
            <a:ext cx="8990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1679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D815C6-C469-EC8C-9575-DAB4FEB2CC2C}"/>
              </a:ext>
            </a:extLst>
          </p:cNvPr>
          <p:cNvSpPr>
            <a:spLocks noGrp="1"/>
          </p:cNvSpPr>
          <p:nvPr>
            <p:ph type="title"/>
            <p:custDataLst>
              <p:tags r:id="rId1"/>
            </p:custDataLst>
          </p:nvPr>
        </p:nvSpPr>
        <p:spPr/>
        <p:txBody>
          <a:bodyPr/>
          <a:lstStyle/>
          <a:p>
            <a:r>
              <a:rPr lang="fr-CA" sz="2400"/>
              <a:t>Type de test pour les transformations de données</a:t>
            </a:r>
          </a:p>
        </p:txBody>
      </p:sp>
      <p:graphicFrame>
        <p:nvGraphicFramePr>
          <p:cNvPr id="5" name="Espace réservé du contenu 4">
            <a:extLst>
              <a:ext uri="{FF2B5EF4-FFF2-40B4-BE49-F238E27FC236}">
                <a16:creationId xmlns:a16="http://schemas.microsoft.com/office/drawing/2014/main" id="{9FEA6043-7193-5409-0808-DFC9D7CBA395}"/>
              </a:ext>
            </a:extLst>
          </p:cNvPr>
          <p:cNvGraphicFramePr>
            <a:graphicFrameLocks noGrp="1"/>
          </p:cNvGraphicFramePr>
          <p:nvPr>
            <p:ph idx="1"/>
            <p:custDataLst>
              <p:tags r:id="rId2"/>
            </p:custDataLst>
            <p:extLst>
              <p:ext uri="{D42A27DB-BD31-4B8C-83A1-F6EECF244321}">
                <p14:modId xmlns:p14="http://schemas.microsoft.com/office/powerpoint/2010/main" val="1875825016"/>
              </p:ext>
            </p:extLst>
          </p:nvPr>
        </p:nvGraphicFramePr>
        <p:xfrm>
          <a:off x="228600" y="1085850"/>
          <a:ext cx="7962900" cy="354647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Espace réservé du numéro de diapositive 3">
            <a:extLst>
              <a:ext uri="{FF2B5EF4-FFF2-40B4-BE49-F238E27FC236}">
                <a16:creationId xmlns:a16="http://schemas.microsoft.com/office/drawing/2014/main" id="{64580E1E-E480-E8A2-5980-510A452E9FB6}"/>
              </a:ext>
            </a:extLst>
          </p:cNvPr>
          <p:cNvSpPr>
            <a:spLocks noGrp="1"/>
          </p:cNvSpPr>
          <p:nvPr>
            <p:ph type="sldNum" sz="quarter" idx="12"/>
            <p:custDataLst>
              <p:tags r:id="rId3"/>
            </p:custDataLst>
          </p:nvPr>
        </p:nvSpPr>
        <p:spPr/>
        <p:txBody>
          <a:bodyPr/>
          <a:lstStyle/>
          <a:p>
            <a:fld id="{92CFF269-2187-469B-861B-426AF96A1473}" type="slidenum">
              <a:rPr lang="fr-CA" smtClean="0"/>
              <a:t>22</a:t>
            </a:fld>
            <a:endParaRPr lang="fr-CA"/>
          </a:p>
        </p:txBody>
      </p:sp>
    </p:spTree>
    <p:extLst>
      <p:ext uri="{BB962C8B-B14F-4D97-AF65-F5344CB8AC3E}">
        <p14:creationId xmlns:p14="http://schemas.microsoft.com/office/powerpoint/2010/main" val="691686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86B2-3193-777B-BAF9-DE77969D3C55}"/>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0447310-989B-B011-C884-BC8E347CC82D}"/>
              </a:ext>
            </a:extLst>
          </p:cNvPr>
          <p:cNvSpPr>
            <a:spLocks noGrp="1"/>
          </p:cNvSpPr>
          <p:nvPr>
            <p:ph type="sldNum" sz="quarter" idx="10"/>
            <p:custDataLst>
              <p:tags r:id="rId1"/>
            </p:custDataLst>
          </p:nvPr>
        </p:nvSpPr>
        <p:spPr/>
        <p:txBody>
          <a:bodyPr/>
          <a:lstStyle/>
          <a:p>
            <a:fld id="{1A5FFEF5-E129-4B58-BC20-992FAFAB5E8C}" type="slidenum">
              <a:rPr lang="fr-CA" smtClean="0"/>
              <a:pPr/>
              <a:t>23</a:t>
            </a:fld>
            <a:endParaRPr lang="fr-CA"/>
          </a:p>
        </p:txBody>
      </p:sp>
      <p:sp>
        <p:nvSpPr>
          <p:cNvPr id="4" name="Titre 3">
            <a:extLst>
              <a:ext uri="{FF2B5EF4-FFF2-40B4-BE49-F238E27FC236}">
                <a16:creationId xmlns:a16="http://schemas.microsoft.com/office/drawing/2014/main" id="{543AACFA-FCD8-A81A-8B55-131A8F219748}"/>
              </a:ext>
            </a:extLst>
          </p:cNvPr>
          <p:cNvSpPr>
            <a:spLocks noGrp="1"/>
          </p:cNvSpPr>
          <p:nvPr>
            <p:ph type="title"/>
            <p:custDataLst>
              <p:tags r:id="rId2"/>
            </p:custDataLst>
          </p:nvPr>
        </p:nvSpPr>
        <p:spPr/>
        <p:txBody>
          <a:bodyPr/>
          <a:lstStyle/>
          <a:p>
            <a:r>
              <a:rPr lang="fr-CA" sz="2400"/>
              <a:t>Template – Test de système (</a:t>
            </a:r>
            <a:r>
              <a:rPr lang="fr-CA" sz="2400" err="1"/>
              <a:t>Given</a:t>
            </a:r>
            <a:r>
              <a:rPr lang="fr-CA" sz="2400"/>
              <a:t> – </a:t>
            </a:r>
            <a:r>
              <a:rPr lang="fr-CA" sz="2400" err="1"/>
              <a:t>When</a:t>
            </a:r>
            <a:r>
              <a:rPr lang="fr-CA" sz="2400"/>
              <a:t> - </a:t>
            </a:r>
            <a:r>
              <a:rPr lang="fr-CA" sz="2400" err="1"/>
              <a:t>Then</a:t>
            </a:r>
            <a:r>
              <a:rPr lang="fr-CA" sz="2400"/>
              <a:t>)</a:t>
            </a:r>
          </a:p>
        </p:txBody>
      </p:sp>
      <p:sp>
        <p:nvSpPr>
          <p:cNvPr id="5" name="Rectangle 2">
            <a:extLst>
              <a:ext uri="{FF2B5EF4-FFF2-40B4-BE49-F238E27FC236}">
                <a16:creationId xmlns:a16="http://schemas.microsoft.com/office/drawing/2014/main" id="{7ED1942E-A9C8-C3B5-C69D-ECD57B219E9F}"/>
              </a:ext>
            </a:extLst>
          </p:cNvPr>
          <p:cNvSpPr>
            <a:spLocks noChangeArrowheads="1"/>
          </p:cNvSpPr>
          <p:nvPr>
            <p:custDataLst>
              <p:tags r:id="rId3"/>
            </p:custDataLst>
          </p:nvPr>
        </p:nvSpPr>
        <p:spPr bwMode="auto">
          <a:xfrm>
            <a:off x="2349529" y="1006964"/>
            <a:ext cx="4892844"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1" i="0" u="none" strike="noStrike" cap="none" normalizeH="0" baseline="0">
                <a:ln>
                  <a:noFill/>
                </a:ln>
                <a:solidFill>
                  <a:schemeClr val="tx1"/>
                </a:solidFill>
                <a:effectLst/>
                <a:latin typeface="Arial" panose="020B0604020202020204" pitchFamily="34" charset="0"/>
              </a:rPr>
              <a:t>Scénarios</a:t>
            </a:r>
            <a:r>
              <a:rPr kumimoji="0" lang="fr-FR" altLang="fr-FR" sz="105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1) </a:t>
            </a:r>
            <a:r>
              <a:rPr kumimoji="0" lang="fr-FR" altLang="fr-FR" sz="1050" b="0" i="1" u="none" strike="noStrike" cap="none" normalizeH="0" baseline="0">
                <a:ln>
                  <a:noFill/>
                </a:ln>
                <a:solidFill>
                  <a:schemeClr val="tx1"/>
                </a:solidFill>
                <a:effectLst/>
                <a:latin typeface="Arial" panose="020B0604020202020204" pitchFamily="34" charset="0"/>
              </a:rPr>
              <a:t>Parcours nominal (Happy Path):</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Given</a:t>
            </a:r>
            <a:r>
              <a:rPr kumimoji="0" lang="fr-FR" altLang="fr-FR" sz="1050" b="0" i="0" u="none" strike="noStrike" cap="none" normalizeH="0" baseline="0">
                <a:ln>
                  <a:noFill/>
                </a:ln>
                <a:solidFill>
                  <a:schemeClr val="tx1"/>
                </a:solidFill>
                <a:effectLst/>
                <a:latin typeface="Arial" panose="020B0604020202020204" pitchFamily="34" charset="0"/>
              </a:rPr>
              <a:t> le panier valide</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050">
                <a:latin typeface="Arial" panose="020B0604020202020204" pitchFamily="34" charset="0"/>
              </a:rPr>
              <a:t>      ET L’item est en stocke</a:t>
            </a:r>
            <a:endParaRPr kumimoji="0" lang="fr-FR" altLang="fr-FR" sz="105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When</a:t>
            </a:r>
            <a:r>
              <a:rPr kumimoji="0" lang="fr-FR" altLang="fr-FR" sz="1050" b="0" i="0" u="none" strike="noStrike" cap="none" normalizeH="0" baseline="0">
                <a:ln>
                  <a:noFill/>
                </a:ln>
                <a:solidFill>
                  <a:schemeClr val="tx1"/>
                </a:solidFill>
                <a:effectLst/>
                <a:latin typeface="Arial" panose="020B0604020202020204" pitchFamily="34" charset="0"/>
              </a:rPr>
              <a:t> On passe commande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Then</a:t>
            </a:r>
            <a:r>
              <a:rPr kumimoji="0" lang="fr-FR" altLang="fr-FR" sz="1050" b="0" i="0" u="none" strike="noStrike" cap="none" normalizeH="0" baseline="0">
                <a:ln>
                  <a:noFill/>
                </a:ln>
                <a:solidFill>
                  <a:schemeClr val="tx1"/>
                </a:solidFill>
                <a:effectLst/>
                <a:latin typeface="Arial" panose="020B0604020202020204" pitchFamily="34" charset="0"/>
              </a:rPr>
              <a:t> Le paiement est émit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And Le statut est « CONFIRMÉ »</a:t>
            </a:r>
            <a:br>
              <a:rPr kumimoji="0" lang="fr-FR" altLang="fr-FR" sz="1050" b="0" i="0" u="none" strike="noStrike" cap="none" normalizeH="0" baseline="0">
                <a:ln>
                  <a:noFill/>
                </a:ln>
                <a:solidFill>
                  <a:schemeClr val="tx1"/>
                </a:solidFill>
                <a:effectLst/>
                <a:latin typeface="Arial" panose="020B0604020202020204" pitchFamily="34" charset="0"/>
              </a:rPr>
            </a:br>
            <a:endParaRPr kumimoji="0" lang="fr-FR" altLang="fr-FR" sz="105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2) </a:t>
            </a:r>
            <a:r>
              <a:rPr kumimoji="0" lang="fr-FR" altLang="fr-FR" sz="1050" b="0" i="1" u="none" strike="noStrike" cap="none" normalizeH="0" baseline="0">
                <a:ln>
                  <a:noFill/>
                </a:ln>
                <a:solidFill>
                  <a:schemeClr val="tx1"/>
                </a:solidFill>
                <a:effectLst/>
                <a:latin typeface="Arial" panose="020B0604020202020204" pitchFamily="34" charset="0"/>
              </a:rPr>
              <a:t>Exception fonctionnelle (</a:t>
            </a:r>
            <a:r>
              <a:rPr kumimoji="0" lang="fr-FR" altLang="fr-FR" sz="1050" b="0" i="1" u="none" strike="noStrike" cap="none" normalizeH="0" baseline="0" err="1">
                <a:ln>
                  <a:noFill/>
                </a:ln>
                <a:solidFill>
                  <a:schemeClr val="tx1"/>
                </a:solidFill>
                <a:effectLst/>
                <a:latin typeface="Arial" panose="020B0604020202020204" pitchFamily="34" charset="0"/>
              </a:rPr>
              <a:t>Sad</a:t>
            </a:r>
            <a:r>
              <a:rPr kumimoji="0" lang="fr-FR" altLang="fr-FR" sz="1050" b="0" i="1" u="none" strike="noStrike" cap="none" normalizeH="0" baseline="0">
                <a:ln>
                  <a:noFill/>
                </a:ln>
                <a:solidFill>
                  <a:schemeClr val="tx1"/>
                </a:solidFill>
                <a:effectLst/>
                <a:latin typeface="Arial" panose="020B0604020202020204" pitchFamily="34" charset="0"/>
              </a:rPr>
              <a:t> Path):</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Given</a:t>
            </a:r>
            <a:r>
              <a:rPr kumimoji="0" lang="fr-FR" altLang="fr-FR" sz="1050" b="0" i="0" u="none" strike="noStrike" cap="none" normalizeH="0" baseline="0">
                <a:ln>
                  <a:noFill/>
                </a:ln>
                <a:solidFill>
                  <a:schemeClr val="tx1"/>
                </a:solidFill>
                <a:effectLst/>
                <a:latin typeface="Arial" panose="020B0604020202020204" pitchFamily="34" charset="0"/>
              </a:rPr>
              <a:t> Le service de paiement renvoie "Refusé"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When</a:t>
            </a:r>
            <a:r>
              <a:rPr kumimoji="0" lang="fr-FR" altLang="fr-FR" sz="1050" b="0" i="0" u="none" strike="noStrike" cap="none" normalizeH="0" baseline="0">
                <a:ln>
                  <a:noFill/>
                </a:ln>
                <a:solidFill>
                  <a:schemeClr val="tx1"/>
                </a:solidFill>
                <a:effectLst/>
                <a:latin typeface="Arial" panose="020B0604020202020204" pitchFamily="34" charset="0"/>
              </a:rPr>
              <a:t> On passe la commande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t>
            </a:r>
            <a:r>
              <a:rPr kumimoji="0" lang="fr-FR" altLang="fr-FR" sz="1050" b="0" i="0" u="none" strike="noStrike" cap="none" normalizeH="0" baseline="0" err="1">
                <a:ln>
                  <a:noFill/>
                </a:ln>
                <a:solidFill>
                  <a:schemeClr val="tx1"/>
                </a:solidFill>
                <a:effectLst/>
                <a:latin typeface="Arial" panose="020B0604020202020204" pitchFamily="34" charset="0"/>
              </a:rPr>
              <a:t>Then</a:t>
            </a:r>
            <a:r>
              <a:rPr kumimoji="0" lang="fr-FR" altLang="fr-FR" sz="1050" b="0" i="0" u="none" strike="noStrike" cap="none" normalizeH="0" baseline="0">
                <a:ln>
                  <a:noFill/>
                </a:ln>
                <a:solidFill>
                  <a:schemeClr val="tx1"/>
                </a:solidFill>
                <a:effectLst/>
                <a:latin typeface="Arial" panose="020B0604020202020204" pitchFamily="34" charset="0"/>
              </a:rPr>
              <a:t> </a:t>
            </a:r>
            <a:r>
              <a:rPr lang="fr-FR" altLang="fr-FR" sz="1050">
                <a:latin typeface="Arial" panose="020B0604020202020204" pitchFamily="34" charset="0"/>
              </a:rPr>
              <a:t>Le statut est à </a:t>
            </a:r>
            <a:r>
              <a:rPr kumimoji="0" lang="fr-FR" altLang="fr-FR" sz="1050" b="0" i="0" u="none" strike="noStrike" cap="none" normalizeH="0" baseline="0">
                <a:ln>
                  <a:noFill/>
                </a:ln>
                <a:solidFill>
                  <a:schemeClr val="tx1"/>
                </a:solidFill>
                <a:effectLst/>
                <a:latin typeface="Arial" panose="020B0604020202020204" pitchFamily="34" charset="0"/>
              </a:rPr>
              <a:t>"REJECTED"</a:t>
            </a:r>
          </a:p>
          <a:p>
            <a:pPr lvl="0" defTabSz="914400" eaLnBrk="0" fontAlgn="base" hangingPunct="0">
              <a:spcBef>
                <a:spcPct val="0"/>
              </a:spcBef>
              <a:spcAft>
                <a:spcPct val="0"/>
              </a:spcAft>
            </a:pPr>
            <a:r>
              <a:rPr kumimoji="0" lang="fr-FR" altLang="fr-FR" sz="1050" b="0" i="0" u="none" strike="noStrike" cap="none" normalizeH="0" baseline="0">
                <a:ln>
                  <a:noFill/>
                </a:ln>
                <a:solidFill>
                  <a:schemeClr val="tx1"/>
                </a:solidFill>
                <a:effectLst/>
                <a:latin typeface="Arial" panose="020B0604020202020204" pitchFamily="34" charset="0"/>
              </a:rPr>
              <a:t>      And événement "</a:t>
            </a:r>
            <a:r>
              <a:rPr kumimoji="0" lang="fr-FR" altLang="fr-FR" sz="1050" b="0" i="0" u="none" strike="noStrike" cap="none" normalizeH="0" baseline="0" err="1">
                <a:ln>
                  <a:noFill/>
                </a:ln>
                <a:solidFill>
                  <a:schemeClr val="tx1"/>
                </a:solidFill>
                <a:effectLst/>
                <a:latin typeface="Arial" panose="020B0604020202020204" pitchFamily="34" charset="0"/>
              </a:rPr>
              <a:t>PaiementRefusé</a:t>
            </a:r>
            <a:r>
              <a:rPr lang="fr-FR" altLang="fr-FR" sz="1050">
                <a:latin typeface="Arial" panose="020B0604020202020204" pitchFamily="34" charset="0"/>
              </a:rPr>
              <a:t>"   </a:t>
            </a:r>
            <a:r>
              <a:rPr kumimoji="0" lang="fr-FR" altLang="fr-FR" sz="1050" b="0" i="0" u="none" strike="noStrike" cap="none" normalizeH="0" baseline="0">
                <a:ln>
                  <a:noFill/>
                </a:ln>
                <a:solidFill>
                  <a:schemeClr val="tx1"/>
                </a:solidFill>
                <a:effectLst/>
                <a:latin typeface="Arial" panose="020B0604020202020204" pitchFamily="34" charset="0"/>
              </a:rPr>
              <a:t>est publié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And aucun mouvement de stock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5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1" i="0" u="none" strike="noStrike" cap="none" normalizeH="0" baseline="0">
                <a:ln>
                  <a:noFill/>
                </a:ln>
                <a:solidFill>
                  <a:schemeClr val="tx1"/>
                </a:solidFill>
                <a:effectLst/>
                <a:latin typeface="Arial" panose="020B0604020202020204" pitchFamily="34" charset="0"/>
              </a:rPr>
              <a:t>Couverture</a:t>
            </a:r>
            <a:r>
              <a:rPr kumimoji="0" lang="fr-FR" altLang="fr-FR" sz="105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Décisions </a:t>
            </a:r>
            <a:r>
              <a:rPr kumimoji="0" lang="fr-FR" altLang="fr-FR" sz="1050" b="0" i="0" u="none" strike="noStrike" cap="none" normalizeH="0" baseline="0" err="1">
                <a:ln>
                  <a:noFill/>
                </a:ln>
                <a:solidFill>
                  <a:schemeClr val="tx1"/>
                </a:solidFill>
                <a:effectLst/>
                <a:latin typeface="Arial" panose="020B0604020202020204" pitchFamily="34" charset="0"/>
              </a:rPr>
              <a:t>True</a:t>
            </a:r>
            <a:r>
              <a:rPr kumimoji="0" lang="fr-FR" altLang="fr-FR" sz="1050" b="0" i="0" u="none" strike="noStrike" cap="none" normalizeH="0" baseline="0">
                <a:ln>
                  <a:noFill/>
                </a:ln>
                <a:solidFill>
                  <a:schemeClr val="tx1"/>
                </a:solidFill>
                <a:effectLst/>
                <a:latin typeface="Arial" panose="020B0604020202020204" pitchFamily="34" charset="0"/>
              </a:rPr>
              <a:t>/False sur "paiement accepté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50" b="0" i="0" u="none" strike="noStrike" cap="none" normalizeH="0" baseline="0">
                <a:ln>
                  <a:noFill/>
                </a:ln>
                <a:solidFill>
                  <a:schemeClr val="tx1"/>
                </a:solidFill>
                <a:effectLst/>
                <a:latin typeface="Arial" panose="020B0604020202020204" pitchFamily="34" charset="0"/>
              </a:rPr>
              <a:t>- Frontières: montant=49/50/51 </a:t>
            </a:r>
          </a:p>
        </p:txBody>
      </p:sp>
      <p:sp>
        <p:nvSpPr>
          <p:cNvPr id="6" name="Rectangle : coins arrondis 5">
            <a:extLst>
              <a:ext uri="{FF2B5EF4-FFF2-40B4-BE49-F238E27FC236}">
                <a16:creationId xmlns:a16="http://schemas.microsoft.com/office/drawing/2014/main" id="{C39C67AC-6ED9-785F-8E74-9A76C2DC1D4B}"/>
              </a:ext>
            </a:extLst>
          </p:cNvPr>
          <p:cNvSpPr/>
          <p:nvPr>
            <p:custDataLst>
              <p:tags r:id="rId4"/>
            </p:custDataLst>
          </p:nvPr>
        </p:nvSpPr>
        <p:spPr>
          <a:xfrm>
            <a:off x="5754450" y="2979255"/>
            <a:ext cx="2975846" cy="180536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normAutofit fontScale="70000" lnSpcReduction="20000"/>
          </a:bodyPr>
          <a:lstStyle/>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Titre: Commande - orchestration paiement</a:t>
            </a:r>
          </a:p>
          <a:p>
            <a:pPr lvl="0" defTabSz="914400" eaLnBrk="0" fontAlgn="base" hangingPunct="0">
              <a:spcBef>
                <a:spcPct val="0"/>
              </a:spcBef>
              <a:spcAft>
                <a:spcPct val="0"/>
              </a:spcAft>
            </a:pPr>
            <a:endParaRPr lang="fr-FR" altLang="fr-FR" sz="1400">
              <a:solidFill>
                <a:schemeClr val="bg1"/>
              </a:solidFill>
              <a:latin typeface="Arial" panose="020B0604020202020204" pitchFamily="34" charset="0"/>
            </a:endParaRP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Intrants:</a:t>
            </a: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 Use case "Passer commande"</a:t>
            </a: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 Contrats d'API: </a:t>
            </a:r>
            <a:r>
              <a:rPr lang="fr-FR" altLang="fr-FR" sz="1400" err="1">
                <a:solidFill>
                  <a:schemeClr val="bg1"/>
                </a:solidFill>
                <a:latin typeface="Arial" panose="020B0604020202020204" pitchFamily="34" charset="0"/>
              </a:rPr>
              <a:t>PaymentService</a:t>
            </a:r>
            <a:r>
              <a:rPr lang="fr-FR" altLang="fr-FR" sz="1400">
                <a:solidFill>
                  <a:schemeClr val="bg1"/>
                </a:solidFill>
                <a:latin typeface="Arial" panose="020B0604020202020204" pitchFamily="34" charset="0"/>
              </a:rPr>
              <a:t>, </a:t>
            </a:r>
            <a:r>
              <a:rPr lang="fr-FR" altLang="fr-FR" sz="1400" err="1">
                <a:solidFill>
                  <a:schemeClr val="bg1"/>
                </a:solidFill>
                <a:latin typeface="Arial" panose="020B0604020202020204" pitchFamily="34" charset="0"/>
              </a:rPr>
              <a:t>InventoryService</a:t>
            </a:r>
            <a:endParaRPr lang="fr-FR" altLang="fr-FR" sz="1400">
              <a:solidFill>
                <a:schemeClr val="bg1"/>
              </a:solidFill>
              <a:latin typeface="Arial" panose="020B0604020202020204" pitchFamily="34" charset="0"/>
            </a:endParaRPr>
          </a:p>
          <a:p>
            <a:pPr lvl="0" defTabSz="914400" eaLnBrk="0" fontAlgn="base" hangingPunct="0">
              <a:spcBef>
                <a:spcPct val="0"/>
              </a:spcBef>
              <a:spcAft>
                <a:spcPct val="0"/>
              </a:spcAft>
            </a:pPr>
            <a:endParaRPr lang="fr-FR" altLang="fr-FR" sz="1400">
              <a:solidFill>
                <a:schemeClr val="bg1"/>
              </a:solidFill>
              <a:latin typeface="Arial" panose="020B0604020202020204" pitchFamily="34" charset="0"/>
            </a:endParaRP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Doublures:</a:t>
            </a: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 Stub </a:t>
            </a:r>
            <a:r>
              <a:rPr lang="fr-FR" altLang="fr-FR" sz="1400" err="1">
                <a:solidFill>
                  <a:schemeClr val="bg1"/>
                </a:solidFill>
                <a:latin typeface="Arial" panose="020B0604020202020204" pitchFamily="34" charset="0"/>
              </a:rPr>
              <a:t>InventoryService</a:t>
            </a:r>
            <a:r>
              <a:rPr lang="fr-FR" altLang="fr-FR" sz="1400">
                <a:solidFill>
                  <a:schemeClr val="bg1"/>
                </a:solidFill>
                <a:latin typeface="Arial" panose="020B0604020202020204" pitchFamily="34" charset="0"/>
              </a:rPr>
              <a:t>: "Réserve OK"</a:t>
            </a:r>
          </a:p>
          <a:p>
            <a:pPr lvl="0" defTabSz="914400" eaLnBrk="0" fontAlgn="base" hangingPunct="0">
              <a:spcBef>
                <a:spcPct val="0"/>
              </a:spcBef>
              <a:spcAft>
                <a:spcPct val="0"/>
              </a:spcAft>
            </a:pPr>
            <a:r>
              <a:rPr lang="fr-FR" altLang="fr-FR" sz="1400">
                <a:solidFill>
                  <a:schemeClr val="bg1"/>
                </a:solidFill>
                <a:latin typeface="Arial" panose="020B0604020202020204" pitchFamily="34" charset="0"/>
              </a:rPr>
              <a:t>- </a:t>
            </a:r>
            <a:r>
              <a:rPr lang="fr-FR" altLang="fr-FR" sz="1400" err="1">
                <a:solidFill>
                  <a:schemeClr val="bg1"/>
                </a:solidFill>
                <a:latin typeface="Arial" panose="020B0604020202020204" pitchFamily="34" charset="0"/>
              </a:rPr>
              <a:t>Mock</a:t>
            </a:r>
            <a:r>
              <a:rPr lang="fr-FR" altLang="fr-FR" sz="1400">
                <a:solidFill>
                  <a:schemeClr val="bg1"/>
                </a:solidFill>
                <a:latin typeface="Arial" panose="020B0604020202020204" pitchFamily="34" charset="0"/>
              </a:rPr>
              <a:t> </a:t>
            </a:r>
            <a:r>
              <a:rPr lang="fr-FR" altLang="fr-FR" sz="1400" err="1">
                <a:solidFill>
                  <a:schemeClr val="bg1"/>
                </a:solidFill>
                <a:latin typeface="Arial" panose="020B0604020202020204" pitchFamily="34" charset="0"/>
              </a:rPr>
              <a:t>PaymentService</a:t>
            </a:r>
            <a:r>
              <a:rPr lang="fr-FR" altLang="fr-FR" sz="1400">
                <a:solidFill>
                  <a:schemeClr val="bg1"/>
                </a:solidFill>
                <a:latin typeface="Arial" panose="020B0604020202020204" pitchFamily="34" charset="0"/>
              </a:rPr>
              <a:t>: doit être appelé avec montant=..., méthode=...</a:t>
            </a:r>
          </a:p>
          <a:p>
            <a:pPr algn="ctr"/>
            <a:endParaRPr lang="fr-CA">
              <a:solidFill>
                <a:schemeClr val="bg1"/>
              </a:solidFill>
            </a:endParaRPr>
          </a:p>
        </p:txBody>
      </p:sp>
    </p:spTree>
    <p:extLst>
      <p:ext uri="{BB962C8B-B14F-4D97-AF65-F5344CB8AC3E}">
        <p14:creationId xmlns:p14="http://schemas.microsoft.com/office/powerpoint/2010/main" val="692365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5186F-7A1F-12A0-0338-0A5AAE356125}"/>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CD77FC7D-2A8E-97EC-BF7B-EB35A9040C57}"/>
              </a:ext>
            </a:extLst>
          </p:cNvPr>
          <p:cNvSpPr>
            <a:spLocks noGrp="1"/>
          </p:cNvSpPr>
          <p:nvPr>
            <p:ph type="title"/>
            <p:custDataLst>
              <p:tags r:id="rId1"/>
            </p:custDataLst>
          </p:nvPr>
        </p:nvSpPr>
        <p:spPr>
          <a:xfrm>
            <a:off x="228599" y="247650"/>
            <a:ext cx="7164977" cy="762544"/>
          </a:xfrm>
        </p:spPr>
        <p:txBody>
          <a:bodyPr anchor="t">
            <a:noAutofit/>
          </a:bodyPr>
          <a:lstStyle/>
          <a:p>
            <a:r>
              <a:rPr lang="fr-CA" sz="2400" b="1"/>
              <a:t>Bonnes pratiques des tests systèmes et d’intégration de système</a:t>
            </a:r>
          </a:p>
        </p:txBody>
      </p:sp>
      <p:sp>
        <p:nvSpPr>
          <p:cNvPr id="3" name="Espace réservé du contenu 2">
            <a:extLst>
              <a:ext uri="{FF2B5EF4-FFF2-40B4-BE49-F238E27FC236}">
                <a16:creationId xmlns:a16="http://schemas.microsoft.com/office/drawing/2014/main" id="{4116ECD0-0399-C55F-6288-DE061978BCDC}"/>
              </a:ext>
            </a:extLst>
          </p:cNvPr>
          <p:cNvSpPr>
            <a:spLocks noGrp="1"/>
          </p:cNvSpPr>
          <p:nvPr>
            <p:ph idx="1"/>
            <p:custDataLst>
              <p:tags r:id="rId2"/>
            </p:custDataLst>
          </p:nvPr>
        </p:nvSpPr>
        <p:spPr>
          <a:xfrm>
            <a:off x="228599" y="1227365"/>
            <a:ext cx="8686801" cy="3396887"/>
          </a:xfrm>
        </p:spPr>
        <p:txBody>
          <a:bodyPr anchor="t">
            <a:normAutofit lnSpcReduction="10000"/>
          </a:bodyPr>
          <a:lstStyle/>
          <a:p>
            <a:pPr>
              <a:lnSpc>
                <a:spcPct val="150000"/>
              </a:lnSpc>
              <a:spcAft>
                <a:spcPts val="600"/>
              </a:spcAft>
              <a:buFont typeface="Wingdings" panose="05000000000000000000" pitchFamily="2" charset="2"/>
              <a:buChar char="Ø"/>
            </a:pPr>
            <a:r>
              <a:rPr lang="fr-CA" sz="2000"/>
              <a:t>Lier les suites de test aux User Story ou </a:t>
            </a:r>
            <a:r>
              <a:rPr lang="fr-CA" sz="2000" err="1"/>
              <a:t>Features</a:t>
            </a:r>
            <a:endParaRPr lang="fr-CA" sz="2000"/>
          </a:p>
          <a:p>
            <a:pPr>
              <a:lnSpc>
                <a:spcPct val="150000"/>
              </a:lnSpc>
              <a:spcAft>
                <a:spcPts val="600"/>
              </a:spcAft>
              <a:buFont typeface="Wingdings" panose="05000000000000000000" pitchFamily="2" charset="2"/>
              <a:buChar char="Ø"/>
            </a:pPr>
            <a:r>
              <a:rPr lang="fr-CA" sz="2000"/>
              <a:t>Ne pas regrouper une chaîne complète dans un seul cas de test : séparer par système</a:t>
            </a:r>
          </a:p>
          <a:p>
            <a:pPr>
              <a:lnSpc>
                <a:spcPct val="150000"/>
              </a:lnSpc>
              <a:spcAft>
                <a:spcPts val="600"/>
              </a:spcAft>
              <a:buFont typeface="Wingdings" panose="05000000000000000000" pitchFamily="2" charset="2"/>
              <a:buChar char="Ø"/>
            </a:pPr>
            <a:r>
              <a:rPr lang="fr-CA" sz="2000"/>
              <a:t>Utiliser vos schémas pour détecter les chaines d’intégration</a:t>
            </a:r>
          </a:p>
          <a:p>
            <a:pPr>
              <a:lnSpc>
                <a:spcPct val="150000"/>
              </a:lnSpc>
              <a:spcAft>
                <a:spcPts val="600"/>
              </a:spcAft>
              <a:buFont typeface="Wingdings" panose="05000000000000000000" pitchFamily="2" charset="2"/>
              <a:buChar char="Ø"/>
            </a:pPr>
            <a:r>
              <a:rPr lang="fr-CA" sz="2000"/>
              <a:t>Vérifier les critères d’entrée avant d’exécuter les tests</a:t>
            </a:r>
          </a:p>
          <a:p>
            <a:pPr>
              <a:lnSpc>
                <a:spcPct val="150000"/>
              </a:lnSpc>
              <a:spcAft>
                <a:spcPts val="600"/>
              </a:spcAft>
              <a:buFont typeface="Wingdings" panose="05000000000000000000" pitchFamily="2" charset="2"/>
              <a:buChar char="Ø"/>
            </a:pPr>
            <a:r>
              <a:rPr lang="fr-CA" sz="2000"/>
              <a:t>Séparer les scénario happy </a:t>
            </a:r>
            <a:r>
              <a:rPr lang="fr-CA" sz="2000" err="1"/>
              <a:t>path</a:t>
            </a:r>
            <a:r>
              <a:rPr lang="fr-CA" sz="2000"/>
              <a:t> des </a:t>
            </a:r>
            <a:r>
              <a:rPr lang="fr-CA" sz="2000" err="1"/>
              <a:t>sad</a:t>
            </a:r>
            <a:r>
              <a:rPr lang="fr-CA" sz="2000"/>
              <a:t> </a:t>
            </a:r>
            <a:r>
              <a:rPr lang="fr-CA" sz="2000" err="1"/>
              <a:t>path</a:t>
            </a:r>
            <a:endParaRPr lang="fr-CA" sz="2000"/>
          </a:p>
          <a:p>
            <a:pPr>
              <a:lnSpc>
                <a:spcPct val="150000"/>
              </a:lnSpc>
              <a:spcAft>
                <a:spcPts val="600"/>
              </a:spcAft>
              <a:buFont typeface="Wingdings" panose="05000000000000000000" pitchFamily="2" charset="2"/>
              <a:buChar char="Ø"/>
            </a:pPr>
            <a:r>
              <a:rPr lang="fr-CA" sz="2000"/>
              <a:t>Isoler et maîtriser les données de test</a:t>
            </a:r>
          </a:p>
        </p:txBody>
      </p:sp>
      <p:sp>
        <p:nvSpPr>
          <p:cNvPr id="4" name="Espace réservé du numéro de diapositive 3">
            <a:extLst>
              <a:ext uri="{FF2B5EF4-FFF2-40B4-BE49-F238E27FC236}">
                <a16:creationId xmlns:a16="http://schemas.microsoft.com/office/drawing/2014/main" id="{A6650384-22F4-E0A9-6D52-A231DEE2B25A}"/>
              </a:ext>
            </a:extLst>
          </p:cNvPr>
          <p:cNvSpPr>
            <a:spLocks noGrp="1"/>
          </p:cNvSpPr>
          <p:nvPr>
            <p:ph type="sldNum" sz="quarter" idx="12"/>
            <p:custDataLst>
              <p:tags r:id="rId3"/>
            </p:custDataLst>
          </p:nvPr>
        </p:nvSpPr>
        <p:spPr>
          <a:xfrm>
            <a:off x="8610600" y="4784623"/>
            <a:ext cx="304800" cy="273844"/>
          </a:xfrm>
        </p:spPr>
        <p:txBody>
          <a:bodyPr anchor="t">
            <a:normAutofit/>
          </a:bodyPr>
          <a:lstStyle/>
          <a:p>
            <a:pPr>
              <a:spcAft>
                <a:spcPts val="600"/>
              </a:spcAft>
            </a:pPr>
            <a:fld id="{92CFF269-2187-469B-861B-426AF96A1473}" type="slidenum">
              <a:rPr lang="fr-CA" smtClean="0"/>
              <a:pPr>
                <a:spcAft>
                  <a:spcPts val="600"/>
                </a:spcAft>
              </a:pPr>
              <a:t>24</a:t>
            </a:fld>
            <a:endParaRPr lang="fr-CA"/>
          </a:p>
        </p:txBody>
      </p:sp>
    </p:spTree>
    <p:extLst>
      <p:ext uri="{BB962C8B-B14F-4D97-AF65-F5344CB8AC3E}">
        <p14:creationId xmlns:p14="http://schemas.microsoft.com/office/powerpoint/2010/main" val="2507049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F3ABE2F-96A4-FB87-0D91-7A46F414C2B4}"/>
              </a:ext>
            </a:extLst>
          </p:cNvPr>
          <p:cNvSpPr>
            <a:spLocks noGrp="1"/>
          </p:cNvSpPr>
          <p:nvPr>
            <p:ph type="title"/>
            <p:custDataLst>
              <p:tags r:id="rId1"/>
            </p:custDataLst>
          </p:nvPr>
        </p:nvSpPr>
        <p:spPr/>
        <p:txBody>
          <a:bodyPr/>
          <a:lstStyle/>
          <a:p>
            <a:r>
              <a:rPr lang="fr-CA" sz="2400" b="1"/>
              <a:t>Documentation tests dans </a:t>
            </a:r>
            <a:r>
              <a:rPr lang="fr-CA" sz="2400" b="1" err="1"/>
              <a:t>Devops</a:t>
            </a:r>
            <a:endParaRPr lang="fr-CA" sz="2400" b="1"/>
          </a:p>
        </p:txBody>
      </p:sp>
      <p:sp>
        <p:nvSpPr>
          <p:cNvPr id="3" name="Espace réservé du contenu 2">
            <a:extLst>
              <a:ext uri="{FF2B5EF4-FFF2-40B4-BE49-F238E27FC236}">
                <a16:creationId xmlns:a16="http://schemas.microsoft.com/office/drawing/2014/main" id="{83B02C30-52E0-584C-2541-82DA650778F1}"/>
              </a:ext>
            </a:extLst>
          </p:cNvPr>
          <p:cNvSpPr>
            <a:spLocks noGrp="1"/>
          </p:cNvSpPr>
          <p:nvPr>
            <p:ph idx="1"/>
            <p:custDataLst>
              <p:tags r:id="rId2"/>
            </p:custDataLst>
          </p:nvPr>
        </p:nvSpPr>
        <p:spPr>
          <a:xfrm>
            <a:off x="289560" y="762000"/>
            <a:ext cx="6629400" cy="3318273"/>
          </a:xfrm>
        </p:spPr>
        <p:txBody>
          <a:bodyPr/>
          <a:lstStyle/>
          <a:p>
            <a:pPr marL="173736" indent="0">
              <a:buNone/>
            </a:pPr>
            <a:r>
              <a:rPr lang="fr-CA" sz="1600"/>
              <a:t>Test système</a:t>
            </a: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br>
              <a:rPr lang="fr-CA" sz="1600"/>
            </a:br>
            <a:endParaRPr lang="fr-CA"/>
          </a:p>
        </p:txBody>
      </p:sp>
      <p:sp>
        <p:nvSpPr>
          <p:cNvPr id="4" name="Espace réservé du numéro de diapositive 3">
            <a:extLst>
              <a:ext uri="{FF2B5EF4-FFF2-40B4-BE49-F238E27FC236}">
                <a16:creationId xmlns:a16="http://schemas.microsoft.com/office/drawing/2014/main" id="{CC9A3DD7-F5D0-12CC-BAD5-6E0767ECA8E9}"/>
              </a:ext>
            </a:extLst>
          </p:cNvPr>
          <p:cNvSpPr>
            <a:spLocks noGrp="1"/>
          </p:cNvSpPr>
          <p:nvPr>
            <p:ph type="sldNum" sz="quarter" idx="12"/>
            <p:custDataLst>
              <p:tags r:id="rId3"/>
            </p:custDataLst>
          </p:nvPr>
        </p:nvSpPr>
        <p:spPr/>
        <p:txBody>
          <a:bodyPr/>
          <a:lstStyle/>
          <a:p>
            <a:fld id="{92CFF269-2187-469B-861B-426AF96A1473}" type="slidenum">
              <a:rPr lang="fr-CA" smtClean="0"/>
              <a:t>25</a:t>
            </a:fld>
            <a:endParaRPr lang="fr-CA"/>
          </a:p>
        </p:txBody>
      </p:sp>
      <p:pic>
        <p:nvPicPr>
          <p:cNvPr id="14" name="Image 13" descr="Une image contenant texte, capture d’écran, ligne, Police">
            <a:extLst>
              <a:ext uri="{FF2B5EF4-FFF2-40B4-BE49-F238E27FC236}">
                <a16:creationId xmlns:a16="http://schemas.microsoft.com/office/drawing/2014/main" id="{A015D85F-9407-8956-C550-E8F6FEBF3434}"/>
              </a:ext>
            </a:extLst>
          </p:cNvPr>
          <p:cNvPicPr>
            <a:picLocks noChangeAspect="1"/>
          </p:cNvPicPr>
          <p:nvPr/>
        </p:nvPicPr>
        <p:blipFill>
          <a:blip r:embed="rId6"/>
          <a:stretch>
            <a:fillRect/>
          </a:stretch>
        </p:blipFill>
        <p:spPr>
          <a:xfrm>
            <a:off x="357051" y="1360453"/>
            <a:ext cx="8163509" cy="2567113"/>
          </a:xfrm>
          <a:prstGeom prst="rect">
            <a:avLst/>
          </a:prstGeom>
        </p:spPr>
      </p:pic>
    </p:spTree>
    <p:extLst>
      <p:ext uri="{BB962C8B-B14F-4D97-AF65-F5344CB8AC3E}">
        <p14:creationId xmlns:p14="http://schemas.microsoft.com/office/powerpoint/2010/main" val="1312585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D8F4-FA88-5D53-F6CA-D95FABA6A9D2}"/>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92EA0A4-0305-C8E8-DAC5-5A8AAF4BAA9C}"/>
              </a:ext>
            </a:extLst>
          </p:cNvPr>
          <p:cNvSpPr>
            <a:spLocks noGrp="1"/>
          </p:cNvSpPr>
          <p:nvPr>
            <p:ph type="sldNum" sz="quarter" idx="12"/>
            <p:custDataLst>
              <p:tags r:id="rId1"/>
            </p:custDataLst>
          </p:nvPr>
        </p:nvSpPr>
        <p:spPr>
          <a:xfrm>
            <a:off x="8610600" y="4784623"/>
            <a:ext cx="304800" cy="273844"/>
          </a:xfrm>
        </p:spPr>
        <p:txBody>
          <a:bodyPr/>
          <a:lstStyle/>
          <a:p>
            <a:fld id="{1A5FFEF5-E129-4B58-BC20-992FAFAB5E8C}" type="slidenum">
              <a:rPr lang="fr-CA" noProof="0" smtClean="0"/>
              <a:pPr/>
              <a:t>26</a:t>
            </a:fld>
            <a:endParaRPr lang="fr-CA" noProof="0"/>
          </a:p>
        </p:txBody>
      </p:sp>
      <p:sp>
        <p:nvSpPr>
          <p:cNvPr id="3" name="Espace réservé du texte 2">
            <a:extLst>
              <a:ext uri="{FF2B5EF4-FFF2-40B4-BE49-F238E27FC236}">
                <a16:creationId xmlns:a16="http://schemas.microsoft.com/office/drawing/2014/main" id="{57CCAEB1-B8DC-80EF-24A6-7606B6A8D15A}"/>
              </a:ext>
            </a:extLst>
          </p:cNvPr>
          <p:cNvSpPr>
            <a:spLocks noGrp="1"/>
          </p:cNvSpPr>
          <p:nvPr>
            <p:ph type="body" sz="quarter" idx="13"/>
            <p:custDataLst>
              <p:tags r:id="rId2"/>
            </p:custDataLst>
          </p:nvPr>
        </p:nvSpPr>
        <p:spPr>
          <a:xfrm>
            <a:off x="256031" y="326803"/>
            <a:ext cx="8086779" cy="1699358"/>
          </a:xfrm>
        </p:spPr>
        <p:txBody>
          <a:bodyPr/>
          <a:lstStyle/>
          <a:p>
            <a:r>
              <a:rPr lang="fr-CA" sz="4800" noProof="0"/>
              <a:t>Essais d’acceptation</a:t>
            </a:r>
          </a:p>
        </p:txBody>
      </p:sp>
    </p:spTree>
    <p:extLst>
      <p:ext uri="{BB962C8B-B14F-4D97-AF65-F5344CB8AC3E}">
        <p14:creationId xmlns:p14="http://schemas.microsoft.com/office/powerpoint/2010/main" val="1538276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1BF6-003C-0AF3-7D58-1FF24453E0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7C29869-1D5E-78B1-2B16-FFBEABB46B07}"/>
              </a:ext>
            </a:extLst>
          </p:cNvPr>
          <p:cNvSpPr>
            <a:spLocks noGrp="1"/>
          </p:cNvSpPr>
          <p:nvPr>
            <p:ph type="title"/>
            <p:custDataLst>
              <p:tags r:id="rId1"/>
            </p:custDataLst>
          </p:nvPr>
        </p:nvSpPr>
        <p:spPr>
          <a:xfrm>
            <a:off x="228600" y="247650"/>
            <a:ext cx="6629400" cy="514350"/>
          </a:xfrm>
        </p:spPr>
        <p:txBody>
          <a:bodyPr/>
          <a:lstStyle/>
          <a:p>
            <a:r>
              <a:rPr lang="fr-CA" sz="2400"/>
              <a:t>Définition des essais d’</a:t>
            </a:r>
            <a:r>
              <a:rPr lang="fr-CA" sz="2400" b="1"/>
              <a:t>Acceptation</a:t>
            </a:r>
          </a:p>
        </p:txBody>
      </p:sp>
      <p:sp>
        <p:nvSpPr>
          <p:cNvPr id="3" name="Espace réservé du contenu 2">
            <a:extLst>
              <a:ext uri="{FF2B5EF4-FFF2-40B4-BE49-F238E27FC236}">
                <a16:creationId xmlns:a16="http://schemas.microsoft.com/office/drawing/2014/main" id="{3C8AC0EB-9E96-D053-4912-CC243B5C9904}"/>
              </a:ext>
            </a:extLst>
          </p:cNvPr>
          <p:cNvSpPr>
            <a:spLocks noGrp="1"/>
          </p:cNvSpPr>
          <p:nvPr>
            <p:ph idx="1"/>
            <p:custDataLst>
              <p:tags r:id="rId2"/>
            </p:custDataLst>
          </p:nvPr>
        </p:nvSpPr>
        <p:spPr>
          <a:xfrm>
            <a:off x="698863" y="983524"/>
            <a:ext cx="6629400" cy="3318273"/>
          </a:xfrm>
        </p:spPr>
        <p:txBody>
          <a:bodyPr/>
          <a:lstStyle/>
          <a:p>
            <a:r>
              <a:rPr lang="fr-CA" sz="1600" b="1"/>
              <a:t>Définition</a:t>
            </a:r>
            <a:r>
              <a:rPr lang="fr-CA" sz="1600"/>
              <a:t> : </a:t>
            </a:r>
            <a:r>
              <a:rPr lang="fr-CA" sz="1600">
                <a:ea typeface="Calibri Light"/>
                <a:cs typeface="Calibri Light"/>
              </a:rPr>
              <a:t>Les tests d’acceptation représentent les activités des utilisateurs organisés selon leur </a:t>
            </a:r>
            <a:r>
              <a:rPr lang="fr-CA" sz="1600" b="1">
                <a:ea typeface="Calibri Light"/>
                <a:cs typeface="Calibri Light"/>
              </a:rPr>
              <a:t>processus</a:t>
            </a:r>
            <a:r>
              <a:rPr lang="fr-CA" sz="1600">
                <a:ea typeface="Calibri Light"/>
                <a:cs typeface="Calibri Light"/>
              </a:rPr>
              <a:t>. </a:t>
            </a:r>
          </a:p>
          <a:p>
            <a:r>
              <a:rPr lang="fr-CA" sz="1600" b="1">
                <a:ea typeface="Calibri Light"/>
                <a:cs typeface="Calibri Light"/>
              </a:rPr>
              <a:t>Couverture</a:t>
            </a:r>
            <a:r>
              <a:rPr lang="fr-CA" sz="1600">
                <a:ea typeface="Calibri Light"/>
                <a:cs typeface="Calibri Light"/>
              </a:rPr>
              <a:t>: Couvrir les activités quotidiennes les plus fréquentes, ou les processus sous contrainte (date de tombée), </a:t>
            </a:r>
          </a:p>
          <a:p>
            <a:r>
              <a:rPr lang="fr-CA" sz="1600" b="1"/>
              <a:t>Données</a:t>
            </a:r>
            <a:r>
              <a:rPr lang="fr-CA" sz="1600"/>
              <a:t> : de production ou proche du réel.</a:t>
            </a:r>
          </a:p>
          <a:p>
            <a:r>
              <a:rPr lang="fr-CA" sz="1600" b="1"/>
              <a:t>Intrants</a:t>
            </a:r>
            <a:r>
              <a:rPr lang="fr-CA" sz="1600"/>
              <a:t> : liste des processus, use cases décrivant le Model Opérationnel Cible, les procédures.</a:t>
            </a:r>
          </a:p>
        </p:txBody>
      </p:sp>
      <p:sp>
        <p:nvSpPr>
          <p:cNvPr id="4" name="Espace réservé du numéro de diapositive 3">
            <a:extLst>
              <a:ext uri="{FF2B5EF4-FFF2-40B4-BE49-F238E27FC236}">
                <a16:creationId xmlns:a16="http://schemas.microsoft.com/office/drawing/2014/main" id="{7306C3BF-602C-2AD8-61B1-4CE656076BFB}"/>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27</a:t>
            </a:fld>
            <a:endParaRPr lang="fr-CA"/>
          </a:p>
        </p:txBody>
      </p:sp>
    </p:spTree>
    <p:extLst>
      <p:ext uri="{BB962C8B-B14F-4D97-AF65-F5344CB8AC3E}">
        <p14:creationId xmlns:p14="http://schemas.microsoft.com/office/powerpoint/2010/main" val="3473879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4BE1B-A605-426E-2B20-79E6714A836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FE7DFC-4BD6-61C3-E738-2807EF7A84CA}"/>
              </a:ext>
            </a:extLst>
          </p:cNvPr>
          <p:cNvSpPr>
            <a:spLocks noGrp="1"/>
          </p:cNvSpPr>
          <p:nvPr>
            <p:ph type="title"/>
            <p:custDataLst>
              <p:tags r:id="rId1"/>
            </p:custDataLst>
          </p:nvPr>
        </p:nvSpPr>
        <p:spPr/>
        <p:txBody>
          <a:bodyPr/>
          <a:lstStyle/>
          <a:p>
            <a:r>
              <a:rPr lang="fr-CA" sz="2400"/>
              <a:t>Comment tester un processus en UAT</a:t>
            </a:r>
          </a:p>
        </p:txBody>
      </p:sp>
      <p:sp>
        <p:nvSpPr>
          <p:cNvPr id="3" name="Espace réservé du contenu 2">
            <a:extLst>
              <a:ext uri="{FF2B5EF4-FFF2-40B4-BE49-F238E27FC236}">
                <a16:creationId xmlns:a16="http://schemas.microsoft.com/office/drawing/2014/main" id="{95561738-F1F0-8D13-A7DB-7616C45B457D}"/>
              </a:ext>
            </a:extLst>
          </p:cNvPr>
          <p:cNvSpPr>
            <a:spLocks noGrp="1"/>
          </p:cNvSpPr>
          <p:nvPr>
            <p:ph idx="1"/>
            <p:custDataLst>
              <p:tags r:id="rId2"/>
            </p:custDataLst>
          </p:nvPr>
        </p:nvSpPr>
        <p:spPr>
          <a:xfrm>
            <a:off x="228600" y="912613"/>
            <a:ext cx="7898450" cy="3711638"/>
          </a:xfrm>
        </p:spPr>
        <p:txBody>
          <a:bodyPr/>
          <a:lstStyle/>
          <a:p>
            <a:pPr>
              <a:spcAft>
                <a:spcPts val="1200"/>
              </a:spcAft>
            </a:pPr>
            <a:r>
              <a:rPr lang="fr-CA" sz="1200"/>
              <a:t>Tester les </a:t>
            </a:r>
            <a:r>
              <a:rPr lang="fr-CA" sz="1200" b="1"/>
              <a:t>activités</a:t>
            </a:r>
            <a:r>
              <a:rPr lang="fr-CA" sz="1200"/>
              <a:t> de processus</a:t>
            </a:r>
          </a:p>
          <a:p>
            <a:pPr lvl="1">
              <a:spcAft>
                <a:spcPts val="1200"/>
              </a:spcAft>
            </a:pPr>
            <a:r>
              <a:rPr lang="fr-CA" sz="1000"/>
              <a:t>Le cas de test doit lister : Tout ce que l’on doit constater (</a:t>
            </a:r>
            <a:r>
              <a:rPr lang="fr-CA" sz="1000" b="1"/>
              <a:t>données</a:t>
            </a:r>
            <a:r>
              <a:rPr lang="fr-CA" sz="1000"/>
              <a:t>), et permettre de faire tout ce que l’on doit faire (</a:t>
            </a:r>
            <a:r>
              <a:rPr lang="fr-CA" sz="1000" b="1"/>
              <a:t>action</a:t>
            </a:r>
            <a:r>
              <a:rPr lang="fr-CA" sz="1000"/>
              <a:t>)</a:t>
            </a:r>
          </a:p>
          <a:p>
            <a:pPr lvl="1">
              <a:spcAft>
                <a:spcPts val="1200"/>
              </a:spcAft>
            </a:pPr>
            <a:r>
              <a:rPr lang="fr-CA" sz="1000"/>
              <a:t>Certaines activités sont à géométrie variable, il faut donc valider que l’utilisateurs est capable d’Exécuter tous les cas de figure. (ex: une ouverture de compte bancaire peut concerné un compte international, un compte canadien ou un compte de transit)</a:t>
            </a:r>
          </a:p>
          <a:p>
            <a:pPr>
              <a:spcAft>
                <a:spcPts val="1200"/>
              </a:spcAft>
            </a:pPr>
            <a:r>
              <a:rPr lang="fr-CA" sz="1200"/>
              <a:t>Tester </a:t>
            </a:r>
            <a:r>
              <a:rPr lang="fr-CA" sz="1200" b="1"/>
              <a:t>les flux </a:t>
            </a:r>
            <a:r>
              <a:rPr lang="fr-CA" sz="1200"/>
              <a:t>du processus</a:t>
            </a:r>
          </a:p>
          <a:p>
            <a:pPr lvl="1">
              <a:spcAft>
                <a:spcPts val="1200"/>
              </a:spcAft>
            </a:pPr>
            <a:r>
              <a:rPr lang="fr-CA" sz="1000"/>
              <a:t>Les activités sont enchainées et sont donc interdépendantes, il faut tester que l’enchainement permet bien à toutes les activités d’être réaliser. (ex: pas de manque d’information en fin de processus)</a:t>
            </a:r>
          </a:p>
          <a:p>
            <a:pPr lvl="1">
              <a:spcAft>
                <a:spcPts val="1200"/>
              </a:spcAft>
            </a:pPr>
            <a:r>
              <a:rPr lang="fr-CA" sz="1000"/>
              <a:t>Un processus peut avoir des points de décisions, ceux-ci doivent intervenir au bon moment, pour assurer une gestion d’exception efficace.</a:t>
            </a:r>
          </a:p>
        </p:txBody>
      </p:sp>
      <p:sp>
        <p:nvSpPr>
          <p:cNvPr id="4" name="Espace réservé du numéro de diapositive 3">
            <a:extLst>
              <a:ext uri="{FF2B5EF4-FFF2-40B4-BE49-F238E27FC236}">
                <a16:creationId xmlns:a16="http://schemas.microsoft.com/office/drawing/2014/main" id="{DFA0881A-C3AD-34AF-1E63-C45A23B03FDD}"/>
              </a:ext>
            </a:extLst>
          </p:cNvPr>
          <p:cNvSpPr>
            <a:spLocks noGrp="1"/>
          </p:cNvSpPr>
          <p:nvPr>
            <p:ph type="sldNum" sz="quarter" idx="12"/>
            <p:custDataLst>
              <p:tags r:id="rId3"/>
            </p:custDataLst>
          </p:nvPr>
        </p:nvSpPr>
        <p:spPr/>
        <p:txBody>
          <a:bodyPr/>
          <a:lstStyle/>
          <a:p>
            <a:fld id="{92CFF269-2187-469B-861B-426AF96A1473}" type="slidenum">
              <a:rPr lang="fr-CA" smtClean="0"/>
              <a:t>28</a:t>
            </a:fld>
            <a:endParaRPr lang="fr-CA"/>
          </a:p>
        </p:txBody>
      </p:sp>
      <p:sp>
        <p:nvSpPr>
          <p:cNvPr id="6" name="Rectangle : coins arrondis 5">
            <a:extLst>
              <a:ext uri="{FF2B5EF4-FFF2-40B4-BE49-F238E27FC236}">
                <a16:creationId xmlns:a16="http://schemas.microsoft.com/office/drawing/2014/main" id="{5AD2522E-9F4E-34B1-1FD5-484AC8379421}"/>
              </a:ext>
            </a:extLst>
          </p:cNvPr>
          <p:cNvSpPr/>
          <p:nvPr>
            <p:custDataLst>
              <p:tags r:id="rId4"/>
            </p:custDataLst>
          </p:nvPr>
        </p:nvSpPr>
        <p:spPr>
          <a:xfrm>
            <a:off x="558265" y="3763478"/>
            <a:ext cx="8138809" cy="8855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b="1"/>
              <a:t>Processus</a:t>
            </a:r>
            <a:r>
              <a:rPr lang="fr-CA"/>
              <a:t> = </a:t>
            </a:r>
            <a:r>
              <a:rPr lang="fr-CA" b="1"/>
              <a:t>Activités</a:t>
            </a:r>
            <a:r>
              <a:rPr lang="fr-CA"/>
              <a:t> (unités d’action)  + </a:t>
            </a:r>
            <a:r>
              <a:rPr lang="fr-CA" b="1"/>
              <a:t>Flux</a:t>
            </a:r>
            <a:r>
              <a:rPr lang="fr-CA"/>
              <a:t> (enchaînements &amp; règles)</a:t>
            </a:r>
          </a:p>
        </p:txBody>
      </p:sp>
    </p:spTree>
    <p:extLst>
      <p:ext uri="{BB962C8B-B14F-4D97-AF65-F5344CB8AC3E}">
        <p14:creationId xmlns:p14="http://schemas.microsoft.com/office/powerpoint/2010/main" val="1774289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A48A68-35D8-AD5E-2845-3B466AAE2F86}"/>
              </a:ext>
            </a:extLst>
          </p:cNvPr>
          <p:cNvSpPr>
            <a:spLocks noGrp="1"/>
          </p:cNvSpPr>
          <p:nvPr>
            <p:ph type="title"/>
            <p:custDataLst>
              <p:tags r:id="rId1"/>
            </p:custDataLst>
          </p:nvPr>
        </p:nvSpPr>
        <p:spPr/>
        <p:txBody>
          <a:bodyPr/>
          <a:lstStyle/>
          <a:p>
            <a:r>
              <a:rPr lang="fr-CA" sz="2400"/>
              <a:t>Valider le flux du processus</a:t>
            </a:r>
          </a:p>
        </p:txBody>
      </p:sp>
      <p:pic>
        <p:nvPicPr>
          <p:cNvPr id="6" name="Espace réservé du contenu 5" descr="Une image contenant diagramme, texte, Dessin technique, Plan&#10;&#10;Le contenu généré par l’IA peut être incorrect.">
            <a:extLst>
              <a:ext uri="{FF2B5EF4-FFF2-40B4-BE49-F238E27FC236}">
                <a16:creationId xmlns:a16="http://schemas.microsoft.com/office/drawing/2014/main" id="{6595E447-B942-A039-41DE-07459F0B9125}"/>
              </a:ext>
            </a:extLst>
          </p:cNvPr>
          <p:cNvPicPr>
            <a:picLocks noGrp="1" noChangeAspect="1"/>
          </p:cNvPicPr>
          <p:nvPr>
            <p:ph idx="1"/>
            <p:custDataLst>
              <p:tags r:id="rId2"/>
            </p:custDataLst>
          </p:nvPr>
        </p:nvPicPr>
        <p:blipFill>
          <a:blip r:embed="rId27"/>
          <a:stretch>
            <a:fillRect/>
          </a:stretch>
        </p:blipFill>
        <p:spPr>
          <a:xfrm>
            <a:off x="228600" y="1318975"/>
            <a:ext cx="7962900" cy="3080225"/>
          </a:xfrm>
          <a:prstGeom prst="rect">
            <a:avLst/>
          </a:prstGeom>
        </p:spPr>
      </p:pic>
      <p:sp>
        <p:nvSpPr>
          <p:cNvPr id="4" name="Espace réservé du numéro de diapositive 3">
            <a:extLst>
              <a:ext uri="{FF2B5EF4-FFF2-40B4-BE49-F238E27FC236}">
                <a16:creationId xmlns:a16="http://schemas.microsoft.com/office/drawing/2014/main" id="{4606A791-44AE-BC75-930A-4034213DA284}"/>
              </a:ext>
            </a:extLst>
          </p:cNvPr>
          <p:cNvSpPr>
            <a:spLocks noGrp="1"/>
          </p:cNvSpPr>
          <p:nvPr>
            <p:ph type="sldNum" sz="quarter" idx="12"/>
            <p:custDataLst>
              <p:tags r:id="rId3"/>
            </p:custDataLst>
          </p:nvPr>
        </p:nvSpPr>
        <p:spPr/>
        <p:txBody>
          <a:bodyPr/>
          <a:lstStyle/>
          <a:p>
            <a:fld id="{92CFF269-2187-469B-861B-426AF96A1473}" type="slidenum">
              <a:rPr lang="fr-CA" smtClean="0"/>
              <a:t>29</a:t>
            </a:fld>
            <a:endParaRPr lang="fr-CA"/>
          </a:p>
        </p:txBody>
      </p:sp>
      <p:sp>
        <p:nvSpPr>
          <p:cNvPr id="7" name="Ellipse 6">
            <a:extLst>
              <a:ext uri="{FF2B5EF4-FFF2-40B4-BE49-F238E27FC236}">
                <a16:creationId xmlns:a16="http://schemas.microsoft.com/office/drawing/2014/main" id="{12FE6D9C-91FF-9224-17CD-9BC950105685}"/>
              </a:ext>
            </a:extLst>
          </p:cNvPr>
          <p:cNvSpPr/>
          <p:nvPr>
            <p:custDataLst>
              <p:tags r:id="rId4"/>
            </p:custDataLst>
          </p:nvPr>
        </p:nvSpPr>
        <p:spPr>
          <a:xfrm>
            <a:off x="693811" y="3503379"/>
            <a:ext cx="309186" cy="302607"/>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a:t>A</a:t>
            </a:r>
          </a:p>
        </p:txBody>
      </p:sp>
      <p:sp>
        <p:nvSpPr>
          <p:cNvPr id="8" name="Ellipse 7">
            <a:extLst>
              <a:ext uri="{FF2B5EF4-FFF2-40B4-BE49-F238E27FC236}">
                <a16:creationId xmlns:a16="http://schemas.microsoft.com/office/drawing/2014/main" id="{9A3880E3-188B-1E5F-3FA7-5787378D25D4}"/>
              </a:ext>
            </a:extLst>
          </p:cNvPr>
          <p:cNvSpPr/>
          <p:nvPr>
            <p:custDataLst>
              <p:tags r:id="rId5"/>
            </p:custDataLst>
          </p:nvPr>
        </p:nvSpPr>
        <p:spPr>
          <a:xfrm>
            <a:off x="1705772" y="3503379"/>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9" name="Ellipse 8">
            <a:extLst>
              <a:ext uri="{FF2B5EF4-FFF2-40B4-BE49-F238E27FC236}">
                <a16:creationId xmlns:a16="http://schemas.microsoft.com/office/drawing/2014/main" id="{A7AC6D62-9622-5396-2605-0B11D5B46DF0}"/>
              </a:ext>
            </a:extLst>
          </p:cNvPr>
          <p:cNvSpPr/>
          <p:nvPr>
            <p:custDataLst>
              <p:tags r:id="rId6"/>
            </p:custDataLst>
          </p:nvPr>
        </p:nvSpPr>
        <p:spPr>
          <a:xfrm>
            <a:off x="2872326" y="3503379"/>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10" name="Ellipse 9">
            <a:extLst>
              <a:ext uri="{FF2B5EF4-FFF2-40B4-BE49-F238E27FC236}">
                <a16:creationId xmlns:a16="http://schemas.microsoft.com/office/drawing/2014/main" id="{162EC3B8-EBED-76B5-8C16-BB280EDDEA3A}"/>
              </a:ext>
            </a:extLst>
          </p:cNvPr>
          <p:cNvSpPr/>
          <p:nvPr>
            <p:custDataLst>
              <p:tags r:id="rId7"/>
            </p:custDataLst>
          </p:nvPr>
        </p:nvSpPr>
        <p:spPr>
          <a:xfrm>
            <a:off x="4726063" y="3503380"/>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11" name="Ellipse 10">
            <a:extLst>
              <a:ext uri="{FF2B5EF4-FFF2-40B4-BE49-F238E27FC236}">
                <a16:creationId xmlns:a16="http://schemas.microsoft.com/office/drawing/2014/main" id="{A8C13100-6E6F-6BC5-2670-78EFD6E001C1}"/>
              </a:ext>
            </a:extLst>
          </p:cNvPr>
          <p:cNvSpPr/>
          <p:nvPr>
            <p:custDataLst>
              <p:tags r:id="rId8"/>
            </p:custDataLst>
          </p:nvPr>
        </p:nvSpPr>
        <p:spPr>
          <a:xfrm>
            <a:off x="5995139" y="3503379"/>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12" name="Ellipse 11">
            <a:extLst>
              <a:ext uri="{FF2B5EF4-FFF2-40B4-BE49-F238E27FC236}">
                <a16:creationId xmlns:a16="http://schemas.microsoft.com/office/drawing/2014/main" id="{308917F5-B17C-5CFE-4CC8-04877365884B}"/>
              </a:ext>
            </a:extLst>
          </p:cNvPr>
          <p:cNvSpPr/>
          <p:nvPr>
            <p:custDataLst>
              <p:tags r:id="rId9"/>
            </p:custDataLst>
          </p:nvPr>
        </p:nvSpPr>
        <p:spPr>
          <a:xfrm>
            <a:off x="6672627" y="1127326"/>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13" name="Ellipse 12">
            <a:extLst>
              <a:ext uri="{FF2B5EF4-FFF2-40B4-BE49-F238E27FC236}">
                <a16:creationId xmlns:a16="http://schemas.microsoft.com/office/drawing/2014/main" id="{DC51404F-A054-F19F-4731-2D453C703F82}"/>
              </a:ext>
            </a:extLst>
          </p:cNvPr>
          <p:cNvSpPr/>
          <p:nvPr>
            <p:custDataLst>
              <p:tags r:id="rId10"/>
            </p:custDataLst>
          </p:nvPr>
        </p:nvSpPr>
        <p:spPr>
          <a:xfrm>
            <a:off x="7432063" y="1127326"/>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14" name="Ellipse 13">
            <a:extLst>
              <a:ext uri="{FF2B5EF4-FFF2-40B4-BE49-F238E27FC236}">
                <a16:creationId xmlns:a16="http://schemas.microsoft.com/office/drawing/2014/main" id="{219D1097-6DEA-7A43-5F37-D2A02B11F482}"/>
              </a:ext>
            </a:extLst>
          </p:cNvPr>
          <p:cNvSpPr/>
          <p:nvPr>
            <p:custDataLst>
              <p:tags r:id="rId11"/>
            </p:custDataLst>
          </p:nvPr>
        </p:nvSpPr>
        <p:spPr>
          <a:xfrm>
            <a:off x="2711891" y="1838063"/>
            <a:ext cx="309186" cy="302607"/>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CA"/>
              <a:t>B</a:t>
            </a:r>
          </a:p>
        </p:txBody>
      </p:sp>
      <p:sp>
        <p:nvSpPr>
          <p:cNvPr id="15" name="Ellipse 14">
            <a:extLst>
              <a:ext uri="{FF2B5EF4-FFF2-40B4-BE49-F238E27FC236}">
                <a16:creationId xmlns:a16="http://schemas.microsoft.com/office/drawing/2014/main" id="{D7BD8050-9675-CF1F-03F9-4CF7FF61A34F}"/>
              </a:ext>
            </a:extLst>
          </p:cNvPr>
          <p:cNvSpPr/>
          <p:nvPr>
            <p:custDataLst>
              <p:tags r:id="rId12"/>
            </p:custDataLst>
          </p:nvPr>
        </p:nvSpPr>
        <p:spPr>
          <a:xfrm>
            <a:off x="3354742" y="1825737"/>
            <a:ext cx="309186" cy="302607"/>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CA"/>
              <a:t>B</a:t>
            </a:r>
          </a:p>
        </p:txBody>
      </p:sp>
      <p:sp>
        <p:nvSpPr>
          <p:cNvPr id="16" name="Ellipse 15">
            <a:extLst>
              <a:ext uri="{FF2B5EF4-FFF2-40B4-BE49-F238E27FC236}">
                <a16:creationId xmlns:a16="http://schemas.microsoft.com/office/drawing/2014/main" id="{583C336C-613D-EF72-F033-8FE35EFC8A83}"/>
              </a:ext>
            </a:extLst>
          </p:cNvPr>
          <p:cNvSpPr/>
          <p:nvPr>
            <p:custDataLst>
              <p:tags r:id="rId13"/>
            </p:custDataLst>
          </p:nvPr>
        </p:nvSpPr>
        <p:spPr>
          <a:xfrm>
            <a:off x="5995139" y="2420446"/>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17" name="Ellipse 16">
            <a:extLst>
              <a:ext uri="{FF2B5EF4-FFF2-40B4-BE49-F238E27FC236}">
                <a16:creationId xmlns:a16="http://schemas.microsoft.com/office/drawing/2014/main" id="{04F09246-A2F7-C4A2-9BFF-9EA0307E88AF}"/>
              </a:ext>
            </a:extLst>
          </p:cNvPr>
          <p:cNvSpPr/>
          <p:nvPr>
            <p:custDataLst>
              <p:tags r:id="rId14"/>
            </p:custDataLst>
          </p:nvPr>
        </p:nvSpPr>
        <p:spPr>
          <a:xfrm>
            <a:off x="1705772" y="2707640"/>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18" name="Ellipse 17">
            <a:extLst>
              <a:ext uri="{FF2B5EF4-FFF2-40B4-BE49-F238E27FC236}">
                <a16:creationId xmlns:a16="http://schemas.microsoft.com/office/drawing/2014/main" id="{AD07C512-DA35-6B45-DF2D-61965DA9BC40}"/>
              </a:ext>
            </a:extLst>
          </p:cNvPr>
          <p:cNvSpPr/>
          <p:nvPr>
            <p:custDataLst>
              <p:tags r:id="rId15"/>
            </p:custDataLst>
          </p:nvPr>
        </p:nvSpPr>
        <p:spPr>
          <a:xfrm>
            <a:off x="693811" y="2707783"/>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19" name="Ellipse 18">
            <a:extLst>
              <a:ext uri="{FF2B5EF4-FFF2-40B4-BE49-F238E27FC236}">
                <a16:creationId xmlns:a16="http://schemas.microsoft.com/office/drawing/2014/main" id="{AFE64842-846B-0498-AD3C-6DDAA36B84C2}"/>
              </a:ext>
            </a:extLst>
          </p:cNvPr>
          <p:cNvSpPr/>
          <p:nvPr>
            <p:custDataLst>
              <p:tags r:id="rId16"/>
            </p:custDataLst>
          </p:nvPr>
        </p:nvSpPr>
        <p:spPr>
          <a:xfrm>
            <a:off x="6672627" y="769240"/>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20" name="Ellipse 19">
            <a:extLst>
              <a:ext uri="{FF2B5EF4-FFF2-40B4-BE49-F238E27FC236}">
                <a16:creationId xmlns:a16="http://schemas.microsoft.com/office/drawing/2014/main" id="{99CC8C6D-02C3-1877-B703-DDFFF3AF26E5}"/>
              </a:ext>
            </a:extLst>
          </p:cNvPr>
          <p:cNvSpPr/>
          <p:nvPr>
            <p:custDataLst>
              <p:tags r:id="rId17"/>
            </p:custDataLst>
          </p:nvPr>
        </p:nvSpPr>
        <p:spPr>
          <a:xfrm>
            <a:off x="7432063" y="773226"/>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3" name="Ellipse 2">
            <a:extLst>
              <a:ext uri="{FF2B5EF4-FFF2-40B4-BE49-F238E27FC236}">
                <a16:creationId xmlns:a16="http://schemas.microsoft.com/office/drawing/2014/main" id="{E93B4B2D-C31B-4E94-42C0-25FE389056CF}"/>
              </a:ext>
            </a:extLst>
          </p:cNvPr>
          <p:cNvSpPr/>
          <p:nvPr>
            <p:custDataLst>
              <p:tags r:id="rId18"/>
            </p:custDataLst>
          </p:nvPr>
        </p:nvSpPr>
        <p:spPr>
          <a:xfrm>
            <a:off x="1181253" y="4544503"/>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21" name="ZoneTexte 20">
            <a:extLst>
              <a:ext uri="{FF2B5EF4-FFF2-40B4-BE49-F238E27FC236}">
                <a16:creationId xmlns:a16="http://schemas.microsoft.com/office/drawing/2014/main" id="{CF129D85-4830-4A02-F615-AA6485ED4E2A}"/>
              </a:ext>
            </a:extLst>
          </p:cNvPr>
          <p:cNvSpPr txBox="1"/>
          <p:nvPr>
            <p:custDataLst>
              <p:tags r:id="rId19"/>
            </p:custDataLst>
          </p:nvPr>
        </p:nvSpPr>
        <p:spPr>
          <a:xfrm>
            <a:off x="2235192" y="4511140"/>
            <a:ext cx="946320" cy="369332"/>
          </a:xfrm>
          <a:prstGeom prst="rect">
            <a:avLst/>
          </a:prstGeom>
          <a:noFill/>
        </p:spPr>
        <p:txBody>
          <a:bodyPr wrap="square" rtlCol="0">
            <a:spAutoFit/>
          </a:bodyPr>
          <a:lstStyle/>
          <a:p>
            <a:r>
              <a:rPr lang="fr-CA" sz="900"/>
              <a:t>2 chemins a tester A et B</a:t>
            </a:r>
          </a:p>
        </p:txBody>
      </p:sp>
      <p:sp>
        <p:nvSpPr>
          <p:cNvPr id="23" name="ZoneTexte 22">
            <a:extLst>
              <a:ext uri="{FF2B5EF4-FFF2-40B4-BE49-F238E27FC236}">
                <a16:creationId xmlns:a16="http://schemas.microsoft.com/office/drawing/2014/main" id="{F54C3474-E48F-D40C-51DC-C0F6323D8CCE}"/>
              </a:ext>
            </a:extLst>
          </p:cNvPr>
          <p:cNvSpPr txBox="1"/>
          <p:nvPr>
            <p:custDataLst>
              <p:tags r:id="rId20"/>
            </p:custDataLst>
          </p:nvPr>
        </p:nvSpPr>
        <p:spPr>
          <a:xfrm>
            <a:off x="5919334" y="4580390"/>
            <a:ext cx="1939724" cy="230832"/>
          </a:xfrm>
          <a:prstGeom prst="rect">
            <a:avLst/>
          </a:prstGeom>
          <a:noFill/>
        </p:spPr>
        <p:txBody>
          <a:bodyPr wrap="square" rtlCol="0">
            <a:spAutoFit/>
          </a:bodyPr>
          <a:lstStyle/>
          <a:p>
            <a:r>
              <a:rPr lang="fr-CA" sz="900"/>
              <a:t>Chemin A + Activités critiques B</a:t>
            </a:r>
          </a:p>
        </p:txBody>
      </p:sp>
      <p:sp>
        <p:nvSpPr>
          <p:cNvPr id="24" name="Ellipse 23">
            <a:extLst>
              <a:ext uri="{FF2B5EF4-FFF2-40B4-BE49-F238E27FC236}">
                <a16:creationId xmlns:a16="http://schemas.microsoft.com/office/drawing/2014/main" id="{BC54620A-2387-6045-C93D-E39DD7100D0E}"/>
              </a:ext>
            </a:extLst>
          </p:cNvPr>
          <p:cNvSpPr/>
          <p:nvPr>
            <p:custDataLst>
              <p:tags r:id="rId21"/>
            </p:custDataLst>
          </p:nvPr>
        </p:nvSpPr>
        <p:spPr>
          <a:xfrm>
            <a:off x="1610171" y="4544503"/>
            <a:ext cx="309186" cy="302607"/>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a:t>B</a:t>
            </a:r>
          </a:p>
        </p:txBody>
      </p:sp>
      <p:sp>
        <p:nvSpPr>
          <p:cNvPr id="27" name="Ellipse 26">
            <a:extLst>
              <a:ext uri="{FF2B5EF4-FFF2-40B4-BE49-F238E27FC236}">
                <a16:creationId xmlns:a16="http://schemas.microsoft.com/office/drawing/2014/main" id="{92047695-D703-1D97-0EC1-DC777FA952FF}"/>
              </a:ext>
            </a:extLst>
          </p:cNvPr>
          <p:cNvSpPr/>
          <p:nvPr>
            <p:custDataLst>
              <p:tags r:id="rId22"/>
            </p:custDataLst>
          </p:nvPr>
        </p:nvSpPr>
        <p:spPr>
          <a:xfrm>
            <a:off x="1811768" y="4544503"/>
            <a:ext cx="309186" cy="302607"/>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CA"/>
              <a:t>B</a:t>
            </a:r>
          </a:p>
        </p:txBody>
      </p:sp>
      <p:sp>
        <p:nvSpPr>
          <p:cNvPr id="28" name="Ellipse 27">
            <a:extLst>
              <a:ext uri="{FF2B5EF4-FFF2-40B4-BE49-F238E27FC236}">
                <a16:creationId xmlns:a16="http://schemas.microsoft.com/office/drawing/2014/main" id="{5E718E8E-0E72-F24D-4ED2-0FA13E9AB1BB}"/>
              </a:ext>
            </a:extLst>
          </p:cNvPr>
          <p:cNvSpPr/>
          <p:nvPr>
            <p:custDataLst>
              <p:tags r:id="rId23"/>
            </p:custDataLst>
          </p:nvPr>
        </p:nvSpPr>
        <p:spPr>
          <a:xfrm>
            <a:off x="4957502" y="4544503"/>
            <a:ext cx="309186" cy="30260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CA"/>
              <a:t>A</a:t>
            </a:r>
          </a:p>
        </p:txBody>
      </p:sp>
      <p:sp>
        <p:nvSpPr>
          <p:cNvPr id="29" name="Ellipse 28">
            <a:extLst>
              <a:ext uri="{FF2B5EF4-FFF2-40B4-BE49-F238E27FC236}">
                <a16:creationId xmlns:a16="http://schemas.microsoft.com/office/drawing/2014/main" id="{10529FD9-C227-C14F-CD7F-1ADE28357700}"/>
              </a:ext>
            </a:extLst>
          </p:cNvPr>
          <p:cNvSpPr/>
          <p:nvPr>
            <p:custDataLst>
              <p:tags r:id="rId24"/>
            </p:custDataLst>
          </p:nvPr>
        </p:nvSpPr>
        <p:spPr>
          <a:xfrm>
            <a:off x="5438418" y="4544503"/>
            <a:ext cx="309186" cy="302607"/>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CA"/>
              <a:t>B</a:t>
            </a:r>
          </a:p>
        </p:txBody>
      </p:sp>
    </p:spTree>
    <p:extLst>
      <p:ext uri="{BB962C8B-B14F-4D97-AF65-F5344CB8AC3E}">
        <p14:creationId xmlns:p14="http://schemas.microsoft.com/office/powerpoint/2010/main" val="261185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905AE-3176-5CB5-6FE0-D2897B2EF79A}"/>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52568E54-8395-937F-680E-C57D4916159C}"/>
              </a:ext>
            </a:extLst>
          </p:cNvPr>
          <p:cNvSpPr>
            <a:spLocks noGrp="1"/>
          </p:cNvSpPr>
          <p:nvPr>
            <p:ph type="title"/>
            <p:custDataLst>
              <p:tags r:id="rId1"/>
            </p:custDataLst>
          </p:nvPr>
        </p:nvSpPr>
        <p:spPr>
          <a:xfrm>
            <a:off x="228600" y="247650"/>
            <a:ext cx="6629400" cy="514350"/>
          </a:xfrm>
        </p:spPr>
        <p:txBody>
          <a:bodyPr/>
          <a:lstStyle/>
          <a:p>
            <a:r>
              <a:rPr lang="fr-CA" sz="2400"/>
              <a:t>Bonnes pratiques des tests d’acceptation</a:t>
            </a:r>
          </a:p>
        </p:txBody>
      </p:sp>
      <p:sp>
        <p:nvSpPr>
          <p:cNvPr id="3" name="Espace réservé du contenu 2">
            <a:extLst>
              <a:ext uri="{FF2B5EF4-FFF2-40B4-BE49-F238E27FC236}">
                <a16:creationId xmlns:a16="http://schemas.microsoft.com/office/drawing/2014/main" id="{11E76C36-D0F6-1E5E-78EC-ACE9EA059F40}"/>
              </a:ext>
            </a:extLst>
          </p:cNvPr>
          <p:cNvSpPr>
            <a:spLocks noGrp="1"/>
          </p:cNvSpPr>
          <p:nvPr>
            <p:ph idx="1"/>
            <p:custDataLst>
              <p:tags r:id="rId2"/>
            </p:custDataLst>
          </p:nvPr>
        </p:nvSpPr>
        <p:spPr>
          <a:xfrm>
            <a:off x="228600" y="1314450"/>
            <a:ext cx="6629400" cy="3318273"/>
          </a:xfrm>
        </p:spPr>
        <p:txBody>
          <a:bodyPr/>
          <a:lstStyle/>
          <a:p>
            <a:r>
              <a:rPr lang="fr-CA"/>
              <a:t>Définir clairement les critères d’acceptation</a:t>
            </a:r>
          </a:p>
          <a:p>
            <a:r>
              <a:rPr lang="fr-CA"/>
              <a:t>Tester le processus de bout en bout</a:t>
            </a:r>
          </a:p>
          <a:p>
            <a:r>
              <a:rPr lang="fr-CA"/>
              <a:t>Les cas de tests doivent être orientés métier</a:t>
            </a:r>
          </a:p>
          <a:p>
            <a:r>
              <a:rPr lang="fr-CA"/>
              <a:t>Impliquer les utilisateurs finaux dans la préparation et l’exécution des tests</a:t>
            </a:r>
          </a:p>
        </p:txBody>
      </p:sp>
      <p:sp>
        <p:nvSpPr>
          <p:cNvPr id="4" name="Espace réservé du numéro de diapositive 3">
            <a:extLst>
              <a:ext uri="{FF2B5EF4-FFF2-40B4-BE49-F238E27FC236}">
                <a16:creationId xmlns:a16="http://schemas.microsoft.com/office/drawing/2014/main" id="{08549B72-B3CA-908B-316D-3242C7C46396}"/>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30</a:t>
            </a:fld>
            <a:endParaRPr lang="fr-CA"/>
          </a:p>
        </p:txBody>
      </p:sp>
    </p:spTree>
    <p:extLst>
      <p:ext uri="{BB962C8B-B14F-4D97-AF65-F5344CB8AC3E}">
        <p14:creationId xmlns:p14="http://schemas.microsoft.com/office/powerpoint/2010/main" val="2064219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6F9B-0A12-3A78-DD86-0D988771410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9E19AAAB-9095-DE7C-829D-66FA5FB673AD}"/>
              </a:ext>
            </a:extLst>
          </p:cNvPr>
          <p:cNvSpPr>
            <a:spLocks noGrp="1"/>
          </p:cNvSpPr>
          <p:nvPr>
            <p:ph type="sldNum" sz="quarter" idx="12"/>
            <p:custDataLst>
              <p:tags r:id="rId1"/>
            </p:custDataLst>
          </p:nvPr>
        </p:nvSpPr>
        <p:spPr>
          <a:xfrm>
            <a:off x="8610600" y="4784623"/>
            <a:ext cx="304800" cy="273844"/>
          </a:xfrm>
        </p:spPr>
        <p:txBody>
          <a:bodyPr/>
          <a:lstStyle/>
          <a:p>
            <a:fld id="{1A5FFEF5-E129-4B58-BC20-992FAFAB5E8C}" type="slidenum">
              <a:rPr lang="fr-CA" noProof="0" smtClean="0"/>
              <a:pPr/>
              <a:t>31</a:t>
            </a:fld>
            <a:endParaRPr lang="fr-CA" noProof="0"/>
          </a:p>
        </p:txBody>
      </p:sp>
      <p:sp>
        <p:nvSpPr>
          <p:cNvPr id="3" name="Espace réservé du texte 2">
            <a:extLst>
              <a:ext uri="{FF2B5EF4-FFF2-40B4-BE49-F238E27FC236}">
                <a16:creationId xmlns:a16="http://schemas.microsoft.com/office/drawing/2014/main" id="{009D67F4-196B-3169-B2C1-61A6CE46E912}"/>
              </a:ext>
            </a:extLst>
          </p:cNvPr>
          <p:cNvSpPr>
            <a:spLocks noGrp="1"/>
          </p:cNvSpPr>
          <p:nvPr>
            <p:ph type="body" sz="quarter" idx="13"/>
            <p:custDataLst>
              <p:tags r:id="rId2"/>
            </p:custDataLst>
          </p:nvPr>
        </p:nvSpPr>
        <p:spPr>
          <a:xfrm>
            <a:off x="256031" y="326803"/>
            <a:ext cx="8086779" cy="1699358"/>
          </a:xfrm>
        </p:spPr>
        <p:txBody>
          <a:bodyPr/>
          <a:lstStyle/>
          <a:p>
            <a:r>
              <a:rPr lang="fr-CA" sz="4800" noProof="0"/>
              <a:t>Essais SMOKE TEST</a:t>
            </a:r>
          </a:p>
        </p:txBody>
      </p:sp>
    </p:spTree>
    <p:extLst>
      <p:ext uri="{BB962C8B-B14F-4D97-AF65-F5344CB8AC3E}">
        <p14:creationId xmlns:p14="http://schemas.microsoft.com/office/powerpoint/2010/main" val="2686347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3F996-872D-42E8-506B-C491ADFD381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70F7A2-1B3F-FFE1-7C40-FBC0DC9AD45E}"/>
              </a:ext>
            </a:extLst>
          </p:cNvPr>
          <p:cNvSpPr>
            <a:spLocks noGrp="1"/>
          </p:cNvSpPr>
          <p:nvPr>
            <p:ph type="title"/>
            <p:custDataLst>
              <p:tags r:id="rId1"/>
            </p:custDataLst>
          </p:nvPr>
        </p:nvSpPr>
        <p:spPr>
          <a:xfrm>
            <a:off x="228600" y="247650"/>
            <a:ext cx="6629400" cy="514350"/>
          </a:xfrm>
        </p:spPr>
        <p:txBody>
          <a:bodyPr/>
          <a:lstStyle/>
          <a:p>
            <a:r>
              <a:rPr lang="fr-CA" sz="2400"/>
              <a:t>Définition des essais de </a:t>
            </a:r>
            <a:r>
              <a:rPr lang="fr-CA" sz="2400" b="1"/>
              <a:t>Smoke test</a:t>
            </a:r>
          </a:p>
        </p:txBody>
      </p:sp>
      <p:sp>
        <p:nvSpPr>
          <p:cNvPr id="3" name="Espace réservé du contenu 2">
            <a:extLst>
              <a:ext uri="{FF2B5EF4-FFF2-40B4-BE49-F238E27FC236}">
                <a16:creationId xmlns:a16="http://schemas.microsoft.com/office/drawing/2014/main" id="{0247919F-E0DB-1CB1-88AA-974614DAF98F}"/>
              </a:ext>
            </a:extLst>
          </p:cNvPr>
          <p:cNvSpPr>
            <a:spLocks noGrp="1"/>
          </p:cNvSpPr>
          <p:nvPr>
            <p:ph idx="1"/>
            <p:custDataLst>
              <p:tags r:id="rId2"/>
            </p:custDataLst>
          </p:nvPr>
        </p:nvSpPr>
        <p:spPr>
          <a:xfrm>
            <a:off x="420189" y="974816"/>
            <a:ext cx="6629400" cy="3318273"/>
          </a:xfrm>
        </p:spPr>
        <p:txBody>
          <a:bodyPr/>
          <a:lstStyle/>
          <a:p>
            <a:r>
              <a:rPr lang="fr-CA" sz="1600" b="1"/>
              <a:t>Définition</a:t>
            </a:r>
            <a:r>
              <a:rPr lang="fr-CA" sz="1600"/>
              <a:t> : Confirmer que la fusion des configurations ou du code n’invalide pas les essais de système précédemment réalisés.</a:t>
            </a:r>
          </a:p>
          <a:p>
            <a:r>
              <a:rPr lang="fr-CA" sz="1600" b="1"/>
              <a:t>Couverture</a:t>
            </a:r>
            <a:r>
              <a:rPr lang="fr-CA" sz="1600"/>
              <a:t>: Chaque Happy Path des livraisons fusionnées doive être retesté (non-</a:t>
            </a:r>
            <a:r>
              <a:rPr lang="fr-CA" sz="1600" err="1"/>
              <a:t>regression</a:t>
            </a:r>
            <a:r>
              <a:rPr lang="fr-CA" sz="1600"/>
              <a:t>)</a:t>
            </a:r>
          </a:p>
          <a:p>
            <a:r>
              <a:rPr lang="fr-CA" sz="1600" b="1"/>
              <a:t>Données</a:t>
            </a:r>
            <a:r>
              <a:rPr lang="fr-CA" sz="1600"/>
              <a:t> :  Réutilisation des données des tests systèmes des livraisons fusionnées</a:t>
            </a:r>
          </a:p>
          <a:p>
            <a:r>
              <a:rPr lang="fr-CA" sz="1600" b="1"/>
              <a:t>Intrants</a:t>
            </a:r>
            <a:r>
              <a:rPr lang="fr-CA" sz="1600"/>
              <a:t> : Réutilisation des intrants des tests systèmes des livraisons fusionnées</a:t>
            </a:r>
          </a:p>
          <a:p>
            <a:r>
              <a:rPr lang="fr-CA" sz="1600" b="1"/>
              <a:t>Exécutions</a:t>
            </a:r>
            <a:r>
              <a:rPr lang="fr-CA" sz="1600"/>
              <a:t> :  </a:t>
            </a:r>
            <a:r>
              <a:rPr lang="fr-CA" sz="1600" err="1"/>
              <a:t>Ré-exécuter</a:t>
            </a:r>
            <a:r>
              <a:rPr lang="fr-CA" sz="1600"/>
              <a:t> les essais Happy Path de toutes les livraisons fusionnées</a:t>
            </a:r>
          </a:p>
        </p:txBody>
      </p:sp>
      <p:sp>
        <p:nvSpPr>
          <p:cNvPr id="4" name="Espace réservé du numéro de diapositive 3">
            <a:extLst>
              <a:ext uri="{FF2B5EF4-FFF2-40B4-BE49-F238E27FC236}">
                <a16:creationId xmlns:a16="http://schemas.microsoft.com/office/drawing/2014/main" id="{32B886A2-9922-3142-EF07-A055BF38AF31}"/>
              </a:ext>
            </a:extLst>
          </p:cNvPr>
          <p:cNvSpPr>
            <a:spLocks noGrp="1"/>
          </p:cNvSpPr>
          <p:nvPr>
            <p:ph type="sldNum" sz="quarter" idx="12"/>
            <p:custDataLst>
              <p:tags r:id="rId3"/>
            </p:custDataLst>
          </p:nvPr>
        </p:nvSpPr>
        <p:spPr>
          <a:xfrm>
            <a:off x="8610600" y="4784623"/>
            <a:ext cx="304800" cy="273844"/>
          </a:xfrm>
        </p:spPr>
        <p:txBody>
          <a:bodyPr/>
          <a:lstStyle/>
          <a:p>
            <a:fld id="{92CFF269-2187-469B-861B-426AF96A1473}" type="slidenum">
              <a:rPr lang="fr-CA" smtClean="0"/>
              <a:pPr/>
              <a:t>32</a:t>
            </a:fld>
            <a:endParaRPr lang="fr-CA"/>
          </a:p>
        </p:txBody>
      </p:sp>
    </p:spTree>
    <p:extLst>
      <p:ext uri="{BB962C8B-B14F-4D97-AF65-F5344CB8AC3E}">
        <p14:creationId xmlns:p14="http://schemas.microsoft.com/office/powerpoint/2010/main" val="1978335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6253F50B-C0F0-4025-535C-972EDE27DCC5}"/>
              </a:ext>
            </a:extLst>
          </p:cNvPr>
          <p:cNvSpPr>
            <a:spLocks noGrp="1"/>
          </p:cNvSpPr>
          <p:nvPr>
            <p:ph type="body" sz="quarter" idx="10"/>
          </p:nvPr>
        </p:nvSpPr>
        <p:spPr>
          <a:xfrm>
            <a:off x="4572000" y="1805687"/>
            <a:ext cx="3180522" cy="882650"/>
          </a:xfrm>
        </p:spPr>
        <p:txBody>
          <a:bodyPr/>
          <a:lstStyle/>
          <a:p>
            <a:pPr algn="l"/>
            <a:r>
              <a:rPr lang="fr-CA" sz="4400" b="1"/>
              <a:t>Questions </a:t>
            </a:r>
          </a:p>
        </p:txBody>
      </p:sp>
      <p:sp>
        <p:nvSpPr>
          <p:cNvPr id="4" name="Espace réservé du numéro de diapositive 3">
            <a:extLst>
              <a:ext uri="{FF2B5EF4-FFF2-40B4-BE49-F238E27FC236}">
                <a16:creationId xmlns:a16="http://schemas.microsoft.com/office/drawing/2014/main" id="{ED83B23F-7498-79E6-7476-16883B79384A}"/>
              </a:ext>
            </a:extLst>
          </p:cNvPr>
          <p:cNvSpPr>
            <a:spLocks noGrp="1"/>
          </p:cNvSpPr>
          <p:nvPr>
            <p:ph type="sldNum" sz="quarter" idx="4294967295"/>
          </p:nvPr>
        </p:nvSpPr>
        <p:spPr>
          <a:xfrm>
            <a:off x="8839200" y="4784725"/>
            <a:ext cx="304800" cy="273050"/>
          </a:xfrm>
        </p:spPr>
        <p:txBody>
          <a:bodyPr/>
          <a:lstStyle/>
          <a:p>
            <a:fld id="{92CFF269-2187-469B-861B-426AF96A1473}" type="slidenum">
              <a:rPr lang="fr-CA" smtClean="0"/>
              <a:t>33</a:t>
            </a:fld>
            <a:endParaRPr lang="fr-CA"/>
          </a:p>
        </p:txBody>
      </p:sp>
    </p:spTree>
    <p:extLst>
      <p:ext uri="{BB962C8B-B14F-4D97-AF65-F5344CB8AC3E}">
        <p14:creationId xmlns:p14="http://schemas.microsoft.com/office/powerpoint/2010/main" val="24165284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5"/>
</p:tagLst>
</file>

<file path=ppt/tags/tag34.xml><?xml version="1.0" encoding="utf-8"?>
<p:tagLst xmlns:a="http://schemas.openxmlformats.org/drawingml/2006/main" xmlns:r="http://schemas.openxmlformats.org/officeDocument/2006/relationships" xmlns:p="http://schemas.openxmlformats.org/presentationml/2006/main">
  <p:tag name="NUM" val="6"/>
</p:tagLst>
</file>

<file path=ppt/tags/tag35.xml><?xml version="1.0" encoding="utf-8"?>
<p:tagLst xmlns:a="http://schemas.openxmlformats.org/drawingml/2006/main" xmlns:r="http://schemas.openxmlformats.org/officeDocument/2006/relationships" xmlns:p="http://schemas.openxmlformats.org/presentationml/2006/main">
  <p:tag name="NUM" val="7"/>
</p:tagLst>
</file>

<file path=ppt/tags/tag36.xml><?xml version="1.0" encoding="utf-8"?>
<p:tagLst xmlns:a="http://schemas.openxmlformats.org/drawingml/2006/main" xmlns:r="http://schemas.openxmlformats.org/officeDocument/2006/relationships" xmlns:p="http://schemas.openxmlformats.org/presentationml/2006/main">
  <p:tag name="NUM" val="8"/>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4"/>
</p:tagLst>
</file>

<file path=ppt/tags/tag43.xml><?xml version="1.0" encoding="utf-8"?>
<p:tagLst xmlns:a="http://schemas.openxmlformats.org/drawingml/2006/main" xmlns:r="http://schemas.openxmlformats.org/officeDocument/2006/relationships" xmlns:p="http://schemas.openxmlformats.org/presentationml/2006/main">
  <p:tag name="NUM" val="5"/>
</p:tagLst>
</file>

<file path=ppt/tags/tag44.xml><?xml version="1.0" encoding="utf-8"?>
<p:tagLst xmlns:a="http://schemas.openxmlformats.org/drawingml/2006/main" xmlns:r="http://schemas.openxmlformats.org/officeDocument/2006/relationships" xmlns:p="http://schemas.openxmlformats.org/presentationml/2006/main">
  <p:tag name="NUM" val="6"/>
</p:tagLst>
</file>

<file path=ppt/tags/tag45.xml><?xml version="1.0" encoding="utf-8"?>
<p:tagLst xmlns:a="http://schemas.openxmlformats.org/drawingml/2006/main" xmlns:r="http://schemas.openxmlformats.org/officeDocument/2006/relationships" xmlns:p="http://schemas.openxmlformats.org/presentationml/2006/main">
  <p:tag name="NUM" val="7"/>
</p:tagLst>
</file>

<file path=ppt/tags/tag46.xml><?xml version="1.0" encoding="utf-8"?>
<p:tagLst xmlns:a="http://schemas.openxmlformats.org/drawingml/2006/main" xmlns:r="http://schemas.openxmlformats.org/officeDocument/2006/relationships" xmlns:p="http://schemas.openxmlformats.org/presentationml/2006/main">
  <p:tag name="NUM" val="8"/>
</p:tagLst>
</file>

<file path=ppt/tags/tag47.xml><?xml version="1.0" encoding="utf-8"?>
<p:tagLst xmlns:a="http://schemas.openxmlformats.org/drawingml/2006/main" xmlns:r="http://schemas.openxmlformats.org/officeDocument/2006/relationships" xmlns:p="http://schemas.openxmlformats.org/presentationml/2006/main">
  <p:tag name="NUM" val="9"/>
</p:tagLst>
</file>

<file path=ppt/tags/tag48.xml><?xml version="1.0" encoding="utf-8"?>
<p:tagLst xmlns:a="http://schemas.openxmlformats.org/drawingml/2006/main" xmlns:r="http://schemas.openxmlformats.org/officeDocument/2006/relationships" xmlns:p="http://schemas.openxmlformats.org/presentationml/2006/main">
  <p:tag name="NUM" val="10"/>
</p:tagLst>
</file>

<file path=ppt/tags/tag49.xml><?xml version="1.0" encoding="utf-8"?>
<p:tagLst xmlns:a="http://schemas.openxmlformats.org/drawingml/2006/main" xmlns:r="http://schemas.openxmlformats.org/officeDocument/2006/relationships" xmlns:p="http://schemas.openxmlformats.org/presentationml/2006/main">
  <p:tag name="NUM" val="11"/>
</p:tagLst>
</file>

<file path=ppt/tags/tag50.xml><?xml version="1.0" encoding="utf-8"?>
<p:tagLst xmlns:a="http://schemas.openxmlformats.org/drawingml/2006/main" xmlns:r="http://schemas.openxmlformats.org/officeDocument/2006/relationships" xmlns:p="http://schemas.openxmlformats.org/presentationml/2006/main">
  <p:tag name="NUM" val="12"/>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4"/>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4"/>
</p:tagLst>
</file>

<file path=ppt/tags/tag72.xml><?xml version="1.0" encoding="utf-8"?>
<p:tagLst xmlns:a="http://schemas.openxmlformats.org/drawingml/2006/main" xmlns:r="http://schemas.openxmlformats.org/officeDocument/2006/relationships" xmlns:p="http://schemas.openxmlformats.org/presentationml/2006/main">
  <p:tag name="NUM" val="5"/>
</p:tagLst>
</file>

<file path=ppt/tags/tag73.xml><?xml version="1.0" encoding="utf-8"?>
<p:tagLst xmlns:a="http://schemas.openxmlformats.org/drawingml/2006/main" xmlns:r="http://schemas.openxmlformats.org/officeDocument/2006/relationships" xmlns:p="http://schemas.openxmlformats.org/presentationml/2006/main">
  <p:tag name="NUM" val="6"/>
</p:tagLst>
</file>

<file path=ppt/tags/tag74.xml><?xml version="1.0" encoding="utf-8"?>
<p:tagLst xmlns:a="http://schemas.openxmlformats.org/drawingml/2006/main" xmlns:r="http://schemas.openxmlformats.org/officeDocument/2006/relationships" xmlns:p="http://schemas.openxmlformats.org/presentationml/2006/main">
  <p:tag name="NUM" val="7"/>
</p:tagLst>
</file>

<file path=ppt/tags/tag75.xml><?xml version="1.0" encoding="utf-8"?>
<p:tagLst xmlns:a="http://schemas.openxmlformats.org/drawingml/2006/main" xmlns:r="http://schemas.openxmlformats.org/officeDocument/2006/relationships" xmlns:p="http://schemas.openxmlformats.org/presentationml/2006/main">
  <p:tag name="NUM" val="8"/>
</p:tagLst>
</file>

<file path=ppt/tags/tag76.xml><?xml version="1.0" encoding="utf-8"?>
<p:tagLst xmlns:a="http://schemas.openxmlformats.org/drawingml/2006/main" xmlns:r="http://schemas.openxmlformats.org/officeDocument/2006/relationships" xmlns:p="http://schemas.openxmlformats.org/presentationml/2006/main">
  <p:tag name="NUM" val="9"/>
</p:tagLst>
</file>

<file path=ppt/tags/tag77.xml><?xml version="1.0" encoding="utf-8"?>
<p:tagLst xmlns:a="http://schemas.openxmlformats.org/drawingml/2006/main" xmlns:r="http://schemas.openxmlformats.org/officeDocument/2006/relationships" xmlns:p="http://schemas.openxmlformats.org/presentationml/2006/main">
  <p:tag name="NUM" val="10"/>
</p:tagLst>
</file>

<file path=ppt/tags/tag78.xml><?xml version="1.0" encoding="utf-8"?>
<p:tagLst xmlns:a="http://schemas.openxmlformats.org/drawingml/2006/main" xmlns:r="http://schemas.openxmlformats.org/officeDocument/2006/relationships" xmlns:p="http://schemas.openxmlformats.org/presentationml/2006/main">
  <p:tag name="NUM" val="11"/>
</p:tagLst>
</file>

<file path=ppt/tags/tag79.xml><?xml version="1.0" encoding="utf-8"?>
<p:tagLst xmlns:a="http://schemas.openxmlformats.org/drawingml/2006/main" xmlns:r="http://schemas.openxmlformats.org/officeDocument/2006/relationships" xmlns:p="http://schemas.openxmlformats.org/presentationml/2006/main">
  <p:tag name="NUM" val="12"/>
</p:tagLst>
</file>

<file path=ppt/tags/tag80.xml><?xml version="1.0" encoding="utf-8"?>
<p:tagLst xmlns:a="http://schemas.openxmlformats.org/drawingml/2006/main" xmlns:r="http://schemas.openxmlformats.org/officeDocument/2006/relationships" xmlns:p="http://schemas.openxmlformats.org/presentationml/2006/main">
  <p:tag name="NUM" val="13"/>
</p:tagLst>
</file>

<file path=ppt/tags/tag81.xml><?xml version="1.0" encoding="utf-8"?>
<p:tagLst xmlns:a="http://schemas.openxmlformats.org/drawingml/2006/main" xmlns:r="http://schemas.openxmlformats.org/officeDocument/2006/relationships" xmlns:p="http://schemas.openxmlformats.org/presentationml/2006/main">
  <p:tag name="NUM" val="14"/>
</p:tagLst>
</file>

<file path=ppt/tags/tag82.xml><?xml version="1.0" encoding="utf-8"?>
<p:tagLst xmlns:a="http://schemas.openxmlformats.org/drawingml/2006/main" xmlns:r="http://schemas.openxmlformats.org/officeDocument/2006/relationships" xmlns:p="http://schemas.openxmlformats.org/presentationml/2006/main">
  <p:tag name="NUM" val="15"/>
</p:tagLst>
</file>

<file path=ppt/tags/tag83.xml><?xml version="1.0" encoding="utf-8"?>
<p:tagLst xmlns:a="http://schemas.openxmlformats.org/drawingml/2006/main" xmlns:r="http://schemas.openxmlformats.org/officeDocument/2006/relationships" xmlns:p="http://schemas.openxmlformats.org/presentationml/2006/main">
  <p:tag name="NUM" val="16"/>
</p:tagLst>
</file>

<file path=ppt/tags/tag84.xml><?xml version="1.0" encoding="utf-8"?>
<p:tagLst xmlns:a="http://schemas.openxmlformats.org/drawingml/2006/main" xmlns:r="http://schemas.openxmlformats.org/officeDocument/2006/relationships" xmlns:p="http://schemas.openxmlformats.org/presentationml/2006/main">
  <p:tag name="NUM" val="17"/>
</p:tagLst>
</file>

<file path=ppt/tags/tag85.xml><?xml version="1.0" encoding="utf-8"?>
<p:tagLst xmlns:a="http://schemas.openxmlformats.org/drawingml/2006/main" xmlns:r="http://schemas.openxmlformats.org/officeDocument/2006/relationships" xmlns:p="http://schemas.openxmlformats.org/presentationml/2006/main">
  <p:tag name="NUM" val="18"/>
</p:tagLst>
</file>

<file path=ppt/tags/tag86.xml><?xml version="1.0" encoding="utf-8"?>
<p:tagLst xmlns:a="http://schemas.openxmlformats.org/drawingml/2006/main" xmlns:r="http://schemas.openxmlformats.org/officeDocument/2006/relationships" xmlns:p="http://schemas.openxmlformats.org/presentationml/2006/main">
  <p:tag name="NUM" val="19"/>
</p:tagLst>
</file>

<file path=ppt/tags/tag87.xml><?xml version="1.0" encoding="utf-8"?>
<p:tagLst xmlns:a="http://schemas.openxmlformats.org/drawingml/2006/main" xmlns:r="http://schemas.openxmlformats.org/officeDocument/2006/relationships" xmlns:p="http://schemas.openxmlformats.org/presentationml/2006/main">
  <p:tag name="NUM" val="20"/>
</p:tagLst>
</file>

<file path=ppt/tags/tag88.xml><?xml version="1.0" encoding="utf-8"?>
<p:tagLst xmlns:a="http://schemas.openxmlformats.org/drawingml/2006/main" xmlns:r="http://schemas.openxmlformats.org/officeDocument/2006/relationships" xmlns:p="http://schemas.openxmlformats.org/presentationml/2006/main">
  <p:tag name="NUM" val="1"/>
</p:tagLst>
</file>

<file path=ppt/tags/tag89.xml><?xml version="1.0" encoding="utf-8"?>
<p:tagLst xmlns:a="http://schemas.openxmlformats.org/drawingml/2006/main" xmlns:r="http://schemas.openxmlformats.org/officeDocument/2006/relationships" xmlns:p="http://schemas.openxmlformats.org/presentationml/2006/main">
  <p:tag name="NUM" val="2"/>
</p:tagLst>
</file>

<file path=ppt/tags/tag90.xml><?xml version="1.0" encoding="utf-8"?>
<p:tagLst xmlns:a="http://schemas.openxmlformats.org/drawingml/2006/main" xmlns:r="http://schemas.openxmlformats.org/officeDocument/2006/relationships" xmlns:p="http://schemas.openxmlformats.org/presentationml/2006/main">
  <p:tag name="NUM" val="3"/>
</p:tagLst>
</file>

<file path=ppt/tags/tag91.xml><?xml version="1.0" encoding="utf-8"?>
<p:tagLst xmlns:a="http://schemas.openxmlformats.org/drawingml/2006/main" xmlns:r="http://schemas.openxmlformats.org/officeDocument/2006/relationships" xmlns:p="http://schemas.openxmlformats.org/presentationml/2006/main">
  <p:tag name="NUM" val="4"/>
</p:tagLst>
</file>

<file path=ppt/tags/tag92.xml><?xml version="1.0" encoding="utf-8"?>
<p:tagLst xmlns:a="http://schemas.openxmlformats.org/drawingml/2006/main" xmlns:r="http://schemas.openxmlformats.org/officeDocument/2006/relationships" xmlns:p="http://schemas.openxmlformats.org/presentationml/2006/main">
  <p:tag name="NUM" val="5"/>
</p:tagLst>
</file>

<file path=ppt/tags/tag93.xml><?xml version="1.0" encoding="utf-8"?>
<p:tagLst xmlns:a="http://schemas.openxmlformats.org/drawingml/2006/main" xmlns:r="http://schemas.openxmlformats.org/officeDocument/2006/relationships" xmlns:p="http://schemas.openxmlformats.org/presentationml/2006/main">
  <p:tag name="NUM" val="6"/>
</p:tagLst>
</file>

<file path=ppt/tags/tag94.xml><?xml version="1.0" encoding="utf-8"?>
<p:tagLst xmlns:a="http://schemas.openxmlformats.org/drawingml/2006/main" xmlns:r="http://schemas.openxmlformats.org/officeDocument/2006/relationships" xmlns:p="http://schemas.openxmlformats.org/presentationml/2006/main">
  <p:tag name="NUM" val="7"/>
</p:tagLst>
</file>

<file path=ppt/tags/tag95.xml><?xml version="1.0" encoding="utf-8"?>
<p:tagLst xmlns:a="http://schemas.openxmlformats.org/drawingml/2006/main" xmlns:r="http://schemas.openxmlformats.org/officeDocument/2006/relationships" xmlns:p="http://schemas.openxmlformats.org/presentationml/2006/main">
  <p:tag name="NUM" val="8"/>
</p:tagLst>
</file>

<file path=ppt/tags/tag96.xml><?xml version="1.0" encoding="utf-8"?>
<p:tagLst xmlns:a="http://schemas.openxmlformats.org/drawingml/2006/main" xmlns:r="http://schemas.openxmlformats.org/officeDocument/2006/relationships" xmlns:p="http://schemas.openxmlformats.org/presentationml/2006/main">
  <p:tag name="NUM" val="9"/>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3"/>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4"/>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3"/>
</p:tagLst>
</file>

<file path=ppt/tags/tag107.xml><?xml version="1.0" encoding="utf-8"?>
<p:tagLst xmlns:a="http://schemas.openxmlformats.org/drawingml/2006/main" xmlns:r="http://schemas.openxmlformats.org/officeDocument/2006/relationships" xmlns:p="http://schemas.openxmlformats.org/presentationml/2006/main">
  <p:tag name="NUM" val="1"/>
</p:tagLst>
</file>

<file path=ppt/tags/tag108.xml><?xml version="1.0" encoding="utf-8"?>
<p:tagLst xmlns:a="http://schemas.openxmlformats.org/drawingml/2006/main" xmlns:r="http://schemas.openxmlformats.org/officeDocument/2006/relationships" xmlns:p="http://schemas.openxmlformats.org/presentationml/2006/main">
  <p:tag name="NUM" val="2"/>
</p:tagLst>
</file>

<file path=ppt/tags/tag109.xml><?xml version="1.0" encoding="utf-8"?>
<p:tagLst xmlns:a="http://schemas.openxmlformats.org/drawingml/2006/main" xmlns:r="http://schemas.openxmlformats.org/officeDocument/2006/relationships" xmlns:p="http://schemas.openxmlformats.org/presentationml/2006/main">
  <p:tag name="NUM" val="3"/>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4"/>
</p:tagLst>
</file>

<file path=ppt/tags/tag119.xml><?xml version="1.0" encoding="utf-8"?>
<p:tagLst xmlns:a="http://schemas.openxmlformats.org/drawingml/2006/main" xmlns:r="http://schemas.openxmlformats.org/officeDocument/2006/relationships" xmlns:p="http://schemas.openxmlformats.org/presentationml/2006/main">
  <p:tag name="NUM" val="1"/>
</p:tagLst>
</file>

<file path=ppt/tags/tag120.xml><?xml version="1.0" encoding="utf-8"?>
<p:tagLst xmlns:a="http://schemas.openxmlformats.org/drawingml/2006/main" xmlns:r="http://schemas.openxmlformats.org/officeDocument/2006/relationships" xmlns:p="http://schemas.openxmlformats.org/presentationml/2006/main">
  <p:tag name="NUM" val="2"/>
</p:tagLst>
</file>

<file path=ppt/tags/tag121.xml><?xml version="1.0" encoding="utf-8"?>
<p:tagLst xmlns:a="http://schemas.openxmlformats.org/drawingml/2006/main" xmlns:r="http://schemas.openxmlformats.org/officeDocument/2006/relationships" xmlns:p="http://schemas.openxmlformats.org/presentationml/2006/main">
  <p:tag name="NUM" val="3"/>
</p:tagLst>
</file>

<file path=ppt/tags/tag122.xml><?xml version="1.0" encoding="utf-8"?>
<p:tagLst xmlns:a="http://schemas.openxmlformats.org/drawingml/2006/main" xmlns:r="http://schemas.openxmlformats.org/officeDocument/2006/relationships" xmlns:p="http://schemas.openxmlformats.org/presentationml/2006/main">
  <p:tag name="NUM" val="4"/>
</p:tagLst>
</file>

<file path=ppt/tags/tag123.xml><?xml version="1.0" encoding="utf-8"?>
<p:tagLst xmlns:a="http://schemas.openxmlformats.org/drawingml/2006/main" xmlns:r="http://schemas.openxmlformats.org/officeDocument/2006/relationships" xmlns:p="http://schemas.openxmlformats.org/presentationml/2006/main">
  <p:tag name="NUM" val="5"/>
</p:tagLst>
</file>

<file path=ppt/tags/tag124.xml><?xml version="1.0" encoding="utf-8"?>
<p:tagLst xmlns:a="http://schemas.openxmlformats.org/drawingml/2006/main" xmlns:r="http://schemas.openxmlformats.org/officeDocument/2006/relationships" xmlns:p="http://schemas.openxmlformats.org/presentationml/2006/main">
  <p:tag name="NUM" val="6"/>
</p:tagLst>
</file>

<file path=ppt/tags/tag125.xml><?xml version="1.0" encoding="utf-8"?>
<p:tagLst xmlns:a="http://schemas.openxmlformats.org/drawingml/2006/main" xmlns:r="http://schemas.openxmlformats.org/officeDocument/2006/relationships" xmlns:p="http://schemas.openxmlformats.org/presentationml/2006/main">
  <p:tag name="NUM" val="7"/>
</p:tagLst>
</file>

<file path=ppt/tags/tag126.xml><?xml version="1.0" encoding="utf-8"?>
<p:tagLst xmlns:a="http://schemas.openxmlformats.org/drawingml/2006/main" xmlns:r="http://schemas.openxmlformats.org/officeDocument/2006/relationships" xmlns:p="http://schemas.openxmlformats.org/presentationml/2006/main">
  <p:tag name="NUM" val="8"/>
</p:tagLst>
</file>

<file path=ppt/tags/tag127.xml><?xml version="1.0" encoding="utf-8"?>
<p:tagLst xmlns:a="http://schemas.openxmlformats.org/drawingml/2006/main" xmlns:r="http://schemas.openxmlformats.org/officeDocument/2006/relationships" xmlns:p="http://schemas.openxmlformats.org/presentationml/2006/main">
  <p:tag name="NUM" val="9"/>
</p:tagLst>
</file>

<file path=ppt/tags/tag128.xml><?xml version="1.0" encoding="utf-8"?>
<p:tagLst xmlns:a="http://schemas.openxmlformats.org/drawingml/2006/main" xmlns:r="http://schemas.openxmlformats.org/officeDocument/2006/relationships" xmlns:p="http://schemas.openxmlformats.org/presentationml/2006/main">
  <p:tag name="NUM" val="10"/>
</p:tagLst>
</file>

<file path=ppt/tags/tag129.xml><?xml version="1.0" encoding="utf-8"?>
<p:tagLst xmlns:a="http://schemas.openxmlformats.org/drawingml/2006/main" xmlns:r="http://schemas.openxmlformats.org/officeDocument/2006/relationships" xmlns:p="http://schemas.openxmlformats.org/presentationml/2006/main">
  <p:tag name="NUM" val="11"/>
</p:tagLst>
</file>

<file path=ppt/tags/tag130.xml><?xml version="1.0" encoding="utf-8"?>
<p:tagLst xmlns:a="http://schemas.openxmlformats.org/drawingml/2006/main" xmlns:r="http://schemas.openxmlformats.org/officeDocument/2006/relationships" xmlns:p="http://schemas.openxmlformats.org/presentationml/2006/main">
  <p:tag name="NUM" val="12"/>
</p:tagLst>
</file>

<file path=ppt/tags/tag131.xml><?xml version="1.0" encoding="utf-8"?>
<p:tagLst xmlns:a="http://schemas.openxmlformats.org/drawingml/2006/main" xmlns:r="http://schemas.openxmlformats.org/officeDocument/2006/relationships" xmlns:p="http://schemas.openxmlformats.org/presentationml/2006/main">
  <p:tag name="NUM" val="13"/>
</p:tagLst>
</file>

<file path=ppt/tags/tag132.xml><?xml version="1.0" encoding="utf-8"?>
<p:tagLst xmlns:a="http://schemas.openxmlformats.org/drawingml/2006/main" xmlns:r="http://schemas.openxmlformats.org/officeDocument/2006/relationships" xmlns:p="http://schemas.openxmlformats.org/presentationml/2006/main">
  <p:tag name="NUM" val="14"/>
</p:tagLst>
</file>

<file path=ppt/tags/tag133.xml><?xml version="1.0" encoding="utf-8"?>
<p:tagLst xmlns:a="http://schemas.openxmlformats.org/drawingml/2006/main" xmlns:r="http://schemas.openxmlformats.org/officeDocument/2006/relationships" xmlns:p="http://schemas.openxmlformats.org/presentationml/2006/main">
  <p:tag name="NUM" val="15"/>
</p:tagLst>
</file>

<file path=ppt/tags/tag134.xml><?xml version="1.0" encoding="utf-8"?>
<p:tagLst xmlns:a="http://schemas.openxmlformats.org/drawingml/2006/main" xmlns:r="http://schemas.openxmlformats.org/officeDocument/2006/relationships" xmlns:p="http://schemas.openxmlformats.org/presentationml/2006/main">
  <p:tag name="NUM" val="16"/>
</p:tagLst>
</file>

<file path=ppt/tags/tag135.xml><?xml version="1.0" encoding="utf-8"?>
<p:tagLst xmlns:a="http://schemas.openxmlformats.org/drawingml/2006/main" xmlns:r="http://schemas.openxmlformats.org/officeDocument/2006/relationships" xmlns:p="http://schemas.openxmlformats.org/presentationml/2006/main">
  <p:tag name="NUM" val="17"/>
</p:tagLst>
</file>

<file path=ppt/tags/tag136.xml><?xml version="1.0" encoding="utf-8"?>
<p:tagLst xmlns:a="http://schemas.openxmlformats.org/drawingml/2006/main" xmlns:r="http://schemas.openxmlformats.org/officeDocument/2006/relationships" xmlns:p="http://schemas.openxmlformats.org/presentationml/2006/main">
  <p:tag name="NUM" val="18"/>
</p:tagLst>
</file>

<file path=ppt/tags/tag137.xml><?xml version="1.0" encoding="utf-8"?>
<p:tagLst xmlns:a="http://schemas.openxmlformats.org/drawingml/2006/main" xmlns:r="http://schemas.openxmlformats.org/officeDocument/2006/relationships" xmlns:p="http://schemas.openxmlformats.org/presentationml/2006/main">
  <p:tag name="NUM" val="19"/>
</p:tagLst>
</file>

<file path=ppt/tags/tag138.xml><?xml version="1.0" encoding="utf-8"?>
<p:tagLst xmlns:a="http://schemas.openxmlformats.org/drawingml/2006/main" xmlns:r="http://schemas.openxmlformats.org/officeDocument/2006/relationships" xmlns:p="http://schemas.openxmlformats.org/presentationml/2006/main">
  <p:tag name="NUM" val="20"/>
</p:tagLst>
</file>

<file path=ppt/tags/tag139.xml><?xml version="1.0" encoding="utf-8"?>
<p:tagLst xmlns:a="http://schemas.openxmlformats.org/drawingml/2006/main" xmlns:r="http://schemas.openxmlformats.org/officeDocument/2006/relationships" xmlns:p="http://schemas.openxmlformats.org/presentationml/2006/main">
  <p:tag name="NUM" val="21"/>
</p:tagLst>
</file>

<file path=ppt/tags/tag140.xml><?xml version="1.0" encoding="utf-8"?>
<p:tagLst xmlns:a="http://schemas.openxmlformats.org/drawingml/2006/main" xmlns:r="http://schemas.openxmlformats.org/officeDocument/2006/relationships" xmlns:p="http://schemas.openxmlformats.org/presentationml/2006/main">
  <p:tag name="NUM" val="22"/>
</p:tagLst>
</file>

<file path=ppt/tags/tag141.xml><?xml version="1.0" encoding="utf-8"?>
<p:tagLst xmlns:a="http://schemas.openxmlformats.org/drawingml/2006/main" xmlns:r="http://schemas.openxmlformats.org/officeDocument/2006/relationships" xmlns:p="http://schemas.openxmlformats.org/presentationml/2006/main">
  <p:tag name="NUM" val="23"/>
</p:tagLst>
</file>

<file path=ppt/tags/tag142.xml><?xml version="1.0" encoding="utf-8"?>
<p:tagLst xmlns:a="http://schemas.openxmlformats.org/drawingml/2006/main" xmlns:r="http://schemas.openxmlformats.org/officeDocument/2006/relationships" xmlns:p="http://schemas.openxmlformats.org/presentationml/2006/main">
  <p:tag name="NUM" val="24"/>
</p:tagLst>
</file>

<file path=ppt/tags/tag143.xml><?xml version="1.0" encoding="utf-8"?>
<p:tagLst xmlns:a="http://schemas.openxmlformats.org/drawingml/2006/main" xmlns:r="http://schemas.openxmlformats.org/officeDocument/2006/relationships" xmlns:p="http://schemas.openxmlformats.org/presentationml/2006/main">
  <p:tag name="NUM" val="1"/>
</p:tagLst>
</file>

<file path=ppt/tags/tag144.xml><?xml version="1.0" encoding="utf-8"?>
<p:tagLst xmlns:a="http://schemas.openxmlformats.org/drawingml/2006/main" xmlns:r="http://schemas.openxmlformats.org/officeDocument/2006/relationships" xmlns:p="http://schemas.openxmlformats.org/presentationml/2006/main">
  <p:tag name="NUM" val="2"/>
</p:tagLst>
</file>

<file path=ppt/tags/tag145.xml><?xml version="1.0" encoding="utf-8"?>
<p:tagLst xmlns:a="http://schemas.openxmlformats.org/drawingml/2006/main" xmlns:r="http://schemas.openxmlformats.org/officeDocument/2006/relationships" xmlns:p="http://schemas.openxmlformats.org/presentationml/2006/main">
  <p:tag name="NUM" val="3"/>
</p:tagLst>
</file>

<file path=ppt/tags/tag146.xml><?xml version="1.0" encoding="utf-8"?>
<p:tagLst xmlns:a="http://schemas.openxmlformats.org/drawingml/2006/main" xmlns:r="http://schemas.openxmlformats.org/officeDocument/2006/relationships" xmlns:p="http://schemas.openxmlformats.org/presentationml/2006/main">
  <p:tag name="NUM" val="1"/>
</p:tagLst>
</file>

<file path=ppt/tags/tag147.xml><?xml version="1.0" encoding="utf-8"?>
<p:tagLst xmlns:a="http://schemas.openxmlformats.org/drawingml/2006/main" xmlns:r="http://schemas.openxmlformats.org/officeDocument/2006/relationships" xmlns:p="http://schemas.openxmlformats.org/presentationml/2006/main">
  <p:tag name="NUM" val="2"/>
</p:tagLst>
</file>

<file path=ppt/tags/tag148.xml><?xml version="1.0" encoding="utf-8"?>
<p:tagLst xmlns:a="http://schemas.openxmlformats.org/drawingml/2006/main" xmlns:r="http://schemas.openxmlformats.org/officeDocument/2006/relationships" xmlns:p="http://schemas.openxmlformats.org/presentationml/2006/main">
  <p:tag name="NUM" val="1"/>
</p:tagLst>
</file>

<file path=ppt/tags/tag149.xml><?xml version="1.0" encoding="utf-8"?>
<p:tagLst xmlns:a="http://schemas.openxmlformats.org/drawingml/2006/main" xmlns:r="http://schemas.openxmlformats.org/officeDocument/2006/relationships" xmlns:p="http://schemas.openxmlformats.org/presentationml/2006/main">
  <p:tag name="NUM" val="2"/>
</p:tagLst>
</file>

<file path=ppt/tags/tag150.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INDUSTRIELLE ALLIANCE">
  <a:themeElements>
    <a:clrScheme name="IA">
      <a:dk1>
        <a:srgbClr val="064DD9"/>
      </a:dk1>
      <a:lt1>
        <a:sysClr val="window" lastClr="FFFFFF"/>
      </a:lt1>
      <a:dk2>
        <a:srgbClr val="01233F"/>
      </a:dk2>
      <a:lt2>
        <a:srgbClr val="73C4EF"/>
      </a:lt2>
      <a:accent1>
        <a:srgbClr val="064DD9"/>
      </a:accent1>
      <a:accent2>
        <a:srgbClr val="DBF0FF"/>
      </a:accent2>
      <a:accent3>
        <a:srgbClr val="01233F"/>
      </a:accent3>
      <a:accent4>
        <a:srgbClr val="73C4EF"/>
      </a:accent4>
      <a:accent5>
        <a:srgbClr val="756B5F"/>
      </a:accent5>
      <a:accent6>
        <a:srgbClr val="E2DCD0"/>
      </a:accent6>
      <a:hlink>
        <a:srgbClr val="FFFFFF"/>
      </a:hlink>
      <a:folHlink>
        <a:srgbClr val="FFFFFF"/>
      </a:folHlink>
    </a:clrScheme>
    <a:fontScheme name="I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OJ-25-22_GabaritPPT-iAGF-FR" id="{DEE5ACAA-4EA7-8144-99F5-8FACF04AC352}" vid="{08F0A3C4-773F-7D41-B4D1-390E3371BCA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A">
    <a:dk1>
      <a:srgbClr val="064DD9"/>
    </a:dk1>
    <a:lt1>
      <a:sysClr val="window" lastClr="FFFFFF"/>
    </a:lt1>
    <a:dk2>
      <a:srgbClr val="01233F"/>
    </a:dk2>
    <a:lt2>
      <a:srgbClr val="73C4EF"/>
    </a:lt2>
    <a:accent1>
      <a:srgbClr val="064DD9"/>
    </a:accent1>
    <a:accent2>
      <a:srgbClr val="DBF0FF"/>
    </a:accent2>
    <a:accent3>
      <a:srgbClr val="01233F"/>
    </a:accent3>
    <a:accent4>
      <a:srgbClr val="73C4EF"/>
    </a:accent4>
    <a:accent5>
      <a:srgbClr val="756B5F"/>
    </a:accent5>
    <a:accent6>
      <a:srgbClr val="E2DCD0"/>
    </a:accent6>
    <a:hlink>
      <a:srgbClr val="FFFFFF"/>
    </a:hlink>
    <a:folHlink>
      <a:srgbClr val="FFFF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C1A93673AE84388E326B5D4CC551E" ma:contentTypeVersion="15" ma:contentTypeDescription="Create a new document." ma:contentTypeScope="" ma:versionID="5c67a82f8e04048beb31cf026b92238e">
  <xsd:schema xmlns:xsd="http://www.w3.org/2001/XMLSchema" xmlns:xs="http://www.w3.org/2001/XMLSchema" xmlns:p="http://schemas.microsoft.com/office/2006/metadata/properties" xmlns:ns2="ed106c1e-c1d6-4ff2-91fd-e5ba1764ee54" xmlns:ns3="011f6add-43de-46b1-b9e4-48bf74bb8fa8" targetNamespace="http://schemas.microsoft.com/office/2006/metadata/properties" ma:root="true" ma:fieldsID="18d06f622297a5e48751d2a3d5b30e2b" ns2:_="" ns3:_="">
    <xsd:import namespace="ed106c1e-c1d6-4ff2-91fd-e5ba1764ee54"/>
    <xsd:import namespace="011f6add-43de-46b1-b9e4-48bf74bb8fa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SearchProperties" minOccurs="0"/>
                <xsd:element ref="ns2:Objecti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106c1e-c1d6-4ff2-91fd-e5ba1764ee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9c3984d-6c88-459e-875d-1e42fc5375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Objectif" ma:index="22" nillable="true" ma:displayName="Objectif" ma:format="Dropdown" ma:internalName="Objectif">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1f6add-43de-46b1-b9e4-48bf74bb8fa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2549b3d-bf4a-4efc-88a1-fd73d023a290}" ma:internalName="TaxCatchAll" ma:showField="CatchAllData" ma:web="011f6add-43de-46b1-b9e4-48bf74bb8f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106c1e-c1d6-4ff2-91fd-e5ba1764ee54">
      <Terms xmlns="http://schemas.microsoft.com/office/infopath/2007/PartnerControls"/>
    </lcf76f155ced4ddcb4097134ff3c332f>
    <TaxCatchAll xmlns="011f6add-43de-46b1-b9e4-48bf74bb8fa8" xsi:nil="true"/>
    <Objectif xmlns="ed106c1e-c1d6-4ff2-91fd-e5ba1764ee54" xsi:nil="true"/>
  </documentManagement>
</p:properties>
</file>

<file path=customXml/itemProps1.xml><?xml version="1.0" encoding="utf-8"?>
<ds:datastoreItem xmlns:ds="http://schemas.openxmlformats.org/officeDocument/2006/customXml" ds:itemID="{998FA0C1-8902-4344-A8A3-9535A4E7B7B9}">
  <ds:schemaRefs>
    <ds:schemaRef ds:uri="011f6add-43de-46b1-b9e4-48bf74bb8fa8"/>
    <ds:schemaRef ds:uri="ed106c1e-c1d6-4ff2-91fd-e5ba1764ee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EDF9E9A-FBB4-499A-B7BE-8E23D9F618DE}">
  <ds:schemaRefs>
    <ds:schemaRef ds:uri="http://schemas.microsoft.com/sharepoint/v3/contenttype/forms"/>
  </ds:schemaRefs>
</ds:datastoreItem>
</file>

<file path=customXml/itemProps3.xml><?xml version="1.0" encoding="utf-8"?>
<ds:datastoreItem xmlns:ds="http://schemas.openxmlformats.org/officeDocument/2006/customXml" ds:itemID="{421430FC-9458-44A7-9740-6EEEF62E7580}">
  <ds:schemaRefs>
    <ds:schemaRef ds:uri="011f6add-43de-46b1-b9e4-48bf74bb8fa8"/>
    <ds:schemaRef ds:uri="ed106c1e-c1d6-4ff2-91fd-e5ba1764ee5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PROJ-25-22_GabaritPPT-iAGF-FR (1)</Template>
  <Application>Microsoft Office PowerPoint</Application>
  <PresentationFormat>On-screen Show (16:9)</PresentationFormat>
  <Slides>33</Slides>
  <Notes>28</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INDUSTRIELLE ALLIANCE</vt:lpstr>
      <vt:lpstr>Standard QA Affaires, SYSTÈME et TI</vt:lpstr>
      <vt:lpstr>Agenda</vt:lpstr>
      <vt:lpstr>Les attentes de nos directions affaires, systèmes et TI</vt:lpstr>
      <vt:lpstr>PowerPoint Presentation</vt:lpstr>
      <vt:lpstr>Qu’est-ce que l’Assurance Qualité</vt:lpstr>
      <vt:lpstr>Les 4 considérations d’un Responsable QA / Analyste QA pour les solutions</vt:lpstr>
      <vt:lpstr>Le processus QA a des prérequis</vt:lpstr>
      <vt:lpstr>PowerPoint Presentation</vt:lpstr>
      <vt:lpstr>Démarche pour établir le plan de test</vt:lpstr>
      <vt:lpstr>L’analyste QA doit avoir une vue transversale de la solution</vt:lpstr>
      <vt:lpstr>Les niveaux d’essais – gestion de l’envergure et de la complexité</vt:lpstr>
      <vt:lpstr>Quels sont les types de tests</vt:lpstr>
      <vt:lpstr>Les plans de test doivent couvrir</vt:lpstr>
      <vt:lpstr>PowerPoint Presentation</vt:lpstr>
      <vt:lpstr>Définition des essais Composants</vt:lpstr>
      <vt:lpstr>Template – Test unitaire (AAA)</vt:lpstr>
      <vt:lpstr>Bonnes pratiques</vt:lpstr>
      <vt:lpstr>PowerPoint Presentation</vt:lpstr>
      <vt:lpstr>Définition des essais de Système</vt:lpstr>
      <vt:lpstr>Identifier les essais de composant / système</vt:lpstr>
      <vt:lpstr>Essais d’intégration de système</vt:lpstr>
      <vt:lpstr>Type de test pour les transformations de données</vt:lpstr>
      <vt:lpstr>Template – Test de système (Given – When - Then)</vt:lpstr>
      <vt:lpstr>Bonnes pratiques des tests systèmes et d’intégration de système</vt:lpstr>
      <vt:lpstr>Documentation tests dans Devops</vt:lpstr>
      <vt:lpstr>PowerPoint Presentation</vt:lpstr>
      <vt:lpstr>Définition des essais d’Acceptation</vt:lpstr>
      <vt:lpstr>Comment tester un processus en UAT</vt:lpstr>
      <vt:lpstr>Valider le flux du processus</vt:lpstr>
      <vt:lpstr>Bonnes pratiques des tests d’acceptation</vt:lpstr>
      <vt:lpstr>PowerPoint Presentation</vt:lpstr>
      <vt:lpstr>Définition des essais de Smoke test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Cosials, Benoit</dc:creator>
  <cp:revision>1</cp:revision>
  <dcterms:created xsi:type="dcterms:W3CDTF">2025-11-03T20:34:47Z</dcterms:created>
  <dcterms:modified xsi:type="dcterms:W3CDTF">2026-02-05T19:50:56Z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0x0101009E3C1A93673AE84388E326B5D4CC551E</vt:lpwstr>
  </property>
  <property fmtid="{D5CDD505-2E9C-101B-9397-08002B2CF9AE}" pid="3" name="MediaServiceImageTags">
    <vt:lpwstr/>
  </property>
</Properties>
</file>