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3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5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6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7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2B55_ED2E02EA.xml" ContentType="application/vnd.ms-powerpoint.comment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9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32" r:id="rId5"/>
  </p:sldMasterIdLst>
  <p:notesMasterIdLst>
    <p:notesMasterId r:id="rId32"/>
  </p:notesMasterIdLst>
  <p:handoutMasterIdLst>
    <p:handoutMasterId r:id="rId33"/>
  </p:handoutMasterIdLst>
  <p:sldIdLst>
    <p:sldId id="260" r:id="rId6"/>
    <p:sldId id="11102" r:id="rId7"/>
    <p:sldId id="388" r:id="rId8"/>
    <p:sldId id="11103" r:id="rId9"/>
    <p:sldId id="11104" r:id="rId10"/>
    <p:sldId id="11105" r:id="rId11"/>
    <p:sldId id="11058" r:id="rId12"/>
    <p:sldId id="11094" r:id="rId13"/>
    <p:sldId id="10992" r:id="rId14"/>
    <p:sldId id="11085" r:id="rId15"/>
    <p:sldId id="379" r:id="rId16"/>
    <p:sldId id="11091" r:id="rId17"/>
    <p:sldId id="11075" r:id="rId18"/>
    <p:sldId id="11096" r:id="rId19"/>
    <p:sldId id="11097" r:id="rId20"/>
    <p:sldId id="381" r:id="rId21"/>
    <p:sldId id="11093" r:id="rId22"/>
    <p:sldId id="11059" r:id="rId23"/>
    <p:sldId id="11089" r:id="rId24"/>
    <p:sldId id="11106" r:id="rId25"/>
    <p:sldId id="11107" r:id="rId26"/>
    <p:sldId id="11108" r:id="rId27"/>
    <p:sldId id="11082" r:id="rId28"/>
    <p:sldId id="11095" r:id="rId29"/>
    <p:sldId id="11054" r:id="rId30"/>
    <p:sldId id="11055" r:id="rId31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E00F304-0376-4078-B9D2-74560156F860}">
          <p14:sldIdLst>
            <p14:sldId id="260"/>
            <p14:sldId id="11102"/>
            <p14:sldId id="388"/>
            <p14:sldId id="11103"/>
            <p14:sldId id="11104"/>
            <p14:sldId id="11105"/>
            <p14:sldId id="11058"/>
            <p14:sldId id="11094"/>
            <p14:sldId id="10992"/>
            <p14:sldId id="11085"/>
            <p14:sldId id="379"/>
            <p14:sldId id="11091"/>
            <p14:sldId id="11075"/>
            <p14:sldId id="11096"/>
            <p14:sldId id="11097"/>
            <p14:sldId id="381"/>
            <p14:sldId id="11093"/>
            <p14:sldId id="11059"/>
            <p14:sldId id="11089"/>
            <p14:sldId id="11106"/>
            <p14:sldId id="11107"/>
            <p14:sldId id="11108"/>
            <p14:sldId id="11082"/>
            <p14:sldId id="11095"/>
            <p14:sldId id="11054"/>
            <p14:sldId id="11055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162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71A41E-D707-8B6A-1D81-EA26D0B9F990}" name="Cosials, Benoit" initials="BC" userId="S::benoit.cosials@ia.ca::55eb508c-1f17-412e-9f09-1d82eedc926e" providerId="AD"/>
  <p188:author id="{F4A25222-7D29-7B53-FDAF-DD9383DDDF4D}" name="Garnier, Stéphane" initials="SG" userId="S::stephane.garnier@ia.ca::378c0880-ddc3-447e-82c3-7c56ecf4d8fb" providerId="AD"/>
  <p188:author id="{76A74763-6702-B22C-3605-B0FE69A44843}" name="Roberge, Jonathan" initials="JR" userId="S::Jonathan.Roberge@ia.ca::fecd99ab-6c03-4b64-9c2e-f392e3fdb29f" providerId="AD"/>
  <p188:author id="{47A19BC1-0271-F16A-D0C4-48EF16702455}" name="CFB" initials="CF" userId="CFB" providerId="None"/>
  <p188:author id="{A0685AD1-0E38-86C2-346B-62B768379081}" name="El Aida, Sahar" initials="SE" userId="S::Sahar.El-Aida@ia.ca::526dd283-fc76-4b4e-ba15-c7e70e60317c" providerId="AD"/>
  <p188:author id="{F2D35ADB-F557-5282-5DA8-F89476E024DA}" name="El Aida, Sahar" initials="ES" userId="S::sahar.el-aida@ia.ca::526dd283-fc76-4b4e-ba15-c7e70e60317c" providerId="AD"/>
  <p188:author id="{2EAA03FB-D9E4-CE95-FEC5-D3F018770C79}" name="Jedidi, Meriem" initials="MJ" userId="S::Meriem.Jedidi@ia.ca::131ae71b-d444-4fcc-b5a8-c85daee79e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64DD9"/>
    <a:srgbClr val="1356DB"/>
    <a:srgbClr val="F5F5F5"/>
    <a:srgbClr val="E8E8E8"/>
    <a:srgbClr val="F1F1F1"/>
    <a:srgbClr val="490A83"/>
    <a:srgbClr val="D3E0AD"/>
    <a:srgbClr val="4E2B1E"/>
    <a:srgbClr val="A37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BCD20-4A40-4EEC-8C7C-F2E9124DA4CC}" v="2" dt="2026-02-06T19:13:02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didi, Meriem" userId="S::meriem.jedidi@ia.ca::131ae71b-d444-4fcc-b5a8-c85daee79ee8" providerId="AD" clId="Web-{2061D7D4-0144-4CEE-93A0-002AA2B99C1E}"/>
    <pc:docChg chg="modSld sldOrd">
      <pc:chgData name="Jedidi, Meriem" userId="S::meriem.jedidi@ia.ca::131ae71b-d444-4fcc-b5a8-c85daee79ee8" providerId="AD" clId="Web-{2061D7D4-0144-4CEE-93A0-002AA2B99C1E}" dt="2026-01-05T19:23:03.363" v="4"/>
      <pc:docMkLst>
        <pc:docMk/>
      </pc:docMkLst>
      <pc:sldChg chg="modSp">
        <pc:chgData name="Jedidi, Meriem" userId="S::meriem.jedidi@ia.ca::131ae71b-d444-4fcc-b5a8-c85daee79ee8" providerId="AD" clId="Web-{2061D7D4-0144-4CEE-93A0-002AA2B99C1E}" dt="2026-01-05T19:23:03.363" v="4"/>
        <pc:sldMkLst>
          <pc:docMk/>
          <pc:sldMk cId="1574132325" sldId="11059"/>
        </pc:sldMkLst>
        <pc:graphicFrameChg chg="mod modGraphic">
          <ac:chgData name="Jedidi, Meriem" userId="S::meriem.jedidi@ia.ca::131ae71b-d444-4fcc-b5a8-c85daee79ee8" providerId="AD" clId="Web-{2061D7D4-0144-4CEE-93A0-002AA2B99C1E}" dt="2026-01-05T19:23:03.363" v="4"/>
          <ac:graphicFrameMkLst>
            <pc:docMk/>
            <pc:sldMk cId="1574132325" sldId="11059"/>
            <ac:graphicFrameMk id="7" creationId="{C5429D07-B6AE-D925-2107-1D473CCF9851}"/>
          </ac:graphicFrameMkLst>
        </pc:graphicFrameChg>
      </pc:sldChg>
    </pc:docChg>
  </pc:docChgLst>
  <pc:docChgLst>
    <pc:chgData name="Rouguine, Naoufal" userId="S::naoufal.rouguine@ia.ca::cc79e267-080c-45ec-a804-a369245f910a" providerId="AD" clId="Web-{CEBAC075-B652-94D2-13C8-35CF0DAADC38}"/>
    <pc:docChg chg="modSld">
      <pc:chgData name="Rouguine, Naoufal" userId="S::naoufal.rouguine@ia.ca::cc79e267-080c-45ec-a804-a369245f910a" providerId="AD" clId="Web-{CEBAC075-B652-94D2-13C8-35CF0DAADC38}" dt="2026-01-27T18:45:13.682" v="59" actId="20577"/>
      <pc:docMkLst>
        <pc:docMk/>
      </pc:docMkLst>
      <pc:sldChg chg="modSp">
        <pc:chgData name="Rouguine, Naoufal" userId="S::naoufal.rouguine@ia.ca::cc79e267-080c-45ec-a804-a369245f910a" providerId="AD" clId="Web-{CEBAC075-B652-94D2-13C8-35CF0DAADC38}" dt="2026-01-27T18:45:13.682" v="59" actId="20577"/>
        <pc:sldMkLst>
          <pc:docMk/>
          <pc:sldMk cId="1892668288" sldId="260"/>
        </pc:sldMkLst>
        <pc:spChg chg="mod">
          <ac:chgData name="Rouguine, Naoufal" userId="S::naoufal.rouguine@ia.ca::cc79e267-080c-45ec-a804-a369245f910a" providerId="AD" clId="Web-{CEBAC075-B652-94D2-13C8-35CF0DAADC38}" dt="2026-01-27T18:45:13.682" v="59" actId="20577"/>
          <ac:spMkLst>
            <pc:docMk/>
            <pc:sldMk cId="1892668288" sldId="260"/>
            <ac:spMk id="3" creationId="{A04559A7-DE13-3D0C-1F0C-DA151BAD386C}"/>
          </ac:spMkLst>
        </pc:spChg>
        <pc:spChg chg="mod">
          <ac:chgData name="Rouguine, Naoufal" userId="S::naoufal.rouguine@ia.ca::cc79e267-080c-45ec-a804-a369245f910a" providerId="AD" clId="Web-{CEBAC075-B652-94D2-13C8-35CF0DAADC38}" dt="2026-01-27T18:45:09.339" v="44" actId="20577"/>
          <ac:spMkLst>
            <pc:docMk/>
            <pc:sldMk cId="1892668288" sldId="260"/>
            <ac:spMk id="13" creationId="{514E718A-6610-B24C-B2C7-91EF9BAD529D}"/>
          </ac:spMkLst>
        </pc:spChg>
      </pc:sldChg>
    </pc:docChg>
  </pc:docChgLst>
  <pc:docChgLst>
    <pc:chgData name="El Aida, Sahar" userId="S::sahar.el-aida@ia.ca::526dd283-fc76-4b4e-ba15-c7e70e60317c" providerId="AD" clId="Web-{0B916197-6E6B-060A-B98A-5592CE28BF59}"/>
    <pc:docChg chg="modSld">
      <pc:chgData name="El Aida, Sahar" userId="S::sahar.el-aida@ia.ca::526dd283-fc76-4b4e-ba15-c7e70e60317c" providerId="AD" clId="Web-{0B916197-6E6B-060A-B98A-5592CE28BF59}" dt="2026-01-16T13:45:08.836" v="0"/>
      <pc:docMkLst>
        <pc:docMk/>
      </pc:docMkLst>
      <pc:sldChg chg="modNotes">
        <pc:chgData name="El Aida, Sahar" userId="S::sahar.el-aida@ia.ca::526dd283-fc76-4b4e-ba15-c7e70e60317c" providerId="AD" clId="Web-{0B916197-6E6B-060A-B98A-5592CE28BF59}" dt="2026-01-16T13:45:08.836" v="0"/>
        <pc:sldMkLst>
          <pc:docMk/>
          <pc:sldMk cId="1247190218" sldId="11091"/>
        </pc:sldMkLst>
      </pc:sldChg>
    </pc:docChg>
  </pc:docChgLst>
  <pc:docChgLst>
    <pc:chgData name="El Aida, Sahar" userId="S::sahar.el-aida@ia.ca::526dd283-fc76-4b4e-ba15-c7e70e60317c" providerId="AD" clId="Web-{3BD150E2-A502-0EF1-85CA-F8D9E0CA19CA}"/>
    <pc:docChg chg="addSld delSld modSld modSection">
      <pc:chgData name="El Aida, Sahar" userId="S::sahar.el-aida@ia.ca::526dd283-fc76-4b4e-ba15-c7e70e60317c" providerId="AD" clId="Web-{3BD150E2-A502-0EF1-85CA-F8D9E0CA19CA}" dt="2026-01-08T19:43:22.640" v="876" actId="20577"/>
      <pc:docMkLst>
        <pc:docMk/>
      </pc:docMkLst>
      <pc:sldChg chg="modSp modNotes">
        <pc:chgData name="El Aida, Sahar" userId="S::sahar.el-aida@ia.ca::526dd283-fc76-4b4e-ba15-c7e70e60317c" providerId="AD" clId="Web-{3BD150E2-A502-0EF1-85CA-F8D9E0CA19CA}" dt="2026-01-08T19:09:38.523" v="626" actId="20577"/>
        <pc:sldMkLst>
          <pc:docMk/>
          <pc:sldMk cId="604745137" sldId="11075"/>
        </pc:sldMkLst>
        <pc:spChg chg="mod">
          <ac:chgData name="El Aida, Sahar" userId="S::sahar.el-aida@ia.ca::526dd283-fc76-4b4e-ba15-c7e70e60317c" providerId="AD" clId="Web-{3BD150E2-A502-0EF1-85CA-F8D9E0CA19CA}" dt="2026-01-08T18:20:31.118" v="84" actId="20577"/>
          <ac:spMkLst>
            <pc:docMk/>
            <pc:sldMk cId="604745137" sldId="11075"/>
            <ac:spMk id="4" creationId="{DB093BC3-9D21-5DD8-ACE1-D4688E4FEF6B}"/>
          </ac:spMkLst>
        </pc:spChg>
        <pc:spChg chg="mod">
          <ac:chgData name="El Aida, Sahar" userId="S::sahar.el-aida@ia.ca::526dd283-fc76-4b4e-ba15-c7e70e60317c" providerId="AD" clId="Web-{3BD150E2-A502-0EF1-85CA-F8D9E0CA19CA}" dt="2026-01-08T19:09:03.257" v="613" actId="20577"/>
          <ac:spMkLst>
            <pc:docMk/>
            <pc:sldMk cId="604745137" sldId="11075"/>
            <ac:spMk id="6" creationId="{B3E67371-3A26-3B90-389B-C45A148A57D4}"/>
          </ac:spMkLst>
        </pc:spChg>
        <pc:spChg chg="mod">
          <ac:chgData name="El Aida, Sahar" userId="S::sahar.el-aida@ia.ca::526dd283-fc76-4b4e-ba15-c7e70e60317c" providerId="AD" clId="Web-{3BD150E2-A502-0EF1-85CA-F8D9E0CA19CA}" dt="2026-01-08T19:09:38.523" v="626" actId="20577"/>
          <ac:spMkLst>
            <pc:docMk/>
            <pc:sldMk cId="604745137" sldId="11075"/>
            <ac:spMk id="8" creationId="{B7679F91-997C-F974-BFCC-616B915306D7}"/>
          </ac:spMkLst>
        </pc:spChg>
      </pc:sldChg>
      <pc:sldChg chg="modSp add modNotes">
        <pc:chgData name="El Aida, Sahar" userId="S::sahar.el-aida@ia.ca::526dd283-fc76-4b4e-ba15-c7e70e60317c" providerId="AD" clId="Web-{3BD150E2-A502-0EF1-85CA-F8D9E0CA19CA}" dt="2026-01-08T19:43:22.640" v="876" actId="20577"/>
        <pc:sldMkLst>
          <pc:docMk/>
          <pc:sldMk cId="1247190218" sldId="11091"/>
        </pc:sldMkLst>
        <pc:spChg chg="mod">
          <ac:chgData name="El Aida, Sahar" userId="S::sahar.el-aida@ia.ca::526dd283-fc76-4b4e-ba15-c7e70e60317c" providerId="AD" clId="Web-{3BD150E2-A502-0EF1-85CA-F8D9E0CA19CA}" dt="2026-01-08T19:43:22.640" v="876" actId="20577"/>
          <ac:spMkLst>
            <pc:docMk/>
            <pc:sldMk cId="1247190218" sldId="11091"/>
            <ac:spMk id="16" creationId="{014DA54E-A284-612E-F142-B0AEE41F3B81}"/>
          </ac:spMkLst>
        </pc:spChg>
      </pc:sldChg>
    </pc:docChg>
  </pc:docChgLst>
  <pc:docChgLst>
    <pc:chgData name="El Aida, Sahar" userId="S::sahar.el-aida@ia.ca::526dd283-fc76-4b4e-ba15-c7e70e60317c" providerId="AD" clId="Web-{9EEE210F-3DD5-1A00-E544-CF4DC95E4016}"/>
    <pc:docChg chg="modSld">
      <pc:chgData name="El Aida, Sahar" userId="S::sahar.el-aida@ia.ca::526dd283-fc76-4b4e-ba15-c7e70e60317c" providerId="AD" clId="Web-{9EEE210F-3DD5-1A00-E544-CF4DC95E4016}" dt="2026-01-06T19:27:56.525" v="30" actId="20577"/>
      <pc:docMkLst>
        <pc:docMk/>
      </pc:docMkLst>
      <pc:sldChg chg="delSp">
        <pc:chgData name="El Aida, Sahar" userId="S::sahar.el-aida@ia.ca::526dd283-fc76-4b4e-ba15-c7e70e60317c" providerId="AD" clId="Web-{9EEE210F-3DD5-1A00-E544-CF4DC95E4016}" dt="2026-01-06T14:04:14.709" v="0"/>
        <pc:sldMkLst>
          <pc:docMk/>
          <pc:sldMk cId="604745137" sldId="11075"/>
        </pc:sldMkLst>
      </pc:sldChg>
    </pc:docChg>
  </pc:docChgLst>
  <pc:docChgLst>
    <pc:chgData name="Garnier, Stéphane" userId="378c0880-ddc3-447e-82c3-7c56ecf4d8fb" providerId="ADAL" clId="{505DD6CE-61C9-4909-8CE2-78E6F62015BE}"/>
    <pc:docChg chg="undo custSel modSld">
      <pc:chgData name="Garnier, Stéphane" userId="378c0880-ddc3-447e-82c3-7c56ecf4d8fb" providerId="ADAL" clId="{505DD6CE-61C9-4909-8CE2-78E6F62015BE}" dt="2026-01-21T21:30:25.035" v="23"/>
      <pc:docMkLst>
        <pc:docMk/>
      </pc:docMkLst>
      <pc:sldChg chg="modSp mod">
        <pc:chgData name="Garnier, Stéphane" userId="378c0880-ddc3-447e-82c3-7c56ecf4d8fb" providerId="ADAL" clId="{505DD6CE-61C9-4909-8CE2-78E6F62015BE}" dt="2026-01-15T15:48:37.233" v="3" actId="20577"/>
        <pc:sldMkLst>
          <pc:docMk/>
          <pc:sldMk cId="604745137" sldId="11075"/>
        </pc:sldMkLst>
        <pc:spChg chg="mod">
          <ac:chgData name="Garnier, Stéphane" userId="378c0880-ddc3-447e-82c3-7c56ecf4d8fb" providerId="ADAL" clId="{505DD6CE-61C9-4909-8CE2-78E6F62015BE}" dt="2026-01-15T15:48:37.233" v="3" actId="20577"/>
          <ac:spMkLst>
            <pc:docMk/>
            <pc:sldMk cId="604745137" sldId="11075"/>
            <ac:spMk id="6" creationId="{B3E67371-3A26-3B90-389B-C45A148A57D4}"/>
          </ac:spMkLst>
        </pc:spChg>
      </pc:sldChg>
      <pc:sldChg chg="modSp">
        <pc:chgData name="Garnier, Stéphane" userId="378c0880-ddc3-447e-82c3-7c56ecf4d8fb" providerId="ADAL" clId="{505DD6CE-61C9-4909-8CE2-78E6F62015BE}" dt="2026-01-21T21:30:25.035" v="23"/>
        <pc:sldMkLst>
          <pc:docMk/>
          <pc:sldMk cId="3979215594" sldId="11093"/>
        </pc:sldMkLst>
        <pc:graphicFrameChg chg="mod">
          <ac:chgData name="Garnier, Stéphane" userId="378c0880-ddc3-447e-82c3-7c56ecf4d8fb" providerId="ADAL" clId="{505DD6CE-61C9-4909-8CE2-78E6F62015BE}" dt="2026-01-21T21:30:25.035" v="23"/>
          <ac:graphicFrameMkLst>
            <pc:docMk/>
            <pc:sldMk cId="3979215594" sldId="11093"/>
            <ac:graphicFrameMk id="5" creationId="{78470165-85E7-239E-B955-E8E65201118D}"/>
          </ac:graphicFrameMkLst>
        </pc:graphicFrameChg>
      </pc:sldChg>
      <pc:sldChg chg="modSp mod modNotesTx">
        <pc:chgData name="Garnier, Stéphane" userId="378c0880-ddc3-447e-82c3-7c56ecf4d8fb" providerId="ADAL" clId="{505DD6CE-61C9-4909-8CE2-78E6F62015BE}" dt="2026-01-12T20:14:04.581" v="1" actId="20577"/>
        <pc:sldMkLst>
          <pc:docMk/>
          <pc:sldMk cId="3284240590" sldId="11094"/>
        </pc:sldMkLst>
        <pc:graphicFrameChg chg="modGraphic">
          <ac:chgData name="Garnier, Stéphane" userId="378c0880-ddc3-447e-82c3-7c56ecf4d8fb" providerId="ADAL" clId="{505DD6CE-61C9-4909-8CE2-78E6F62015BE}" dt="2026-01-12T20:14:04.581" v="1" actId="20577"/>
          <ac:graphicFrameMkLst>
            <pc:docMk/>
            <pc:sldMk cId="3284240590" sldId="11094"/>
            <ac:graphicFrameMk id="7" creationId="{A02F769C-7B93-7051-4880-DC9F31EDCD2B}"/>
          </ac:graphicFrameMkLst>
        </pc:graphicFrameChg>
      </pc:sldChg>
      <pc:sldChg chg="modSp mod">
        <pc:chgData name="Garnier, Stéphane" userId="378c0880-ddc3-447e-82c3-7c56ecf4d8fb" providerId="ADAL" clId="{505DD6CE-61C9-4909-8CE2-78E6F62015BE}" dt="2026-01-15T15:49:42.598" v="13"/>
        <pc:sldMkLst>
          <pc:docMk/>
          <pc:sldMk cId="124711442" sldId="11096"/>
        </pc:sldMkLst>
        <pc:graphicFrameChg chg="mod modGraphic">
          <ac:chgData name="Garnier, Stéphane" userId="378c0880-ddc3-447e-82c3-7c56ecf4d8fb" providerId="ADAL" clId="{505DD6CE-61C9-4909-8CE2-78E6F62015BE}" dt="2026-01-15T15:49:42.598" v="13"/>
          <ac:graphicFrameMkLst>
            <pc:docMk/>
            <pc:sldMk cId="124711442" sldId="11096"/>
            <ac:graphicFrameMk id="10" creationId="{03218F42-7421-69D7-B5CA-75CE46DBABCF}"/>
          </ac:graphicFrameMkLst>
        </pc:graphicFrameChg>
      </pc:sldChg>
      <pc:sldChg chg="modSp mod">
        <pc:chgData name="Garnier, Stéphane" userId="378c0880-ddc3-447e-82c3-7c56ecf4d8fb" providerId="ADAL" clId="{505DD6CE-61C9-4909-8CE2-78E6F62015BE}" dt="2026-01-15T15:50:18.860" v="22" actId="207"/>
        <pc:sldMkLst>
          <pc:docMk/>
          <pc:sldMk cId="3443916283" sldId="11097"/>
        </pc:sldMkLst>
        <pc:graphicFrameChg chg="modGraphic">
          <ac:chgData name="Garnier, Stéphane" userId="378c0880-ddc3-447e-82c3-7c56ecf4d8fb" providerId="ADAL" clId="{505DD6CE-61C9-4909-8CE2-78E6F62015BE}" dt="2026-01-15T15:50:18.860" v="22" actId="207"/>
          <ac:graphicFrameMkLst>
            <pc:docMk/>
            <pc:sldMk cId="3443916283" sldId="11097"/>
            <ac:graphicFrameMk id="10" creationId="{042DDC52-C2BB-D280-7903-9206B220F7B7}"/>
          </ac:graphicFrameMkLst>
        </pc:graphicFrameChg>
      </pc:sldChg>
    </pc:docChg>
  </pc:docChgLst>
  <pc:docChgLst>
    <pc:chgData name="Cosials, Benoit" userId="55eb508c-1f17-412e-9f09-1d82eedc926e" providerId="ADAL" clId="{F4B5339F-8433-4524-BE7C-91EA99F58C5B}"/>
    <pc:docChg chg="undo redo custSel addSld delSld modSld sldOrd delMainMaster modSection">
      <pc:chgData name="Cosials, Benoit" userId="55eb508c-1f17-412e-9f09-1d82eedc926e" providerId="ADAL" clId="{F4B5339F-8433-4524-BE7C-91EA99F58C5B}" dt="2026-01-19T20:23:11.397" v="11695" actId="20577"/>
      <pc:docMkLst>
        <pc:docMk/>
      </pc:docMkLst>
      <pc:sldChg chg="addSp delSp modSp add mod ord modNotesTx">
        <pc:chgData name="Cosials, Benoit" userId="55eb508c-1f17-412e-9f09-1d82eedc926e" providerId="ADAL" clId="{F4B5339F-8433-4524-BE7C-91EA99F58C5B}" dt="2026-01-13T20:03:45.425" v="11110" actId="20577"/>
        <pc:sldMkLst>
          <pc:docMk/>
          <pc:sldMk cId="4110720621" sldId="10992"/>
        </pc:sldMkLst>
        <pc:spChg chg="add mod">
          <ac:chgData name="Cosials, Benoit" userId="55eb508c-1f17-412e-9f09-1d82eedc926e" providerId="ADAL" clId="{F4B5339F-8433-4524-BE7C-91EA99F58C5B}" dt="2026-01-09T20:04:00.597" v="7713" actId="1076"/>
          <ac:spMkLst>
            <pc:docMk/>
            <pc:sldMk cId="4110720621" sldId="10992"/>
            <ac:spMk id="3" creationId="{A5009145-FE53-5295-BAC5-0249660C4872}"/>
          </ac:spMkLst>
        </pc:spChg>
        <pc:spChg chg="add mod">
          <ac:chgData name="Cosials, Benoit" userId="55eb508c-1f17-412e-9f09-1d82eedc926e" providerId="ADAL" clId="{F4B5339F-8433-4524-BE7C-91EA99F58C5B}" dt="2026-01-09T19:57:51.994" v="7542" actId="782"/>
          <ac:spMkLst>
            <pc:docMk/>
            <pc:sldMk cId="4110720621" sldId="10992"/>
            <ac:spMk id="4" creationId="{2BA16A98-13B5-AE1B-7295-8D2B625C6A68}"/>
          </ac:spMkLst>
        </pc:spChg>
        <pc:spChg chg="mod">
          <ac:chgData name="Cosials, Benoit" userId="55eb508c-1f17-412e-9f09-1d82eedc926e" providerId="ADAL" clId="{F4B5339F-8433-4524-BE7C-91EA99F58C5B}" dt="2026-01-09T20:16:31.888" v="8538" actId="113"/>
          <ac:spMkLst>
            <pc:docMk/>
            <pc:sldMk cId="4110720621" sldId="10992"/>
            <ac:spMk id="5" creationId="{46138331-63A0-54ED-D4C1-A118137293B4}"/>
          </ac:spMkLst>
        </pc:spChg>
        <pc:spChg chg="mod">
          <ac:chgData name="Cosials, Benoit" userId="55eb508c-1f17-412e-9f09-1d82eedc926e" providerId="ADAL" clId="{F4B5339F-8433-4524-BE7C-91EA99F58C5B}" dt="2026-01-09T20:04:00.597" v="7713" actId="1076"/>
          <ac:spMkLst>
            <pc:docMk/>
            <pc:sldMk cId="4110720621" sldId="10992"/>
            <ac:spMk id="7" creationId="{9949C72A-AF49-2A2B-743F-A23D0C24B367}"/>
          </ac:spMkLst>
        </pc:spChg>
        <pc:spChg chg="mod">
          <ac:chgData name="Cosials, Benoit" userId="55eb508c-1f17-412e-9f09-1d82eedc926e" providerId="ADAL" clId="{F4B5339F-8433-4524-BE7C-91EA99F58C5B}" dt="2026-01-09T20:02:01.329" v="7701" actId="14100"/>
          <ac:spMkLst>
            <pc:docMk/>
            <pc:sldMk cId="4110720621" sldId="10992"/>
            <ac:spMk id="9" creationId="{2B098586-0088-26F5-0782-0CB8CB919935}"/>
          </ac:spMkLst>
        </pc:spChg>
        <pc:spChg chg="add mod">
          <ac:chgData name="Cosials, Benoit" userId="55eb508c-1f17-412e-9f09-1d82eedc926e" providerId="ADAL" clId="{F4B5339F-8433-4524-BE7C-91EA99F58C5B}" dt="2026-01-09T19:59:23.800" v="7601" actId="20577"/>
          <ac:spMkLst>
            <pc:docMk/>
            <pc:sldMk cId="4110720621" sldId="10992"/>
            <ac:spMk id="12" creationId="{5C0D538E-2C15-2C84-DC1D-EF75A26CFD3D}"/>
          </ac:spMkLst>
        </pc:spChg>
        <pc:spChg chg="add mod">
          <ac:chgData name="Cosials, Benoit" userId="55eb508c-1f17-412e-9f09-1d82eedc926e" providerId="ADAL" clId="{F4B5339F-8433-4524-BE7C-91EA99F58C5B}" dt="2026-01-09T20:00:40.218" v="7667" actId="1076"/>
          <ac:spMkLst>
            <pc:docMk/>
            <pc:sldMk cId="4110720621" sldId="10992"/>
            <ac:spMk id="13" creationId="{9191F774-8B6E-6802-08D1-E756F7F18D2F}"/>
          </ac:spMkLst>
        </pc:spChg>
        <pc:spChg chg="add mod">
          <ac:chgData name="Cosials, Benoit" userId="55eb508c-1f17-412e-9f09-1d82eedc926e" providerId="ADAL" clId="{F4B5339F-8433-4524-BE7C-91EA99F58C5B}" dt="2026-01-09T20:00:27.022" v="7665" actId="1076"/>
          <ac:spMkLst>
            <pc:docMk/>
            <pc:sldMk cId="4110720621" sldId="10992"/>
            <ac:spMk id="14" creationId="{B2EB9306-3924-2B95-D75D-BBC8EA4E3F87}"/>
          </ac:spMkLst>
        </pc:spChg>
        <pc:spChg chg="add mod">
          <ac:chgData name="Cosials, Benoit" userId="55eb508c-1f17-412e-9f09-1d82eedc926e" providerId="ADAL" clId="{F4B5339F-8433-4524-BE7C-91EA99F58C5B}" dt="2026-01-09T20:00:27.022" v="7665" actId="1076"/>
          <ac:spMkLst>
            <pc:docMk/>
            <pc:sldMk cId="4110720621" sldId="10992"/>
            <ac:spMk id="15" creationId="{BA36BB07-6DAD-BD1D-0354-E0FD3E5326A6}"/>
          </ac:spMkLst>
        </pc:spChg>
        <pc:spChg chg="add mod">
          <ac:chgData name="Cosials, Benoit" userId="55eb508c-1f17-412e-9f09-1d82eedc926e" providerId="ADAL" clId="{F4B5339F-8433-4524-BE7C-91EA99F58C5B}" dt="2026-01-09T20:04:06.939" v="7714" actId="1076"/>
          <ac:spMkLst>
            <pc:docMk/>
            <pc:sldMk cId="4110720621" sldId="10992"/>
            <ac:spMk id="17" creationId="{DD91C6E2-BAAB-FDE4-CFC3-2423F79A3B59}"/>
          </ac:spMkLst>
        </pc:spChg>
        <pc:spChg chg="mod">
          <ac:chgData name="Cosials, Benoit" userId="55eb508c-1f17-412e-9f09-1d82eedc926e" providerId="ADAL" clId="{F4B5339F-8433-4524-BE7C-91EA99F58C5B}" dt="2026-01-09T19:54:06.219" v="7482" actId="20577"/>
          <ac:spMkLst>
            <pc:docMk/>
            <pc:sldMk cId="4110720621" sldId="10992"/>
            <ac:spMk id="23" creationId="{BC981353-BEFC-4678-2B86-054CDC356228}"/>
          </ac:spMkLst>
        </pc:spChg>
        <pc:spChg chg="mod">
          <ac:chgData name="Cosials, Benoit" userId="55eb508c-1f17-412e-9f09-1d82eedc926e" providerId="ADAL" clId="{F4B5339F-8433-4524-BE7C-91EA99F58C5B}" dt="2026-01-09T20:04:21.467" v="7716" actId="14100"/>
          <ac:spMkLst>
            <pc:docMk/>
            <pc:sldMk cId="4110720621" sldId="10992"/>
            <ac:spMk id="24" creationId="{07C945FB-61B7-3EB8-1EEA-6B0D309B3885}"/>
          </ac:spMkLst>
        </pc:spChg>
        <pc:spChg chg="add mod">
          <ac:chgData name="Cosials, Benoit" userId="55eb508c-1f17-412e-9f09-1d82eedc926e" providerId="ADAL" clId="{F4B5339F-8433-4524-BE7C-91EA99F58C5B}" dt="2026-01-09T20:04:13.248" v="7715" actId="1076"/>
          <ac:spMkLst>
            <pc:docMk/>
            <pc:sldMk cId="4110720621" sldId="10992"/>
            <ac:spMk id="26" creationId="{ECBCCE5B-8208-888A-F1B3-ACA0C3F3BE3F}"/>
          </ac:spMkLst>
        </pc:spChg>
        <pc:spChg chg="add mod">
          <ac:chgData name="Cosials, Benoit" userId="55eb508c-1f17-412e-9f09-1d82eedc926e" providerId="ADAL" clId="{F4B5339F-8433-4524-BE7C-91EA99F58C5B}" dt="2026-01-09T20:01:32.263" v="7693" actId="20577"/>
          <ac:spMkLst>
            <pc:docMk/>
            <pc:sldMk cId="4110720621" sldId="10992"/>
            <ac:spMk id="27" creationId="{00CFCE6B-E2D2-01B4-3BFA-A2058301AEC0}"/>
          </ac:spMkLst>
        </pc:spChg>
        <pc:spChg chg="add mod">
          <ac:chgData name="Cosials, Benoit" userId="55eb508c-1f17-412e-9f09-1d82eedc926e" providerId="ADAL" clId="{F4B5339F-8433-4524-BE7C-91EA99F58C5B}" dt="2026-01-09T20:01:57.049" v="7699" actId="14100"/>
          <ac:spMkLst>
            <pc:docMk/>
            <pc:sldMk cId="4110720621" sldId="10992"/>
            <ac:spMk id="30" creationId="{6C1D142C-47B4-6A48-753E-74BBD32685A3}"/>
          </ac:spMkLst>
        </pc:spChg>
        <pc:spChg chg="add mod">
          <ac:chgData name="Cosials, Benoit" userId="55eb508c-1f17-412e-9f09-1d82eedc926e" providerId="ADAL" clId="{F4B5339F-8433-4524-BE7C-91EA99F58C5B}" dt="2026-01-13T20:03:45.425" v="11110" actId="20577"/>
          <ac:spMkLst>
            <pc:docMk/>
            <pc:sldMk cId="4110720621" sldId="10992"/>
            <ac:spMk id="31" creationId="{CDA4E9EF-F50D-A810-EA63-5DD72EA90041}"/>
          </ac:spMkLst>
        </pc:spChg>
        <pc:spChg chg="add mod">
          <ac:chgData name="Cosials, Benoit" userId="55eb508c-1f17-412e-9f09-1d82eedc926e" providerId="ADAL" clId="{F4B5339F-8433-4524-BE7C-91EA99F58C5B}" dt="2026-01-09T20:05:24.372" v="7777" actId="13822"/>
          <ac:spMkLst>
            <pc:docMk/>
            <pc:sldMk cId="4110720621" sldId="10992"/>
            <ac:spMk id="32" creationId="{3EAB4205-3BDE-18CB-675C-C016EC8EAE90}"/>
          </ac:spMkLst>
        </pc:spChg>
        <pc:spChg chg="add mod">
          <ac:chgData name="Cosials, Benoit" userId="55eb508c-1f17-412e-9f09-1d82eedc926e" providerId="ADAL" clId="{F4B5339F-8433-4524-BE7C-91EA99F58C5B}" dt="2026-01-09T21:13:08.385" v="9040" actId="14100"/>
          <ac:spMkLst>
            <pc:docMk/>
            <pc:sldMk cId="4110720621" sldId="10992"/>
            <ac:spMk id="44" creationId="{5AF04836-D9BD-167A-94AD-9130747424EC}"/>
          </ac:spMkLst>
        </pc:spChg>
      </pc:sldChg>
      <pc:sldChg chg="modSp mod ord">
        <pc:chgData name="Cosials, Benoit" userId="55eb508c-1f17-412e-9f09-1d82eedc926e" providerId="ADAL" clId="{F4B5339F-8433-4524-BE7C-91EA99F58C5B}" dt="2026-01-09T20:37:43.761" v="8992" actId="115"/>
        <pc:sldMkLst>
          <pc:docMk/>
          <pc:sldMk cId="1667206620" sldId="11054"/>
        </pc:sldMkLst>
        <pc:spChg chg="mod">
          <ac:chgData name="Cosials, Benoit" userId="55eb508c-1f17-412e-9f09-1d82eedc926e" providerId="ADAL" clId="{F4B5339F-8433-4524-BE7C-91EA99F58C5B}" dt="2026-01-09T20:33:06.930" v="8756"/>
          <ac:spMkLst>
            <pc:docMk/>
            <pc:sldMk cId="1667206620" sldId="11054"/>
            <ac:spMk id="2" creationId="{F0925E9D-B37F-88A5-F093-7AF21F239FEC}"/>
          </ac:spMkLst>
        </pc:spChg>
        <pc:spChg chg="mod">
          <ac:chgData name="Cosials, Benoit" userId="55eb508c-1f17-412e-9f09-1d82eedc926e" providerId="ADAL" clId="{F4B5339F-8433-4524-BE7C-91EA99F58C5B}" dt="2026-01-09T20:37:43.761" v="8992" actId="115"/>
          <ac:spMkLst>
            <pc:docMk/>
            <pc:sldMk cId="1667206620" sldId="11054"/>
            <ac:spMk id="3" creationId="{F50D331A-1EB3-2BCF-BAF6-68DA51FD12FE}"/>
          </ac:spMkLst>
        </pc:spChg>
      </pc:sldChg>
      <pc:sldChg chg="addSp delSp modSp mod ord chgLayout">
        <pc:chgData name="Cosials, Benoit" userId="55eb508c-1f17-412e-9f09-1d82eedc926e" providerId="ADAL" clId="{F4B5339F-8433-4524-BE7C-91EA99F58C5B}" dt="2026-01-09T20:37:20.508" v="8988" actId="115"/>
        <pc:sldMkLst>
          <pc:docMk/>
          <pc:sldMk cId="3639377378" sldId="11055"/>
        </pc:sldMkLst>
        <pc:spChg chg="mod ord">
          <ac:chgData name="Cosials, Benoit" userId="55eb508c-1f17-412e-9f09-1d82eedc926e" providerId="ADAL" clId="{F4B5339F-8433-4524-BE7C-91EA99F58C5B}" dt="2026-01-09T20:32:57.439" v="8754" actId="6264"/>
          <ac:spMkLst>
            <pc:docMk/>
            <pc:sldMk cId="3639377378" sldId="11055"/>
            <ac:spMk id="2" creationId="{E88E4737-F007-3D03-8D48-799346ACF350}"/>
          </ac:spMkLst>
        </pc:spChg>
        <pc:spChg chg="mod ord">
          <ac:chgData name="Cosials, Benoit" userId="55eb508c-1f17-412e-9f09-1d82eedc926e" providerId="ADAL" clId="{F4B5339F-8433-4524-BE7C-91EA99F58C5B}" dt="2026-01-09T20:37:20.508" v="8988" actId="115"/>
          <ac:spMkLst>
            <pc:docMk/>
            <pc:sldMk cId="3639377378" sldId="11055"/>
            <ac:spMk id="3" creationId="{2213A515-00AB-168E-6645-7E51A086685C}"/>
          </ac:spMkLst>
        </pc:spChg>
        <pc:spChg chg="mod ord">
          <ac:chgData name="Cosials, Benoit" userId="55eb508c-1f17-412e-9f09-1d82eedc926e" providerId="ADAL" clId="{F4B5339F-8433-4524-BE7C-91EA99F58C5B}" dt="2026-01-09T20:32:57.439" v="8754" actId="6264"/>
          <ac:spMkLst>
            <pc:docMk/>
            <pc:sldMk cId="3639377378" sldId="11055"/>
            <ac:spMk id="4" creationId="{C582F3DD-5490-BB46-81EA-2A283363C89A}"/>
          </ac:spMkLst>
        </pc:spChg>
      </pc:sldChg>
      <pc:sldChg chg="modSp mod modCm">
        <pc:chgData name="Cosials, Benoit" userId="55eb508c-1f17-412e-9f09-1d82eedc926e" providerId="ADAL" clId="{F4B5339F-8433-4524-BE7C-91EA99F58C5B}" dt="2026-01-13T20:35:30.835" v="11561" actId="20577"/>
        <pc:sldMkLst>
          <pc:docMk/>
          <pc:sldMk cId="1574132325" sldId="11059"/>
        </pc:sldMkLst>
        <pc:spChg chg="mod">
          <ac:chgData name="Cosials, Benoit" userId="55eb508c-1f17-412e-9f09-1d82eedc926e" providerId="ADAL" clId="{F4B5339F-8433-4524-BE7C-91EA99F58C5B}" dt="2026-01-13T20:35:30.835" v="11561" actId="20577"/>
          <ac:spMkLst>
            <pc:docMk/>
            <pc:sldMk cId="1574132325" sldId="11059"/>
            <ac:spMk id="3" creationId="{90B2B566-DC22-5331-306B-EC5406B816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osials, Benoit" userId="55eb508c-1f17-412e-9f09-1d82eedc926e" providerId="ADAL" clId="{F4B5339F-8433-4524-BE7C-91EA99F58C5B}" dt="2026-01-13T20:35:30.835" v="11561" actId="20577"/>
              <pc2:cmMkLst xmlns:pc2="http://schemas.microsoft.com/office/powerpoint/2019/9/main/command">
                <pc:docMk/>
                <pc:sldMk cId="1574132325" sldId="11059"/>
                <pc2:cmMk id="{77BBA9A9-166B-4AFD-AC09-178B4B331AB9}"/>
              </pc2:cmMkLst>
            </pc226:cmChg>
          </p:ext>
        </pc:extLst>
      </pc:sldChg>
      <pc:sldChg chg="addSp delSp modSp add mod modCm modNotesTx">
        <pc:chgData name="Cosials, Benoit" userId="55eb508c-1f17-412e-9f09-1d82eedc926e" providerId="ADAL" clId="{F4B5339F-8433-4524-BE7C-91EA99F58C5B}" dt="2026-01-15T18:56:40.092" v="11657" actId="20577"/>
        <pc:sldMkLst>
          <pc:docMk/>
          <pc:sldMk cId="716319846" sldId="11085"/>
        </pc:sldMkLst>
        <pc:spChg chg="mod">
          <ac:chgData name="Cosials, Benoit" userId="55eb508c-1f17-412e-9f09-1d82eedc926e" providerId="ADAL" clId="{F4B5339F-8433-4524-BE7C-91EA99F58C5B}" dt="2026-01-05T18:22:52.173" v="4558" actId="20577"/>
          <ac:spMkLst>
            <pc:docMk/>
            <pc:sldMk cId="716319846" sldId="11085"/>
            <ac:spMk id="2" creationId="{579B80A1-605B-C618-4956-B84B0D95D5AB}"/>
          </ac:spMkLst>
        </pc:spChg>
        <pc:spChg chg="add del mod">
          <ac:chgData name="Cosials, Benoit" userId="55eb508c-1f17-412e-9f09-1d82eedc926e" providerId="ADAL" clId="{F4B5339F-8433-4524-BE7C-91EA99F58C5B}" dt="2026-01-09T21:29:17.593" v="9258" actId="20577"/>
          <ac:spMkLst>
            <pc:docMk/>
            <pc:sldMk cId="716319846" sldId="11085"/>
            <ac:spMk id="3" creationId="{BC9DFA96-2ABE-1FFF-BC64-5C3B30D9EC48}"/>
          </ac:spMkLst>
        </pc:spChg>
        <pc:spChg chg="mod">
          <ac:chgData name="Cosials, Benoit" userId="55eb508c-1f17-412e-9f09-1d82eedc926e" providerId="ADAL" clId="{F4B5339F-8433-4524-BE7C-91EA99F58C5B}" dt="2026-01-15T18:56:40.092" v="11657" actId="20577"/>
          <ac:spMkLst>
            <pc:docMk/>
            <pc:sldMk cId="716319846" sldId="11085"/>
            <ac:spMk id="5" creationId="{46138331-63A0-54ED-D4C1-A118137293B4}"/>
          </ac:spMkLst>
        </pc:spChg>
        <pc:spChg chg="mod">
          <ac:chgData name="Cosials, Benoit" userId="55eb508c-1f17-412e-9f09-1d82eedc926e" providerId="ADAL" clId="{F4B5339F-8433-4524-BE7C-91EA99F58C5B}" dt="2026-01-09T21:24:56.794" v="9228" actId="1076"/>
          <ac:spMkLst>
            <pc:docMk/>
            <pc:sldMk cId="716319846" sldId="11085"/>
            <ac:spMk id="9" creationId="{2B098586-0088-26F5-0782-0CB8CB919935}"/>
          </ac:spMkLst>
        </pc:spChg>
        <pc:spChg chg="mod">
          <ac:chgData name="Cosials, Benoit" userId="55eb508c-1f17-412e-9f09-1d82eedc926e" providerId="ADAL" clId="{F4B5339F-8433-4524-BE7C-91EA99F58C5B}" dt="2026-01-09T21:24:56.794" v="9228" actId="1076"/>
          <ac:spMkLst>
            <pc:docMk/>
            <pc:sldMk cId="716319846" sldId="11085"/>
            <ac:spMk id="10" creationId="{4E1AA704-A9DD-D286-FB88-A8CD6F5FED6A}"/>
          </ac:spMkLst>
        </pc:spChg>
        <pc:spChg chg="add del mod">
          <ac:chgData name="Cosials, Benoit" userId="55eb508c-1f17-412e-9f09-1d82eedc926e" providerId="ADAL" clId="{F4B5339F-8433-4524-BE7C-91EA99F58C5B}" dt="2026-01-09T21:24:56.794" v="9228" actId="1076"/>
          <ac:spMkLst>
            <pc:docMk/>
            <pc:sldMk cId="716319846" sldId="11085"/>
            <ac:spMk id="11" creationId="{F90AB433-751E-A60B-D27F-B5483A75431F}"/>
          </ac:spMkLst>
        </pc:spChg>
        <pc:spChg chg="add mod">
          <ac:chgData name="Cosials, Benoit" userId="55eb508c-1f17-412e-9f09-1d82eedc926e" providerId="ADAL" clId="{F4B5339F-8433-4524-BE7C-91EA99F58C5B}" dt="2026-01-09T21:27:19.714" v="9249" actId="14100"/>
          <ac:spMkLst>
            <pc:docMk/>
            <pc:sldMk cId="716319846" sldId="11085"/>
            <ac:spMk id="25" creationId="{61F29124-0252-9D6F-B53C-1BE49952FB3E}"/>
          </ac:spMkLst>
        </pc:spChg>
        <pc:spChg chg="add mod">
          <ac:chgData name="Cosials, Benoit" userId="55eb508c-1f17-412e-9f09-1d82eedc926e" providerId="ADAL" clId="{F4B5339F-8433-4524-BE7C-91EA99F58C5B}" dt="2026-01-09T21:27:06.457" v="9247" actId="1076"/>
          <ac:spMkLst>
            <pc:docMk/>
            <pc:sldMk cId="716319846" sldId="11085"/>
            <ac:spMk id="26" creationId="{37A677F6-D2EF-1BBB-12DC-70C2B3FBC243}"/>
          </ac:spMkLst>
        </pc:spChg>
        <pc:spChg chg="add mod">
          <ac:chgData name="Cosials, Benoit" userId="55eb508c-1f17-412e-9f09-1d82eedc926e" providerId="ADAL" clId="{F4B5339F-8433-4524-BE7C-91EA99F58C5B}" dt="2026-01-09T21:25:46.136" v="9238" actId="14100"/>
          <ac:spMkLst>
            <pc:docMk/>
            <pc:sldMk cId="716319846" sldId="11085"/>
            <ac:spMk id="27" creationId="{21FB79E5-DD97-C76B-211D-1B3EC74C399F}"/>
          </ac:spMkLst>
        </pc:spChg>
        <pc:spChg chg="add mod">
          <ac:chgData name="Cosials, Benoit" userId="55eb508c-1f17-412e-9f09-1d82eedc926e" providerId="ADAL" clId="{F4B5339F-8433-4524-BE7C-91EA99F58C5B}" dt="2026-01-09T21:21:45.103" v="9197" actId="1076"/>
          <ac:spMkLst>
            <pc:docMk/>
            <pc:sldMk cId="716319846" sldId="11085"/>
            <ac:spMk id="28" creationId="{2086192E-4C43-6469-BD6E-393DE6C74DF1}"/>
          </ac:spMkLst>
        </pc:spChg>
        <pc:spChg chg="add mod">
          <ac:chgData name="Cosials, Benoit" userId="55eb508c-1f17-412e-9f09-1d82eedc926e" providerId="ADAL" clId="{F4B5339F-8433-4524-BE7C-91EA99F58C5B}" dt="2026-01-09T21:22:56.672" v="9214" actId="1076"/>
          <ac:spMkLst>
            <pc:docMk/>
            <pc:sldMk cId="716319846" sldId="11085"/>
            <ac:spMk id="29" creationId="{C23C1107-D2EE-7721-ECAC-EE97162649BC}"/>
          </ac:spMkLst>
        </pc:spChg>
        <pc:spChg chg="add mod">
          <ac:chgData name="Cosials, Benoit" userId="55eb508c-1f17-412e-9f09-1d82eedc926e" providerId="ADAL" clId="{F4B5339F-8433-4524-BE7C-91EA99F58C5B}" dt="2026-01-09T21:22:51.775" v="9213" actId="14100"/>
          <ac:spMkLst>
            <pc:docMk/>
            <pc:sldMk cId="716319846" sldId="11085"/>
            <ac:spMk id="30" creationId="{792BAD75-9000-D2C8-FE91-C3D278AD36AA}"/>
          </ac:spMkLst>
        </pc:spChg>
        <pc:spChg chg="add mod">
          <ac:chgData name="Cosials, Benoit" userId="55eb508c-1f17-412e-9f09-1d82eedc926e" providerId="ADAL" clId="{F4B5339F-8433-4524-BE7C-91EA99F58C5B}" dt="2026-01-09T21:22:48.093" v="9212" actId="14100"/>
          <ac:spMkLst>
            <pc:docMk/>
            <pc:sldMk cId="716319846" sldId="11085"/>
            <ac:spMk id="31" creationId="{80C7D31B-FD08-43D8-F7FD-C5E3DFF5BB67}"/>
          </ac:spMkLst>
        </pc:spChg>
        <pc:spChg chg="add del mod">
          <ac:chgData name="Cosials, Benoit" userId="55eb508c-1f17-412e-9f09-1d82eedc926e" providerId="ADAL" clId="{F4B5339F-8433-4524-BE7C-91EA99F58C5B}" dt="2026-01-09T21:27:55.174" v="9250" actId="17032"/>
          <ac:spMkLst>
            <pc:docMk/>
            <pc:sldMk cId="716319846" sldId="11085"/>
            <ac:spMk id="32" creationId="{C874A3FF-B224-6CFE-26C4-4F1B21620BD8}"/>
          </ac:spMkLst>
        </pc:spChg>
        <pc:spChg chg="mod">
          <ac:chgData name="Cosials, Benoit" userId="55eb508c-1f17-412e-9f09-1d82eedc926e" providerId="ADAL" clId="{F4B5339F-8433-4524-BE7C-91EA99F58C5B}" dt="2026-01-09T21:27:55.174" v="9250" actId="17032"/>
          <ac:spMkLst>
            <pc:docMk/>
            <pc:sldMk cId="716319846" sldId="11085"/>
            <ac:spMk id="33" creationId="{40386966-D086-BC91-394B-E4BA670A75C4}"/>
          </ac:spMkLst>
        </pc:spChg>
        <pc:spChg chg="add mod">
          <ac:chgData name="Cosials, Benoit" userId="55eb508c-1f17-412e-9f09-1d82eedc926e" providerId="ADAL" clId="{F4B5339F-8433-4524-BE7C-91EA99F58C5B}" dt="2026-01-09T21:22:39.546" v="9210" actId="1076"/>
          <ac:spMkLst>
            <pc:docMk/>
            <pc:sldMk cId="716319846" sldId="11085"/>
            <ac:spMk id="34" creationId="{7BEFAC6C-E8D4-C456-525D-7B4FFE6790D4}"/>
          </ac:spMkLst>
        </pc:spChg>
        <pc:spChg chg="add mod">
          <ac:chgData name="Cosials, Benoit" userId="55eb508c-1f17-412e-9f09-1d82eedc926e" providerId="ADAL" clId="{F4B5339F-8433-4524-BE7C-91EA99F58C5B}" dt="2026-01-09T21:25:11.159" v="9230" actId="14100"/>
          <ac:spMkLst>
            <pc:docMk/>
            <pc:sldMk cId="716319846" sldId="11085"/>
            <ac:spMk id="36" creationId="{815421EB-A441-3B6B-3464-626DF5B2A0D2}"/>
          </ac:spMkLst>
        </pc:spChg>
        <pc:spChg chg="add mod">
          <ac:chgData name="Cosials, Benoit" userId="55eb508c-1f17-412e-9f09-1d82eedc926e" providerId="ADAL" clId="{F4B5339F-8433-4524-BE7C-91EA99F58C5B}" dt="2026-01-09T21:25:06.807" v="9229" actId="14100"/>
          <ac:spMkLst>
            <pc:docMk/>
            <pc:sldMk cId="716319846" sldId="11085"/>
            <ac:spMk id="37" creationId="{489A9E58-FD89-9526-4371-6EDC2FA1AE16}"/>
          </ac:spMkLst>
        </pc:spChg>
        <pc:spChg chg="add mod">
          <ac:chgData name="Cosials, Benoit" userId="55eb508c-1f17-412e-9f09-1d82eedc926e" providerId="ADAL" clId="{F4B5339F-8433-4524-BE7C-91EA99F58C5B}" dt="2026-01-09T21:24:36.817" v="9226" actId="1076"/>
          <ac:spMkLst>
            <pc:docMk/>
            <pc:sldMk cId="716319846" sldId="11085"/>
            <ac:spMk id="38" creationId="{1E367456-B978-9091-377E-606D5EF1E1A3}"/>
          </ac:spMkLst>
        </pc:spChg>
        <pc:spChg chg="add mod">
          <ac:chgData name="Cosials, Benoit" userId="55eb508c-1f17-412e-9f09-1d82eedc926e" providerId="ADAL" clId="{F4B5339F-8433-4524-BE7C-91EA99F58C5B}" dt="2026-01-09T21:26:02.359" v="9240" actId="1076"/>
          <ac:spMkLst>
            <pc:docMk/>
            <pc:sldMk cId="716319846" sldId="11085"/>
            <ac:spMk id="39" creationId="{08B85010-403A-0712-852C-75F5782E7C9B}"/>
          </ac:spMkLst>
        </pc:spChg>
        <pc:spChg chg="add mod">
          <ac:chgData name="Cosials, Benoit" userId="55eb508c-1f17-412e-9f09-1d82eedc926e" providerId="ADAL" clId="{F4B5339F-8433-4524-BE7C-91EA99F58C5B}" dt="2026-01-09T21:26:27.220" v="9243" actId="14100"/>
          <ac:spMkLst>
            <pc:docMk/>
            <pc:sldMk cId="716319846" sldId="11085"/>
            <ac:spMk id="40" creationId="{8F711E2A-34D6-13A9-5DE7-40FF444334F1}"/>
          </ac:spMkLst>
        </pc:spChg>
        <pc:spChg chg="add mod">
          <ac:chgData name="Cosials, Benoit" userId="55eb508c-1f17-412e-9f09-1d82eedc926e" providerId="ADAL" clId="{F4B5339F-8433-4524-BE7C-91EA99F58C5B}" dt="2026-01-09T21:27:55.174" v="9250" actId="17032"/>
          <ac:spMkLst>
            <pc:docMk/>
            <pc:sldMk cId="716319846" sldId="11085"/>
            <ac:spMk id="41" creationId="{89F99749-125D-8153-98A6-35767205B930}"/>
          </ac:spMkLst>
        </pc:spChg>
        <pc:spChg chg="add mod">
          <ac:chgData name="Cosials, Benoit" userId="55eb508c-1f17-412e-9f09-1d82eedc926e" providerId="ADAL" clId="{F4B5339F-8433-4524-BE7C-91EA99F58C5B}" dt="2026-01-09T21:21:20.898" v="9193" actId="1076"/>
          <ac:spMkLst>
            <pc:docMk/>
            <pc:sldMk cId="716319846" sldId="11085"/>
            <ac:spMk id="42" creationId="{37CB4527-78DF-AC49-F89C-2A6E77579E73}"/>
          </ac:spMkLst>
        </pc:spChg>
        <pc:spChg chg="add mod">
          <ac:chgData name="Cosials, Benoit" userId="55eb508c-1f17-412e-9f09-1d82eedc926e" providerId="ADAL" clId="{F4B5339F-8433-4524-BE7C-91EA99F58C5B}" dt="2026-01-09T21:21:20.898" v="9193" actId="1076"/>
          <ac:spMkLst>
            <pc:docMk/>
            <pc:sldMk cId="716319846" sldId="11085"/>
            <ac:spMk id="43" creationId="{76DE20D9-2D26-FDA7-EFC3-F8D0C513EDAD}"/>
          </ac:spMkLst>
        </pc:spChg>
        <pc:spChg chg="add mod">
          <ac:chgData name="Cosials, Benoit" userId="55eb508c-1f17-412e-9f09-1d82eedc926e" providerId="ADAL" clId="{F4B5339F-8433-4524-BE7C-91EA99F58C5B}" dt="2026-01-09T21:22:16.847" v="9202" actId="14100"/>
          <ac:spMkLst>
            <pc:docMk/>
            <pc:sldMk cId="716319846" sldId="11085"/>
            <ac:spMk id="44" creationId="{D092C869-2F58-ADBD-AE4B-4BAC174F4EBA}"/>
          </ac:spMkLst>
        </pc:spChg>
        <pc:spChg chg="add mod">
          <ac:chgData name="Cosials, Benoit" userId="55eb508c-1f17-412e-9f09-1d82eedc926e" providerId="ADAL" clId="{F4B5339F-8433-4524-BE7C-91EA99F58C5B}" dt="2026-01-09T21:22:27.290" v="9206" actId="14100"/>
          <ac:spMkLst>
            <pc:docMk/>
            <pc:sldMk cId="716319846" sldId="11085"/>
            <ac:spMk id="45" creationId="{0CEC077D-CCCB-DBE3-5C64-2A3627FAE0FE}"/>
          </ac:spMkLst>
        </pc:spChg>
        <pc:spChg chg="add mod">
          <ac:chgData name="Cosials, Benoit" userId="55eb508c-1f17-412e-9f09-1d82eedc926e" providerId="ADAL" clId="{F4B5339F-8433-4524-BE7C-91EA99F58C5B}" dt="2026-01-09T21:26:54.588" v="9245" actId="1076"/>
          <ac:spMkLst>
            <pc:docMk/>
            <pc:sldMk cId="716319846" sldId="11085"/>
            <ac:spMk id="46" creationId="{51F796F2-4A0B-5657-8595-FDC17057A28D}"/>
          </ac:spMkLst>
        </pc:spChg>
        <pc:spChg chg="add mod ord">
          <ac:chgData name="Cosials, Benoit" userId="55eb508c-1f17-412e-9f09-1d82eedc926e" providerId="ADAL" clId="{F4B5339F-8433-4524-BE7C-91EA99F58C5B}" dt="2026-01-09T21:28:25.414" v="9254" actId="167"/>
          <ac:spMkLst>
            <pc:docMk/>
            <pc:sldMk cId="716319846" sldId="11085"/>
            <ac:spMk id="47" creationId="{D6BDD4B6-0175-3CD6-A96D-0F1F258CE20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osials, Benoit" userId="55eb508c-1f17-412e-9f09-1d82eedc926e" providerId="ADAL" clId="{F4B5339F-8433-4524-BE7C-91EA99F58C5B}" dt="2026-01-13T20:08:40.488" v="11256" actId="20577"/>
              <pc2:cmMkLst xmlns:pc2="http://schemas.microsoft.com/office/powerpoint/2019/9/main/command">
                <pc:docMk/>
                <pc:sldMk cId="716319846" sldId="11085"/>
                <pc2:cmMk id="{FE053CA5-58B6-4D79-A196-C78537D80924}"/>
              </pc2:cmMkLst>
            </pc226:cmChg>
          </p:ext>
        </pc:extLst>
      </pc:sldChg>
      <pc:sldChg chg="modSp mod">
        <pc:chgData name="Cosials, Benoit" userId="55eb508c-1f17-412e-9f09-1d82eedc926e" providerId="ADAL" clId="{F4B5339F-8433-4524-BE7C-91EA99F58C5B}" dt="2026-01-09T19:24:24.581" v="7289" actId="6549"/>
        <pc:sldMkLst>
          <pc:docMk/>
          <pc:sldMk cId="1247190218" sldId="11091"/>
        </pc:sldMkLst>
        <pc:spChg chg="mod">
          <ac:chgData name="Cosials, Benoit" userId="55eb508c-1f17-412e-9f09-1d82eedc926e" providerId="ADAL" clId="{F4B5339F-8433-4524-BE7C-91EA99F58C5B}" dt="2026-01-09T19:24:24.581" v="7289" actId="6549"/>
          <ac:spMkLst>
            <pc:docMk/>
            <pc:sldMk cId="1247190218" sldId="11091"/>
            <ac:spMk id="16" creationId="{014DA54E-A284-612E-F142-B0AEE41F3B81}"/>
          </ac:spMkLst>
        </pc:spChg>
        <pc:spChg chg="mod">
          <ac:chgData name="Cosials, Benoit" userId="55eb508c-1f17-412e-9f09-1d82eedc926e" providerId="ADAL" clId="{F4B5339F-8433-4524-BE7C-91EA99F58C5B}" dt="2026-01-09T19:24:03.066" v="7276" actId="27636"/>
          <ac:spMkLst>
            <pc:docMk/>
            <pc:sldMk cId="1247190218" sldId="11091"/>
            <ac:spMk id="21" creationId="{99125A3E-F88A-14E4-282F-CC5D36458F41}"/>
          </ac:spMkLst>
        </pc:spChg>
      </pc:sldChg>
      <pc:sldChg chg="modSp mod">
        <pc:chgData name="Cosials, Benoit" userId="55eb508c-1f17-412e-9f09-1d82eedc926e" providerId="ADAL" clId="{F4B5339F-8433-4524-BE7C-91EA99F58C5B}" dt="2026-01-13T20:12:04.422" v="11261" actId="20577"/>
        <pc:sldMkLst>
          <pc:docMk/>
          <pc:sldMk cId="3979215594" sldId="11093"/>
        </pc:sldMkLst>
        <pc:graphicFrameChg chg="modGraphic">
          <ac:chgData name="Cosials, Benoit" userId="55eb508c-1f17-412e-9f09-1d82eedc926e" providerId="ADAL" clId="{F4B5339F-8433-4524-BE7C-91EA99F58C5B}" dt="2026-01-13T20:12:04.422" v="11261" actId="20577"/>
          <ac:graphicFrameMkLst>
            <pc:docMk/>
            <pc:sldMk cId="3979215594" sldId="11093"/>
            <ac:graphicFrameMk id="5" creationId="{78470165-85E7-239E-B955-E8E65201118D}"/>
          </ac:graphicFrameMkLst>
        </pc:graphicFrameChg>
      </pc:sldChg>
      <pc:sldChg chg="addSp modSp add mod ord modNotesTx">
        <pc:chgData name="Cosials, Benoit" userId="55eb508c-1f17-412e-9f09-1d82eedc926e" providerId="ADAL" clId="{F4B5339F-8433-4524-BE7C-91EA99F58C5B}" dt="2026-01-19T20:23:11.397" v="11695" actId="20577"/>
        <pc:sldMkLst>
          <pc:docMk/>
          <pc:sldMk cId="3284240590" sldId="11094"/>
        </pc:sldMkLst>
        <pc:spChg chg="add mod">
          <ac:chgData name="Cosials, Benoit" userId="55eb508c-1f17-412e-9f09-1d82eedc926e" providerId="ADAL" clId="{F4B5339F-8433-4524-BE7C-91EA99F58C5B}" dt="2026-01-09T21:34:07.442" v="9688"/>
          <ac:spMkLst>
            <pc:docMk/>
            <pc:sldMk cId="3284240590" sldId="11094"/>
            <ac:spMk id="3" creationId="{40CDC5DB-52B0-7E93-E394-1609C6DB9F89}"/>
          </ac:spMkLst>
        </pc:spChg>
        <pc:spChg chg="mod">
          <ac:chgData name="Cosials, Benoit" userId="55eb508c-1f17-412e-9f09-1d82eedc926e" providerId="ADAL" clId="{F4B5339F-8433-4524-BE7C-91EA99F58C5B}" dt="2026-01-09T18:55:34.738" v="5993" actId="6549"/>
          <ac:spMkLst>
            <pc:docMk/>
            <pc:sldMk cId="3284240590" sldId="11094"/>
            <ac:spMk id="4" creationId="{E48AA4D6-8BA1-BACC-FC98-99C9E91C4309}"/>
          </ac:spMkLst>
        </pc:spChg>
        <pc:spChg chg="add mod">
          <ac:chgData name="Cosials, Benoit" userId="55eb508c-1f17-412e-9f09-1d82eedc926e" providerId="ADAL" clId="{F4B5339F-8433-4524-BE7C-91EA99F58C5B}" dt="2026-01-13T19:54:20.472" v="10636" actId="20577"/>
          <ac:spMkLst>
            <pc:docMk/>
            <pc:sldMk cId="3284240590" sldId="11094"/>
            <ac:spMk id="5" creationId="{73CDF194-AD4A-1B3B-F52C-709288291994}"/>
          </ac:spMkLst>
        </pc:spChg>
        <pc:grpChg chg="add mod">
          <ac:chgData name="Cosials, Benoit" userId="55eb508c-1f17-412e-9f09-1d82eedc926e" providerId="ADAL" clId="{F4B5339F-8433-4524-BE7C-91EA99F58C5B}" dt="2026-01-13T19:54:23.844" v="10637" actId="14100"/>
          <ac:grpSpMkLst>
            <pc:docMk/>
            <pc:sldMk cId="3284240590" sldId="11094"/>
            <ac:grpSpMk id="2" creationId="{6CF28423-E9C3-6288-77E2-BE6AB0F789CF}"/>
          </ac:grpSpMkLst>
        </pc:grpChg>
        <pc:graphicFrameChg chg="mod modGraphic">
          <ac:chgData name="Cosials, Benoit" userId="55eb508c-1f17-412e-9f09-1d82eedc926e" providerId="ADAL" clId="{F4B5339F-8433-4524-BE7C-91EA99F58C5B}" dt="2026-01-19T20:23:11.397" v="11695" actId="20577"/>
          <ac:graphicFrameMkLst>
            <pc:docMk/>
            <pc:sldMk cId="3284240590" sldId="11094"/>
            <ac:graphicFrameMk id="7" creationId="{A02F769C-7B93-7051-4880-DC9F31EDCD2B}"/>
          </ac:graphicFrameMkLst>
        </pc:graphicFrameChg>
      </pc:sldChg>
      <pc:sldChg chg="modSp add mod">
        <pc:chgData name="Cosials, Benoit" userId="55eb508c-1f17-412e-9f09-1d82eedc926e" providerId="ADAL" clId="{F4B5339F-8433-4524-BE7C-91EA99F58C5B}" dt="2026-01-09T19:51:46.760" v="7420" actId="20577"/>
        <pc:sldMkLst>
          <pc:docMk/>
          <pc:sldMk cId="1957224491" sldId="11095"/>
        </pc:sldMkLst>
        <pc:spChg chg="mod">
          <ac:chgData name="Cosials, Benoit" userId="55eb508c-1f17-412e-9f09-1d82eedc926e" providerId="ADAL" clId="{F4B5339F-8433-4524-BE7C-91EA99F58C5B}" dt="2026-01-09T19:51:46.760" v="7420" actId="20577"/>
          <ac:spMkLst>
            <pc:docMk/>
            <pc:sldMk cId="1957224491" sldId="11095"/>
            <ac:spMk id="3" creationId="{E9E06CAC-CDB2-2335-77AF-2361163771C1}"/>
          </ac:spMkLst>
        </pc:spChg>
      </pc:sldChg>
      <pc:sldChg chg="modSp mod modCm">
        <pc:chgData name="Cosials, Benoit" userId="55eb508c-1f17-412e-9f09-1d82eedc926e" providerId="ADAL" clId="{F4B5339F-8433-4524-BE7C-91EA99F58C5B}" dt="2026-01-13T20:28:54.606" v="11546" actId="20577"/>
        <pc:sldMkLst>
          <pc:docMk/>
          <pc:sldMk cId="124711442" sldId="11096"/>
        </pc:sldMkLst>
        <pc:graphicFrameChg chg="modGraphic">
          <ac:chgData name="Cosials, Benoit" userId="55eb508c-1f17-412e-9f09-1d82eedc926e" providerId="ADAL" clId="{F4B5339F-8433-4524-BE7C-91EA99F58C5B}" dt="2026-01-13T20:28:54.606" v="11546" actId="20577"/>
          <ac:graphicFrameMkLst>
            <pc:docMk/>
            <pc:sldMk cId="124711442" sldId="11096"/>
            <ac:graphicFrameMk id="10" creationId="{03218F42-7421-69D7-B5CA-75CE46DBABCF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osials, Benoit" userId="55eb508c-1f17-412e-9f09-1d82eedc926e" providerId="ADAL" clId="{F4B5339F-8433-4524-BE7C-91EA99F58C5B}" dt="2026-01-13T20:28:54.606" v="11546" actId="20577"/>
              <pc2:cmMkLst xmlns:pc2="http://schemas.microsoft.com/office/powerpoint/2019/9/main/command">
                <pc:docMk/>
                <pc:sldMk cId="124711442" sldId="11096"/>
                <pc2:cmMk id="{43F9B9C5-F20B-485F-8F27-8369CA995428}"/>
              </pc2:cmMkLst>
            </pc226:cmChg>
          </p:ext>
        </pc:extLst>
      </pc:sldChg>
      <pc:sldChg chg="modSp mod">
        <pc:chgData name="Cosials, Benoit" userId="55eb508c-1f17-412e-9f09-1d82eedc926e" providerId="ADAL" clId="{F4B5339F-8433-4524-BE7C-91EA99F58C5B}" dt="2026-01-13T20:26:51.365" v="11466" actId="20577"/>
        <pc:sldMkLst>
          <pc:docMk/>
          <pc:sldMk cId="3443916283" sldId="11097"/>
        </pc:sldMkLst>
        <pc:graphicFrameChg chg="modGraphic">
          <ac:chgData name="Cosials, Benoit" userId="55eb508c-1f17-412e-9f09-1d82eedc926e" providerId="ADAL" clId="{F4B5339F-8433-4524-BE7C-91EA99F58C5B}" dt="2026-01-13T20:26:51.365" v="11466" actId="20577"/>
          <ac:graphicFrameMkLst>
            <pc:docMk/>
            <pc:sldMk cId="3443916283" sldId="11097"/>
            <ac:graphicFrameMk id="10" creationId="{042DDC52-C2BB-D280-7903-9206B220F7B7}"/>
          </ac:graphicFrameMkLst>
        </pc:graphicFrameChg>
      </pc:sldChg>
      <pc:sldChg chg="modSp mod">
        <pc:chgData name="Cosials, Benoit" userId="55eb508c-1f17-412e-9f09-1d82eedc926e" providerId="ADAL" clId="{F4B5339F-8433-4524-BE7C-91EA99F58C5B}" dt="2026-01-15T18:54:06.138" v="11638" actId="404"/>
        <pc:sldMkLst>
          <pc:docMk/>
          <pc:sldMk cId="3471917419" sldId="11103"/>
        </pc:sldMkLst>
        <pc:graphicFrameChg chg="modGraphic">
          <ac:chgData name="Cosials, Benoit" userId="55eb508c-1f17-412e-9f09-1d82eedc926e" providerId="ADAL" clId="{F4B5339F-8433-4524-BE7C-91EA99F58C5B}" dt="2026-01-15T18:54:06.138" v="11638" actId="404"/>
          <ac:graphicFrameMkLst>
            <pc:docMk/>
            <pc:sldMk cId="3471917419" sldId="11103"/>
            <ac:graphicFrameMk id="17" creationId="{6AD2E790-7410-45E2-4329-C1D768D7C2B8}"/>
          </ac:graphicFrameMkLst>
        </pc:graphicFrameChg>
      </pc:sldChg>
    </pc:docChg>
  </pc:docChgLst>
  <pc:docChgLst>
    <pc:chgData name="El Aida, Sahar" userId="S::sahar.el-aida@ia.ca::526dd283-fc76-4b4e-ba15-c7e70e60317c" providerId="AD" clId="Web-{45178813-50F1-1652-FC94-2E718C234C82}"/>
    <pc:docChg chg="modSld">
      <pc:chgData name="El Aida, Sahar" userId="S::sahar.el-aida@ia.ca::526dd283-fc76-4b4e-ba15-c7e70e60317c" providerId="AD" clId="Web-{45178813-50F1-1652-FC94-2E718C234C82}" dt="2026-01-13T19:59:25.856" v="1"/>
      <pc:docMkLst>
        <pc:docMk/>
      </pc:docMkLst>
      <pc:sldChg chg="modNotes">
        <pc:chgData name="El Aida, Sahar" userId="S::sahar.el-aida@ia.ca::526dd283-fc76-4b4e-ba15-c7e70e60317c" providerId="AD" clId="Web-{45178813-50F1-1652-FC94-2E718C234C82}" dt="2026-01-13T19:59:25.856" v="1"/>
        <pc:sldMkLst>
          <pc:docMk/>
          <pc:sldMk cId="3284240590" sldId="11094"/>
        </pc:sldMkLst>
      </pc:sldChg>
    </pc:docChg>
  </pc:docChgLst>
  <pc:docChgLst>
    <pc:chgData name="El Aida, Sahar" userId="S::sahar.el-aida@ia.ca::526dd283-fc76-4b4e-ba15-c7e70e60317c" providerId="AD" clId="Web-{3748BCC2-A467-DB39-1910-36EEDC552D7D}"/>
    <pc:docChg chg="modSld">
      <pc:chgData name="El Aida, Sahar" userId="S::sahar.el-aida@ia.ca::526dd283-fc76-4b4e-ba15-c7e70e60317c" providerId="AD" clId="Web-{3748BCC2-A467-DB39-1910-36EEDC552D7D}" dt="2026-01-14T20:27:13.753" v="74" actId="20577"/>
      <pc:docMkLst>
        <pc:docMk/>
      </pc:docMkLst>
      <pc:sldChg chg="modSp">
        <pc:chgData name="El Aida, Sahar" userId="S::sahar.el-aida@ia.ca::526dd283-fc76-4b4e-ba15-c7e70e60317c" providerId="AD" clId="Web-{3748BCC2-A467-DB39-1910-36EEDC552D7D}" dt="2026-01-14T18:43:00.117" v="22" actId="20577"/>
        <pc:sldMkLst>
          <pc:docMk/>
          <pc:sldMk cId="1892668288" sldId="260"/>
        </pc:sldMkLst>
        <pc:spChg chg="mod">
          <ac:chgData name="El Aida, Sahar" userId="S::sahar.el-aida@ia.ca::526dd283-fc76-4b4e-ba15-c7e70e60317c" providerId="AD" clId="Web-{3748BCC2-A467-DB39-1910-36EEDC552D7D}" dt="2026-01-14T18:43:00.117" v="22" actId="20577"/>
          <ac:spMkLst>
            <pc:docMk/>
            <pc:sldMk cId="1892668288" sldId="260"/>
            <ac:spMk id="13" creationId="{514E718A-6610-B24C-B2C7-91EF9BAD529D}"/>
          </ac:spMkLst>
        </pc:spChg>
      </pc:sldChg>
      <pc:sldChg chg="modSp modCm">
        <pc:chgData name="El Aida, Sahar" userId="S::sahar.el-aida@ia.ca::526dd283-fc76-4b4e-ba15-c7e70e60317c" providerId="AD" clId="Web-{3748BCC2-A467-DB39-1910-36EEDC552D7D}" dt="2026-01-14T20:27:13.753" v="74" actId="20577"/>
        <pc:sldMkLst>
          <pc:docMk/>
          <pc:sldMk cId="716319846" sldId="11085"/>
        </pc:sldMkLst>
        <pc:spChg chg="mod">
          <ac:chgData name="El Aida, Sahar" userId="S::sahar.el-aida@ia.ca::526dd283-fc76-4b4e-ba15-c7e70e60317c" providerId="AD" clId="Web-{3748BCC2-A467-DB39-1910-36EEDC552D7D}" dt="2026-01-14T20:27:13.753" v="74" actId="20577"/>
          <ac:spMkLst>
            <pc:docMk/>
            <pc:sldMk cId="716319846" sldId="11085"/>
            <ac:spMk id="5" creationId="{46138331-63A0-54ED-D4C1-A118137293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l Aida, Sahar" userId="S::sahar.el-aida@ia.ca::526dd283-fc76-4b4e-ba15-c7e70e60317c" providerId="AD" clId="Web-{3748BCC2-A467-DB39-1910-36EEDC552D7D}" dt="2026-01-14T20:26:55.893" v="73" actId="20577"/>
              <pc2:cmMkLst xmlns:pc2="http://schemas.microsoft.com/office/powerpoint/2019/9/main/command">
                <pc:docMk/>
                <pc:sldMk cId="716319846" sldId="11085"/>
                <pc2:cmMk id="{FE053CA5-58B6-4D79-A196-C78537D80924}"/>
              </pc2:cmMkLst>
            </pc226:cmChg>
          </p:ext>
        </pc:extLst>
      </pc:sldChg>
      <pc:sldChg chg="modSp">
        <pc:chgData name="El Aida, Sahar" userId="S::sahar.el-aida@ia.ca::526dd283-fc76-4b4e-ba15-c7e70e60317c" providerId="AD" clId="Web-{3748BCC2-A467-DB39-1910-36EEDC552D7D}" dt="2026-01-14T18:49:03.764" v="25" actId="20577"/>
        <pc:sldMkLst>
          <pc:docMk/>
          <pc:sldMk cId="1247190218" sldId="11091"/>
        </pc:sldMkLst>
        <pc:graphicFrameChg chg="modGraphic">
          <ac:chgData name="El Aida, Sahar" userId="S::sahar.el-aida@ia.ca::526dd283-fc76-4b4e-ba15-c7e70e60317c" providerId="AD" clId="Web-{3748BCC2-A467-DB39-1910-36EEDC552D7D}" dt="2026-01-14T18:49:03.764" v="25" actId="20577"/>
          <ac:graphicFrameMkLst>
            <pc:docMk/>
            <pc:sldMk cId="1247190218" sldId="11091"/>
            <ac:graphicFrameMk id="17" creationId="{1EB92441-E880-62C7-A664-67FBC963CF48}"/>
          </ac:graphicFrameMkLst>
        </pc:graphicFrameChg>
      </pc:sldChg>
      <pc:sldChg chg="modSp">
        <pc:chgData name="El Aida, Sahar" userId="S::sahar.el-aida@ia.ca::526dd283-fc76-4b4e-ba15-c7e70e60317c" providerId="AD" clId="Web-{3748BCC2-A467-DB39-1910-36EEDC552D7D}" dt="2026-01-14T20:03:46.754" v="43"/>
        <pc:sldMkLst>
          <pc:docMk/>
          <pc:sldMk cId="124711442" sldId="11096"/>
        </pc:sldMkLst>
        <pc:graphicFrameChg chg="mod modGraphic">
          <ac:chgData name="El Aida, Sahar" userId="S::sahar.el-aida@ia.ca::526dd283-fc76-4b4e-ba15-c7e70e60317c" providerId="AD" clId="Web-{3748BCC2-A467-DB39-1910-36EEDC552D7D}" dt="2026-01-14T20:03:46.754" v="43"/>
          <ac:graphicFrameMkLst>
            <pc:docMk/>
            <pc:sldMk cId="124711442" sldId="11096"/>
            <ac:graphicFrameMk id="10" creationId="{03218F42-7421-69D7-B5CA-75CE46DBABCF}"/>
          </ac:graphicFrameMkLst>
        </pc:graphicFrameChg>
      </pc:sldChg>
      <pc:sldChg chg="modSp">
        <pc:chgData name="El Aida, Sahar" userId="S::sahar.el-aida@ia.ca::526dd283-fc76-4b4e-ba15-c7e70e60317c" providerId="AD" clId="Web-{3748BCC2-A467-DB39-1910-36EEDC552D7D}" dt="2026-01-14T20:07:36.567" v="65"/>
        <pc:sldMkLst>
          <pc:docMk/>
          <pc:sldMk cId="3443916283" sldId="11097"/>
        </pc:sldMkLst>
        <pc:graphicFrameChg chg="mod modGraphic">
          <ac:chgData name="El Aida, Sahar" userId="S::sahar.el-aida@ia.ca::526dd283-fc76-4b4e-ba15-c7e70e60317c" providerId="AD" clId="Web-{3748BCC2-A467-DB39-1910-36EEDC552D7D}" dt="2026-01-14T20:07:36.567" v="65"/>
          <ac:graphicFrameMkLst>
            <pc:docMk/>
            <pc:sldMk cId="3443916283" sldId="11097"/>
            <ac:graphicFrameMk id="10" creationId="{042DDC52-C2BB-D280-7903-9206B220F7B7}"/>
          </ac:graphicFrameMkLst>
        </pc:graphicFrameChg>
      </pc:sldChg>
      <pc:sldChg chg="modSp">
        <pc:chgData name="El Aida, Sahar" userId="S::sahar.el-aida@ia.ca::526dd283-fc76-4b4e-ba15-c7e70e60317c" providerId="AD" clId="Web-{3748BCC2-A467-DB39-1910-36EEDC552D7D}" dt="2026-01-14T18:42:24.164" v="7" actId="20577"/>
        <pc:sldMkLst>
          <pc:docMk/>
          <pc:sldMk cId="1779881502" sldId="11102"/>
        </pc:sldMkLst>
        <pc:spChg chg="mod">
          <ac:chgData name="El Aida, Sahar" userId="S::sahar.el-aida@ia.ca::526dd283-fc76-4b4e-ba15-c7e70e60317c" providerId="AD" clId="Web-{3748BCC2-A467-DB39-1910-36EEDC552D7D}" dt="2026-01-14T18:42:24.164" v="7" actId="20577"/>
          <ac:spMkLst>
            <pc:docMk/>
            <pc:sldMk cId="1779881502" sldId="11102"/>
            <ac:spMk id="3" creationId="{05261450-14D7-BA36-CF56-261F1E500D1D}"/>
          </ac:spMkLst>
        </pc:spChg>
      </pc:sldChg>
    </pc:docChg>
  </pc:docChgLst>
  <pc:docChgLst>
    <pc:chgData name="Roberge, Jonathan" userId="fecd99ab-6c03-4b64-9c2e-f392e3fdb29f" providerId="ADAL" clId="{2BFD883B-5783-4E15-86B7-28D46B3773A7}"/>
    <pc:docChg chg="undo custSel addSld delSld modSld sldOrd delSection modSection modShowInfo">
      <pc:chgData name="Roberge, Jonathan" userId="fecd99ab-6c03-4b64-9c2e-f392e3fdb29f" providerId="ADAL" clId="{2BFD883B-5783-4E15-86B7-28D46B3773A7}" dt="2026-01-15T18:59:35.948" v="1058" actId="20577"/>
      <pc:docMkLst>
        <pc:docMk/>
      </pc:docMkLst>
      <pc:sldChg chg="add">
        <pc:chgData name="Roberge, Jonathan" userId="fecd99ab-6c03-4b64-9c2e-f392e3fdb29f" providerId="ADAL" clId="{2BFD883B-5783-4E15-86B7-28D46B3773A7}" dt="2026-01-14T18:33:05.635" v="863"/>
        <pc:sldMkLst>
          <pc:docMk/>
          <pc:sldMk cId="1978532088" sldId="388"/>
        </pc:sldMkLst>
      </pc:sldChg>
      <pc:sldChg chg="add del">
        <pc:chgData name="Roberge, Jonathan" userId="fecd99ab-6c03-4b64-9c2e-f392e3fdb29f" providerId="ADAL" clId="{2BFD883B-5783-4E15-86B7-28D46B3773A7}" dt="2026-01-14T20:16:14.016" v="872" actId="47"/>
        <pc:sldMkLst>
          <pc:docMk/>
          <pc:sldMk cId="1667206620" sldId="11054"/>
        </pc:sldMkLst>
      </pc:sldChg>
      <pc:sldChg chg="modSp add del mod">
        <pc:chgData name="Roberge, Jonathan" userId="fecd99ab-6c03-4b64-9c2e-f392e3fdb29f" providerId="ADAL" clId="{2BFD883B-5783-4E15-86B7-28D46B3773A7}" dt="2026-01-14T20:16:14.016" v="872" actId="47"/>
        <pc:sldMkLst>
          <pc:docMk/>
          <pc:sldMk cId="3639377378" sldId="11055"/>
        </pc:sldMkLst>
        <pc:spChg chg="mod">
          <ac:chgData name="Roberge, Jonathan" userId="fecd99ab-6c03-4b64-9c2e-f392e3fdb29f" providerId="ADAL" clId="{2BFD883B-5783-4E15-86B7-28D46B3773A7}" dt="2026-01-09T19:35:16.010" v="396" actId="20577"/>
          <ac:spMkLst>
            <pc:docMk/>
            <pc:sldMk cId="3639377378" sldId="11055"/>
            <ac:spMk id="3" creationId="{2213A515-00AB-168E-6645-7E51A086685C}"/>
          </ac:spMkLst>
        </pc:spChg>
      </pc:sldChg>
      <pc:sldChg chg="add del">
        <pc:chgData name="Roberge, Jonathan" userId="fecd99ab-6c03-4b64-9c2e-f392e3fdb29f" providerId="ADAL" clId="{2BFD883B-5783-4E15-86B7-28D46B3773A7}" dt="2026-01-14T20:16:14.016" v="872" actId="47"/>
        <pc:sldMkLst>
          <pc:docMk/>
          <pc:sldMk cId="1574132325" sldId="11059"/>
        </pc:sldMkLst>
      </pc:sldChg>
      <pc:sldChg chg="modSp add del mod ord">
        <pc:chgData name="Roberge, Jonathan" userId="fecd99ab-6c03-4b64-9c2e-f392e3fdb29f" providerId="ADAL" clId="{2BFD883B-5783-4E15-86B7-28D46B3773A7}" dt="2026-01-15T18:23:43.436" v="1040" actId="1076"/>
        <pc:sldMkLst>
          <pc:docMk/>
          <pc:sldMk cId="471519324" sldId="11082"/>
        </pc:sldMkLst>
        <pc:spChg chg="mod">
          <ac:chgData name="Roberge, Jonathan" userId="fecd99ab-6c03-4b64-9c2e-f392e3fdb29f" providerId="ADAL" clId="{2BFD883B-5783-4E15-86B7-28D46B3773A7}" dt="2026-01-15T18:23:43.436" v="1040" actId="1076"/>
          <ac:spMkLst>
            <pc:docMk/>
            <pc:sldMk cId="471519324" sldId="11082"/>
            <ac:spMk id="2" creationId="{1C7C6358-51A0-90E0-A372-9B79D81614F8}"/>
          </ac:spMkLst>
        </pc:spChg>
      </pc:sldChg>
      <pc:sldChg chg="modSp add del mod">
        <pc:chgData name="Roberge, Jonathan" userId="fecd99ab-6c03-4b64-9c2e-f392e3fdb29f" providerId="ADAL" clId="{2BFD883B-5783-4E15-86B7-28D46B3773A7}" dt="2026-01-14T20:16:14.016" v="872" actId="47"/>
        <pc:sldMkLst>
          <pc:docMk/>
          <pc:sldMk cId="3424368936" sldId="11089"/>
        </pc:sldMkLst>
        <pc:graphicFrameChg chg="modGraphic">
          <ac:chgData name="Roberge, Jonathan" userId="fecd99ab-6c03-4b64-9c2e-f392e3fdb29f" providerId="ADAL" clId="{2BFD883B-5783-4E15-86B7-28D46B3773A7}" dt="2026-01-08T19:45:04.442" v="2" actId="20577"/>
          <ac:graphicFrameMkLst>
            <pc:docMk/>
            <pc:sldMk cId="3424368936" sldId="11089"/>
            <ac:graphicFrameMk id="8" creationId="{E4701C2F-2F7F-CA1A-F6BD-1236510528E4}"/>
          </ac:graphicFrameMkLst>
        </pc:graphicFrameChg>
      </pc:sldChg>
      <pc:sldChg chg="addSp modSp mod">
        <pc:chgData name="Roberge, Jonathan" userId="fecd99ab-6c03-4b64-9c2e-f392e3fdb29f" providerId="ADAL" clId="{2BFD883B-5783-4E15-86B7-28D46B3773A7}" dt="2026-01-15T16:07:34.345" v="950" actId="122"/>
        <pc:sldMkLst>
          <pc:docMk/>
          <pc:sldMk cId="3284240590" sldId="11094"/>
        </pc:sldMkLst>
        <pc:spChg chg="add mod">
          <ac:chgData name="Roberge, Jonathan" userId="fecd99ab-6c03-4b64-9c2e-f392e3fdb29f" providerId="ADAL" clId="{2BFD883B-5783-4E15-86B7-28D46B3773A7}" dt="2026-01-15T16:07:34.345" v="950" actId="122"/>
          <ac:spMkLst>
            <pc:docMk/>
            <pc:sldMk cId="3284240590" sldId="11094"/>
            <ac:spMk id="6" creationId="{3E03428A-E5CB-E42B-B8F3-15129FD006C8}"/>
          </ac:spMkLst>
        </pc:spChg>
      </pc:sldChg>
      <pc:sldChg chg="delSp add del mod">
        <pc:chgData name="Roberge, Jonathan" userId="fecd99ab-6c03-4b64-9c2e-f392e3fdb29f" providerId="ADAL" clId="{2BFD883B-5783-4E15-86B7-28D46B3773A7}" dt="2026-01-15T18:23:15.078" v="1014" actId="478"/>
        <pc:sldMkLst>
          <pc:docMk/>
          <pc:sldMk cId="1957224491" sldId="11095"/>
        </pc:sldMkLst>
      </pc:sldChg>
      <pc:sldChg chg="modSp mod">
        <pc:chgData name="Roberge, Jonathan" userId="fecd99ab-6c03-4b64-9c2e-f392e3fdb29f" providerId="ADAL" clId="{2BFD883B-5783-4E15-86B7-28D46B3773A7}" dt="2026-01-14T20:08:10.337" v="870" actId="20577"/>
        <pc:sldMkLst>
          <pc:docMk/>
          <pc:sldMk cId="3443916283" sldId="11097"/>
        </pc:sldMkLst>
        <pc:graphicFrameChg chg="modGraphic">
          <ac:chgData name="Roberge, Jonathan" userId="fecd99ab-6c03-4b64-9c2e-f392e3fdb29f" providerId="ADAL" clId="{2BFD883B-5783-4E15-86B7-28D46B3773A7}" dt="2026-01-14T20:08:10.337" v="870" actId="20577"/>
          <ac:graphicFrameMkLst>
            <pc:docMk/>
            <pc:sldMk cId="3443916283" sldId="11097"/>
            <ac:graphicFrameMk id="10" creationId="{042DDC52-C2BB-D280-7903-9206B220F7B7}"/>
          </ac:graphicFrameMkLst>
        </pc:graphicFrameChg>
      </pc:sldChg>
      <pc:sldChg chg="modSp add mod">
        <pc:chgData name="Roberge, Jonathan" userId="fecd99ab-6c03-4b64-9c2e-f392e3fdb29f" providerId="ADAL" clId="{2BFD883B-5783-4E15-86B7-28D46B3773A7}" dt="2026-01-14T19:22:17.189" v="867" actId="20577"/>
        <pc:sldMkLst>
          <pc:docMk/>
          <pc:sldMk cId="1779881502" sldId="11102"/>
        </pc:sldMkLst>
        <pc:spChg chg="mod">
          <ac:chgData name="Roberge, Jonathan" userId="fecd99ab-6c03-4b64-9c2e-f392e3fdb29f" providerId="ADAL" clId="{2BFD883B-5783-4E15-86B7-28D46B3773A7}" dt="2026-01-14T19:22:17.189" v="867" actId="20577"/>
          <ac:spMkLst>
            <pc:docMk/>
            <pc:sldMk cId="1779881502" sldId="11102"/>
            <ac:spMk id="3" creationId="{05261450-14D7-BA36-CF56-261F1E500D1D}"/>
          </ac:spMkLst>
        </pc:spChg>
      </pc:sldChg>
      <pc:sldChg chg="modSp add mod">
        <pc:chgData name="Roberge, Jonathan" userId="fecd99ab-6c03-4b64-9c2e-f392e3fdb29f" providerId="ADAL" clId="{2BFD883B-5783-4E15-86B7-28D46B3773A7}" dt="2026-01-15T18:21:00.806" v="1013" actId="20577"/>
        <pc:sldMkLst>
          <pc:docMk/>
          <pc:sldMk cId="3471917419" sldId="11103"/>
        </pc:sldMkLst>
        <pc:graphicFrameChg chg="mod modGraphic">
          <ac:chgData name="Roberge, Jonathan" userId="fecd99ab-6c03-4b64-9c2e-f392e3fdb29f" providerId="ADAL" clId="{2BFD883B-5783-4E15-86B7-28D46B3773A7}" dt="2026-01-15T18:21:00.806" v="1013" actId="20577"/>
          <ac:graphicFrameMkLst>
            <pc:docMk/>
            <pc:sldMk cId="3471917419" sldId="11103"/>
            <ac:graphicFrameMk id="17" creationId="{6AD2E790-7410-45E2-4329-C1D768D7C2B8}"/>
          </ac:graphicFrameMkLst>
        </pc:graphicFrameChg>
      </pc:sldChg>
      <pc:sldChg chg="modSp add mod">
        <pc:chgData name="Roberge, Jonathan" userId="fecd99ab-6c03-4b64-9c2e-f392e3fdb29f" providerId="ADAL" clId="{2BFD883B-5783-4E15-86B7-28D46B3773A7}" dt="2026-01-15T18:58:19.816" v="1053" actId="20577"/>
        <pc:sldMkLst>
          <pc:docMk/>
          <pc:sldMk cId="304726679" sldId="11104"/>
        </pc:sldMkLst>
        <pc:spChg chg="mod">
          <ac:chgData name="Roberge, Jonathan" userId="fecd99ab-6c03-4b64-9c2e-f392e3fdb29f" providerId="ADAL" clId="{2BFD883B-5783-4E15-86B7-28D46B3773A7}" dt="2026-01-15T18:58:19.816" v="1053" actId="20577"/>
          <ac:spMkLst>
            <pc:docMk/>
            <pc:sldMk cId="304726679" sldId="11104"/>
            <ac:spMk id="2" creationId="{F81AE125-6900-3DC0-C638-92221D7614ED}"/>
          </ac:spMkLst>
        </pc:spChg>
      </pc:sldChg>
      <pc:sldChg chg="modSp add mod">
        <pc:chgData name="Roberge, Jonathan" userId="fecd99ab-6c03-4b64-9c2e-f392e3fdb29f" providerId="ADAL" clId="{2BFD883B-5783-4E15-86B7-28D46B3773A7}" dt="2026-01-15T18:59:35.948" v="1058" actId="20577"/>
        <pc:sldMkLst>
          <pc:docMk/>
          <pc:sldMk cId="971719839" sldId="11105"/>
        </pc:sldMkLst>
        <pc:spChg chg="mod">
          <ac:chgData name="Roberge, Jonathan" userId="fecd99ab-6c03-4b64-9c2e-f392e3fdb29f" providerId="ADAL" clId="{2BFD883B-5783-4E15-86B7-28D46B3773A7}" dt="2026-01-15T18:59:35.948" v="1058" actId="20577"/>
          <ac:spMkLst>
            <pc:docMk/>
            <pc:sldMk cId="971719839" sldId="11105"/>
            <ac:spMk id="3" creationId="{76D23215-67B6-33F3-EE50-E1EEE9EBC11D}"/>
          </ac:spMkLst>
        </pc:spChg>
      </pc:sldChg>
      <pc:sldChg chg="modSp mod">
        <pc:chgData name="Roberge, Jonathan" userId="fecd99ab-6c03-4b64-9c2e-f392e3fdb29f" providerId="ADAL" clId="{2BFD883B-5783-4E15-86B7-28D46B3773A7}" dt="2026-01-15T18:04:19.014" v="995" actId="1035"/>
        <pc:sldMkLst>
          <pc:docMk/>
          <pc:sldMk cId="3832932090" sldId="11106"/>
        </pc:sldMkLst>
        <pc:spChg chg="mod">
          <ac:chgData name="Roberge, Jonathan" userId="fecd99ab-6c03-4b64-9c2e-f392e3fdb29f" providerId="ADAL" clId="{2BFD883B-5783-4E15-86B7-28D46B3773A7}" dt="2026-01-15T18:04:11.159" v="978" actId="20577"/>
          <ac:spMkLst>
            <pc:docMk/>
            <pc:sldMk cId="3832932090" sldId="11106"/>
            <ac:spMk id="15" creationId="{ADD98A94-B0DB-FA6A-0585-2D5C0C199DE3}"/>
          </ac:spMkLst>
        </pc:spChg>
        <pc:spChg chg="mod">
          <ac:chgData name="Roberge, Jonathan" userId="fecd99ab-6c03-4b64-9c2e-f392e3fdb29f" providerId="ADAL" clId="{2BFD883B-5783-4E15-86B7-28D46B3773A7}" dt="2026-01-15T18:04:19.014" v="995" actId="1035"/>
          <ac:spMkLst>
            <pc:docMk/>
            <pc:sldMk cId="3832932090" sldId="11106"/>
            <ac:spMk id="17" creationId="{FB312593-E0DA-A4C6-E940-76D5DDB41DC5}"/>
          </ac:spMkLst>
        </pc:spChg>
      </pc:sldChg>
      <pc:sldChg chg="modSp mod">
        <pc:chgData name="Roberge, Jonathan" userId="fecd99ab-6c03-4b64-9c2e-f392e3fdb29f" providerId="ADAL" clId="{2BFD883B-5783-4E15-86B7-28D46B3773A7}" dt="2026-01-15T18:25:36.915" v="1041" actId="20577"/>
        <pc:sldMkLst>
          <pc:docMk/>
          <pc:sldMk cId="426669666" sldId="11107"/>
        </pc:sldMkLst>
        <pc:spChg chg="mod">
          <ac:chgData name="Roberge, Jonathan" userId="fecd99ab-6c03-4b64-9c2e-f392e3fdb29f" providerId="ADAL" clId="{2BFD883B-5783-4E15-86B7-28D46B3773A7}" dt="2026-01-15T18:25:36.915" v="1041" actId="20577"/>
          <ac:spMkLst>
            <pc:docMk/>
            <pc:sldMk cId="426669666" sldId="11107"/>
            <ac:spMk id="3" creationId="{F14D3B2D-BB59-C76F-C2CC-C7E410A96C90}"/>
          </ac:spMkLst>
        </pc:spChg>
        <pc:spChg chg="mod">
          <ac:chgData name="Roberge, Jonathan" userId="fecd99ab-6c03-4b64-9c2e-f392e3fdb29f" providerId="ADAL" clId="{2BFD883B-5783-4E15-86B7-28D46B3773A7}" dt="2026-01-15T15:52:09" v="875" actId="14100"/>
          <ac:spMkLst>
            <pc:docMk/>
            <pc:sldMk cId="426669666" sldId="11107"/>
            <ac:spMk id="9" creationId="{476EDC78-0A80-FF9C-81F0-B8D48547EEE0}"/>
          </ac:spMkLst>
        </pc:spChg>
      </pc:sldChg>
      <pc:sldChg chg="modSp mod">
        <pc:chgData name="Roberge, Jonathan" userId="fecd99ab-6c03-4b64-9c2e-f392e3fdb29f" providerId="ADAL" clId="{2BFD883B-5783-4E15-86B7-28D46B3773A7}" dt="2026-01-15T15:57:11.474" v="876" actId="14100"/>
        <pc:sldMkLst>
          <pc:docMk/>
          <pc:sldMk cId="4013295498" sldId="11108"/>
        </pc:sldMkLst>
        <pc:spChg chg="mod">
          <ac:chgData name="Roberge, Jonathan" userId="fecd99ab-6c03-4b64-9c2e-f392e3fdb29f" providerId="ADAL" clId="{2BFD883B-5783-4E15-86B7-28D46B3773A7}" dt="2026-01-15T15:57:11.474" v="876" actId="14100"/>
          <ac:spMkLst>
            <pc:docMk/>
            <pc:sldMk cId="4013295498" sldId="11108"/>
            <ac:spMk id="13" creationId="{BDF3AA7E-DC3C-211E-934D-27CFADF4EDA5}"/>
          </ac:spMkLst>
        </pc:spChg>
      </pc:sldChg>
    </pc:docChg>
  </pc:docChgLst>
  <pc:docChgLst>
    <pc:chgData name="El Aida, Sahar" userId="S::sahar.el-aida@ia.ca::526dd283-fc76-4b4e-ba15-c7e70e60317c" providerId="AD" clId="Web-{B4DFE744-5A12-DF5B-2D15-04CAA6234C16}"/>
    <pc:docChg chg="modSld">
      <pc:chgData name="El Aida, Sahar" userId="S::sahar.el-aida@ia.ca::526dd283-fc76-4b4e-ba15-c7e70e60317c" providerId="AD" clId="Web-{B4DFE744-5A12-DF5B-2D15-04CAA6234C16}" dt="2026-01-15T18:52:35.748" v="421" actId="20577"/>
      <pc:docMkLst>
        <pc:docMk/>
      </pc:docMkLst>
      <pc:sldChg chg="modSp">
        <pc:chgData name="El Aida, Sahar" userId="S::sahar.el-aida@ia.ca::526dd283-fc76-4b4e-ba15-c7e70e60317c" providerId="AD" clId="Web-{B4DFE744-5A12-DF5B-2D15-04CAA6234C16}" dt="2026-01-15T18:05:07.900" v="344" actId="20577"/>
        <pc:sldMkLst>
          <pc:docMk/>
          <pc:sldMk cId="1978532088" sldId="388"/>
        </pc:sldMkLst>
        <pc:spChg chg="mod">
          <ac:chgData name="El Aida, Sahar" userId="S::sahar.el-aida@ia.ca::526dd283-fc76-4b4e-ba15-c7e70e60317c" providerId="AD" clId="Web-{B4DFE744-5A12-DF5B-2D15-04CAA6234C16}" dt="2026-01-15T18:04:47.322" v="342" actId="20577"/>
          <ac:spMkLst>
            <pc:docMk/>
            <pc:sldMk cId="1978532088" sldId="388"/>
            <ac:spMk id="2" creationId="{68A47536-93C5-6A04-5282-5DC24BDE9C1E}"/>
          </ac:spMkLst>
        </pc:spChg>
        <pc:graphicFrameChg chg="modGraphic">
          <ac:chgData name="El Aida, Sahar" userId="S::sahar.el-aida@ia.ca::526dd283-fc76-4b4e-ba15-c7e70e60317c" providerId="AD" clId="Web-{B4DFE744-5A12-DF5B-2D15-04CAA6234C16}" dt="2026-01-15T18:05:07.900" v="344" actId="20577"/>
          <ac:graphicFrameMkLst>
            <pc:docMk/>
            <pc:sldMk cId="1978532088" sldId="388"/>
            <ac:graphicFrameMk id="5" creationId="{DD747B72-6532-7BFA-AC27-1CCCBDE22BEC}"/>
          </ac:graphicFrameMkLst>
        </pc:graphicFrameChg>
      </pc:sldChg>
      <pc:sldChg chg="modSp modCm">
        <pc:chgData name="El Aida, Sahar" userId="S::sahar.el-aida@ia.ca::526dd283-fc76-4b4e-ba15-c7e70e60317c" providerId="AD" clId="Web-{B4DFE744-5A12-DF5B-2D15-04CAA6234C16}" dt="2026-01-15T16:07:33.437" v="288" actId="20577"/>
        <pc:sldMkLst>
          <pc:docMk/>
          <pc:sldMk cId="4110720621" sldId="10992"/>
        </pc:sldMkLst>
        <pc:spChg chg="mod">
          <ac:chgData name="El Aida, Sahar" userId="S::sahar.el-aida@ia.ca::526dd283-fc76-4b4e-ba15-c7e70e60317c" providerId="AD" clId="Web-{B4DFE744-5A12-DF5B-2D15-04CAA6234C16}" dt="2026-01-15T16:07:07.296" v="284" actId="20577"/>
          <ac:spMkLst>
            <pc:docMk/>
            <pc:sldMk cId="4110720621" sldId="10992"/>
            <ac:spMk id="3" creationId="{A5009145-FE53-5295-BAC5-0249660C4872}"/>
          </ac:spMkLst>
        </pc:spChg>
        <pc:spChg chg="mod">
          <ac:chgData name="El Aida, Sahar" userId="S::sahar.el-aida@ia.ca::526dd283-fc76-4b4e-ba15-c7e70e60317c" providerId="AD" clId="Web-{B4DFE744-5A12-DF5B-2D15-04CAA6234C16}" dt="2026-01-15T16:07:33.437" v="288" actId="20577"/>
          <ac:spMkLst>
            <pc:docMk/>
            <pc:sldMk cId="4110720621" sldId="10992"/>
            <ac:spMk id="5" creationId="{46138331-63A0-54ED-D4C1-A118137293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l Aida, Sahar" userId="S::sahar.el-aida@ia.ca::526dd283-fc76-4b4e-ba15-c7e70e60317c" providerId="AD" clId="Web-{B4DFE744-5A12-DF5B-2D15-04CAA6234C16}" dt="2026-01-15T16:07:15.233" v="287" actId="20577"/>
              <pc2:cmMkLst xmlns:pc2="http://schemas.microsoft.com/office/powerpoint/2019/9/main/command">
                <pc:docMk/>
                <pc:sldMk cId="4110720621" sldId="10992"/>
                <pc2:cmMk id="{56858FCB-7078-4CD6-9742-B00D27A374A5}"/>
              </pc2:cmMkLst>
            </pc226:cmChg>
          </p:ext>
        </pc:extLst>
      </pc:sldChg>
      <pc:sldChg chg="modSp modNotes">
        <pc:chgData name="El Aida, Sahar" userId="S::sahar.el-aida@ia.ca::526dd283-fc76-4b4e-ba15-c7e70e60317c" providerId="AD" clId="Web-{B4DFE744-5A12-DF5B-2D15-04CAA6234C16}" dt="2026-01-15T18:48:08.543" v="413" actId="20577"/>
        <pc:sldMkLst>
          <pc:docMk/>
          <pc:sldMk cId="604745137" sldId="11075"/>
        </pc:sldMkLst>
        <pc:spChg chg="mod">
          <ac:chgData name="El Aida, Sahar" userId="S::sahar.el-aida@ia.ca::526dd283-fc76-4b4e-ba15-c7e70e60317c" providerId="AD" clId="Web-{B4DFE744-5A12-DF5B-2D15-04CAA6234C16}" dt="2026-01-15T18:48:08.543" v="413" actId="20577"/>
          <ac:spMkLst>
            <pc:docMk/>
            <pc:sldMk cId="604745137" sldId="11075"/>
            <ac:spMk id="8" creationId="{B7679F91-997C-F974-BFCC-616B915306D7}"/>
          </ac:spMkLst>
        </pc:spChg>
      </pc:sldChg>
      <pc:sldChg chg="modSp">
        <pc:chgData name="El Aida, Sahar" userId="S::sahar.el-aida@ia.ca::526dd283-fc76-4b4e-ba15-c7e70e60317c" providerId="AD" clId="Web-{B4DFE744-5A12-DF5B-2D15-04CAA6234C16}" dt="2026-01-15T18:52:27.279" v="417" actId="20577"/>
        <pc:sldMkLst>
          <pc:docMk/>
          <pc:sldMk cId="124711442" sldId="11096"/>
        </pc:sldMkLst>
        <pc:spChg chg="mod">
          <ac:chgData name="El Aida, Sahar" userId="S::sahar.el-aida@ia.ca::526dd283-fc76-4b4e-ba15-c7e70e60317c" providerId="AD" clId="Web-{B4DFE744-5A12-DF5B-2D15-04CAA6234C16}" dt="2026-01-15T18:52:27.279" v="417" actId="20577"/>
          <ac:spMkLst>
            <pc:docMk/>
            <pc:sldMk cId="124711442" sldId="11096"/>
            <ac:spMk id="17" creationId="{9F9467EE-B238-DB26-FDB1-3721397EF7EF}"/>
          </ac:spMkLst>
        </pc:spChg>
        <pc:graphicFrameChg chg="mod modGraphic">
          <ac:chgData name="El Aida, Sahar" userId="S::sahar.el-aida@ia.ca::526dd283-fc76-4b4e-ba15-c7e70e60317c" providerId="AD" clId="Web-{B4DFE744-5A12-DF5B-2D15-04CAA6234C16}" dt="2026-01-15T18:34:59.673" v="411"/>
          <ac:graphicFrameMkLst>
            <pc:docMk/>
            <pc:sldMk cId="124711442" sldId="11096"/>
            <ac:graphicFrameMk id="10" creationId="{03218F42-7421-69D7-B5CA-75CE46DBABCF}"/>
          </ac:graphicFrameMkLst>
        </pc:graphicFrameChg>
      </pc:sldChg>
      <pc:sldChg chg="modSp modCm">
        <pc:chgData name="El Aida, Sahar" userId="S::sahar.el-aida@ia.ca::526dd283-fc76-4b4e-ba15-c7e70e60317c" providerId="AD" clId="Web-{B4DFE744-5A12-DF5B-2D15-04CAA6234C16}" dt="2026-01-15T18:52:35.748" v="421" actId="20577"/>
        <pc:sldMkLst>
          <pc:docMk/>
          <pc:sldMk cId="3443916283" sldId="11097"/>
        </pc:sldMkLst>
        <pc:spChg chg="mod">
          <ac:chgData name="El Aida, Sahar" userId="S::sahar.el-aida@ia.ca::526dd283-fc76-4b4e-ba15-c7e70e60317c" providerId="AD" clId="Web-{B4DFE744-5A12-DF5B-2D15-04CAA6234C16}" dt="2026-01-15T18:52:35.748" v="421" actId="20577"/>
          <ac:spMkLst>
            <pc:docMk/>
            <pc:sldMk cId="3443916283" sldId="11097"/>
            <ac:spMk id="17" creationId="{36E388F4-EEC1-04DD-7FAC-CEAF43196CB2}"/>
          </ac:spMkLst>
        </pc:spChg>
        <pc:graphicFrameChg chg="mod modGraphic">
          <ac:chgData name="El Aida, Sahar" userId="S::sahar.el-aida@ia.ca::526dd283-fc76-4b4e-ba15-c7e70e60317c" providerId="AD" clId="Web-{B4DFE744-5A12-DF5B-2D15-04CAA6234C16}" dt="2026-01-15T16:12:15.455" v="302"/>
          <ac:graphicFrameMkLst>
            <pc:docMk/>
            <pc:sldMk cId="3443916283" sldId="11097"/>
            <ac:graphicFrameMk id="10" creationId="{042DDC52-C2BB-D280-7903-9206B220F7B7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l Aida, Sahar" userId="S::sahar.el-aida@ia.ca::526dd283-fc76-4b4e-ba15-c7e70e60317c" providerId="AD" clId="Web-{B4DFE744-5A12-DF5B-2D15-04CAA6234C16}" dt="2026-01-15T16:12:02.533" v="289"/>
              <pc2:cmMkLst xmlns:pc2="http://schemas.microsoft.com/office/powerpoint/2019/9/main/command">
                <pc:docMk/>
                <pc:sldMk cId="3443916283" sldId="11097"/>
                <pc2:cmMk id="{0F00A576-BC33-4452-83C1-FD80ED5D4F14}"/>
              </pc2:cmMkLst>
            </pc226:cmChg>
          </p:ext>
        </pc:extLst>
      </pc:sldChg>
      <pc:sldChg chg="modSp">
        <pc:chgData name="El Aida, Sahar" userId="S::sahar.el-aida@ia.ca::526dd283-fc76-4b4e-ba15-c7e70e60317c" providerId="AD" clId="Web-{B4DFE744-5A12-DF5B-2D15-04CAA6234C16}" dt="2026-01-15T15:49:45.421" v="91" actId="14100"/>
        <pc:sldMkLst>
          <pc:docMk/>
          <pc:sldMk cId="3832932090" sldId="11106"/>
        </pc:sldMkLst>
        <pc:spChg chg="mod">
          <ac:chgData name="El Aida, Sahar" userId="S::sahar.el-aida@ia.ca::526dd283-fc76-4b4e-ba15-c7e70e60317c" providerId="AD" clId="Web-{B4DFE744-5A12-DF5B-2D15-04CAA6234C16}" dt="2026-01-15T15:49:45.421" v="91" actId="14100"/>
          <ac:spMkLst>
            <pc:docMk/>
            <pc:sldMk cId="3832932090" sldId="11106"/>
            <ac:spMk id="15" creationId="{ADD98A94-B0DB-FA6A-0585-2D5C0C199DE3}"/>
          </ac:spMkLst>
        </pc:spChg>
      </pc:sldChg>
      <pc:sldChg chg="modSp">
        <pc:chgData name="El Aida, Sahar" userId="S::sahar.el-aida@ia.ca::526dd283-fc76-4b4e-ba15-c7e70e60317c" providerId="AD" clId="Web-{B4DFE744-5A12-DF5B-2D15-04CAA6234C16}" dt="2026-01-15T15:54:35.642" v="212" actId="20577"/>
        <pc:sldMkLst>
          <pc:docMk/>
          <pc:sldMk cId="426669666" sldId="11107"/>
        </pc:sldMkLst>
        <pc:spChg chg="mod">
          <ac:chgData name="El Aida, Sahar" userId="S::sahar.el-aida@ia.ca::526dd283-fc76-4b4e-ba15-c7e70e60317c" providerId="AD" clId="Web-{B4DFE744-5A12-DF5B-2D15-04CAA6234C16}" dt="2026-01-15T15:54:35.642" v="212" actId="20577"/>
          <ac:spMkLst>
            <pc:docMk/>
            <pc:sldMk cId="426669666" sldId="11107"/>
            <ac:spMk id="3" creationId="{F14D3B2D-BB59-C76F-C2CC-C7E410A96C90}"/>
          </ac:spMkLst>
        </pc:spChg>
        <pc:spChg chg="mod">
          <ac:chgData name="El Aida, Sahar" userId="S::sahar.el-aida@ia.ca::526dd283-fc76-4b4e-ba15-c7e70e60317c" providerId="AD" clId="Web-{B4DFE744-5A12-DF5B-2D15-04CAA6234C16}" dt="2026-01-15T15:51:56.188" v="109" actId="14100"/>
          <ac:spMkLst>
            <pc:docMk/>
            <pc:sldMk cId="426669666" sldId="11107"/>
            <ac:spMk id="9" creationId="{476EDC78-0A80-FF9C-81F0-B8D48547EEE0}"/>
          </ac:spMkLst>
        </pc:spChg>
      </pc:sldChg>
      <pc:sldChg chg="modSp modCm">
        <pc:chgData name="El Aida, Sahar" userId="S::sahar.el-aida@ia.ca::526dd283-fc76-4b4e-ba15-c7e70e60317c" providerId="AD" clId="Web-{B4DFE744-5A12-DF5B-2D15-04CAA6234C16}" dt="2026-01-15T15:55:50.564" v="230" actId="20577"/>
        <pc:sldMkLst>
          <pc:docMk/>
          <pc:sldMk cId="4013295498" sldId="11108"/>
        </pc:sldMkLst>
        <pc:spChg chg="mod">
          <ac:chgData name="El Aida, Sahar" userId="S::sahar.el-aida@ia.ca::526dd283-fc76-4b4e-ba15-c7e70e60317c" providerId="AD" clId="Web-{B4DFE744-5A12-DF5B-2D15-04CAA6234C16}" dt="2026-01-15T15:55:50.564" v="230" actId="20577"/>
          <ac:spMkLst>
            <pc:docMk/>
            <pc:sldMk cId="4013295498" sldId="11108"/>
            <ac:spMk id="3" creationId="{6A2C5869-6854-5125-C8A9-B588DEFA3EB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l Aida, Sahar" userId="S::sahar.el-aida@ia.ca::526dd283-fc76-4b4e-ba15-c7e70e60317c" providerId="AD" clId="Web-{B4DFE744-5A12-DF5B-2D15-04CAA6234C16}" dt="2026-01-15T15:55:27.658" v="229" actId="20577"/>
              <pc2:cmMkLst xmlns:pc2="http://schemas.microsoft.com/office/powerpoint/2019/9/main/command">
                <pc:docMk/>
                <pc:sldMk cId="4013295498" sldId="11108"/>
                <pc2:cmMk id="{983A3126-129C-4184-AAA3-1231CC4190B1}"/>
              </pc2:cmMkLst>
            </pc226:cmChg>
          </p:ext>
        </pc:extLst>
      </pc:sldChg>
    </pc:docChg>
  </pc:docChgLst>
  <pc:docChgLst>
    <pc:chgData name="El Aida, Sahar" userId="S::sahar.el-aida@ia.ca::526dd283-fc76-4b4e-ba15-c7e70e60317c" providerId="AD" clId="Web-{0217FD9A-BEA3-4EEF-C9E4-C8BF76D6BADA}"/>
    <pc:docChg chg="mod addSld delSld modSld sldOrd modSection">
      <pc:chgData name="El Aida, Sahar" userId="S::sahar.el-aida@ia.ca::526dd283-fc76-4b4e-ba15-c7e70e60317c" providerId="AD" clId="Web-{0217FD9A-BEA3-4EEF-C9E4-C8BF76D6BADA}" dt="2026-01-12T19:25:54.497" v="663"/>
      <pc:docMkLst>
        <pc:docMk/>
      </pc:docMkLst>
      <pc:sldChg chg="ord modNotes">
        <pc:chgData name="El Aida, Sahar" userId="S::sahar.el-aida@ia.ca::526dd283-fc76-4b4e-ba15-c7e70e60317c" providerId="AD" clId="Web-{0217FD9A-BEA3-4EEF-C9E4-C8BF76D6BADA}" dt="2026-01-12T19:25:54.497" v="663"/>
        <pc:sldMkLst>
          <pc:docMk/>
          <pc:sldMk cId="4110720621" sldId="10992"/>
        </pc:sldMkLst>
      </pc:sldChg>
      <pc:sldChg chg="ord">
        <pc:chgData name="El Aida, Sahar" userId="S::sahar.el-aida@ia.ca::526dd283-fc76-4b4e-ba15-c7e70e60317c" providerId="AD" clId="Web-{0217FD9A-BEA3-4EEF-C9E4-C8BF76D6BADA}" dt="2026-01-12T19:01:44.859" v="573"/>
        <pc:sldMkLst>
          <pc:docMk/>
          <pc:sldMk cId="716319846" sldId="11085"/>
        </pc:sldMkLst>
      </pc:sldChg>
      <pc:sldChg chg="modSp add replId">
        <pc:chgData name="El Aida, Sahar" userId="S::sahar.el-aida@ia.ca::526dd283-fc76-4b4e-ba15-c7e70e60317c" providerId="AD" clId="Web-{0217FD9A-BEA3-4EEF-C9E4-C8BF76D6BADA}" dt="2026-01-12T18:36:32.874" v="519"/>
        <pc:sldMkLst>
          <pc:docMk/>
          <pc:sldMk cId="124711442" sldId="11096"/>
        </pc:sldMkLst>
        <pc:graphicFrameChg chg="mod modGraphic">
          <ac:chgData name="El Aida, Sahar" userId="S::sahar.el-aida@ia.ca::526dd283-fc76-4b4e-ba15-c7e70e60317c" providerId="AD" clId="Web-{0217FD9A-BEA3-4EEF-C9E4-C8BF76D6BADA}" dt="2026-01-12T18:36:32.874" v="519"/>
          <ac:graphicFrameMkLst>
            <pc:docMk/>
            <pc:sldMk cId="124711442" sldId="11096"/>
            <ac:graphicFrameMk id="10" creationId="{03218F42-7421-69D7-B5CA-75CE46DBABCF}"/>
          </ac:graphicFrameMkLst>
        </pc:graphicFrameChg>
      </pc:sldChg>
      <pc:sldChg chg="modSp add replId">
        <pc:chgData name="El Aida, Sahar" userId="S::sahar.el-aida@ia.ca::526dd283-fc76-4b4e-ba15-c7e70e60317c" providerId="AD" clId="Web-{0217FD9A-BEA3-4EEF-C9E4-C8BF76D6BADA}" dt="2026-01-12T18:50:29.486" v="569"/>
        <pc:sldMkLst>
          <pc:docMk/>
          <pc:sldMk cId="3443916283" sldId="11097"/>
        </pc:sldMkLst>
        <pc:graphicFrameChg chg="mod modGraphic">
          <ac:chgData name="El Aida, Sahar" userId="S::sahar.el-aida@ia.ca::526dd283-fc76-4b4e-ba15-c7e70e60317c" providerId="AD" clId="Web-{0217FD9A-BEA3-4EEF-C9E4-C8BF76D6BADA}" dt="2026-01-12T18:50:29.486" v="569"/>
          <ac:graphicFrameMkLst>
            <pc:docMk/>
            <pc:sldMk cId="3443916283" sldId="11097"/>
            <ac:graphicFrameMk id="10" creationId="{042DDC52-C2BB-D280-7903-9206B220F7B7}"/>
          </ac:graphicFrameMkLst>
        </pc:graphicFrameChg>
      </pc:sldChg>
    </pc:docChg>
  </pc:docChgLst>
  <pc:docChgLst>
    <pc:chgData name="El Aida, Sahar" userId="S::sahar.el-aida@ia.ca::526dd283-fc76-4b4e-ba15-c7e70e60317c" providerId="AD" clId="Web-{6CFDA304-1E60-CBD9-D093-7892F5762CC2}"/>
    <pc:docChg chg="modSld">
      <pc:chgData name="El Aida, Sahar" userId="S::sahar.el-aida@ia.ca::526dd283-fc76-4b4e-ba15-c7e70e60317c" providerId="AD" clId="Web-{6CFDA304-1E60-CBD9-D093-7892F5762CC2}" dt="2026-01-13T18:45:08.832" v="220"/>
      <pc:docMkLst>
        <pc:docMk/>
      </pc:docMkLst>
      <pc:sldChg chg="modSp">
        <pc:chgData name="El Aida, Sahar" userId="S::sahar.el-aida@ia.ca::526dd283-fc76-4b4e-ba15-c7e70e60317c" providerId="AD" clId="Web-{6CFDA304-1E60-CBD9-D093-7892F5762CC2}" dt="2026-01-13T18:29:05.297" v="1" actId="20577"/>
        <pc:sldMkLst>
          <pc:docMk/>
          <pc:sldMk cId="4110720621" sldId="10992"/>
        </pc:sldMkLst>
        <pc:spChg chg="mod">
          <ac:chgData name="El Aida, Sahar" userId="S::sahar.el-aida@ia.ca::526dd283-fc76-4b4e-ba15-c7e70e60317c" providerId="AD" clId="Web-{6CFDA304-1E60-CBD9-D093-7892F5762CC2}" dt="2026-01-13T18:29:05.297" v="1" actId="20577"/>
          <ac:spMkLst>
            <pc:docMk/>
            <pc:sldMk cId="4110720621" sldId="10992"/>
            <ac:spMk id="2" creationId="{579B80A1-605B-C618-4956-B84B0D95D5AB}"/>
          </ac:spMkLst>
        </pc:spChg>
      </pc:sldChg>
      <pc:sldChg chg="modSp">
        <pc:chgData name="El Aida, Sahar" userId="S::sahar.el-aida@ia.ca::526dd283-fc76-4b4e-ba15-c7e70e60317c" providerId="AD" clId="Web-{6CFDA304-1E60-CBD9-D093-7892F5762CC2}" dt="2026-01-13T18:42:26.753" v="143"/>
        <pc:sldMkLst>
          <pc:docMk/>
          <pc:sldMk cId="124711442" sldId="11096"/>
        </pc:sldMkLst>
        <pc:graphicFrameChg chg="mod modGraphic">
          <ac:chgData name="El Aida, Sahar" userId="S::sahar.el-aida@ia.ca::526dd283-fc76-4b4e-ba15-c7e70e60317c" providerId="AD" clId="Web-{6CFDA304-1E60-CBD9-D093-7892F5762CC2}" dt="2026-01-13T18:42:26.753" v="143"/>
          <ac:graphicFrameMkLst>
            <pc:docMk/>
            <pc:sldMk cId="124711442" sldId="11096"/>
            <ac:graphicFrameMk id="10" creationId="{03218F42-7421-69D7-B5CA-75CE46DBABCF}"/>
          </ac:graphicFrameMkLst>
        </pc:graphicFrameChg>
      </pc:sldChg>
      <pc:sldChg chg="modSp modNotes">
        <pc:chgData name="El Aida, Sahar" userId="S::sahar.el-aida@ia.ca::526dd283-fc76-4b4e-ba15-c7e70e60317c" providerId="AD" clId="Web-{6CFDA304-1E60-CBD9-D093-7892F5762CC2}" dt="2026-01-13T18:45:08.832" v="220"/>
        <pc:sldMkLst>
          <pc:docMk/>
          <pc:sldMk cId="3443916283" sldId="11097"/>
        </pc:sldMkLst>
        <pc:graphicFrameChg chg="mod modGraphic">
          <ac:chgData name="El Aida, Sahar" userId="S::sahar.el-aida@ia.ca::526dd283-fc76-4b4e-ba15-c7e70e60317c" providerId="AD" clId="Web-{6CFDA304-1E60-CBD9-D093-7892F5762CC2}" dt="2026-01-13T18:44:12.956" v="147"/>
          <ac:graphicFrameMkLst>
            <pc:docMk/>
            <pc:sldMk cId="3443916283" sldId="11097"/>
            <ac:graphicFrameMk id="10" creationId="{042DDC52-C2BB-D280-7903-9206B220F7B7}"/>
          </ac:graphicFrameMkLst>
        </pc:graphicFrameChg>
      </pc:sldChg>
    </pc:docChg>
  </pc:docChgLst>
  <pc:docChgLst>
    <pc:chgData name="El Aida, Sahar" userId="S::sahar.el-aida@ia.ca::526dd283-fc76-4b4e-ba15-c7e70e60317c" providerId="AD" clId="Web-{049DDC3E-F255-FFF9-1B08-519943A8C24C}"/>
    <pc:docChg chg="addSld modSld modSection">
      <pc:chgData name="El Aida, Sahar" userId="S::sahar.el-aida@ia.ca::526dd283-fc76-4b4e-ba15-c7e70e60317c" providerId="AD" clId="Web-{049DDC3E-F255-FFF9-1B08-519943A8C24C}" dt="2026-01-05T20:35:30.118" v="3" actId="20577"/>
      <pc:docMkLst>
        <pc:docMk/>
      </pc:docMkLst>
    </pc:docChg>
  </pc:docChgLst>
  <pc:docChgLst>
    <pc:chgData name="Cosials, Benoit" userId="55eb508c-1f17-412e-9f09-1d82eedc926e" providerId="ADAL" clId="{21D902C2-1E7D-4DEA-BD5E-D02FBE9B9A73}"/>
    <pc:docChg chg="modSld">
      <pc:chgData name="Cosials, Benoit" userId="55eb508c-1f17-412e-9f09-1d82eedc926e" providerId="ADAL" clId="{21D902C2-1E7D-4DEA-BD5E-D02FBE9B9A73}" dt="2026-02-06T19:13:02.352" v="1" actId="13822"/>
      <pc:docMkLst>
        <pc:docMk/>
      </pc:docMkLst>
      <pc:sldChg chg="modSp">
        <pc:chgData name="Cosials, Benoit" userId="55eb508c-1f17-412e-9f09-1d82eedc926e" providerId="ADAL" clId="{21D902C2-1E7D-4DEA-BD5E-D02FBE9B9A73}" dt="2026-02-06T19:13:02.352" v="1" actId="13822"/>
        <pc:sldMkLst>
          <pc:docMk/>
          <pc:sldMk cId="3284240590" sldId="11094"/>
        </pc:sldMkLst>
        <pc:graphicFrameChg chg="mod">
          <ac:chgData name="Cosials, Benoit" userId="55eb508c-1f17-412e-9f09-1d82eedc926e" providerId="ADAL" clId="{21D902C2-1E7D-4DEA-BD5E-D02FBE9B9A73}" dt="2026-02-06T19:13:02.352" v="1" actId="13822"/>
          <ac:graphicFrameMkLst>
            <pc:docMk/>
            <pc:sldMk cId="3284240590" sldId="11094"/>
            <ac:graphicFrameMk id="7" creationId="{A02F769C-7B93-7051-4880-DC9F31EDCD2B}"/>
          </ac:graphicFrameMkLst>
        </pc:graphicFrameChg>
      </pc:sldChg>
    </pc:docChg>
  </pc:docChgLst>
  <pc:docChgLst>
    <pc:chgData name="El Aida, Sahar" userId="S::sahar.el-aida@ia.ca::526dd283-fc76-4b4e-ba15-c7e70e60317c" providerId="AD" clId="Web-{6CA4E775-2558-C9C3-7200-EBCACE1DBD53}"/>
    <pc:docChg chg="modSld">
      <pc:chgData name="El Aida, Sahar" userId="S::sahar.el-aida@ia.ca::526dd283-fc76-4b4e-ba15-c7e70e60317c" providerId="AD" clId="Web-{6CA4E775-2558-C9C3-7200-EBCACE1DBD53}" dt="2026-01-14T15:57:06.175" v="136"/>
      <pc:docMkLst>
        <pc:docMk/>
      </pc:docMkLst>
      <pc:sldChg chg="modSp modCm modNotes">
        <pc:chgData name="El Aida, Sahar" userId="S::sahar.el-aida@ia.ca::526dd283-fc76-4b4e-ba15-c7e70e60317c" providerId="AD" clId="Web-{6CA4E775-2558-C9C3-7200-EBCACE1DBD53}" dt="2026-01-14T15:47:03.305" v="104"/>
        <pc:sldMkLst>
          <pc:docMk/>
          <pc:sldMk cId="124711442" sldId="11096"/>
        </pc:sldMkLst>
        <pc:graphicFrameChg chg="mod modGraphic">
          <ac:chgData name="El Aida, Sahar" userId="S::sahar.el-aida@ia.ca::526dd283-fc76-4b4e-ba15-c7e70e60317c" providerId="AD" clId="Web-{6CA4E775-2558-C9C3-7200-EBCACE1DBD53}" dt="2026-01-14T15:47:03.305" v="104"/>
          <ac:graphicFrameMkLst>
            <pc:docMk/>
            <pc:sldMk cId="124711442" sldId="11096"/>
            <ac:graphicFrameMk id="10" creationId="{03218F42-7421-69D7-B5CA-75CE46DBABCF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l Aida, Sahar" userId="S::sahar.el-aida@ia.ca::526dd283-fc76-4b4e-ba15-c7e70e60317c" providerId="AD" clId="Web-{6CA4E775-2558-C9C3-7200-EBCACE1DBD53}" dt="2026-01-14T15:47:03.305" v="103"/>
              <pc2:cmMkLst xmlns:pc2="http://schemas.microsoft.com/office/powerpoint/2019/9/main/command">
                <pc:docMk/>
                <pc:sldMk cId="124711442" sldId="11096"/>
                <pc2:cmMk id="{43F9B9C5-F20B-485F-8F27-8369CA995428}"/>
              </pc2:cmMkLst>
            </pc226:cmChg>
          </p:ext>
        </pc:extLst>
      </pc:sldChg>
      <pc:sldChg chg="modSp modNotes">
        <pc:chgData name="El Aida, Sahar" userId="S::sahar.el-aida@ia.ca::526dd283-fc76-4b4e-ba15-c7e70e60317c" providerId="AD" clId="Web-{6CA4E775-2558-C9C3-7200-EBCACE1DBD53}" dt="2026-01-14T15:57:06.175" v="136"/>
        <pc:sldMkLst>
          <pc:docMk/>
          <pc:sldMk cId="3443916283" sldId="11097"/>
        </pc:sldMkLst>
        <pc:graphicFrameChg chg="mod modGraphic">
          <ac:chgData name="El Aida, Sahar" userId="S::sahar.el-aida@ia.ca::526dd283-fc76-4b4e-ba15-c7e70e60317c" providerId="AD" clId="Web-{6CA4E775-2558-C9C3-7200-EBCACE1DBD53}" dt="2026-01-14T15:57:06.175" v="136"/>
          <ac:graphicFrameMkLst>
            <pc:docMk/>
            <pc:sldMk cId="3443916283" sldId="11097"/>
            <ac:graphicFrameMk id="10" creationId="{042DDC52-C2BB-D280-7903-9206B220F7B7}"/>
          </ac:graphicFrameMkLst>
        </pc:graphicFrameChg>
      </pc:sldChg>
    </pc:docChg>
  </pc:docChgLst>
  <pc:docChgLst>
    <pc:chgData name="El Aida, Sahar" userId="S::sahar.el-aida@ia.ca::526dd283-fc76-4b4e-ba15-c7e70e60317c" providerId="AD" clId="Web-{F6D1BB25-215A-58DC-C8AE-F86C263EBD9F}"/>
    <pc:docChg chg="modSld">
      <pc:chgData name="El Aida, Sahar" userId="S::sahar.el-aida@ia.ca::526dd283-fc76-4b4e-ba15-c7e70e60317c" providerId="AD" clId="Web-{F6D1BB25-215A-58DC-C8AE-F86C263EBD9F}" dt="2026-01-12T21:28:33.222" v="496"/>
      <pc:docMkLst>
        <pc:docMk/>
      </pc:docMkLst>
      <pc:sldChg chg="modSp">
        <pc:chgData name="El Aida, Sahar" userId="S::sahar.el-aida@ia.ca::526dd283-fc76-4b4e-ba15-c7e70e60317c" providerId="AD" clId="Web-{F6D1BB25-215A-58DC-C8AE-F86C263EBD9F}" dt="2026-01-12T20:35:47.525" v="347" actId="1076"/>
        <pc:sldMkLst>
          <pc:docMk/>
          <pc:sldMk cId="716319846" sldId="11085"/>
        </pc:sldMkLst>
        <pc:spChg chg="mod">
          <ac:chgData name="El Aida, Sahar" userId="S::sahar.el-aida@ia.ca::526dd283-fc76-4b4e-ba15-c7e70e60317c" providerId="AD" clId="Web-{F6D1BB25-215A-58DC-C8AE-F86C263EBD9F}" dt="2026-01-12T20:35:47.525" v="347" actId="1076"/>
          <ac:spMkLst>
            <pc:docMk/>
            <pc:sldMk cId="716319846" sldId="11085"/>
            <ac:spMk id="25" creationId="{61F29124-0252-9D6F-B53C-1BE49952FB3E}"/>
          </ac:spMkLst>
        </pc:spChg>
      </pc:sldChg>
      <pc:sldChg chg="modSp">
        <pc:chgData name="El Aida, Sahar" userId="S::sahar.el-aida@ia.ca::526dd283-fc76-4b4e-ba15-c7e70e60317c" providerId="AD" clId="Web-{F6D1BB25-215A-58DC-C8AE-F86C263EBD9F}" dt="2026-01-12T21:22:35.547" v="352" actId="20577"/>
        <pc:sldMkLst>
          <pc:docMk/>
          <pc:sldMk cId="1247190218" sldId="11091"/>
        </pc:sldMkLst>
        <pc:spChg chg="mod">
          <ac:chgData name="El Aida, Sahar" userId="S::sahar.el-aida@ia.ca::526dd283-fc76-4b4e-ba15-c7e70e60317c" providerId="AD" clId="Web-{F6D1BB25-215A-58DC-C8AE-F86C263EBD9F}" dt="2026-01-12T21:22:35.547" v="352" actId="20577"/>
          <ac:spMkLst>
            <pc:docMk/>
            <pc:sldMk cId="1247190218" sldId="11091"/>
            <ac:spMk id="16" creationId="{014DA54E-A284-612E-F142-B0AEE41F3B81}"/>
          </ac:spMkLst>
        </pc:spChg>
      </pc:sldChg>
      <pc:sldChg chg="modNotes">
        <pc:chgData name="El Aida, Sahar" userId="S::sahar.el-aida@ia.ca::526dd283-fc76-4b4e-ba15-c7e70e60317c" providerId="AD" clId="Web-{F6D1BB25-215A-58DC-C8AE-F86C263EBD9F}" dt="2026-01-12T20:35:34.822" v="345"/>
        <pc:sldMkLst>
          <pc:docMk/>
          <pc:sldMk cId="3284240590" sldId="11094"/>
        </pc:sldMkLst>
      </pc:sldChg>
      <pc:sldChg chg="modSp">
        <pc:chgData name="El Aida, Sahar" userId="S::sahar.el-aida@ia.ca::526dd283-fc76-4b4e-ba15-c7e70e60317c" providerId="AD" clId="Web-{F6D1BB25-215A-58DC-C8AE-F86C263EBD9F}" dt="2026-01-12T21:28:33.222" v="496"/>
        <pc:sldMkLst>
          <pc:docMk/>
          <pc:sldMk cId="124711442" sldId="11096"/>
        </pc:sldMkLst>
        <pc:graphicFrameChg chg="mod modGraphic">
          <ac:chgData name="El Aida, Sahar" userId="S::sahar.el-aida@ia.ca::526dd283-fc76-4b4e-ba15-c7e70e60317c" providerId="AD" clId="Web-{F6D1BB25-215A-58DC-C8AE-F86C263EBD9F}" dt="2026-01-12T21:28:33.222" v="496"/>
          <ac:graphicFrameMkLst>
            <pc:docMk/>
            <pc:sldMk cId="124711442" sldId="11096"/>
            <ac:graphicFrameMk id="10" creationId="{03218F42-7421-69D7-B5CA-75CE46DBABCF}"/>
          </ac:graphicFrameMkLst>
        </pc:graphicFrameChg>
      </pc:sldChg>
      <pc:sldChg chg="modSp">
        <pc:chgData name="El Aida, Sahar" userId="S::sahar.el-aida@ia.ca::526dd283-fc76-4b4e-ba15-c7e70e60317c" providerId="AD" clId="Web-{F6D1BB25-215A-58DC-C8AE-F86C263EBD9F}" dt="2026-01-12T21:27:42.269" v="474"/>
        <pc:sldMkLst>
          <pc:docMk/>
          <pc:sldMk cId="3443916283" sldId="11097"/>
        </pc:sldMkLst>
        <pc:graphicFrameChg chg="mod modGraphic">
          <ac:chgData name="El Aida, Sahar" userId="S::sahar.el-aida@ia.ca::526dd283-fc76-4b4e-ba15-c7e70e60317c" providerId="AD" clId="Web-{F6D1BB25-215A-58DC-C8AE-F86C263EBD9F}" dt="2026-01-12T21:27:42.269" v="474"/>
          <ac:graphicFrameMkLst>
            <pc:docMk/>
            <pc:sldMk cId="3443916283" sldId="11097"/>
            <ac:graphicFrameMk id="10" creationId="{042DDC52-C2BB-D280-7903-9206B220F7B7}"/>
          </ac:graphicFrameMkLst>
        </pc:graphicFrameChg>
      </pc:sldChg>
    </pc:docChg>
  </pc:docChgLst>
  <pc:docChgLst>
    <pc:chgData name="El Aida, Sahar" userId="S::sahar.el-aida@ia.ca::526dd283-fc76-4b4e-ba15-c7e70e60317c" providerId="AD" clId="Web-{46253647-7345-E788-8E6D-A05AE3C8A685}"/>
    <pc:docChg chg="modSld">
      <pc:chgData name="El Aida, Sahar" userId="S::sahar.el-aida@ia.ca::526dd283-fc76-4b4e-ba15-c7e70e60317c" providerId="AD" clId="Web-{46253647-7345-E788-8E6D-A05AE3C8A685}" dt="2026-01-09T20:29:02.683" v="82"/>
      <pc:docMkLst>
        <pc:docMk/>
      </pc:docMkLst>
    </pc:docChg>
  </pc:docChgLst>
  <pc:docChgLst>
    <pc:chgData name="Jedidi, Meriem" userId="131ae71b-d444-4fcc-b5a8-c85daee79ee8" providerId="ADAL" clId="{616E1C5A-870F-46F3-B847-7E3B05371AFB}"/>
    <pc:docChg chg="undo custSel addSld delSld modSld sldOrd modSection">
      <pc:chgData name="Jedidi, Meriem" userId="131ae71b-d444-4fcc-b5a8-c85daee79ee8" providerId="ADAL" clId="{616E1C5A-870F-46F3-B847-7E3B05371AFB}" dt="2026-01-15T19:29:00.860" v="4965" actId="20577"/>
      <pc:docMkLst>
        <pc:docMk/>
      </pc:docMkLst>
      <pc:sldChg chg="addSp delSp modSp add mod modCm">
        <pc:chgData name="Jedidi, Meriem" userId="131ae71b-d444-4fcc-b5a8-c85daee79ee8" providerId="ADAL" clId="{616E1C5A-870F-46F3-B847-7E3B05371AFB}" dt="2026-01-15T18:42:10.705" v="4838" actId="478"/>
        <pc:sldMkLst>
          <pc:docMk/>
          <pc:sldMk cId="1574132325" sldId="11059"/>
        </pc:sldMkLst>
        <pc:spChg chg="mod">
          <ac:chgData name="Jedidi, Meriem" userId="131ae71b-d444-4fcc-b5a8-c85daee79ee8" providerId="ADAL" clId="{616E1C5A-870F-46F3-B847-7E3B05371AFB}" dt="2026-01-14T21:21:43.550" v="4790" actId="403"/>
          <ac:spMkLst>
            <pc:docMk/>
            <pc:sldMk cId="1574132325" sldId="11059"/>
            <ac:spMk id="2" creationId="{C77A820F-7DEB-0273-8FCB-7C3AC72AE860}"/>
          </ac:spMkLst>
        </pc:spChg>
        <pc:spChg chg="mod">
          <ac:chgData name="Jedidi, Meriem" userId="131ae71b-d444-4fcc-b5a8-c85daee79ee8" providerId="ADAL" clId="{616E1C5A-870F-46F3-B847-7E3B05371AFB}" dt="2026-01-14T21:22:11.390" v="4795" actId="5793"/>
          <ac:spMkLst>
            <pc:docMk/>
            <pc:sldMk cId="1574132325" sldId="11059"/>
            <ac:spMk id="3" creationId="{90B2B566-DC22-5331-306B-EC5406B81620}"/>
          </ac:spMkLst>
        </pc:spChg>
        <pc:graphicFrameChg chg="add del mod modGraphic">
          <ac:chgData name="Jedidi, Meriem" userId="131ae71b-d444-4fcc-b5a8-c85daee79ee8" providerId="ADAL" clId="{616E1C5A-870F-46F3-B847-7E3B05371AFB}" dt="2026-01-13T20:33:59.996" v="4230" actId="20577"/>
          <ac:graphicFrameMkLst>
            <pc:docMk/>
            <pc:sldMk cId="1574132325" sldId="11059"/>
            <ac:graphicFrameMk id="7" creationId="{C5429D07-B6AE-D925-2107-1D473CCF985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didi, Meriem" userId="131ae71b-d444-4fcc-b5a8-c85daee79ee8" providerId="ADAL" clId="{616E1C5A-870F-46F3-B847-7E3B05371AFB}" dt="2026-01-13T20:34:03.310" v="4231" actId="21"/>
              <pc2:cmMkLst xmlns:pc2="http://schemas.microsoft.com/office/powerpoint/2019/9/main/command">
                <pc:docMk/>
                <pc:sldMk cId="1574132325" sldId="11059"/>
                <pc2:cmMk id="{77BBA9A9-166B-4AFD-AC09-178B4B331AB9}"/>
              </pc2:cmMkLst>
            </pc226:cmChg>
          </p:ext>
        </pc:extLst>
      </pc:sldChg>
      <pc:sldChg chg="addSp delSp modSp add del mod ord chgLayout modNotesTx">
        <pc:chgData name="Jedidi, Meriem" userId="131ae71b-d444-4fcc-b5a8-c85daee79ee8" providerId="ADAL" clId="{616E1C5A-870F-46F3-B847-7E3B05371AFB}" dt="2026-01-15T19:29:00.860" v="4965" actId="20577"/>
        <pc:sldMkLst>
          <pc:docMk/>
          <pc:sldMk cId="3424368936" sldId="11089"/>
        </pc:sldMkLst>
        <pc:spChg chg="mod">
          <ac:chgData name="Jedidi, Meriem" userId="131ae71b-d444-4fcc-b5a8-c85daee79ee8" providerId="ADAL" clId="{616E1C5A-870F-46F3-B847-7E3B05371AFB}" dt="2026-01-14T21:21:39.787" v="4788" actId="403"/>
          <ac:spMkLst>
            <pc:docMk/>
            <pc:sldMk cId="3424368936" sldId="11089"/>
            <ac:spMk id="2" creationId="{7210CC83-4A87-31BD-25C3-5F59D15B8B83}"/>
          </ac:spMkLst>
        </pc:spChg>
        <pc:spChg chg="mod">
          <ac:chgData name="Jedidi, Meriem" userId="131ae71b-d444-4fcc-b5a8-c85daee79ee8" providerId="ADAL" clId="{616E1C5A-870F-46F3-B847-7E3B05371AFB}" dt="2026-01-05T19:57:59.188" v="3063" actId="26606"/>
          <ac:spMkLst>
            <pc:docMk/>
            <pc:sldMk cId="3424368936" sldId="11089"/>
            <ac:spMk id="4" creationId="{AEE5E059-6FA3-0FD2-D03C-F575CFBA7C12}"/>
          </ac:spMkLst>
        </pc:spChg>
        <pc:graphicFrameChg chg="add mod modGraphic">
          <ac:chgData name="Jedidi, Meriem" userId="131ae71b-d444-4fcc-b5a8-c85daee79ee8" providerId="ADAL" clId="{616E1C5A-870F-46F3-B847-7E3B05371AFB}" dt="2026-01-08T19:12:06.558" v="3300" actId="1076"/>
          <ac:graphicFrameMkLst>
            <pc:docMk/>
            <pc:sldMk cId="3424368936" sldId="11089"/>
            <ac:graphicFrameMk id="8" creationId="{E4701C2F-2F7F-CA1A-F6BD-1236510528E4}"/>
          </ac:graphicFrameMkLst>
        </pc:graphicFrameChg>
      </pc:sldChg>
      <pc:sldChg chg="addSp delSp modSp new mod ord modNotesTx">
        <pc:chgData name="Jedidi, Meriem" userId="131ae71b-d444-4fcc-b5a8-c85daee79ee8" providerId="ADAL" clId="{616E1C5A-870F-46F3-B847-7E3B05371AFB}" dt="2026-01-15T18:08:08.524" v="4837" actId="20577"/>
        <pc:sldMkLst>
          <pc:docMk/>
          <pc:sldMk cId="3979215594" sldId="11093"/>
        </pc:sldMkLst>
        <pc:spChg chg="mod">
          <ac:chgData name="Jedidi, Meriem" userId="131ae71b-d444-4fcc-b5a8-c85daee79ee8" providerId="ADAL" clId="{616E1C5A-870F-46F3-B847-7E3B05371AFB}" dt="2026-01-14T21:21:48.895" v="4792" actId="403"/>
          <ac:spMkLst>
            <pc:docMk/>
            <pc:sldMk cId="3979215594" sldId="11093"/>
            <ac:spMk id="2" creationId="{E8CB2992-AA9C-CF3A-20CB-C30C248F3246}"/>
          </ac:spMkLst>
        </pc:spChg>
        <pc:spChg chg="add mod">
          <ac:chgData name="Jedidi, Meriem" userId="131ae71b-d444-4fcc-b5a8-c85daee79ee8" providerId="ADAL" clId="{616E1C5A-870F-46F3-B847-7E3B05371AFB}" dt="2026-01-13T20:27:40.578" v="4228" actId="404"/>
          <ac:spMkLst>
            <pc:docMk/>
            <pc:sldMk cId="3979215594" sldId="11093"/>
            <ac:spMk id="6" creationId="{FB6873EE-B243-B3F9-B270-7D9DA53AB6B0}"/>
          </ac:spMkLst>
        </pc:spChg>
        <pc:graphicFrameChg chg="add mod ord modGraphic">
          <ac:chgData name="Jedidi, Meriem" userId="131ae71b-d444-4fcc-b5a8-c85daee79ee8" providerId="ADAL" clId="{616E1C5A-870F-46F3-B847-7E3B05371AFB}" dt="2026-01-14T20:11:57.681" v="4272" actId="20577"/>
          <ac:graphicFrameMkLst>
            <pc:docMk/>
            <pc:sldMk cId="3979215594" sldId="11093"/>
            <ac:graphicFrameMk id="5" creationId="{78470165-85E7-239E-B955-E8E65201118D}"/>
          </ac:graphicFrameMkLst>
        </pc:graphicFrameChg>
      </pc:sldChg>
      <pc:sldChg chg="addSp delSp modSp new mod addAnim delAnim modAnim chgLayout">
        <pc:chgData name="Jedidi, Meriem" userId="131ae71b-d444-4fcc-b5a8-c85daee79ee8" providerId="ADAL" clId="{616E1C5A-870F-46F3-B847-7E3B05371AFB}" dt="2026-01-14T21:32:37.088" v="4796" actId="113"/>
        <pc:sldMkLst>
          <pc:docMk/>
          <pc:sldMk cId="3832932090" sldId="11106"/>
        </pc:sldMkLst>
        <pc:spChg chg="mod">
          <ac:chgData name="Jedidi, Meriem" userId="131ae71b-d444-4fcc-b5a8-c85daee79ee8" providerId="ADAL" clId="{616E1C5A-870F-46F3-B847-7E3B05371AFB}" dt="2026-01-14T21:32:37.088" v="4796" actId="113"/>
          <ac:spMkLst>
            <pc:docMk/>
            <pc:sldMk cId="3832932090" sldId="11106"/>
            <ac:spMk id="2" creationId="{BF022A0E-721D-0D7C-7F2D-CDD6283C1FE3}"/>
          </ac:spMkLst>
        </pc:spChg>
        <pc:spChg chg="add del mod">
          <ac:chgData name="Jedidi, Meriem" userId="131ae71b-d444-4fcc-b5a8-c85daee79ee8" providerId="ADAL" clId="{616E1C5A-870F-46F3-B847-7E3B05371AFB}" dt="2026-01-14T21:05:53.198" v="4655" actId="21"/>
          <ac:spMkLst>
            <pc:docMk/>
            <pc:sldMk cId="3832932090" sldId="11106"/>
            <ac:spMk id="3" creationId="{47551B9A-72F5-F28B-7DFE-5B6261D50ED0}"/>
          </ac:spMkLst>
        </pc:spChg>
        <pc:spChg chg="mod modVis">
          <ac:chgData name="Jedidi, Meriem" userId="131ae71b-d444-4fcc-b5a8-c85daee79ee8" providerId="ADAL" clId="{616E1C5A-870F-46F3-B847-7E3B05371AFB}" dt="2026-01-14T20:53:40.915" v="4560" actId="26606"/>
          <ac:spMkLst>
            <pc:docMk/>
            <pc:sldMk cId="3832932090" sldId="11106"/>
            <ac:spMk id="4" creationId="{73504C17-1892-6518-76FE-920E5BAD0D5F}"/>
          </ac:spMkLst>
        </pc:spChg>
        <pc:spChg chg="add mod">
          <ac:chgData name="Jedidi, Meriem" userId="131ae71b-d444-4fcc-b5a8-c85daee79ee8" providerId="ADAL" clId="{616E1C5A-870F-46F3-B847-7E3B05371AFB}" dt="2026-01-14T21:02:18.888" v="4632" actId="14100"/>
          <ac:spMkLst>
            <pc:docMk/>
            <pc:sldMk cId="3832932090" sldId="11106"/>
            <ac:spMk id="9" creationId="{E54ED44B-9A72-3E29-CAD6-879FEB44DE4B}"/>
          </ac:spMkLst>
        </pc:spChg>
        <pc:spChg chg="add mod">
          <ac:chgData name="Jedidi, Meriem" userId="131ae71b-d444-4fcc-b5a8-c85daee79ee8" providerId="ADAL" clId="{616E1C5A-870F-46F3-B847-7E3B05371AFB}" dt="2026-01-14T21:06:55.100" v="4675" actId="20577"/>
          <ac:spMkLst>
            <pc:docMk/>
            <pc:sldMk cId="3832932090" sldId="11106"/>
            <ac:spMk id="13" creationId="{34AA54C0-CD85-A812-2970-289521F48EDE}"/>
          </ac:spMkLst>
        </pc:spChg>
        <pc:spChg chg="add mod">
          <ac:chgData name="Jedidi, Meriem" userId="131ae71b-d444-4fcc-b5a8-c85daee79ee8" providerId="ADAL" clId="{616E1C5A-870F-46F3-B847-7E3B05371AFB}" dt="2026-01-14T21:06:49.394" v="4673" actId="20577"/>
          <ac:spMkLst>
            <pc:docMk/>
            <pc:sldMk cId="3832932090" sldId="11106"/>
            <ac:spMk id="15" creationId="{ADD98A94-B0DB-FA6A-0585-2D5C0C199DE3}"/>
          </ac:spMkLst>
        </pc:spChg>
        <pc:spChg chg="add mod">
          <ac:chgData name="Jedidi, Meriem" userId="131ae71b-d444-4fcc-b5a8-c85daee79ee8" providerId="ADAL" clId="{616E1C5A-870F-46F3-B847-7E3B05371AFB}" dt="2026-01-14T21:07:48.495" v="4681" actId="14100"/>
          <ac:spMkLst>
            <pc:docMk/>
            <pc:sldMk cId="3832932090" sldId="11106"/>
            <ac:spMk id="16" creationId="{1F45D70E-F41C-81B6-80F0-2919B75DA3F7}"/>
          </ac:spMkLst>
        </pc:spChg>
        <pc:spChg chg="add mod">
          <ac:chgData name="Jedidi, Meriem" userId="131ae71b-d444-4fcc-b5a8-c85daee79ee8" providerId="ADAL" clId="{616E1C5A-870F-46F3-B847-7E3B05371AFB}" dt="2026-01-14T21:08:12.671" v="4687" actId="14100"/>
          <ac:spMkLst>
            <pc:docMk/>
            <pc:sldMk cId="3832932090" sldId="11106"/>
            <ac:spMk id="17" creationId="{FB312593-E0DA-A4C6-E940-76D5DDB41DC5}"/>
          </ac:spMkLst>
        </pc:spChg>
      </pc:sldChg>
      <pc:sldChg chg="addSp delSp modSp new mod setBg modAnim chgLayout">
        <pc:chgData name="Jedidi, Meriem" userId="131ae71b-d444-4fcc-b5a8-c85daee79ee8" providerId="ADAL" clId="{616E1C5A-870F-46F3-B847-7E3B05371AFB}" dt="2026-01-14T21:32:40.322" v="4797" actId="113"/>
        <pc:sldMkLst>
          <pc:docMk/>
          <pc:sldMk cId="426669666" sldId="11107"/>
        </pc:sldMkLst>
        <pc:spChg chg="mod">
          <ac:chgData name="Jedidi, Meriem" userId="131ae71b-d444-4fcc-b5a8-c85daee79ee8" providerId="ADAL" clId="{616E1C5A-870F-46F3-B847-7E3B05371AFB}" dt="2026-01-14T21:32:40.322" v="4797" actId="113"/>
          <ac:spMkLst>
            <pc:docMk/>
            <pc:sldMk cId="426669666" sldId="11107"/>
            <ac:spMk id="2" creationId="{160107AF-F0D0-E96B-F9EA-CB49007D4693}"/>
          </ac:spMkLst>
        </pc:spChg>
        <pc:spChg chg="mod">
          <ac:chgData name="Jedidi, Meriem" userId="131ae71b-d444-4fcc-b5a8-c85daee79ee8" providerId="ADAL" clId="{616E1C5A-870F-46F3-B847-7E3B05371AFB}" dt="2026-01-14T21:15:30.202" v="4753" actId="1076"/>
          <ac:spMkLst>
            <pc:docMk/>
            <pc:sldMk cId="426669666" sldId="11107"/>
            <ac:spMk id="3" creationId="{F14D3B2D-BB59-C76F-C2CC-C7E410A96C90}"/>
          </ac:spMkLst>
        </pc:spChg>
        <pc:spChg chg="mod modVis">
          <ac:chgData name="Jedidi, Meriem" userId="131ae71b-d444-4fcc-b5a8-c85daee79ee8" providerId="ADAL" clId="{616E1C5A-870F-46F3-B847-7E3B05371AFB}" dt="2026-01-14T20:53:59.475" v="4562"/>
          <ac:spMkLst>
            <pc:docMk/>
            <pc:sldMk cId="426669666" sldId="11107"/>
            <ac:spMk id="4" creationId="{2579C726-9A59-C423-B2D2-BC35EFE68EED}"/>
          </ac:spMkLst>
        </pc:spChg>
        <pc:spChg chg="add mod">
          <ac:chgData name="Jedidi, Meriem" userId="131ae71b-d444-4fcc-b5a8-c85daee79ee8" providerId="ADAL" clId="{616E1C5A-870F-46F3-B847-7E3B05371AFB}" dt="2026-01-14T21:15:12.896" v="4752" actId="20577"/>
          <ac:spMkLst>
            <pc:docMk/>
            <pc:sldMk cId="426669666" sldId="11107"/>
            <ac:spMk id="7" creationId="{99F329AB-1662-99F9-EF21-FEEA4E6153F6}"/>
          </ac:spMkLst>
        </pc:spChg>
        <pc:spChg chg="add mod">
          <ac:chgData name="Jedidi, Meriem" userId="131ae71b-d444-4fcc-b5a8-c85daee79ee8" providerId="ADAL" clId="{616E1C5A-870F-46F3-B847-7E3B05371AFB}" dt="2026-01-14T21:15:39.464" v="4761" actId="20577"/>
          <ac:spMkLst>
            <pc:docMk/>
            <pc:sldMk cId="426669666" sldId="11107"/>
            <ac:spMk id="9" creationId="{476EDC78-0A80-FF9C-81F0-B8D48547EEE0}"/>
          </ac:spMkLst>
        </pc:spChg>
        <pc:spChg chg="add mod">
          <ac:chgData name="Jedidi, Meriem" userId="131ae71b-d444-4fcc-b5a8-c85daee79ee8" providerId="ADAL" clId="{616E1C5A-870F-46F3-B847-7E3B05371AFB}" dt="2026-01-14T21:15:34.648" v="4760" actId="1036"/>
          <ac:spMkLst>
            <pc:docMk/>
            <pc:sldMk cId="426669666" sldId="11107"/>
            <ac:spMk id="12" creationId="{07B8DDBC-CE66-3370-7B02-E22205E279E3}"/>
          </ac:spMkLst>
        </pc:spChg>
        <pc:spChg chg="add mod">
          <ac:chgData name="Jedidi, Meriem" userId="131ae71b-d444-4fcc-b5a8-c85daee79ee8" providerId="ADAL" clId="{616E1C5A-870F-46F3-B847-7E3B05371AFB}" dt="2026-01-14T21:12:02.224" v="4721" actId="14100"/>
          <ac:spMkLst>
            <pc:docMk/>
            <pc:sldMk cId="426669666" sldId="11107"/>
            <ac:spMk id="13" creationId="{77B56777-A8D0-FA57-CE99-F396A52666AD}"/>
          </ac:spMkLst>
        </pc:spChg>
        <pc:spChg chg="add mod">
          <ac:chgData name="Jedidi, Meriem" userId="131ae71b-d444-4fcc-b5a8-c85daee79ee8" providerId="ADAL" clId="{616E1C5A-870F-46F3-B847-7E3B05371AFB}" dt="2026-01-14T21:12:33.901" v="4731" actId="1036"/>
          <ac:spMkLst>
            <pc:docMk/>
            <pc:sldMk cId="426669666" sldId="11107"/>
            <ac:spMk id="14" creationId="{5AE65FE7-2484-D575-F543-226A691FD8F1}"/>
          </ac:spMkLst>
        </pc:spChg>
      </pc:sldChg>
      <pc:sldChg chg="addSp modSp new mod setBg modAnim setClrOvrMap chgLayout">
        <pc:chgData name="Jedidi, Meriem" userId="131ae71b-d444-4fcc-b5a8-c85daee79ee8" providerId="ADAL" clId="{616E1C5A-870F-46F3-B847-7E3B05371AFB}" dt="2026-01-14T21:32:43.892" v="4798" actId="113"/>
        <pc:sldMkLst>
          <pc:docMk/>
          <pc:sldMk cId="4013295498" sldId="11108"/>
        </pc:sldMkLst>
        <pc:spChg chg="mod">
          <ac:chgData name="Jedidi, Meriem" userId="131ae71b-d444-4fcc-b5a8-c85daee79ee8" providerId="ADAL" clId="{616E1C5A-870F-46F3-B847-7E3B05371AFB}" dt="2026-01-14T21:32:43.892" v="4798" actId="113"/>
          <ac:spMkLst>
            <pc:docMk/>
            <pc:sldMk cId="4013295498" sldId="11108"/>
            <ac:spMk id="2" creationId="{8D9461CD-4E26-623B-F564-BF034CC8E1F2}"/>
          </ac:spMkLst>
        </pc:spChg>
        <pc:spChg chg="mod">
          <ac:chgData name="Jedidi, Meriem" userId="131ae71b-d444-4fcc-b5a8-c85daee79ee8" providerId="ADAL" clId="{616E1C5A-870F-46F3-B847-7E3B05371AFB}" dt="2026-01-14T21:13:28.806" v="4734" actId="20577"/>
          <ac:spMkLst>
            <pc:docMk/>
            <pc:sldMk cId="4013295498" sldId="11108"/>
            <ac:spMk id="3" creationId="{6A2C5869-6854-5125-C8A9-B588DEFA3EBE}"/>
          </ac:spMkLst>
        </pc:spChg>
        <pc:spChg chg="mod modVis">
          <ac:chgData name="Jedidi, Meriem" userId="131ae71b-d444-4fcc-b5a8-c85daee79ee8" providerId="ADAL" clId="{616E1C5A-870F-46F3-B847-7E3B05371AFB}" dt="2026-01-14T20:54:57.301" v="4570" actId="26606"/>
          <ac:spMkLst>
            <pc:docMk/>
            <pc:sldMk cId="4013295498" sldId="11108"/>
            <ac:spMk id="4" creationId="{5A345624-41FC-98C3-73B6-AF56989CBF40}"/>
          </ac:spMkLst>
        </pc:spChg>
        <pc:spChg chg="add mod">
          <ac:chgData name="Jedidi, Meriem" userId="131ae71b-d444-4fcc-b5a8-c85daee79ee8" providerId="ADAL" clId="{616E1C5A-870F-46F3-B847-7E3B05371AFB}" dt="2026-01-14T21:15:56.031" v="4763" actId="1076"/>
          <ac:spMkLst>
            <pc:docMk/>
            <pc:sldMk cId="4013295498" sldId="11108"/>
            <ac:spMk id="9" creationId="{BB777B43-1E74-55CC-9F1E-B31E0E44B90F}"/>
          </ac:spMkLst>
        </pc:spChg>
        <pc:spChg chg="add mod">
          <ac:chgData name="Jedidi, Meriem" userId="131ae71b-d444-4fcc-b5a8-c85daee79ee8" providerId="ADAL" clId="{616E1C5A-870F-46F3-B847-7E3B05371AFB}" dt="2026-01-14T21:16:05.267" v="4765" actId="1076"/>
          <ac:spMkLst>
            <pc:docMk/>
            <pc:sldMk cId="4013295498" sldId="11108"/>
            <ac:spMk id="11" creationId="{CB3FCAF0-B888-0EF0-365B-5240668D5353}"/>
          </ac:spMkLst>
        </pc:spChg>
        <pc:spChg chg="add mod">
          <ac:chgData name="Jedidi, Meriem" userId="131ae71b-d444-4fcc-b5a8-c85daee79ee8" providerId="ADAL" clId="{616E1C5A-870F-46F3-B847-7E3B05371AFB}" dt="2026-01-14T21:20:23.628" v="4770" actId="14100"/>
          <ac:spMkLst>
            <pc:docMk/>
            <pc:sldMk cId="4013295498" sldId="11108"/>
            <ac:spMk id="12" creationId="{6DB1EBF5-A34C-042D-6F26-7A9FFAE2D8D6}"/>
          </ac:spMkLst>
        </pc:spChg>
        <pc:spChg chg="add mod">
          <ac:chgData name="Jedidi, Meriem" userId="131ae71b-d444-4fcc-b5a8-c85daee79ee8" providerId="ADAL" clId="{616E1C5A-870F-46F3-B847-7E3B05371AFB}" dt="2026-01-14T21:20:40.961" v="4774" actId="14100"/>
          <ac:spMkLst>
            <pc:docMk/>
            <pc:sldMk cId="4013295498" sldId="11108"/>
            <ac:spMk id="13" creationId="{BDF3AA7E-DC3C-211E-934D-27CFADF4EDA5}"/>
          </ac:spMkLst>
        </pc:spChg>
        <pc:spChg chg="add mod">
          <ac:chgData name="Jedidi, Meriem" userId="131ae71b-d444-4fcc-b5a8-c85daee79ee8" providerId="ADAL" clId="{616E1C5A-870F-46F3-B847-7E3B05371AFB}" dt="2026-01-14T21:20:59.302" v="4778" actId="14100"/>
          <ac:spMkLst>
            <pc:docMk/>
            <pc:sldMk cId="4013295498" sldId="11108"/>
            <ac:spMk id="14" creationId="{27134F0C-82CD-3060-80BD-0999EFA09D6D}"/>
          </ac:spMkLst>
        </pc:spChg>
      </pc:sldChg>
    </pc:docChg>
  </pc:docChgLst>
</pc:chgInfo>
</file>

<file path=ppt/comments/modernComment_2B55_ED2E02E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55ED94-B18D-43DC-A6C6-EADC5337683B}" authorId="{9971A41E-D707-8B6A-1D81-EA26D0B9F990}" status="resolved" created="2026-01-09T20:30:57.58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79215594" sldId="11093"/>
      <ac:graphicFrameMk id="5" creationId="{78470165-85E7-239E-B955-E8E65201118D}"/>
    </ac:deMkLst>
    <p188:txBody>
      <a:bodyPr/>
      <a:lstStyle/>
      <a:p>
        <a:r>
          <a:rPr lang="fr-CA"/>
          <a:t>[@Jedidi, Meriem]  ici je mettrait Defniition et type de test =&gt; Clarifie le scope des env.</a:t>
        </a:r>
      </a:p>
    </p188:txBody>
  </p188:cm>
  <p188:cm id="{6A6BD666-1DB7-429C-B3E0-9DF95E436633}" authorId="{F2D35ADB-F557-5282-5DA8-F89476E024DA}" status="resolved" created="2026-01-12T21:11:49.66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79215594" sldId="11093"/>
      <ac:graphicFrameMk id="5" creationId="{78470165-85E7-239E-B955-E8E65201118D}"/>
    </ac:deMkLst>
    <p188:replyLst>
      <p188:reply id="{15F9752B-3EA0-48EF-9169-6DCF50222E8E}" authorId="{F2D35ADB-F557-5282-5DA8-F89476E024DA}" created="2026-01-12T21:20:29.047">
        <p188:txBody>
          <a:bodyPr/>
          <a:lstStyle/>
          <a:p>
            <a:r>
              <a:rPr lang="fr-CA"/>
              <a:t>On mets le focus sur la nommination des environ : On ne parle plus d envirn d'accept, mais de prep prod ou de tests ( est demander est ce que ce nouveau lexique est claire )</a:t>
            </a:r>
          </a:p>
        </p188:txBody>
      </p188:reply>
    </p188:replyLst>
    <p188:txBody>
      <a:bodyPr/>
      <a:lstStyle/>
      <a:p>
        <a:r>
          <a:rPr lang="fr-CA"/>
          <a:t>Ajoute la def des niveaux de tests de la precedente pres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1FA451-0992-426F-AAB5-2D200EA8F5A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6B41A-5CFC-42E0-A7CB-C3994DFC5E8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050" noProof="0"/>
            <a:t>Mise en place de processus pour gérer les changements</a:t>
          </a:r>
        </a:p>
      </dgm:t>
    </dgm:pt>
    <dgm:pt modelId="{34C404FF-D73F-4856-8043-8767B92FCDFD}" type="parTrans" cxnId="{1BDBE788-1B32-49C1-A080-E187CD8C073A}">
      <dgm:prSet/>
      <dgm:spPr/>
      <dgm:t>
        <a:bodyPr/>
        <a:lstStyle/>
        <a:p>
          <a:endParaRPr lang="en-US"/>
        </a:p>
      </dgm:t>
    </dgm:pt>
    <dgm:pt modelId="{FF6B96FC-CB29-4EEA-A65B-D53FA30DE1BC}" type="sibTrans" cxnId="{1BDBE788-1B32-49C1-A080-E187CD8C073A}">
      <dgm:prSet/>
      <dgm:spPr/>
      <dgm:t>
        <a:bodyPr/>
        <a:lstStyle/>
        <a:p>
          <a:endParaRPr lang="en-US"/>
        </a:p>
      </dgm:t>
    </dgm:pt>
    <dgm:pt modelId="{06DF0C13-411B-47CE-9C51-B9C96D7B0B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050" b="0" noProof="0"/>
            <a:t>Assurer le suivi des environnements de niveaux inférieurs</a:t>
          </a:r>
        </a:p>
      </dgm:t>
    </dgm:pt>
    <dgm:pt modelId="{E7D3CE6F-338E-457B-B781-0AA874FB688A}" type="parTrans" cxnId="{B9C94A53-6CBF-4769-A84B-3D1E46ADD9FC}">
      <dgm:prSet/>
      <dgm:spPr/>
      <dgm:t>
        <a:bodyPr/>
        <a:lstStyle/>
        <a:p>
          <a:endParaRPr lang="en-US"/>
        </a:p>
      </dgm:t>
    </dgm:pt>
    <dgm:pt modelId="{A0E76E2A-B867-44BD-9DCF-FFB1780EDDCA}" type="sibTrans" cxnId="{B9C94A53-6CBF-4769-A84B-3D1E46ADD9FC}">
      <dgm:prSet/>
      <dgm:spPr/>
      <dgm:t>
        <a:bodyPr/>
        <a:lstStyle/>
        <a:p>
          <a:endParaRPr lang="en-US"/>
        </a:p>
      </dgm:t>
    </dgm:pt>
    <dgm:pt modelId="{414CF1D3-D7EB-4971-9B5C-1424777AD2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050" b="0" noProof="0"/>
            <a:t>Établissement d’un processus </a:t>
          </a:r>
          <a:r>
            <a:rPr lang="fr-CA" sz="1050" b="0" noProof="0">
              <a:latin typeface="Aptos Display" panose="02110004020202020204"/>
            </a:rPr>
            <a:t>d'essais</a:t>
          </a:r>
          <a:r>
            <a:rPr lang="fr-CA" sz="1050" b="0" noProof="0"/>
            <a:t> pour chaque niveau</a:t>
          </a:r>
        </a:p>
      </dgm:t>
    </dgm:pt>
    <dgm:pt modelId="{44CB5BD9-1143-434A-800D-BF87ABF666C6}" type="parTrans" cxnId="{2F13B97E-6DFE-4CF1-A56F-5804362EE3F3}">
      <dgm:prSet/>
      <dgm:spPr/>
      <dgm:t>
        <a:bodyPr/>
        <a:lstStyle/>
        <a:p>
          <a:endParaRPr lang="en-US"/>
        </a:p>
      </dgm:t>
    </dgm:pt>
    <dgm:pt modelId="{4EABF413-1E01-4C89-81DC-E3950362B7FF}" type="sibTrans" cxnId="{2F13B97E-6DFE-4CF1-A56F-5804362EE3F3}">
      <dgm:prSet/>
      <dgm:spPr/>
      <dgm:t>
        <a:bodyPr/>
        <a:lstStyle/>
        <a:p>
          <a:endParaRPr lang="en-US"/>
        </a:p>
      </dgm:t>
    </dgm:pt>
    <dgm:pt modelId="{5AF2F0ED-ACF3-47A1-AC17-0397CA5284F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050" noProof="0"/>
            <a:t>Coordination et planification des divers projets</a:t>
          </a:r>
        </a:p>
      </dgm:t>
    </dgm:pt>
    <dgm:pt modelId="{CDDAB807-828C-4BD4-B186-629EC3B23D6B}" type="parTrans" cxnId="{617DBFD4-98DC-4BAE-B815-9A5D18104383}">
      <dgm:prSet/>
      <dgm:spPr/>
      <dgm:t>
        <a:bodyPr/>
        <a:lstStyle/>
        <a:p>
          <a:endParaRPr lang="en-US"/>
        </a:p>
      </dgm:t>
    </dgm:pt>
    <dgm:pt modelId="{84DFBF99-360B-4B60-87B9-65E7602E7D7F}" type="sibTrans" cxnId="{617DBFD4-98DC-4BAE-B815-9A5D18104383}">
      <dgm:prSet/>
      <dgm:spPr/>
      <dgm:t>
        <a:bodyPr/>
        <a:lstStyle/>
        <a:p>
          <a:endParaRPr lang="en-US"/>
        </a:p>
      </dgm:t>
    </dgm:pt>
    <dgm:pt modelId="{59042CA9-3F8C-4BB9-A29D-B1ED980712A7}" type="pres">
      <dgm:prSet presAssocID="{5E1FA451-0992-426F-AAB5-2D200EA8F5AF}" presName="root" presStyleCnt="0">
        <dgm:presLayoutVars>
          <dgm:dir/>
          <dgm:resizeHandles val="exact"/>
        </dgm:presLayoutVars>
      </dgm:prSet>
      <dgm:spPr/>
    </dgm:pt>
    <dgm:pt modelId="{DE24EADA-C6F0-4115-8F22-600AAE0E99B7}" type="pres">
      <dgm:prSet presAssocID="{ECD6B41A-5CFC-42E0-A7CB-C3994DFC5E89}" presName="compNode" presStyleCnt="0"/>
      <dgm:spPr/>
    </dgm:pt>
    <dgm:pt modelId="{CAA53CF5-B456-4418-BEE2-82048BC91BA3}" type="pres">
      <dgm:prSet presAssocID="{ECD6B41A-5CFC-42E0-A7CB-C3994DFC5E8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817A0BE5-D656-4E17-B1D4-FCF1E88E37ED}" type="pres">
      <dgm:prSet presAssocID="{ECD6B41A-5CFC-42E0-A7CB-C3994DFC5E89}" presName="spaceRect" presStyleCnt="0"/>
      <dgm:spPr/>
    </dgm:pt>
    <dgm:pt modelId="{638933B5-E79C-438B-ACA3-DBF10E3EAFD8}" type="pres">
      <dgm:prSet presAssocID="{ECD6B41A-5CFC-42E0-A7CB-C3994DFC5E89}" presName="textRect" presStyleLbl="revTx" presStyleIdx="0" presStyleCnt="4">
        <dgm:presLayoutVars>
          <dgm:chMax val="1"/>
          <dgm:chPref val="1"/>
        </dgm:presLayoutVars>
      </dgm:prSet>
      <dgm:spPr/>
    </dgm:pt>
    <dgm:pt modelId="{41456E98-3A02-4C9A-92F7-E9F5D9FF3070}" type="pres">
      <dgm:prSet presAssocID="{FF6B96FC-CB29-4EEA-A65B-D53FA30DE1BC}" presName="sibTrans" presStyleCnt="0"/>
      <dgm:spPr/>
    </dgm:pt>
    <dgm:pt modelId="{8E4CEFC1-2B10-4CFE-BF03-175AF1EAB53C}" type="pres">
      <dgm:prSet presAssocID="{06DF0C13-411B-47CE-9C51-B9C96D7B0BB4}" presName="compNode" presStyleCnt="0"/>
      <dgm:spPr/>
    </dgm:pt>
    <dgm:pt modelId="{C2CD0383-3726-4724-9AFD-90F9BA0311A9}" type="pres">
      <dgm:prSet presAssocID="{06DF0C13-411B-47CE-9C51-B9C96D7B0B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A8331EB7-A618-4DF1-A5DA-373050257477}" type="pres">
      <dgm:prSet presAssocID="{06DF0C13-411B-47CE-9C51-B9C96D7B0BB4}" presName="spaceRect" presStyleCnt="0"/>
      <dgm:spPr/>
    </dgm:pt>
    <dgm:pt modelId="{23B15B69-9A0E-4F1D-98BA-D46FD3AA28CF}" type="pres">
      <dgm:prSet presAssocID="{06DF0C13-411B-47CE-9C51-B9C96D7B0BB4}" presName="textRect" presStyleLbl="revTx" presStyleIdx="1" presStyleCnt="4">
        <dgm:presLayoutVars>
          <dgm:chMax val="1"/>
          <dgm:chPref val="1"/>
        </dgm:presLayoutVars>
      </dgm:prSet>
      <dgm:spPr/>
    </dgm:pt>
    <dgm:pt modelId="{BE1DCE86-C7D7-4AE8-A371-92AA522A2A50}" type="pres">
      <dgm:prSet presAssocID="{A0E76E2A-B867-44BD-9DCF-FFB1780EDDCA}" presName="sibTrans" presStyleCnt="0"/>
      <dgm:spPr/>
    </dgm:pt>
    <dgm:pt modelId="{8AE36D6A-CAA5-4564-BADA-22E2F38F27CD}" type="pres">
      <dgm:prSet presAssocID="{414CF1D3-D7EB-4971-9B5C-1424777AD2F7}" presName="compNode" presStyleCnt="0"/>
      <dgm:spPr/>
    </dgm:pt>
    <dgm:pt modelId="{0D18A4BC-D6B7-44B1-9D86-AE76022BAD6D}" type="pres">
      <dgm:prSet presAssocID="{414CF1D3-D7EB-4971-9B5C-1424777AD2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e de contrôle"/>
        </a:ext>
      </dgm:extLst>
    </dgm:pt>
    <dgm:pt modelId="{732D5113-EC3B-408D-AD82-8CD0D34E3CD1}" type="pres">
      <dgm:prSet presAssocID="{414CF1D3-D7EB-4971-9B5C-1424777AD2F7}" presName="spaceRect" presStyleCnt="0"/>
      <dgm:spPr/>
    </dgm:pt>
    <dgm:pt modelId="{A36CD16A-BB4C-4925-8A34-CD93AF607F54}" type="pres">
      <dgm:prSet presAssocID="{414CF1D3-D7EB-4971-9B5C-1424777AD2F7}" presName="textRect" presStyleLbl="revTx" presStyleIdx="2" presStyleCnt="4">
        <dgm:presLayoutVars>
          <dgm:chMax val="1"/>
          <dgm:chPref val="1"/>
        </dgm:presLayoutVars>
      </dgm:prSet>
      <dgm:spPr/>
    </dgm:pt>
    <dgm:pt modelId="{255FE70B-782D-4B82-8D6B-CA0BEE1F9D2A}" type="pres">
      <dgm:prSet presAssocID="{4EABF413-1E01-4C89-81DC-E3950362B7FF}" presName="sibTrans" presStyleCnt="0"/>
      <dgm:spPr/>
    </dgm:pt>
    <dgm:pt modelId="{726F1FED-1689-4B10-A057-DF839D05CDD0}" type="pres">
      <dgm:prSet presAssocID="{5AF2F0ED-ACF3-47A1-AC17-0397CA5284F1}" presName="compNode" presStyleCnt="0"/>
      <dgm:spPr/>
    </dgm:pt>
    <dgm:pt modelId="{35DB13DA-F6D8-46E3-8BF0-65ADF64C4AF3}" type="pres">
      <dgm:prSet presAssocID="{5AF2F0ED-ACF3-47A1-AC17-0397CA5284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éunion"/>
        </a:ext>
      </dgm:extLst>
    </dgm:pt>
    <dgm:pt modelId="{73EC11A6-D223-49E3-9C47-2FC9867C806C}" type="pres">
      <dgm:prSet presAssocID="{5AF2F0ED-ACF3-47A1-AC17-0397CA5284F1}" presName="spaceRect" presStyleCnt="0"/>
      <dgm:spPr/>
    </dgm:pt>
    <dgm:pt modelId="{EB3877BC-C0C0-496E-AD6F-B41AE64C04CC}" type="pres">
      <dgm:prSet presAssocID="{5AF2F0ED-ACF3-47A1-AC17-0397CA5284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D94036B-20A9-4D5F-A1A1-0E47B54BF037}" type="presOf" srcId="{06DF0C13-411B-47CE-9C51-B9C96D7B0BB4}" destId="{23B15B69-9A0E-4F1D-98BA-D46FD3AA28CF}" srcOrd="0" destOrd="0" presId="urn:microsoft.com/office/officeart/2018/2/layout/IconLabelList"/>
    <dgm:cxn modelId="{B9C94A53-6CBF-4769-A84B-3D1E46ADD9FC}" srcId="{5E1FA451-0992-426F-AAB5-2D200EA8F5AF}" destId="{06DF0C13-411B-47CE-9C51-B9C96D7B0BB4}" srcOrd="1" destOrd="0" parTransId="{E7D3CE6F-338E-457B-B781-0AA874FB688A}" sibTransId="{A0E76E2A-B867-44BD-9DCF-FFB1780EDDCA}"/>
    <dgm:cxn modelId="{2F13B97E-6DFE-4CF1-A56F-5804362EE3F3}" srcId="{5E1FA451-0992-426F-AAB5-2D200EA8F5AF}" destId="{414CF1D3-D7EB-4971-9B5C-1424777AD2F7}" srcOrd="2" destOrd="0" parTransId="{44CB5BD9-1143-434A-800D-BF87ABF666C6}" sibTransId="{4EABF413-1E01-4C89-81DC-E3950362B7FF}"/>
    <dgm:cxn modelId="{1BDBE788-1B32-49C1-A080-E187CD8C073A}" srcId="{5E1FA451-0992-426F-AAB5-2D200EA8F5AF}" destId="{ECD6B41A-5CFC-42E0-A7CB-C3994DFC5E89}" srcOrd="0" destOrd="0" parTransId="{34C404FF-D73F-4856-8043-8767B92FCDFD}" sibTransId="{FF6B96FC-CB29-4EEA-A65B-D53FA30DE1BC}"/>
    <dgm:cxn modelId="{190AC292-3807-4016-B525-A39E5C44D6B6}" type="presOf" srcId="{5AF2F0ED-ACF3-47A1-AC17-0397CA5284F1}" destId="{EB3877BC-C0C0-496E-AD6F-B41AE64C04CC}" srcOrd="0" destOrd="0" presId="urn:microsoft.com/office/officeart/2018/2/layout/IconLabelList"/>
    <dgm:cxn modelId="{8FEF34B2-F95A-4965-B149-B12FC7DF0276}" type="presOf" srcId="{5E1FA451-0992-426F-AAB5-2D200EA8F5AF}" destId="{59042CA9-3F8C-4BB9-A29D-B1ED980712A7}" srcOrd="0" destOrd="0" presId="urn:microsoft.com/office/officeart/2018/2/layout/IconLabelList"/>
    <dgm:cxn modelId="{617DBFD4-98DC-4BAE-B815-9A5D18104383}" srcId="{5E1FA451-0992-426F-AAB5-2D200EA8F5AF}" destId="{5AF2F0ED-ACF3-47A1-AC17-0397CA5284F1}" srcOrd="3" destOrd="0" parTransId="{CDDAB807-828C-4BD4-B186-629EC3B23D6B}" sibTransId="{84DFBF99-360B-4B60-87B9-65E7602E7D7F}"/>
    <dgm:cxn modelId="{0690D0EF-7295-4546-BAFE-AA3D399F9933}" type="presOf" srcId="{414CF1D3-D7EB-4971-9B5C-1424777AD2F7}" destId="{A36CD16A-BB4C-4925-8A34-CD93AF607F54}" srcOrd="0" destOrd="0" presId="urn:microsoft.com/office/officeart/2018/2/layout/IconLabelList"/>
    <dgm:cxn modelId="{C851ADFA-3D12-44F8-BA9A-86D655B3D518}" type="presOf" srcId="{ECD6B41A-5CFC-42E0-A7CB-C3994DFC5E89}" destId="{638933B5-E79C-438B-ACA3-DBF10E3EAFD8}" srcOrd="0" destOrd="0" presId="urn:microsoft.com/office/officeart/2018/2/layout/IconLabelList"/>
    <dgm:cxn modelId="{5DB12B58-F814-4CAF-95FA-0CD11E3B2433}" type="presParOf" srcId="{59042CA9-3F8C-4BB9-A29D-B1ED980712A7}" destId="{DE24EADA-C6F0-4115-8F22-600AAE0E99B7}" srcOrd="0" destOrd="0" presId="urn:microsoft.com/office/officeart/2018/2/layout/IconLabelList"/>
    <dgm:cxn modelId="{AFA0043E-D9D2-443F-8446-B838B5C52933}" type="presParOf" srcId="{DE24EADA-C6F0-4115-8F22-600AAE0E99B7}" destId="{CAA53CF5-B456-4418-BEE2-82048BC91BA3}" srcOrd="0" destOrd="0" presId="urn:microsoft.com/office/officeart/2018/2/layout/IconLabelList"/>
    <dgm:cxn modelId="{84BE14D8-862D-44BC-89D6-1E8BA6E81B48}" type="presParOf" srcId="{DE24EADA-C6F0-4115-8F22-600AAE0E99B7}" destId="{817A0BE5-D656-4E17-B1D4-FCF1E88E37ED}" srcOrd="1" destOrd="0" presId="urn:microsoft.com/office/officeart/2018/2/layout/IconLabelList"/>
    <dgm:cxn modelId="{794F0B82-28B7-4B11-9DCA-F61348D1D402}" type="presParOf" srcId="{DE24EADA-C6F0-4115-8F22-600AAE0E99B7}" destId="{638933B5-E79C-438B-ACA3-DBF10E3EAFD8}" srcOrd="2" destOrd="0" presId="urn:microsoft.com/office/officeart/2018/2/layout/IconLabelList"/>
    <dgm:cxn modelId="{BFD8BD0C-B407-48DD-884A-C9E8743116CD}" type="presParOf" srcId="{59042CA9-3F8C-4BB9-A29D-B1ED980712A7}" destId="{41456E98-3A02-4C9A-92F7-E9F5D9FF3070}" srcOrd="1" destOrd="0" presId="urn:microsoft.com/office/officeart/2018/2/layout/IconLabelList"/>
    <dgm:cxn modelId="{D96D31DB-7D1B-407F-9793-7130FDA6ED10}" type="presParOf" srcId="{59042CA9-3F8C-4BB9-A29D-B1ED980712A7}" destId="{8E4CEFC1-2B10-4CFE-BF03-175AF1EAB53C}" srcOrd="2" destOrd="0" presId="urn:microsoft.com/office/officeart/2018/2/layout/IconLabelList"/>
    <dgm:cxn modelId="{39E9E0B6-E320-4D85-84B9-DEFE8C7D2FA3}" type="presParOf" srcId="{8E4CEFC1-2B10-4CFE-BF03-175AF1EAB53C}" destId="{C2CD0383-3726-4724-9AFD-90F9BA0311A9}" srcOrd="0" destOrd="0" presId="urn:microsoft.com/office/officeart/2018/2/layout/IconLabelList"/>
    <dgm:cxn modelId="{96B3E38E-C3BD-40BB-A37A-488C81E235E7}" type="presParOf" srcId="{8E4CEFC1-2B10-4CFE-BF03-175AF1EAB53C}" destId="{A8331EB7-A618-4DF1-A5DA-373050257477}" srcOrd="1" destOrd="0" presId="urn:microsoft.com/office/officeart/2018/2/layout/IconLabelList"/>
    <dgm:cxn modelId="{ED8175F4-9778-486C-A2D4-BC9FC945E269}" type="presParOf" srcId="{8E4CEFC1-2B10-4CFE-BF03-175AF1EAB53C}" destId="{23B15B69-9A0E-4F1D-98BA-D46FD3AA28CF}" srcOrd="2" destOrd="0" presId="urn:microsoft.com/office/officeart/2018/2/layout/IconLabelList"/>
    <dgm:cxn modelId="{F874B303-F488-4271-BA57-1F2C63D445CA}" type="presParOf" srcId="{59042CA9-3F8C-4BB9-A29D-B1ED980712A7}" destId="{BE1DCE86-C7D7-4AE8-A371-92AA522A2A50}" srcOrd="3" destOrd="0" presId="urn:microsoft.com/office/officeart/2018/2/layout/IconLabelList"/>
    <dgm:cxn modelId="{C8140075-3E21-4D96-930E-E1588DA0807E}" type="presParOf" srcId="{59042CA9-3F8C-4BB9-A29D-B1ED980712A7}" destId="{8AE36D6A-CAA5-4564-BADA-22E2F38F27CD}" srcOrd="4" destOrd="0" presId="urn:microsoft.com/office/officeart/2018/2/layout/IconLabelList"/>
    <dgm:cxn modelId="{73B786B2-E6C2-4D9E-9F3C-598A1E0FAA24}" type="presParOf" srcId="{8AE36D6A-CAA5-4564-BADA-22E2F38F27CD}" destId="{0D18A4BC-D6B7-44B1-9D86-AE76022BAD6D}" srcOrd="0" destOrd="0" presId="urn:microsoft.com/office/officeart/2018/2/layout/IconLabelList"/>
    <dgm:cxn modelId="{CFBA8DDA-BC41-45AD-8CFD-96DDB32CB2C5}" type="presParOf" srcId="{8AE36D6A-CAA5-4564-BADA-22E2F38F27CD}" destId="{732D5113-EC3B-408D-AD82-8CD0D34E3CD1}" srcOrd="1" destOrd="0" presId="urn:microsoft.com/office/officeart/2018/2/layout/IconLabelList"/>
    <dgm:cxn modelId="{61813706-348D-47E2-B899-79CAA09E61C9}" type="presParOf" srcId="{8AE36D6A-CAA5-4564-BADA-22E2F38F27CD}" destId="{A36CD16A-BB4C-4925-8A34-CD93AF607F54}" srcOrd="2" destOrd="0" presId="urn:microsoft.com/office/officeart/2018/2/layout/IconLabelList"/>
    <dgm:cxn modelId="{5DE7AA29-7BC8-4A22-AF17-A85B7EEA0434}" type="presParOf" srcId="{59042CA9-3F8C-4BB9-A29D-B1ED980712A7}" destId="{255FE70B-782D-4B82-8D6B-CA0BEE1F9D2A}" srcOrd="5" destOrd="0" presId="urn:microsoft.com/office/officeart/2018/2/layout/IconLabelList"/>
    <dgm:cxn modelId="{FE644D99-AB5F-497E-AF0B-D8AC0E66FD5B}" type="presParOf" srcId="{59042CA9-3F8C-4BB9-A29D-B1ED980712A7}" destId="{726F1FED-1689-4B10-A057-DF839D05CDD0}" srcOrd="6" destOrd="0" presId="urn:microsoft.com/office/officeart/2018/2/layout/IconLabelList"/>
    <dgm:cxn modelId="{4A884AAE-8BB9-481C-A033-6D3C14AE731C}" type="presParOf" srcId="{726F1FED-1689-4B10-A057-DF839D05CDD0}" destId="{35DB13DA-F6D8-46E3-8BF0-65ADF64C4AF3}" srcOrd="0" destOrd="0" presId="urn:microsoft.com/office/officeart/2018/2/layout/IconLabelList"/>
    <dgm:cxn modelId="{801B8A22-6709-4A0C-8E41-E88DAD44D9EF}" type="presParOf" srcId="{726F1FED-1689-4B10-A057-DF839D05CDD0}" destId="{73EC11A6-D223-49E3-9C47-2FC9867C806C}" srcOrd="1" destOrd="0" presId="urn:microsoft.com/office/officeart/2018/2/layout/IconLabelList"/>
    <dgm:cxn modelId="{FD7F6657-3F9D-4547-B97F-A6C304D4A419}" type="presParOf" srcId="{726F1FED-1689-4B10-A057-DF839D05CDD0}" destId="{EB3877BC-C0C0-496E-AD6F-B41AE64C04C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987E4B-0631-4FE6-8633-C633A03988EE}" type="doc">
      <dgm:prSet loTypeId="urn:microsoft.com/office/officeart/2005/8/layout/process5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2D64F67F-71BB-41F2-A993-A42556E454E0}">
      <dgm:prSet custT="1"/>
      <dgm:spPr/>
      <dgm:t>
        <a:bodyPr/>
        <a:lstStyle/>
        <a:p>
          <a:r>
            <a:rPr lang="fr-CA" sz="800"/>
            <a:t>Atelier 1 </a:t>
          </a:r>
        </a:p>
        <a:p>
          <a:r>
            <a:rPr lang="fr-CA" sz="800"/>
            <a:t>(13 novembre 2025) </a:t>
          </a:r>
        </a:p>
        <a:p>
          <a:r>
            <a:rPr lang="fr-CA" sz="800"/>
            <a:t>Présentation des concepts de base du QA</a:t>
          </a:r>
          <a:endParaRPr lang="en-US" sz="800"/>
        </a:p>
      </dgm:t>
    </dgm:pt>
    <dgm:pt modelId="{86D25319-267E-4721-9807-20F0A3F06233}" type="parTrans" cxnId="{5519A25F-1FBA-4B49-997F-FBA71B4C73D1}">
      <dgm:prSet/>
      <dgm:spPr/>
      <dgm:t>
        <a:bodyPr/>
        <a:lstStyle/>
        <a:p>
          <a:endParaRPr lang="en-US"/>
        </a:p>
      </dgm:t>
    </dgm:pt>
    <dgm:pt modelId="{8FBEA398-ABEB-4104-92E3-CB25657AB270}" type="sibTrans" cxnId="{5519A25F-1FBA-4B49-997F-FBA71B4C73D1}">
      <dgm:prSet/>
      <dgm:spPr/>
      <dgm:t>
        <a:bodyPr/>
        <a:lstStyle/>
        <a:p>
          <a:endParaRPr lang="en-US"/>
        </a:p>
      </dgm:t>
    </dgm:pt>
    <dgm:pt modelId="{1D720CDE-960A-4356-A68A-F154FA31F898}">
      <dgm:prSet custT="1"/>
      <dgm:spPr>
        <a:effectLst>
          <a:glow rad="2286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fr-CA" sz="800"/>
            <a:t>Atelier 2</a:t>
          </a:r>
        </a:p>
        <a:p>
          <a:pPr algn="ctr"/>
          <a:r>
            <a:rPr lang="fr-CA" sz="800"/>
            <a:t>(aujourd’hui)</a:t>
          </a:r>
        </a:p>
        <a:p>
          <a:pPr algn="ctr"/>
          <a:r>
            <a:rPr lang="fr-CA" sz="800"/>
            <a:t>L’organisation et la gestion du QA dans les projets</a:t>
          </a:r>
        </a:p>
        <a:p>
          <a:pPr algn="l"/>
          <a:r>
            <a:rPr lang="en-US" sz="800"/>
            <a:t>- Processus</a:t>
          </a:r>
        </a:p>
        <a:p>
          <a:pPr algn="l"/>
          <a:r>
            <a:rPr lang="en-US" sz="800"/>
            <a:t>- RACI</a:t>
          </a:r>
        </a:p>
        <a:p>
          <a:pPr algn="l"/>
          <a:r>
            <a:rPr lang="en-US" sz="800"/>
            <a:t>- Gestion des </a:t>
          </a:r>
          <a:r>
            <a:rPr lang="fr-CA" sz="800"/>
            <a:t>environnements</a:t>
          </a:r>
          <a:endParaRPr lang="en-US" sz="800"/>
        </a:p>
        <a:p>
          <a:pPr algn="ctr"/>
          <a:endParaRPr lang="en-US" sz="800"/>
        </a:p>
      </dgm:t>
    </dgm:pt>
    <dgm:pt modelId="{583191F3-6172-4126-9E1A-C6365F5F62CC}" type="parTrans" cxnId="{5D6BB4BF-06B7-4F42-A0D9-3B4DC2F69CBF}">
      <dgm:prSet/>
      <dgm:spPr/>
      <dgm:t>
        <a:bodyPr/>
        <a:lstStyle/>
        <a:p>
          <a:endParaRPr lang="en-US"/>
        </a:p>
      </dgm:t>
    </dgm:pt>
    <dgm:pt modelId="{386B3099-FD65-4FD2-85B9-B0818A9E325D}" type="sibTrans" cxnId="{5D6BB4BF-06B7-4F42-A0D9-3B4DC2F69CBF}">
      <dgm:prSet/>
      <dgm:spPr/>
      <dgm:t>
        <a:bodyPr/>
        <a:lstStyle/>
        <a:p>
          <a:endParaRPr lang="en-US"/>
        </a:p>
      </dgm:t>
    </dgm:pt>
    <dgm:pt modelId="{147E15A3-10E3-4A8D-9E1C-0EF9E8D3030C}">
      <dgm:prSet custT="1"/>
      <dgm:spPr/>
      <dgm:t>
        <a:bodyPr/>
        <a:lstStyle/>
        <a:p>
          <a:r>
            <a:rPr lang="fr-CA" sz="800"/>
            <a:t>Atelier 3 </a:t>
          </a:r>
        </a:p>
        <a:p>
          <a:r>
            <a:rPr lang="fr-CA" sz="800"/>
            <a:t>(5 février 2026)</a:t>
          </a:r>
        </a:p>
        <a:p>
          <a:r>
            <a:rPr lang="fr-CA" sz="800"/>
            <a:t>Rédaction des essais pour tous les niveaux et utilisation de DevOps (Test Plan)</a:t>
          </a:r>
          <a:endParaRPr lang="en-US" sz="800"/>
        </a:p>
      </dgm:t>
    </dgm:pt>
    <dgm:pt modelId="{2B5F641D-888E-4CB9-AA30-A5FC1747889E}" type="parTrans" cxnId="{39D8EA5A-DBCB-4FB1-9A70-DF6D49D51D25}">
      <dgm:prSet/>
      <dgm:spPr/>
      <dgm:t>
        <a:bodyPr/>
        <a:lstStyle/>
        <a:p>
          <a:endParaRPr lang="en-US"/>
        </a:p>
      </dgm:t>
    </dgm:pt>
    <dgm:pt modelId="{7D4318EC-2EC6-4471-8626-F85EE9B907F7}" type="sibTrans" cxnId="{39D8EA5A-DBCB-4FB1-9A70-DF6D49D51D25}">
      <dgm:prSet/>
      <dgm:spPr/>
      <dgm:t>
        <a:bodyPr/>
        <a:lstStyle/>
        <a:p>
          <a:endParaRPr lang="en-US"/>
        </a:p>
      </dgm:t>
    </dgm:pt>
    <dgm:pt modelId="{DE34CE28-95B9-413D-A924-9BF1BE4E5279}">
      <dgm:prSet custT="1"/>
      <dgm:spPr/>
      <dgm:t>
        <a:bodyPr/>
        <a:lstStyle/>
        <a:p>
          <a:r>
            <a:rPr lang="fr-CA" sz="800"/>
            <a:t>Atelier 4 </a:t>
          </a:r>
        </a:p>
        <a:p>
          <a:r>
            <a:rPr lang="fr-CA" sz="800"/>
            <a:t>(26 février 2026)</a:t>
          </a:r>
        </a:p>
        <a:p>
          <a:r>
            <a:rPr lang="fr-CA" sz="800"/>
            <a:t>Gestion des branches et des environnements</a:t>
          </a:r>
        </a:p>
      </dgm:t>
    </dgm:pt>
    <dgm:pt modelId="{68EA5C31-88F0-4DC2-ADBC-F4278CC75B43}" type="parTrans" cxnId="{B37E9BBC-76C4-426D-9CE5-63880394CD0A}">
      <dgm:prSet/>
      <dgm:spPr/>
      <dgm:t>
        <a:bodyPr/>
        <a:lstStyle/>
        <a:p>
          <a:endParaRPr lang="fr-CA"/>
        </a:p>
      </dgm:t>
    </dgm:pt>
    <dgm:pt modelId="{2DE8CCD1-5D54-4060-9903-88748A533A82}" type="sibTrans" cxnId="{B37E9BBC-76C4-426D-9CE5-63880394CD0A}">
      <dgm:prSet/>
      <dgm:spPr/>
      <dgm:t>
        <a:bodyPr/>
        <a:lstStyle/>
        <a:p>
          <a:endParaRPr lang="fr-CA"/>
        </a:p>
      </dgm:t>
    </dgm:pt>
    <dgm:pt modelId="{26ED8F7E-8145-4854-AEE6-8761BECDC576}">
      <dgm:prSet custT="1"/>
      <dgm:spPr/>
      <dgm:t>
        <a:bodyPr/>
        <a:lstStyle/>
        <a:p>
          <a:r>
            <a:rPr lang="fr-CA" sz="800"/>
            <a:t>La suite: micro-formations en continue</a:t>
          </a:r>
          <a:endParaRPr lang="en-US" sz="800"/>
        </a:p>
      </dgm:t>
    </dgm:pt>
    <dgm:pt modelId="{C3B7DC1B-E472-40A9-A218-95D37DA9545F}" type="parTrans" cxnId="{58AB103E-4FED-4840-82CD-B317614FA733}">
      <dgm:prSet/>
      <dgm:spPr/>
      <dgm:t>
        <a:bodyPr/>
        <a:lstStyle/>
        <a:p>
          <a:endParaRPr lang="en-US"/>
        </a:p>
      </dgm:t>
    </dgm:pt>
    <dgm:pt modelId="{D7699B89-1108-483D-902B-FA05B507DCBA}" type="sibTrans" cxnId="{58AB103E-4FED-4840-82CD-B317614FA733}">
      <dgm:prSet/>
      <dgm:spPr/>
      <dgm:t>
        <a:bodyPr/>
        <a:lstStyle/>
        <a:p>
          <a:endParaRPr lang="en-US"/>
        </a:p>
      </dgm:t>
    </dgm:pt>
    <dgm:pt modelId="{D0F72D03-F7E5-4F2F-A6BE-BF573BD68234}" type="pres">
      <dgm:prSet presAssocID="{5F987E4B-0631-4FE6-8633-C633A03988EE}" presName="diagram" presStyleCnt="0">
        <dgm:presLayoutVars>
          <dgm:dir/>
          <dgm:resizeHandles val="exact"/>
        </dgm:presLayoutVars>
      </dgm:prSet>
      <dgm:spPr/>
    </dgm:pt>
    <dgm:pt modelId="{A1C6DF7C-E10B-4010-A41F-4CA694D3209E}" type="pres">
      <dgm:prSet presAssocID="{2D64F67F-71BB-41F2-A993-A42556E454E0}" presName="node" presStyleLbl="node1" presStyleIdx="0" presStyleCnt="5">
        <dgm:presLayoutVars>
          <dgm:bulletEnabled val="1"/>
        </dgm:presLayoutVars>
      </dgm:prSet>
      <dgm:spPr/>
    </dgm:pt>
    <dgm:pt modelId="{30043D34-8BB5-4F2A-9F0E-6700A2B2CAE3}" type="pres">
      <dgm:prSet presAssocID="{8FBEA398-ABEB-4104-92E3-CB25657AB270}" presName="sibTrans" presStyleLbl="sibTrans2D1" presStyleIdx="0" presStyleCnt="4"/>
      <dgm:spPr/>
    </dgm:pt>
    <dgm:pt modelId="{9A6D3B06-A090-4ECD-A0C6-C696006E8C11}" type="pres">
      <dgm:prSet presAssocID="{8FBEA398-ABEB-4104-92E3-CB25657AB270}" presName="connectorText" presStyleLbl="sibTrans2D1" presStyleIdx="0" presStyleCnt="4"/>
      <dgm:spPr/>
    </dgm:pt>
    <dgm:pt modelId="{C8C5FD7E-4E8B-4E62-8E83-37DE0799DB3A}" type="pres">
      <dgm:prSet presAssocID="{1D720CDE-960A-4356-A68A-F154FA31F898}" presName="node" presStyleLbl="node1" presStyleIdx="1" presStyleCnt="5">
        <dgm:presLayoutVars>
          <dgm:bulletEnabled val="1"/>
        </dgm:presLayoutVars>
      </dgm:prSet>
      <dgm:spPr/>
    </dgm:pt>
    <dgm:pt modelId="{2F6DC0A8-4A03-4C0F-85EC-973CE7382D3F}" type="pres">
      <dgm:prSet presAssocID="{386B3099-FD65-4FD2-85B9-B0818A9E325D}" presName="sibTrans" presStyleLbl="sibTrans2D1" presStyleIdx="1" presStyleCnt="4"/>
      <dgm:spPr/>
    </dgm:pt>
    <dgm:pt modelId="{1123D1C6-64BA-49A1-AC8A-3F3C53679D31}" type="pres">
      <dgm:prSet presAssocID="{386B3099-FD65-4FD2-85B9-B0818A9E325D}" presName="connectorText" presStyleLbl="sibTrans2D1" presStyleIdx="1" presStyleCnt="4"/>
      <dgm:spPr/>
    </dgm:pt>
    <dgm:pt modelId="{19DC3E96-C607-40AD-A884-16C3496A0D76}" type="pres">
      <dgm:prSet presAssocID="{147E15A3-10E3-4A8D-9E1C-0EF9E8D3030C}" presName="node" presStyleLbl="node1" presStyleIdx="2" presStyleCnt="5">
        <dgm:presLayoutVars>
          <dgm:bulletEnabled val="1"/>
        </dgm:presLayoutVars>
      </dgm:prSet>
      <dgm:spPr/>
    </dgm:pt>
    <dgm:pt modelId="{CBA98AE5-3E69-4BA0-A67A-AC8F71AF92AB}" type="pres">
      <dgm:prSet presAssocID="{7D4318EC-2EC6-4471-8626-F85EE9B907F7}" presName="sibTrans" presStyleLbl="sibTrans2D1" presStyleIdx="2" presStyleCnt="4"/>
      <dgm:spPr/>
    </dgm:pt>
    <dgm:pt modelId="{9B38802F-A266-41BE-B6CC-A6505C438564}" type="pres">
      <dgm:prSet presAssocID="{7D4318EC-2EC6-4471-8626-F85EE9B907F7}" presName="connectorText" presStyleLbl="sibTrans2D1" presStyleIdx="2" presStyleCnt="4"/>
      <dgm:spPr/>
    </dgm:pt>
    <dgm:pt modelId="{6F1F815B-79C4-4FEE-BE30-7D487AE3A731}" type="pres">
      <dgm:prSet presAssocID="{DE34CE28-95B9-413D-A924-9BF1BE4E5279}" presName="node" presStyleLbl="node1" presStyleIdx="3" presStyleCnt="5">
        <dgm:presLayoutVars>
          <dgm:bulletEnabled val="1"/>
        </dgm:presLayoutVars>
      </dgm:prSet>
      <dgm:spPr/>
    </dgm:pt>
    <dgm:pt modelId="{10644818-5939-4333-BEE5-FCD3BBF5F1E9}" type="pres">
      <dgm:prSet presAssocID="{2DE8CCD1-5D54-4060-9903-88748A533A82}" presName="sibTrans" presStyleLbl="sibTrans2D1" presStyleIdx="3" presStyleCnt="4"/>
      <dgm:spPr/>
    </dgm:pt>
    <dgm:pt modelId="{AFC15305-FCE0-4F54-9FCB-01D88A956E46}" type="pres">
      <dgm:prSet presAssocID="{2DE8CCD1-5D54-4060-9903-88748A533A82}" presName="connectorText" presStyleLbl="sibTrans2D1" presStyleIdx="3" presStyleCnt="4"/>
      <dgm:spPr/>
    </dgm:pt>
    <dgm:pt modelId="{9D11DACA-D345-4434-BAA9-1A7F6AE686F1}" type="pres">
      <dgm:prSet presAssocID="{26ED8F7E-8145-4854-AEE6-8761BECDC576}" presName="node" presStyleLbl="node1" presStyleIdx="4" presStyleCnt="5">
        <dgm:presLayoutVars>
          <dgm:bulletEnabled val="1"/>
        </dgm:presLayoutVars>
      </dgm:prSet>
      <dgm:spPr/>
    </dgm:pt>
  </dgm:ptLst>
  <dgm:cxnLst>
    <dgm:cxn modelId="{99F59313-6E39-49DD-B554-3B7C36970D20}" type="presOf" srcId="{7D4318EC-2EC6-4471-8626-F85EE9B907F7}" destId="{CBA98AE5-3E69-4BA0-A67A-AC8F71AF92AB}" srcOrd="0" destOrd="0" presId="urn:microsoft.com/office/officeart/2005/8/layout/process5"/>
    <dgm:cxn modelId="{39D9152D-17D5-4C0C-9C47-0477BEB009B2}" type="presOf" srcId="{386B3099-FD65-4FD2-85B9-B0818A9E325D}" destId="{2F6DC0A8-4A03-4C0F-85EC-973CE7382D3F}" srcOrd="0" destOrd="0" presId="urn:microsoft.com/office/officeart/2005/8/layout/process5"/>
    <dgm:cxn modelId="{767C2B31-9198-45D2-8A7B-F816DE79AEF8}" type="presOf" srcId="{2DE8CCD1-5D54-4060-9903-88748A533A82}" destId="{10644818-5939-4333-BEE5-FCD3BBF5F1E9}" srcOrd="0" destOrd="0" presId="urn:microsoft.com/office/officeart/2005/8/layout/process5"/>
    <dgm:cxn modelId="{61B7FB39-069D-46D3-B3BF-3F41828DAC4D}" type="presOf" srcId="{7D4318EC-2EC6-4471-8626-F85EE9B907F7}" destId="{9B38802F-A266-41BE-B6CC-A6505C438564}" srcOrd="1" destOrd="0" presId="urn:microsoft.com/office/officeart/2005/8/layout/process5"/>
    <dgm:cxn modelId="{58AB103E-4FED-4840-82CD-B317614FA733}" srcId="{5F987E4B-0631-4FE6-8633-C633A03988EE}" destId="{26ED8F7E-8145-4854-AEE6-8761BECDC576}" srcOrd="4" destOrd="0" parTransId="{C3B7DC1B-E472-40A9-A218-95D37DA9545F}" sibTransId="{D7699B89-1108-483D-902B-FA05B507DCBA}"/>
    <dgm:cxn modelId="{5519A25F-1FBA-4B49-997F-FBA71B4C73D1}" srcId="{5F987E4B-0631-4FE6-8633-C633A03988EE}" destId="{2D64F67F-71BB-41F2-A993-A42556E454E0}" srcOrd="0" destOrd="0" parTransId="{86D25319-267E-4721-9807-20F0A3F06233}" sibTransId="{8FBEA398-ABEB-4104-92E3-CB25657AB270}"/>
    <dgm:cxn modelId="{396ECE6E-BBA1-48B4-AA9A-9767ED3AD6B6}" type="presOf" srcId="{2D64F67F-71BB-41F2-A993-A42556E454E0}" destId="{A1C6DF7C-E10B-4010-A41F-4CA694D3209E}" srcOrd="0" destOrd="0" presId="urn:microsoft.com/office/officeart/2005/8/layout/process5"/>
    <dgm:cxn modelId="{0EADD852-4C59-4BBA-8244-940975488BB0}" type="presOf" srcId="{147E15A3-10E3-4A8D-9E1C-0EF9E8D3030C}" destId="{19DC3E96-C607-40AD-A884-16C3496A0D76}" srcOrd="0" destOrd="0" presId="urn:microsoft.com/office/officeart/2005/8/layout/process5"/>
    <dgm:cxn modelId="{9E89D056-4512-400E-B017-098997F65896}" type="presOf" srcId="{26ED8F7E-8145-4854-AEE6-8761BECDC576}" destId="{9D11DACA-D345-4434-BAA9-1A7F6AE686F1}" srcOrd="0" destOrd="0" presId="urn:microsoft.com/office/officeart/2005/8/layout/process5"/>
    <dgm:cxn modelId="{39D8EA5A-DBCB-4FB1-9A70-DF6D49D51D25}" srcId="{5F987E4B-0631-4FE6-8633-C633A03988EE}" destId="{147E15A3-10E3-4A8D-9E1C-0EF9E8D3030C}" srcOrd="2" destOrd="0" parTransId="{2B5F641D-888E-4CB9-AA30-A5FC1747889E}" sibTransId="{7D4318EC-2EC6-4471-8626-F85EE9B907F7}"/>
    <dgm:cxn modelId="{A7798B7F-751B-4ED7-8513-ACC29084646D}" type="presOf" srcId="{5F987E4B-0631-4FE6-8633-C633A03988EE}" destId="{D0F72D03-F7E5-4F2F-A6BE-BF573BD68234}" srcOrd="0" destOrd="0" presId="urn:microsoft.com/office/officeart/2005/8/layout/process5"/>
    <dgm:cxn modelId="{C1EC6984-764B-441E-BDAA-181FD52BC97E}" type="presOf" srcId="{8FBEA398-ABEB-4104-92E3-CB25657AB270}" destId="{30043D34-8BB5-4F2A-9F0E-6700A2B2CAE3}" srcOrd="0" destOrd="0" presId="urn:microsoft.com/office/officeart/2005/8/layout/process5"/>
    <dgm:cxn modelId="{E5EDB98B-9F4A-453B-B969-3680DB60183E}" type="presOf" srcId="{1D720CDE-960A-4356-A68A-F154FA31F898}" destId="{C8C5FD7E-4E8B-4E62-8E83-37DE0799DB3A}" srcOrd="0" destOrd="0" presId="urn:microsoft.com/office/officeart/2005/8/layout/process5"/>
    <dgm:cxn modelId="{EB157AAB-BBD6-40DC-8056-B7447F590D9F}" type="presOf" srcId="{DE34CE28-95B9-413D-A924-9BF1BE4E5279}" destId="{6F1F815B-79C4-4FEE-BE30-7D487AE3A731}" srcOrd="0" destOrd="0" presId="urn:microsoft.com/office/officeart/2005/8/layout/process5"/>
    <dgm:cxn modelId="{B37E9BBC-76C4-426D-9CE5-63880394CD0A}" srcId="{5F987E4B-0631-4FE6-8633-C633A03988EE}" destId="{DE34CE28-95B9-413D-A924-9BF1BE4E5279}" srcOrd="3" destOrd="0" parTransId="{68EA5C31-88F0-4DC2-ADBC-F4278CC75B43}" sibTransId="{2DE8CCD1-5D54-4060-9903-88748A533A82}"/>
    <dgm:cxn modelId="{5D6BB4BF-06B7-4F42-A0D9-3B4DC2F69CBF}" srcId="{5F987E4B-0631-4FE6-8633-C633A03988EE}" destId="{1D720CDE-960A-4356-A68A-F154FA31F898}" srcOrd="1" destOrd="0" parTransId="{583191F3-6172-4126-9E1A-C6365F5F62CC}" sibTransId="{386B3099-FD65-4FD2-85B9-B0818A9E325D}"/>
    <dgm:cxn modelId="{4C55B9C2-8544-45C2-9A8C-9219938847B8}" type="presOf" srcId="{2DE8CCD1-5D54-4060-9903-88748A533A82}" destId="{AFC15305-FCE0-4F54-9FCB-01D88A956E46}" srcOrd="1" destOrd="0" presId="urn:microsoft.com/office/officeart/2005/8/layout/process5"/>
    <dgm:cxn modelId="{D29106C7-FCF4-4474-8106-497628F47127}" type="presOf" srcId="{386B3099-FD65-4FD2-85B9-B0818A9E325D}" destId="{1123D1C6-64BA-49A1-AC8A-3F3C53679D31}" srcOrd="1" destOrd="0" presId="urn:microsoft.com/office/officeart/2005/8/layout/process5"/>
    <dgm:cxn modelId="{2D31D1DA-4021-4114-920A-3644943C265E}" type="presOf" srcId="{8FBEA398-ABEB-4104-92E3-CB25657AB270}" destId="{9A6D3B06-A090-4ECD-A0C6-C696006E8C11}" srcOrd="1" destOrd="0" presId="urn:microsoft.com/office/officeart/2005/8/layout/process5"/>
    <dgm:cxn modelId="{08BB58FC-98E9-4086-B10A-2E74E6074D39}" type="presParOf" srcId="{D0F72D03-F7E5-4F2F-A6BE-BF573BD68234}" destId="{A1C6DF7C-E10B-4010-A41F-4CA694D3209E}" srcOrd="0" destOrd="0" presId="urn:microsoft.com/office/officeart/2005/8/layout/process5"/>
    <dgm:cxn modelId="{1971CF38-8BBC-4ADB-817F-DD469477E14D}" type="presParOf" srcId="{D0F72D03-F7E5-4F2F-A6BE-BF573BD68234}" destId="{30043D34-8BB5-4F2A-9F0E-6700A2B2CAE3}" srcOrd="1" destOrd="0" presId="urn:microsoft.com/office/officeart/2005/8/layout/process5"/>
    <dgm:cxn modelId="{23A3AE8F-1E27-4339-BA94-08750FD42397}" type="presParOf" srcId="{30043D34-8BB5-4F2A-9F0E-6700A2B2CAE3}" destId="{9A6D3B06-A090-4ECD-A0C6-C696006E8C11}" srcOrd="0" destOrd="0" presId="urn:microsoft.com/office/officeart/2005/8/layout/process5"/>
    <dgm:cxn modelId="{947BD120-8842-4B55-B603-C850975C3BC4}" type="presParOf" srcId="{D0F72D03-F7E5-4F2F-A6BE-BF573BD68234}" destId="{C8C5FD7E-4E8B-4E62-8E83-37DE0799DB3A}" srcOrd="2" destOrd="0" presId="urn:microsoft.com/office/officeart/2005/8/layout/process5"/>
    <dgm:cxn modelId="{443A5952-DC8A-4BE2-9117-D8082B91D722}" type="presParOf" srcId="{D0F72D03-F7E5-4F2F-A6BE-BF573BD68234}" destId="{2F6DC0A8-4A03-4C0F-85EC-973CE7382D3F}" srcOrd="3" destOrd="0" presId="urn:microsoft.com/office/officeart/2005/8/layout/process5"/>
    <dgm:cxn modelId="{AA99E87F-1DC7-4203-85F7-1C49FFC9925D}" type="presParOf" srcId="{2F6DC0A8-4A03-4C0F-85EC-973CE7382D3F}" destId="{1123D1C6-64BA-49A1-AC8A-3F3C53679D31}" srcOrd="0" destOrd="0" presId="urn:microsoft.com/office/officeart/2005/8/layout/process5"/>
    <dgm:cxn modelId="{97AFB477-6523-477E-8C1C-99E1A288D0D7}" type="presParOf" srcId="{D0F72D03-F7E5-4F2F-A6BE-BF573BD68234}" destId="{19DC3E96-C607-40AD-A884-16C3496A0D76}" srcOrd="4" destOrd="0" presId="urn:microsoft.com/office/officeart/2005/8/layout/process5"/>
    <dgm:cxn modelId="{1CA06473-5A2E-4F05-89B5-9D2DF39E3A15}" type="presParOf" srcId="{D0F72D03-F7E5-4F2F-A6BE-BF573BD68234}" destId="{CBA98AE5-3E69-4BA0-A67A-AC8F71AF92AB}" srcOrd="5" destOrd="0" presId="urn:microsoft.com/office/officeart/2005/8/layout/process5"/>
    <dgm:cxn modelId="{44C17660-BAB5-4AF7-9ABE-B525642CBD99}" type="presParOf" srcId="{CBA98AE5-3E69-4BA0-A67A-AC8F71AF92AB}" destId="{9B38802F-A266-41BE-B6CC-A6505C438564}" srcOrd="0" destOrd="0" presId="urn:microsoft.com/office/officeart/2005/8/layout/process5"/>
    <dgm:cxn modelId="{B6AED6F2-7E59-4BFB-9CCA-8203C9C83083}" type="presParOf" srcId="{D0F72D03-F7E5-4F2F-A6BE-BF573BD68234}" destId="{6F1F815B-79C4-4FEE-BE30-7D487AE3A731}" srcOrd="6" destOrd="0" presId="urn:microsoft.com/office/officeart/2005/8/layout/process5"/>
    <dgm:cxn modelId="{40989B06-C976-4D2D-BD3F-90F0B1EB122E}" type="presParOf" srcId="{D0F72D03-F7E5-4F2F-A6BE-BF573BD68234}" destId="{10644818-5939-4333-BEE5-FCD3BBF5F1E9}" srcOrd="7" destOrd="0" presId="urn:microsoft.com/office/officeart/2005/8/layout/process5"/>
    <dgm:cxn modelId="{281E1E14-5C2F-40F8-9D6A-9B39BB393477}" type="presParOf" srcId="{10644818-5939-4333-BEE5-FCD3BBF5F1E9}" destId="{AFC15305-FCE0-4F54-9FCB-01D88A956E46}" srcOrd="0" destOrd="0" presId="urn:microsoft.com/office/officeart/2005/8/layout/process5"/>
    <dgm:cxn modelId="{EE2CA738-824A-4307-8263-EE3D7C93D415}" type="presParOf" srcId="{D0F72D03-F7E5-4F2F-A6BE-BF573BD68234}" destId="{9D11DACA-D345-4434-BAA9-1A7F6AE686F1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0B9BC5-660C-451C-99BD-3FDC5D73AAD4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5D3CEC-FC5A-4869-9596-744021C862C4}">
      <dgm:prSet/>
      <dgm:spPr/>
      <dgm:t>
        <a:bodyPr/>
        <a:lstStyle/>
        <a:p>
          <a:pPr rtl="0"/>
          <a:r>
            <a:rPr lang="fr-CA"/>
            <a:t>Organiser le projet</a:t>
          </a:r>
          <a:endParaRPr lang="en-US"/>
        </a:p>
      </dgm:t>
    </dgm:pt>
    <dgm:pt modelId="{CE082F24-0907-4B20-AB66-9B1D85AFA126}" type="parTrans" cxnId="{502709D7-D5C8-45B2-AF54-FFE4CDA8B243}">
      <dgm:prSet/>
      <dgm:spPr/>
      <dgm:t>
        <a:bodyPr/>
        <a:lstStyle/>
        <a:p>
          <a:endParaRPr lang="en-US"/>
        </a:p>
      </dgm:t>
    </dgm:pt>
    <dgm:pt modelId="{D270129F-8D88-45FD-9603-C0F09CDEE47B}" type="sibTrans" cxnId="{502709D7-D5C8-45B2-AF54-FFE4CDA8B243}">
      <dgm:prSet/>
      <dgm:spPr/>
      <dgm:t>
        <a:bodyPr/>
        <a:lstStyle/>
        <a:p>
          <a:endParaRPr lang="en-US"/>
        </a:p>
      </dgm:t>
    </dgm:pt>
    <dgm:pt modelId="{6D51CF19-00AA-48C5-BE6C-CF3FCE8EB254}">
      <dgm:prSet/>
      <dgm:spPr/>
      <dgm:t>
        <a:bodyPr/>
        <a:lstStyle/>
        <a:p>
          <a:pPr rtl="0"/>
          <a:r>
            <a:rPr lang="fr-CA"/>
            <a:t>Architecture détaillée</a:t>
          </a:r>
          <a:endParaRPr lang="en-US"/>
        </a:p>
      </dgm:t>
    </dgm:pt>
    <dgm:pt modelId="{59FA33D3-390E-412D-8449-7C1C8EFB2D97}" type="parTrans" cxnId="{6F8997B0-597D-45A6-A981-02AAB61EEF9F}">
      <dgm:prSet/>
      <dgm:spPr/>
      <dgm:t>
        <a:bodyPr/>
        <a:lstStyle/>
        <a:p>
          <a:endParaRPr lang="en-US"/>
        </a:p>
      </dgm:t>
    </dgm:pt>
    <dgm:pt modelId="{BE268116-BC84-4585-9C6E-A6EECF049234}" type="sibTrans" cxnId="{6F8997B0-597D-45A6-A981-02AAB61EEF9F}">
      <dgm:prSet/>
      <dgm:spPr/>
      <dgm:t>
        <a:bodyPr/>
        <a:lstStyle/>
        <a:p>
          <a:endParaRPr lang="en-US"/>
        </a:p>
      </dgm:t>
    </dgm:pt>
    <dgm:pt modelId="{0AEB428B-8A25-4D60-BF49-EC1E5D68EA1C}">
      <dgm:prSet phldr="0"/>
      <dgm:spPr/>
      <dgm:t>
        <a:bodyPr/>
        <a:lstStyle/>
        <a:p>
          <a:pPr rtl="0"/>
          <a:r>
            <a:rPr lang="fr-CA"/>
            <a:t>Faire les analyses d’impact et de risques QA</a:t>
          </a:r>
        </a:p>
      </dgm:t>
    </dgm:pt>
    <dgm:pt modelId="{3050624A-5D4F-4091-AF6A-FF4B710E359D}" type="parTrans" cxnId="{862CAC18-7835-4C64-AFDF-C5DE1A1AD3A7}">
      <dgm:prSet/>
      <dgm:spPr/>
      <dgm:t>
        <a:bodyPr/>
        <a:lstStyle/>
        <a:p>
          <a:endParaRPr lang="en-US"/>
        </a:p>
      </dgm:t>
    </dgm:pt>
    <dgm:pt modelId="{4AF784BE-D477-4374-9C48-7807C0D972A1}" type="sibTrans" cxnId="{862CAC18-7835-4C64-AFDF-C5DE1A1AD3A7}">
      <dgm:prSet/>
      <dgm:spPr/>
      <dgm:t>
        <a:bodyPr/>
        <a:lstStyle/>
        <a:p>
          <a:endParaRPr lang="en-US"/>
        </a:p>
      </dgm:t>
    </dgm:pt>
    <dgm:pt modelId="{48852C4F-43AF-420E-9D42-E25A1D425853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Présenter la stratégie d’essai</a:t>
          </a:r>
          <a:br>
            <a:rPr lang="fr-CA"/>
          </a:br>
          <a:r>
            <a:rPr lang="fr-CA"/>
            <a:t>à l’équipe</a:t>
          </a:r>
        </a:p>
      </dgm:t>
    </dgm:pt>
    <dgm:pt modelId="{46F6CCA3-B1A1-405D-A86E-240B4A560934}" type="parTrans" cxnId="{694DBB78-2B29-4167-B38D-858BD402546E}">
      <dgm:prSet/>
      <dgm:spPr/>
      <dgm:t>
        <a:bodyPr/>
        <a:lstStyle/>
        <a:p>
          <a:endParaRPr lang="en-US"/>
        </a:p>
      </dgm:t>
    </dgm:pt>
    <dgm:pt modelId="{ED318052-5199-4CDC-A026-3B11FBE3275B}" type="sibTrans" cxnId="{694DBB78-2B29-4167-B38D-858BD402546E}">
      <dgm:prSet/>
      <dgm:spPr/>
      <dgm:t>
        <a:bodyPr/>
        <a:lstStyle/>
        <a:p>
          <a:endParaRPr lang="en-US"/>
        </a:p>
      </dgm:t>
    </dgm:pt>
    <dgm:pt modelId="{756F890C-CF83-437C-B5DD-FC21A090A80D}">
      <dgm:prSet phldr="0"/>
      <dgm:spPr/>
      <dgm:t>
        <a:bodyPr/>
        <a:lstStyle/>
        <a:p>
          <a:pPr rtl="0"/>
          <a:r>
            <a:rPr lang="fr-CA"/>
            <a:t>Préparer le plan de test et écrire les essais</a:t>
          </a:r>
        </a:p>
      </dgm:t>
    </dgm:pt>
    <dgm:pt modelId="{A4BADD48-CEC8-44AE-8D87-F84D932B229D}" type="parTrans" cxnId="{CA026E2D-095A-488E-B492-2B91FBE70CDD}">
      <dgm:prSet/>
      <dgm:spPr/>
      <dgm:t>
        <a:bodyPr/>
        <a:lstStyle/>
        <a:p>
          <a:endParaRPr lang="en-US"/>
        </a:p>
      </dgm:t>
    </dgm:pt>
    <dgm:pt modelId="{D146FEE7-BF2C-4BF6-ABD3-A5462D627885}" type="sibTrans" cxnId="{CA026E2D-095A-488E-B492-2B91FBE70CDD}">
      <dgm:prSet/>
      <dgm:spPr/>
      <dgm:t>
        <a:bodyPr/>
        <a:lstStyle/>
        <a:p>
          <a:endParaRPr lang="en-US"/>
        </a:p>
      </dgm:t>
    </dgm:pt>
    <dgm:pt modelId="{54910A3B-28D7-4616-A7AA-08F936B95192}">
      <dgm:prSet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Configuration et développement</a:t>
          </a:r>
          <a:endParaRPr lang="en-US"/>
        </a:p>
      </dgm:t>
    </dgm:pt>
    <dgm:pt modelId="{F47D63A9-6454-485A-9A90-81505C9FC933}" type="parTrans" cxnId="{628E1B30-CEE2-4831-A5E5-7FBDF20932F2}">
      <dgm:prSet/>
      <dgm:spPr/>
      <dgm:t>
        <a:bodyPr/>
        <a:lstStyle/>
        <a:p>
          <a:endParaRPr lang="en-US"/>
        </a:p>
      </dgm:t>
    </dgm:pt>
    <dgm:pt modelId="{E7B9ACEB-4459-40B6-8B49-7B53D2D0C7BB}" type="sibTrans" cxnId="{628E1B30-CEE2-4831-A5E5-7FBDF20932F2}">
      <dgm:prSet/>
      <dgm:spPr/>
      <dgm:t>
        <a:bodyPr/>
        <a:lstStyle/>
        <a:p>
          <a:endParaRPr lang="en-US"/>
        </a:p>
      </dgm:t>
    </dgm:pt>
    <dgm:pt modelId="{7BE95BE6-3794-4EA9-B7CC-BBC387887FEB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Exécuter les essais de système</a:t>
          </a:r>
        </a:p>
      </dgm:t>
    </dgm:pt>
    <dgm:pt modelId="{60110137-136A-4336-8B41-6E23894DAF69}" type="parTrans" cxnId="{D426E7C9-C86A-4473-8149-0F4A290B14B2}">
      <dgm:prSet/>
      <dgm:spPr/>
      <dgm:t>
        <a:bodyPr/>
        <a:lstStyle/>
        <a:p>
          <a:endParaRPr lang="en-US"/>
        </a:p>
      </dgm:t>
    </dgm:pt>
    <dgm:pt modelId="{D4FE5B3C-5F97-4F93-9511-D5215FBD5E11}" type="sibTrans" cxnId="{D426E7C9-C86A-4473-8149-0F4A290B14B2}">
      <dgm:prSet/>
      <dgm:spPr/>
      <dgm:t>
        <a:bodyPr/>
        <a:lstStyle/>
        <a:p>
          <a:endParaRPr lang="en-US"/>
        </a:p>
      </dgm:t>
    </dgm:pt>
    <dgm:pt modelId="{D351367D-AA84-4A0B-9975-3BC65DB95E89}">
      <dgm:prSet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CA"/>
            <a:t>Préparation</a:t>
          </a:r>
          <a:br>
            <a:rPr lang="fr-CA"/>
          </a:br>
          <a:r>
            <a:rPr lang="fr-CA"/>
            <a:t>MEP</a:t>
          </a:r>
          <a:endParaRPr lang="en-US"/>
        </a:p>
      </dgm:t>
    </dgm:pt>
    <dgm:pt modelId="{A9F16365-E199-4A85-B4AF-D38B8737B0FF}" type="parTrans" cxnId="{D2271043-D0BF-4E60-9986-2BD4BAA37BE7}">
      <dgm:prSet/>
      <dgm:spPr/>
      <dgm:t>
        <a:bodyPr/>
        <a:lstStyle/>
        <a:p>
          <a:endParaRPr lang="en-US"/>
        </a:p>
      </dgm:t>
    </dgm:pt>
    <dgm:pt modelId="{EA9EA3AC-62C4-403E-A3FF-20DE97B9611A}" type="sibTrans" cxnId="{D2271043-D0BF-4E60-9986-2BD4BAA37BE7}">
      <dgm:prSet/>
      <dgm:spPr/>
      <dgm:t>
        <a:bodyPr/>
        <a:lstStyle/>
        <a:p>
          <a:endParaRPr lang="en-US"/>
        </a:p>
      </dgm:t>
    </dgm:pt>
    <dgm:pt modelId="{13EFA440-B5CA-4174-8F4B-E3FBAC5412FF}">
      <dgm:prSet/>
      <dgm:spPr/>
      <dgm:t>
        <a:bodyPr/>
        <a:lstStyle/>
        <a:p>
          <a:pPr rtl="0"/>
          <a:r>
            <a:rPr lang="fr-CA"/>
            <a:t>Mise en Production</a:t>
          </a:r>
          <a:endParaRPr lang="en-US"/>
        </a:p>
      </dgm:t>
    </dgm:pt>
    <dgm:pt modelId="{087BEFE1-09D4-428F-B52B-30A702A237FD}" type="parTrans" cxnId="{744663D3-E35A-4839-AF41-733840FACC5E}">
      <dgm:prSet/>
      <dgm:spPr/>
      <dgm:t>
        <a:bodyPr/>
        <a:lstStyle/>
        <a:p>
          <a:endParaRPr lang="en-US"/>
        </a:p>
      </dgm:t>
    </dgm:pt>
    <dgm:pt modelId="{4658F1BD-A769-4DCF-A251-28BDF61E7CCA}" type="sibTrans" cxnId="{744663D3-E35A-4839-AF41-733840FACC5E}">
      <dgm:prSet/>
      <dgm:spPr/>
      <dgm:t>
        <a:bodyPr/>
        <a:lstStyle/>
        <a:p>
          <a:endParaRPr lang="en-US"/>
        </a:p>
      </dgm:t>
    </dgm:pt>
    <dgm:pt modelId="{124758BD-1AD8-423D-A408-B3A4FDBAF96A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Faire la rencontre de Go </a:t>
          </a:r>
          <a:r>
            <a:rPr lang="fr-CA" err="1"/>
            <a:t>Nogo</a:t>
          </a:r>
          <a:endParaRPr lang="fr-CA"/>
        </a:p>
      </dgm:t>
    </dgm:pt>
    <dgm:pt modelId="{DDB297BB-96CD-46C2-8582-1859F63D3F33}" type="parTrans" cxnId="{D0176544-6557-4690-8AEA-63DBCF6C885C}">
      <dgm:prSet/>
      <dgm:spPr/>
      <dgm:t>
        <a:bodyPr/>
        <a:lstStyle/>
        <a:p>
          <a:endParaRPr lang="en-US"/>
        </a:p>
      </dgm:t>
    </dgm:pt>
    <dgm:pt modelId="{7D4D1BD4-0F5A-419D-9288-5FF946972957}" type="sibTrans" cxnId="{D0176544-6557-4690-8AEA-63DBCF6C885C}">
      <dgm:prSet/>
      <dgm:spPr/>
      <dgm:t>
        <a:bodyPr/>
        <a:lstStyle/>
        <a:p>
          <a:endParaRPr lang="en-US"/>
        </a:p>
      </dgm:t>
    </dgm:pt>
    <dgm:pt modelId="{101AEDCF-C8FD-45F7-883D-47F6C07063B1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Désigner le responsable QA</a:t>
          </a:r>
        </a:p>
      </dgm:t>
    </dgm:pt>
    <dgm:pt modelId="{EC197EFC-F36B-48F0-A2DB-AC64EF21E1AA}" type="parTrans" cxnId="{7A1D0BE2-BD86-40F4-A324-844A65EEB71C}">
      <dgm:prSet/>
      <dgm:spPr/>
      <dgm:t>
        <a:bodyPr/>
        <a:lstStyle/>
        <a:p>
          <a:endParaRPr lang="fr-CA"/>
        </a:p>
      </dgm:t>
    </dgm:pt>
    <dgm:pt modelId="{2074246D-238E-4C55-A1C7-0917AC807110}" type="sibTrans" cxnId="{7A1D0BE2-BD86-40F4-A324-844A65EEB71C}">
      <dgm:prSet/>
      <dgm:spPr/>
      <dgm:t>
        <a:bodyPr/>
        <a:lstStyle/>
        <a:p>
          <a:endParaRPr lang="fr-CA"/>
        </a:p>
      </dgm:t>
    </dgm:pt>
    <dgm:pt modelId="{9975B0B6-4A7A-478C-BD30-934DBFFE5326}">
      <dgm:prSet phldr="0"/>
      <dgm:spPr/>
      <dgm:t>
        <a:bodyPr/>
        <a:lstStyle/>
        <a:p>
          <a:pPr rtl="0"/>
          <a:r>
            <a:rPr lang="fr-CA"/>
            <a:t>Établir le scope des changements</a:t>
          </a:r>
        </a:p>
      </dgm:t>
    </dgm:pt>
    <dgm:pt modelId="{70ABCA17-F04E-44D1-8389-79D79CC875CC}" type="parTrans" cxnId="{F1BA6D15-B5EE-441D-B1D4-CD82846D001E}">
      <dgm:prSet/>
      <dgm:spPr/>
      <dgm:t>
        <a:bodyPr/>
        <a:lstStyle/>
        <a:p>
          <a:endParaRPr lang="fr-CA"/>
        </a:p>
      </dgm:t>
    </dgm:pt>
    <dgm:pt modelId="{211ED2CF-E23F-4B17-83BD-B0AB3BB7CD16}" type="sibTrans" cxnId="{F1BA6D15-B5EE-441D-B1D4-CD82846D001E}">
      <dgm:prSet/>
      <dgm:spPr/>
      <dgm:t>
        <a:bodyPr/>
        <a:lstStyle/>
        <a:p>
          <a:endParaRPr lang="fr-CA"/>
        </a:p>
      </dgm:t>
    </dgm:pt>
    <dgm:pt modelId="{141806BA-912E-4FDB-9AD1-6281AAE0FECC}">
      <dgm:prSet phldr="0"/>
      <dgm:spPr/>
      <dgm:t>
        <a:bodyPr/>
        <a:lstStyle/>
        <a:p>
          <a:pPr rtl="0"/>
          <a:r>
            <a:rPr lang="fr-CA"/>
            <a:t>Préparer les environnements et les données</a:t>
          </a:r>
        </a:p>
      </dgm:t>
    </dgm:pt>
    <dgm:pt modelId="{2FD95983-1B29-49AA-8206-8E2DE2A708FF}" type="parTrans" cxnId="{B7F3E23E-C9CD-4A97-BAB5-255ABAD6CBEA}">
      <dgm:prSet/>
      <dgm:spPr/>
      <dgm:t>
        <a:bodyPr/>
        <a:lstStyle/>
        <a:p>
          <a:endParaRPr lang="fr-CA"/>
        </a:p>
      </dgm:t>
    </dgm:pt>
    <dgm:pt modelId="{FD2F71E2-8BA1-4016-84EA-0A99505F4329}" type="sibTrans" cxnId="{B7F3E23E-C9CD-4A97-BAB5-255ABAD6CBEA}">
      <dgm:prSet/>
      <dgm:spPr/>
      <dgm:t>
        <a:bodyPr/>
        <a:lstStyle/>
        <a:p>
          <a:endParaRPr lang="fr-CA"/>
        </a:p>
      </dgm:t>
    </dgm:pt>
    <dgm:pt modelId="{9D9706CE-0550-4777-9785-924D62A538B8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Exécuter les essais de composants</a:t>
          </a:r>
        </a:p>
      </dgm:t>
    </dgm:pt>
    <dgm:pt modelId="{FADCF406-E33A-4D52-9F15-01CFC24C648F}" type="parTrans" cxnId="{C8D5BF20-9969-4606-9DC9-D98706CBFE7E}">
      <dgm:prSet/>
      <dgm:spPr/>
      <dgm:t>
        <a:bodyPr/>
        <a:lstStyle/>
        <a:p>
          <a:endParaRPr lang="fr-CA"/>
        </a:p>
      </dgm:t>
    </dgm:pt>
    <dgm:pt modelId="{FDB47DDA-E078-4A11-83DD-C068D879BBEF}" type="sibTrans" cxnId="{C8D5BF20-9969-4606-9DC9-D98706CBFE7E}">
      <dgm:prSet/>
      <dgm:spPr/>
      <dgm:t>
        <a:bodyPr/>
        <a:lstStyle/>
        <a:p>
          <a:endParaRPr lang="fr-CA"/>
        </a:p>
      </dgm:t>
    </dgm:pt>
    <dgm:pt modelId="{70FF34B3-288A-4C1F-B7A1-8046E9F99D1D}">
      <dgm:prSet phldr="0"/>
      <dgm:spPr/>
      <dgm:t>
        <a:bodyPr/>
        <a:lstStyle/>
        <a:p>
          <a:pPr rtl="0"/>
          <a:r>
            <a:rPr lang="fr-CA"/>
            <a:t>Amélioration continue </a:t>
          </a:r>
          <a:br>
            <a:rPr lang="fr-CA"/>
          </a:br>
          <a:r>
            <a:rPr lang="fr-CA"/>
            <a:t>(Post-mortem)</a:t>
          </a:r>
        </a:p>
      </dgm:t>
    </dgm:pt>
    <dgm:pt modelId="{CFADBAD4-AB71-4FC8-94B8-F84948F61D2B}" type="parTrans" cxnId="{588EBF3C-4686-46CC-89FB-9FFB93030C97}">
      <dgm:prSet/>
      <dgm:spPr/>
      <dgm:t>
        <a:bodyPr/>
        <a:lstStyle/>
        <a:p>
          <a:endParaRPr lang="fr-CA"/>
        </a:p>
      </dgm:t>
    </dgm:pt>
    <dgm:pt modelId="{8C193A9B-B9D5-4378-9B67-5F08E939453C}" type="sibTrans" cxnId="{588EBF3C-4686-46CC-89FB-9FFB93030C97}">
      <dgm:prSet/>
      <dgm:spPr/>
      <dgm:t>
        <a:bodyPr/>
        <a:lstStyle/>
        <a:p>
          <a:endParaRPr lang="fr-CA"/>
        </a:p>
      </dgm:t>
    </dgm:pt>
    <dgm:pt modelId="{D82E58F9-D250-4E67-8481-397CBF568829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Exécuter les tests d’acceptation</a:t>
          </a:r>
        </a:p>
      </dgm:t>
    </dgm:pt>
    <dgm:pt modelId="{CA098DA8-D0FB-4031-BEA1-7FCABCF2EA27}" type="sibTrans" cxnId="{8850B4A3-1238-4DE6-96F4-53A5FD284928}">
      <dgm:prSet/>
      <dgm:spPr/>
      <dgm:t>
        <a:bodyPr/>
        <a:lstStyle/>
        <a:p>
          <a:endParaRPr lang="en-US"/>
        </a:p>
      </dgm:t>
    </dgm:pt>
    <dgm:pt modelId="{A8BB1A56-AD73-40D3-A9FE-82EC92F72B9A}" type="parTrans" cxnId="{8850B4A3-1238-4DE6-96F4-53A5FD284928}">
      <dgm:prSet/>
      <dgm:spPr/>
      <dgm:t>
        <a:bodyPr/>
        <a:lstStyle/>
        <a:p>
          <a:endParaRPr lang="en-US"/>
        </a:p>
      </dgm:t>
    </dgm:pt>
    <dgm:pt modelId="{E796684B-53D9-48F7-AB8C-B30C856B99DB}">
      <dgm:prSet/>
      <dgm:spPr/>
      <dgm:t>
        <a:bodyPr/>
        <a:lstStyle/>
        <a:p>
          <a:r>
            <a:rPr lang="en-US" err="1"/>
            <a:t>Sélectionner</a:t>
          </a:r>
          <a:r>
            <a:rPr lang="en-US"/>
            <a:t> les Features qui </a:t>
          </a:r>
          <a:r>
            <a:rPr lang="en-US" err="1"/>
            <a:t>seront</a:t>
          </a:r>
          <a:r>
            <a:rPr lang="en-US"/>
            <a:t> </a:t>
          </a:r>
          <a:r>
            <a:rPr lang="en-US" err="1"/>
            <a:t>livrées</a:t>
          </a:r>
          <a:endParaRPr lang="en-US"/>
        </a:p>
      </dgm:t>
    </dgm:pt>
    <dgm:pt modelId="{8912A73E-DEC3-4F33-99D4-AB250AD9DDB8}" type="parTrans" cxnId="{C63FC319-F034-405A-80AD-5BD4F67B40CF}">
      <dgm:prSet/>
      <dgm:spPr/>
      <dgm:t>
        <a:bodyPr/>
        <a:lstStyle/>
        <a:p>
          <a:endParaRPr lang="fr-CA"/>
        </a:p>
      </dgm:t>
    </dgm:pt>
    <dgm:pt modelId="{41F9B94D-DE01-4B6F-8342-D53B11DDC317}" type="sibTrans" cxnId="{C63FC319-F034-405A-80AD-5BD4F67B40CF}">
      <dgm:prSet/>
      <dgm:spPr/>
      <dgm:t>
        <a:bodyPr/>
        <a:lstStyle/>
        <a:p>
          <a:endParaRPr lang="fr-CA"/>
        </a:p>
      </dgm:t>
    </dgm:pt>
    <dgm:pt modelId="{4B552AC0-8720-47BA-BFDA-B136F939065B}">
      <dgm:prSet/>
      <dgm:spPr/>
      <dgm:t>
        <a:bodyPr/>
        <a:lstStyle/>
        <a:p>
          <a:r>
            <a:rPr lang="fr-CA"/>
            <a:t>Fusion des </a:t>
          </a:r>
          <a:r>
            <a:rPr lang="fr-CA" err="1"/>
            <a:t>Feature</a:t>
          </a:r>
          <a:r>
            <a:rPr lang="fr-CA"/>
            <a:t> + Smoke test</a:t>
          </a:r>
          <a:endParaRPr lang="en-US"/>
        </a:p>
      </dgm:t>
    </dgm:pt>
    <dgm:pt modelId="{2BFE4660-01C0-46EE-B0C8-ED5770BF464C}" type="parTrans" cxnId="{AE201DBC-5AEE-431C-8DA0-F09115E2535A}">
      <dgm:prSet/>
      <dgm:spPr/>
      <dgm:t>
        <a:bodyPr/>
        <a:lstStyle/>
        <a:p>
          <a:endParaRPr lang="fr-CA"/>
        </a:p>
      </dgm:t>
    </dgm:pt>
    <dgm:pt modelId="{B8EBB8BD-2EEB-4434-9032-322CF5771C33}" type="sibTrans" cxnId="{AE201DBC-5AEE-431C-8DA0-F09115E2535A}">
      <dgm:prSet/>
      <dgm:spPr/>
      <dgm:t>
        <a:bodyPr/>
        <a:lstStyle/>
        <a:p>
          <a:endParaRPr lang="fr-CA"/>
        </a:p>
      </dgm:t>
    </dgm:pt>
    <dgm:pt modelId="{E5DEC678-3A4D-4457-9A78-17607D7314A8}">
      <dgm:prSet phldr="0"/>
      <dgm:spPr/>
      <dgm:t>
        <a:bodyPr/>
        <a:lstStyle/>
        <a:p>
          <a:pPr rtl="0"/>
          <a:r>
            <a:rPr lang="fr-CA"/>
            <a:t>Préparer les utilisateurs aux tests (</a:t>
          </a:r>
          <a:r>
            <a:rPr lang="fr-CA" err="1"/>
            <a:t>Kickoff</a:t>
          </a:r>
          <a:r>
            <a:rPr lang="fr-CA"/>
            <a:t> QA)</a:t>
          </a:r>
        </a:p>
      </dgm:t>
    </dgm:pt>
    <dgm:pt modelId="{1F6753B4-4DAC-4CF4-A30A-544D4FE224AC}" type="parTrans" cxnId="{AB973890-DF71-435B-B30E-AB68BC6FBAC7}">
      <dgm:prSet/>
      <dgm:spPr/>
      <dgm:t>
        <a:bodyPr/>
        <a:lstStyle/>
        <a:p>
          <a:endParaRPr lang="fr-CA"/>
        </a:p>
      </dgm:t>
    </dgm:pt>
    <dgm:pt modelId="{54E983B4-0C61-4F33-A078-66AEAE6E1CFE}" type="sibTrans" cxnId="{AB973890-DF71-435B-B30E-AB68BC6FBAC7}">
      <dgm:prSet/>
      <dgm:spPr/>
      <dgm:t>
        <a:bodyPr/>
        <a:lstStyle/>
        <a:p>
          <a:endParaRPr lang="fr-CA"/>
        </a:p>
      </dgm:t>
    </dgm:pt>
    <dgm:pt modelId="{A63FD70E-7F0C-4F5C-BDD8-52D9BE13A49E}">
      <dgm:prSet phldr="0"/>
      <dgm:spPr/>
      <dgm:t>
        <a:bodyPr/>
        <a:lstStyle/>
        <a:p>
          <a:pPr rtl="0"/>
          <a:r>
            <a:rPr lang="fr-CA"/>
            <a:t>Corriger les anomalies (Bug)</a:t>
          </a:r>
        </a:p>
      </dgm:t>
    </dgm:pt>
    <dgm:pt modelId="{496A6FA5-606F-4643-AF1D-A4BBEAF0F371}" type="sibTrans" cxnId="{9193C1C9-CE35-4F17-9FC0-5802B7267EFF}">
      <dgm:prSet/>
      <dgm:spPr/>
      <dgm:t>
        <a:bodyPr/>
        <a:lstStyle/>
        <a:p>
          <a:endParaRPr lang="fr-CA"/>
        </a:p>
      </dgm:t>
    </dgm:pt>
    <dgm:pt modelId="{94A400D3-6ECF-4837-9567-1A1E33F112BE}" type="parTrans" cxnId="{9193C1C9-CE35-4F17-9FC0-5802B7267EFF}">
      <dgm:prSet/>
      <dgm:spPr/>
      <dgm:t>
        <a:bodyPr/>
        <a:lstStyle/>
        <a:p>
          <a:endParaRPr lang="fr-CA"/>
        </a:p>
      </dgm:t>
    </dgm:pt>
    <dgm:pt modelId="{62B94CBB-747C-4ED5-A800-63AEB52E49A1}">
      <dgm:prSet phldr="0"/>
      <dgm:spPr/>
      <dgm:t>
        <a:bodyPr/>
        <a:lstStyle/>
        <a:p>
          <a:pPr rtl="0"/>
          <a:r>
            <a:rPr lang="fr-CA"/>
            <a:t>Annoncer les environnements nécessaires au RM</a:t>
          </a:r>
        </a:p>
      </dgm:t>
    </dgm:pt>
    <dgm:pt modelId="{A321AA82-BA9B-489B-9B9E-E0138E76DE0A}" type="parTrans" cxnId="{67A674A4-15C8-4EE0-9115-BDAB188577F8}">
      <dgm:prSet/>
      <dgm:spPr/>
      <dgm:t>
        <a:bodyPr/>
        <a:lstStyle/>
        <a:p>
          <a:endParaRPr lang="fr-CA"/>
        </a:p>
      </dgm:t>
    </dgm:pt>
    <dgm:pt modelId="{B452C43C-594C-4706-848A-793BAD785B16}" type="sibTrans" cxnId="{67A674A4-15C8-4EE0-9115-BDAB188577F8}">
      <dgm:prSet/>
      <dgm:spPr/>
      <dgm:t>
        <a:bodyPr/>
        <a:lstStyle/>
        <a:p>
          <a:endParaRPr lang="fr-CA"/>
        </a:p>
      </dgm:t>
    </dgm:pt>
    <dgm:pt modelId="{F6C215C7-A311-481D-8AE0-EDCBCA79F8A4}">
      <dgm:prSet/>
      <dgm:spPr/>
      <dgm:t>
        <a:bodyPr/>
        <a:lstStyle/>
        <a:p>
          <a:r>
            <a:rPr lang="en-US"/>
            <a:t>Preparer la Release Note</a:t>
          </a:r>
          <a:br>
            <a:rPr lang="en-US"/>
          </a:br>
          <a:r>
            <a:rPr lang="en-US"/>
            <a:t>et le CHG</a:t>
          </a:r>
        </a:p>
      </dgm:t>
    </dgm:pt>
    <dgm:pt modelId="{6574BE33-DE4C-4FC9-A0BF-6EC78398B358}" type="parTrans" cxnId="{6F342C04-7997-45F7-AF64-767EE41B8CD8}">
      <dgm:prSet/>
      <dgm:spPr/>
      <dgm:t>
        <a:bodyPr/>
        <a:lstStyle/>
        <a:p>
          <a:endParaRPr lang="fr-CA"/>
        </a:p>
      </dgm:t>
    </dgm:pt>
    <dgm:pt modelId="{D3402C11-1414-48D9-B9C5-AD7840AE2669}" type="sibTrans" cxnId="{6F342C04-7997-45F7-AF64-767EE41B8CD8}">
      <dgm:prSet/>
      <dgm:spPr/>
      <dgm:t>
        <a:bodyPr/>
        <a:lstStyle/>
        <a:p>
          <a:endParaRPr lang="fr-CA"/>
        </a:p>
      </dgm:t>
    </dgm:pt>
    <dgm:pt modelId="{19C71ED4-39FB-4E37-B2B3-71D93D07835F}">
      <dgm:prSet/>
      <dgm:spPr/>
      <dgm:t>
        <a:bodyPr/>
        <a:lstStyle/>
        <a:p>
          <a:r>
            <a:rPr lang="fr-CA"/>
            <a:t>Analyse et Conception</a:t>
          </a:r>
          <a:endParaRPr lang="en-US"/>
        </a:p>
      </dgm:t>
    </dgm:pt>
    <dgm:pt modelId="{FEAEF6B5-026C-41E6-93DF-78DEB481D5BB}" type="parTrans" cxnId="{DE6D7B0F-18AD-491A-AE6F-605272438BD3}">
      <dgm:prSet/>
      <dgm:spPr/>
      <dgm:t>
        <a:bodyPr/>
        <a:lstStyle/>
        <a:p>
          <a:endParaRPr lang="en-US"/>
        </a:p>
      </dgm:t>
    </dgm:pt>
    <dgm:pt modelId="{FD7B0E12-C975-452F-8FA5-D886E98DC9D6}" type="sibTrans" cxnId="{DE6D7B0F-18AD-491A-AE6F-605272438BD3}">
      <dgm:prSet/>
      <dgm:spPr/>
      <dgm:t>
        <a:bodyPr/>
        <a:lstStyle/>
        <a:p>
          <a:endParaRPr lang="en-US"/>
        </a:p>
      </dgm:t>
    </dgm:pt>
    <dgm:pt modelId="{01BAE274-6F90-4136-B694-97FF75A9440F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Présenter le</a:t>
          </a:r>
          <a:br>
            <a:rPr lang="fr-CA"/>
          </a:br>
          <a:r>
            <a:rPr lang="fr-CA"/>
            <a:t>plan de test</a:t>
          </a:r>
          <a:br>
            <a:rPr lang="fr-CA"/>
          </a:br>
          <a:r>
            <a:rPr lang="fr-CA"/>
            <a:t>à l’équipe</a:t>
          </a:r>
        </a:p>
      </dgm:t>
    </dgm:pt>
    <dgm:pt modelId="{68D164E9-C771-4981-A8F0-B3102DDCCA18}" type="parTrans" cxnId="{5548F362-5B0B-4262-A863-A8BCE8496E6C}">
      <dgm:prSet/>
      <dgm:spPr/>
      <dgm:t>
        <a:bodyPr/>
        <a:lstStyle/>
        <a:p>
          <a:endParaRPr lang="fr-CA"/>
        </a:p>
      </dgm:t>
    </dgm:pt>
    <dgm:pt modelId="{909BA049-DE7C-4763-8706-BE0836158A76}" type="sibTrans" cxnId="{5548F362-5B0B-4262-A863-A8BCE8496E6C}">
      <dgm:prSet/>
      <dgm:spPr/>
      <dgm:t>
        <a:bodyPr/>
        <a:lstStyle/>
        <a:p>
          <a:endParaRPr lang="fr-CA"/>
        </a:p>
      </dgm:t>
    </dgm:pt>
    <dgm:pt modelId="{EB5DAB53-2C32-4021-96BF-2FBE4512B8C9}">
      <dgm:prSet phldr="0"/>
      <dgm:spPr/>
      <dgm:t>
        <a:bodyPr/>
        <a:lstStyle/>
        <a:p>
          <a:pPr rtl="0"/>
          <a:r>
            <a:rPr lang="fr-CA"/>
            <a:t>Construire la roadmap en incluant les activités de QA</a:t>
          </a:r>
        </a:p>
      </dgm:t>
    </dgm:pt>
    <dgm:pt modelId="{4167E208-EDFE-442F-A327-EC0C42B5DD3B}" type="parTrans" cxnId="{6B53C32C-4D12-430A-92B3-37E1E6AB8001}">
      <dgm:prSet/>
      <dgm:spPr/>
      <dgm:t>
        <a:bodyPr/>
        <a:lstStyle/>
        <a:p>
          <a:endParaRPr lang="fr-CA"/>
        </a:p>
      </dgm:t>
    </dgm:pt>
    <dgm:pt modelId="{E9D5E004-6A9C-4E8E-A83E-EC5493C1F80E}" type="sibTrans" cxnId="{6B53C32C-4D12-430A-92B3-37E1E6AB8001}">
      <dgm:prSet/>
      <dgm:spPr/>
      <dgm:t>
        <a:bodyPr/>
        <a:lstStyle/>
        <a:p>
          <a:endParaRPr lang="fr-CA"/>
        </a:p>
      </dgm:t>
    </dgm:pt>
    <dgm:pt modelId="{38902662-6397-4F0F-B7A2-EEE15D856CA7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CA"/>
            <a:t>Mise en production</a:t>
          </a:r>
        </a:p>
      </dgm:t>
    </dgm:pt>
    <dgm:pt modelId="{12F7D1DB-8D8D-45BC-B425-EBA417A1F85A}" type="parTrans" cxnId="{F6F9B559-06F8-4800-A3EE-159D2D48AF6B}">
      <dgm:prSet/>
      <dgm:spPr/>
      <dgm:t>
        <a:bodyPr/>
        <a:lstStyle/>
        <a:p>
          <a:endParaRPr lang="fr-CA"/>
        </a:p>
      </dgm:t>
    </dgm:pt>
    <dgm:pt modelId="{8DB2F8C3-0EF4-40E5-B37E-59A65632DED7}" type="sibTrans" cxnId="{F6F9B559-06F8-4800-A3EE-159D2D48AF6B}">
      <dgm:prSet/>
      <dgm:spPr/>
      <dgm:t>
        <a:bodyPr/>
        <a:lstStyle/>
        <a:p>
          <a:endParaRPr lang="fr-CA"/>
        </a:p>
      </dgm:t>
    </dgm:pt>
    <dgm:pt modelId="{C8ACA272-F3C3-4809-A826-0C941443197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CA" err="1"/>
            <a:t>Hypercare</a:t>
          </a:r>
          <a:r>
            <a:rPr lang="fr-CA"/>
            <a:t> et transfert exploitation</a:t>
          </a:r>
        </a:p>
      </dgm:t>
    </dgm:pt>
    <dgm:pt modelId="{BD0D78D5-D782-48F2-81F4-BA108457B0F7}" type="parTrans" cxnId="{295FD9D5-13A1-43A1-AF89-6263642B6020}">
      <dgm:prSet/>
      <dgm:spPr/>
      <dgm:t>
        <a:bodyPr/>
        <a:lstStyle/>
        <a:p>
          <a:endParaRPr lang="fr-CA"/>
        </a:p>
      </dgm:t>
    </dgm:pt>
    <dgm:pt modelId="{2398B429-7B0E-446E-B803-470DF784D092}" type="sibTrans" cxnId="{295FD9D5-13A1-43A1-AF89-6263642B6020}">
      <dgm:prSet/>
      <dgm:spPr/>
      <dgm:t>
        <a:bodyPr/>
        <a:lstStyle/>
        <a:p>
          <a:endParaRPr lang="fr-CA"/>
        </a:p>
      </dgm:t>
    </dgm:pt>
    <dgm:pt modelId="{E252BE29-5FE5-44FE-B4DE-CA268A774FBE}" type="pres">
      <dgm:prSet presAssocID="{A90B9BC5-660C-451C-99BD-3FDC5D73AAD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CE0B3F4-BD01-47D8-87D6-3312077CC321}" type="pres">
      <dgm:prSet presAssocID="{8F5D3CEC-FC5A-4869-9596-744021C862C4}" presName="root" presStyleCnt="0"/>
      <dgm:spPr/>
    </dgm:pt>
    <dgm:pt modelId="{9960E4FD-147D-4A11-A712-30C34B32FDFB}" type="pres">
      <dgm:prSet presAssocID="{8F5D3CEC-FC5A-4869-9596-744021C862C4}" presName="rootComposite" presStyleCnt="0"/>
      <dgm:spPr/>
    </dgm:pt>
    <dgm:pt modelId="{6ED36ECF-8707-4657-A0D4-DD8699CE768B}" type="pres">
      <dgm:prSet presAssocID="{8F5D3CEC-FC5A-4869-9596-744021C862C4}" presName="rootText" presStyleLbl="node1" presStyleIdx="0" presStyleCnt="6"/>
      <dgm:spPr/>
    </dgm:pt>
    <dgm:pt modelId="{0760B9C8-D59F-4AF6-8CC6-BBF8182AFFE3}" type="pres">
      <dgm:prSet presAssocID="{8F5D3CEC-FC5A-4869-9596-744021C862C4}" presName="rootConnector" presStyleLbl="node1" presStyleIdx="0" presStyleCnt="6"/>
      <dgm:spPr/>
    </dgm:pt>
    <dgm:pt modelId="{05F316A2-2D1D-4845-880E-613168789DD7}" type="pres">
      <dgm:prSet presAssocID="{8F5D3CEC-FC5A-4869-9596-744021C862C4}" presName="childShape" presStyleCnt="0"/>
      <dgm:spPr/>
    </dgm:pt>
    <dgm:pt modelId="{07281410-E796-4852-9171-BDB640A21D26}" type="pres">
      <dgm:prSet presAssocID="{EC197EFC-F36B-48F0-A2DB-AC64EF21E1AA}" presName="Name13" presStyleLbl="parChTrans1D2" presStyleIdx="0" presStyleCnt="21"/>
      <dgm:spPr/>
    </dgm:pt>
    <dgm:pt modelId="{4E83B226-9429-49C2-9CFD-37F03B1989FF}" type="pres">
      <dgm:prSet presAssocID="{101AEDCF-C8FD-45F7-883D-47F6C07063B1}" presName="childText" presStyleLbl="bgAcc1" presStyleIdx="0" presStyleCnt="21">
        <dgm:presLayoutVars>
          <dgm:bulletEnabled val="1"/>
        </dgm:presLayoutVars>
      </dgm:prSet>
      <dgm:spPr/>
    </dgm:pt>
    <dgm:pt modelId="{6FC81D0C-B7DD-4C0A-8426-38611180748F}" type="pres">
      <dgm:prSet presAssocID="{4167E208-EDFE-442F-A327-EC0C42B5DD3B}" presName="Name13" presStyleLbl="parChTrans1D2" presStyleIdx="1" presStyleCnt="21"/>
      <dgm:spPr/>
    </dgm:pt>
    <dgm:pt modelId="{04E93DE3-FEFF-4569-ACD3-08E399A3A18D}" type="pres">
      <dgm:prSet presAssocID="{EB5DAB53-2C32-4021-96BF-2FBE4512B8C9}" presName="childText" presStyleLbl="bgAcc1" presStyleIdx="1" presStyleCnt="21">
        <dgm:presLayoutVars>
          <dgm:bulletEnabled val="1"/>
        </dgm:presLayoutVars>
      </dgm:prSet>
      <dgm:spPr/>
    </dgm:pt>
    <dgm:pt modelId="{E26BC60D-AF0F-4466-B359-05823F682B59}" type="pres">
      <dgm:prSet presAssocID="{A321AA82-BA9B-489B-9B9E-E0138E76DE0A}" presName="Name13" presStyleLbl="parChTrans1D2" presStyleIdx="2" presStyleCnt="21"/>
      <dgm:spPr/>
    </dgm:pt>
    <dgm:pt modelId="{E60F0558-FBF2-4E6B-9DFA-487B421BCA69}" type="pres">
      <dgm:prSet presAssocID="{62B94CBB-747C-4ED5-A800-63AEB52E49A1}" presName="childText" presStyleLbl="bgAcc1" presStyleIdx="2" presStyleCnt="21">
        <dgm:presLayoutVars>
          <dgm:bulletEnabled val="1"/>
        </dgm:presLayoutVars>
      </dgm:prSet>
      <dgm:spPr/>
    </dgm:pt>
    <dgm:pt modelId="{178A6A13-1414-41C4-B0DB-706B3FB83D9C}" type="pres">
      <dgm:prSet presAssocID="{6D51CF19-00AA-48C5-BE6C-CF3FCE8EB254}" presName="root" presStyleCnt="0"/>
      <dgm:spPr/>
    </dgm:pt>
    <dgm:pt modelId="{B9A83698-5E16-4E09-890E-6BE0D5119B4B}" type="pres">
      <dgm:prSet presAssocID="{6D51CF19-00AA-48C5-BE6C-CF3FCE8EB254}" presName="rootComposite" presStyleCnt="0"/>
      <dgm:spPr/>
    </dgm:pt>
    <dgm:pt modelId="{6EE1221E-E3E1-4233-9090-5BEE13633D33}" type="pres">
      <dgm:prSet presAssocID="{6D51CF19-00AA-48C5-BE6C-CF3FCE8EB254}" presName="rootText" presStyleLbl="node1" presStyleIdx="1" presStyleCnt="6"/>
      <dgm:spPr/>
    </dgm:pt>
    <dgm:pt modelId="{8E30F5CA-ED92-48D5-AA3C-BB746BD25069}" type="pres">
      <dgm:prSet presAssocID="{6D51CF19-00AA-48C5-BE6C-CF3FCE8EB254}" presName="rootConnector" presStyleLbl="node1" presStyleIdx="1" presStyleCnt="6"/>
      <dgm:spPr/>
    </dgm:pt>
    <dgm:pt modelId="{BCF83B2E-104C-4221-B770-E8CAC4022E8C}" type="pres">
      <dgm:prSet presAssocID="{6D51CF19-00AA-48C5-BE6C-CF3FCE8EB254}" presName="childShape" presStyleCnt="0"/>
      <dgm:spPr/>
    </dgm:pt>
    <dgm:pt modelId="{CCBDB1C6-7F49-4DE1-B7DE-10701010AB9A}" type="pres">
      <dgm:prSet presAssocID="{70ABCA17-F04E-44D1-8389-79D79CC875CC}" presName="Name13" presStyleLbl="parChTrans1D2" presStyleIdx="3" presStyleCnt="21"/>
      <dgm:spPr/>
    </dgm:pt>
    <dgm:pt modelId="{FAC67607-D057-4AF0-972E-A07C382819C0}" type="pres">
      <dgm:prSet presAssocID="{9975B0B6-4A7A-478C-BD30-934DBFFE5326}" presName="childText" presStyleLbl="bgAcc1" presStyleIdx="3" presStyleCnt="21">
        <dgm:presLayoutVars>
          <dgm:bulletEnabled val="1"/>
        </dgm:presLayoutVars>
      </dgm:prSet>
      <dgm:spPr/>
    </dgm:pt>
    <dgm:pt modelId="{03DA89A5-5419-4A23-A42D-5EE807601C1D}" type="pres">
      <dgm:prSet presAssocID="{3050624A-5D4F-4091-AF6A-FF4B710E359D}" presName="Name13" presStyleLbl="parChTrans1D2" presStyleIdx="4" presStyleCnt="21"/>
      <dgm:spPr/>
    </dgm:pt>
    <dgm:pt modelId="{4748BF97-5A92-4A9B-A2EE-F76066C435AC}" type="pres">
      <dgm:prSet presAssocID="{0AEB428B-8A25-4D60-BF49-EC1E5D68EA1C}" presName="childText" presStyleLbl="bgAcc1" presStyleIdx="4" presStyleCnt="21">
        <dgm:presLayoutVars>
          <dgm:bulletEnabled val="1"/>
        </dgm:presLayoutVars>
      </dgm:prSet>
      <dgm:spPr/>
    </dgm:pt>
    <dgm:pt modelId="{140A4EC6-8CF0-4E1B-AFF3-EAB6F8471A10}" type="pres">
      <dgm:prSet presAssocID="{46F6CCA3-B1A1-405D-A86E-240B4A560934}" presName="Name13" presStyleLbl="parChTrans1D2" presStyleIdx="5" presStyleCnt="21"/>
      <dgm:spPr/>
    </dgm:pt>
    <dgm:pt modelId="{49E5CDEE-4ADC-48C8-92ED-48BB98C309FB}" type="pres">
      <dgm:prSet presAssocID="{48852C4F-43AF-420E-9D42-E25A1D425853}" presName="childText" presStyleLbl="bgAcc1" presStyleIdx="5" presStyleCnt="21">
        <dgm:presLayoutVars>
          <dgm:bulletEnabled val="1"/>
        </dgm:presLayoutVars>
      </dgm:prSet>
      <dgm:spPr/>
    </dgm:pt>
    <dgm:pt modelId="{02B8968A-F0C1-44DB-9906-AEBFFC3F34D0}" type="pres">
      <dgm:prSet presAssocID="{19C71ED4-39FB-4E37-B2B3-71D93D07835F}" presName="root" presStyleCnt="0"/>
      <dgm:spPr/>
    </dgm:pt>
    <dgm:pt modelId="{D56BD95B-AC42-4765-8C77-4F44789000E3}" type="pres">
      <dgm:prSet presAssocID="{19C71ED4-39FB-4E37-B2B3-71D93D07835F}" presName="rootComposite" presStyleCnt="0"/>
      <dgm:spPr/>
    </dgm:pt>
    <dgm:pt modelId="{607AAB5E-ABBE-44DE-AA3D-27F7F766B37A}" type="pres">
      <dgm:prSet presAssocID="{19C71ED4-39FB-4E37-B2B3-71D93D07835F}" presName="rootText" presStyleLbl="node1" presStyleIdx="2" presStyleCnt="6"/>
      <dgm:spPr/>
    </dgm:pt>
    <dgm:pt modelId="{A640F7D4-CEC4-4E1C-9D08-17C82E57EFF9}" type="pres">
      <dgm:prSet presAssocID="{19C71ED4-39FB-4E37-B2B3-71D93D07835F}" presName="rootConnector" presStyleLbl="node1" presStyleIdx="2" presStyleCnt="6"/>
      <dgm:spPr/>
    </dgm:pt>
    <dgm:pt modelId="{EF38FC99-FC17-4271-A16D-AD565D078EC6}" type="pres">
      <dgm:prSet presAssocID="{19C71ED4-39FB-4E37-B2B3-71D93D07835F}" presName="childShape" presStyleCnt="0"/>
      <dgm:spPr/>
    </dgm:pt>
    <dgm:pt modelId="{8E192D1C-1388-478C-ABE0-81F5D199C6C2}" type="pres">
      <dgm:prSet presAssocID="{A4BADD48-CEC8-44AE-8D87-F84D932B229D}" presName="Name13" presStyleLbl="parChTrans1D2" presStyleIdx="6" presStyleCnt="21"/>
      <dgm:spPr/>
    </dgm:pt>
    <dgm:pt modelId="{D54C8DAB-10E6-4429-B2E6-41FC9DA40B63}" type="pres">
      <dgm:prSet presAssocID="{756F890C-CF83-437C-B5DD-FC21A090A80D}" presName="childText" presStyleLbl="bgAcc1" presStyleIdx="6" presStyleCnt="21">
        <dgm:presLayoutVars>
          <dgm:bulletEnabled val="1"/>
        </dgm:presLayoutVars>
      </dgm:prSet>
      <dgm:spPr/>
    </dgm:pt>
    <dgm:pt modelId="{5D49C626-4AE7-4BBB-96B9-87E8256ED1EE}" type="pres">
      <dgm:prSet presAssocID="{2FD95983-1B29-49AA-8206-8E2DE2A708FF}" presName="Name13" presStyleLbl="parChTrans1D2" presStyleIdx="7" presStyleCnt="21"/>
      <dgm:spPr/>
    </dgm:pt>
    <dgm:pt modelId="{0FBDCE6E-84A7-490A-8132-95B51915ACE4}" type="pres">
      <dgm:prSet presAssocID="{141806BA-912E-4FDB-9AD1-6281AAE0FECC}" presName="childText" presStyleLbl="bgAcc1" presStyleIdx="7" presStyleCnt="21">
        <dgm:presLayoutVars>
          <dgm:bulletEnabled val="1"/>
        </dgm:presLayoutVars>
      </dgm:prSet>
      <dgm:spPr/>
    </dgm:pt>
    <dgm:pt modelId="{7899F8BA-889C-4C69-9C4A-B5B17E644EAA}" type="pres">
      <dgm:prSet presAssocID="{68D164E9-C771-4981-A8F0-B3102DDCCA18}" presName="Name13" presStyleLbl="parChTrans1D2" presStyleIdx="8" presStyleCnt="21"/>
      <dgm:spPr/>
    </dgm:pt>
    <dgm:pt modelId="{5491BC51-53BB-4433-8C03-D9A4E4CDF4C9}" type="pres">
      <dgm:prSet presAssocID="{01BAE274-6F90-4136-B694-97FF75A9440F}" presName="childText" presStyleLbl="bgAcc1" presStyleIdx="8" presStyleCnt="21">
        <dgm:presLayoutVars>
          <dgm:bulletEnabled val="1"/>
        </dgm:presLayoutVars>
      </dgm:prSet>
      <dgm:spPr/>
    </dgm:pt>
    <dgm:pt modelId="{54986283-7A12-4568-BABE-E0C853CF6099}" type="pres">
      <dgm:prSet presAssocID="{54910A3B-28D7-4616-A7AA-08F936B95192}" presName="root" presStyleCnt="0"/>
      <dgm:spPr/>
    </dgm:pt>
    <dgm:pt modelId="{FA7C1C98-4C47-49D0-AE8F-F56AD7F42F55}" type="pres">
      <dgm:prSet presAssocID="{54910A3B-28D7-4616-A7AA-08F936B95192}" presName="rootComposite" presStyleCnt="0"/>
      <dgm:spPr/>
    </dgm:pt>
    <dgm:pt modelId="{4ED0EA71-5430-4321-9392-B8FA0592AEFF}" type="pres">
      <dgm:prSet presAssocID="{54910A3B-28D7-4616-A7AA-08F936B95192}" presName="rootText" presStyleLbl="node1" presStyleIdx="3" presStyleCnt="6"/>
      <dgm:spPr/>
    </dgm:pt>
    <dgm:pt modelId="{9AEA9AEF-9B40-4D2F-9028-E62F4210D289}" type="pres">
      <dgm:prSet presAssocID="{54910A3B-28D7-4616-A7AA-08F936B95192}" presName="rootConnector" presStyleLbl="node1" presStyleIdx="3" presStyleCnt="6"/>
      <dgm:spPr/>
    </dgm:pt>
    <dgm:pt modelId="{BB1166EB-2403-4B02-BA51-3A963F8A1264}" type="pres">
      <dgm:prSet presAssocID="{54910A3B-28D7-4616-A7AA-08F936B95192}" presName="childShape" presStyleCnt="0"/>
      <dgm:spPr/>
    </dgm:pt>
    <dgm:pt modelId="{2081DD8E-A340-4E6D-AC86-E9CFC1F696F6}" type="pres">
      <dgm:prSet presAssocID="{FADCF406-E33A-4D52-9F15-01CFC24C648F}" presName="Name13" presStyleLbl="parChTrans1D2" presStyleIdx="9" presStyleCnt="21"/>
      <dgm:spPr/>
    </dgm:pt>
    <dgm:pt modelId="{936BF21A-7524-421A-B370-5E827505E659}" type="pres">
      <dgm:prSet presAssocID="{9D9706CE-0550-4777-9785-924D62A538B8}" presName="childText" presStyleLbl="bgAcc1" presStyleIdx="9" presStyleCnt="21">
        <dgm:presLayoutVars>
          <dgm:bulletEnabled val="1"/>
        </dgm:presLayoutVars>
      </dgm:prSet>
      <dgm:spPr/>
    </dgm:pt>
    <dgm:pt modelId="{031C3C27-CFB5-40F8-8985-A5BCA4E91BEA}" type="pres">
      <dgm:prSet presAssocID="{60110137-136A-4336-8B41-6E23894DAF69}" presName="Name13" presStyleLbl="parChTrans1D2" presStyleIdx="10" presStyleCnt="21"/>
      <dgm:spPr/>
    </dgm:pt>
    <dgm:pt modelId="{94EA4699-139F-4084-AF1F-895DB716AF4B}" type="pres">
      <dgm:prSet presAssocID="{7BE95BE6-3794-4EA9-B7CC-BBC387887FEB}" presName="childText" presStyleLbl="bgAcc1" presStyleIdx="10" presStyleCnt="21">
        <dgm:presLayoutVars>
          <dgm:bulletEnabled val="1"/>
        </dgm:presLayoutVars>
      </dgm:prSet>
      <dgm:spPr/>
    </dgm:pt>
    <dgm:pt modelId="{B0AD2F2E-E8CE-461C-95DA-CAB069F9673F}" type="pres">
      <dgm:prSet presAssocID="{94A400D3-6ECF-4837-9567-1A1E33F112BE}" presName="Name13" presStyleLbl="parChTrans1D2" presStyleIdx="11" presStyleCnt="21"/>
      <dgm:spPr/>
    </dgm:pt>
    <dgm:pt modelId="{F4341795-C684-4BCE-8932-665708DB78ED}" type="pres">
      <dgm:prSet presAssocID="{A63FD70E-7F0C-4F5C-BDD8-52D9BE13A49E}" presName="childText" presStyleLbl="bgAcc1" presStyleIdx="11" presStyleCnt="21">
        <dgm:presLayoutVars>
          <dgm:bulletEnabled val="1"/>
        </dgm:presLayoutVars>
      </dgm:prSet>
      <dgm:spPr/>
    </dgm:pt>
    <dgm:pt modelId="{FA3BE5F7-0823-4026-9E80-23A2C643CCED}" type="pres">
      <dgm:prSet presAssocID="{1F6753B4-4DAC-4CF4-A30A-544D4FE224AC}" presName="Name13" presStyleLbl="parChTrans1D2" presStyleIdx="12" presStyleCnt="21"/>
      <dgm:spPr/>
    </dgm:pt>
    <dgm:pt modelId="{7B945FC2-5130-4062-A04D-C73E9BA5C90E}" type="pres">
      <dgm:prSet presAssocID="{E5DEC678-3A4D-4457-9A78-17607D7314A8}" presName="childText" presStyleLbl="bgAcc1" presStyleIdx="12" presStyleCnt="21">
        <dgm:presLayoutVars>
          <dgm:bulletEnabled val="1"/>
        </dgm:presLayoutVars>
      </dgm:prSet>
      <dgm:spPr/>
    </dgm:pt>
    <dgm:pt modelId="{E01D0F9C-5D2E-4F5F-AFFD-6F3453FAE53F}" type="pres">
      <dgm:prSet presAssocID="{D351367D-AA84-4A0B-9975-3BC65DB95E89}" presName="root" presStyleCnt="0"/>
      <dgm:spPr/>
    </dgm:pt>
    <dgm:pt modelId="{E08E1116-89D9-46D5-B919-664F68A34784}" type="pres">
      <dgm:prSet presAssocID="{D351367D-AA84-4A0B-9975-3BC65DB95E89}" presName="rootComposite" presStyleCnt="0"/>
      <dgm:spPr/>
    </dgm:pt>
    <dgm:pt modelId="{3EA437CD-D6D8-436D-A06F-DFBB397EADC0}" type="pres">
      <dgm:prSet presAssocID="{D351367D-AA84-4A0B-9975-3BC65DB95E89}" presName="rootText" presStyleLbl="node1" presStyleIdx="4" presStyleCnt="6"/>
      <dgm:spPr/>
    </dgm:pt>
    <dgm:pt modelId="{ADE7C4A5-1F2B-4EC1-B14A-E4E09EE6AB27}" type="pres">
      <dgm:prSet presAssocID="{D351367D-AA84-4A0B-9975-3BC65DB95E89}" presName="rootConnector" presStyleLbl="node1" presStyleIdx="4" presStyleCnt="6"/>
      <dgm:spPr/>
    </dgm:pt>
    <dgm:pt modelId="{7FE931E8-E2A4-4B6D-8FA1-63A77A8F0E42}" type="pres">
      <dgm:prSet presAssocID="{D351367D-AA84-4A0B-9975-3BC65DB95E89}" presName="childShape" presStyleCnt="0"/>
      <dgm:spPr/>
    </dgm:pt>
    <dgm:pt modelId="{DC660335-353F-436B-8882-7D949C34736E}" type="pres">
      <dgm:prSet presAssocID="{8912A73E-DEC3-4F33-99D4-AB250AD9DDB8}" presName="Name13" presStyleLbl="parChTrans1D2" presStyleIdx="13" presStyleCnt="21"/>
      <dgm:spPr/>
    </dgm:pt>
    <dgm:pt modelId="{37C5AA93-404D-4E48-A7D4-28257559EBD3}" type="pres">
      <dgm:prSet presAssocID="{E796684B-53D9-48F7-AB8C-B30C856B99DB}" presName="childText" presStyleLbl="bgAcc1" presStyleIdx="13" presStyleCnt="21">
        <dgm:presLayoutVars>
          <dgm:bulletEnabled val="1"/>
        </dgm:presLayoutVars>
      </dgm:prSet>
      <dgm:spPr/>
    </dgm:pt>
    <dgm:pt modelId="{ED3DBA48-FEBB-48E3-8B6A-69E6EEE39D18}" type="pres">
      <dgm:prSet presAssocID="{6574BE33-DE4C-4FC9-A0BF-6EC78398B358}" presName="Name13" presStyleLbl="parChTrans1D2" presStyleIdx="14" presStyleCnt="21"/>
      <dgm:spPr/>
    </dgm:pt>
    <dgm:pt modelId="{9B53472E-9DBF-4F9A-9080-F4A7EE85C88C}" type="pres">
      <dgm:prSet presAssocID="{F6C215C7-A311-481D-8AE0-EDCBCA79F8A4}" presName="childText" presStyleLbl="bgAcc1" presStyleIdx="14" presStyleCnt="21">
        <dgm:presLayoutVars>
          <dgm:bulletEnabled val="1"/>
        </dgm:presLayoutVars>
      </dgm:prSet>
      <dgm:spPr/>
    </dgm:pt>
    <dgm:pt modelId="{B04B88B0-8CB5-4F1E-A110-2F8F7165443E}" type="pres">
      <dgm:prSet presAssocID="{2BFE4660-01C0-46EE-B0C8-ED5770BF464C}" presName="Name13" presStyleLbl="parChTrans1D2" presStyleIdx="15" presStyleCnt="21"/>
      <dgm:spPr/>
    </dgm:pt>
    <dgm:pt modelId="{9088A183-E020-4253-86F1-5A0F8B00CB0E}" type="pres">
      <dgm:prSet presAssocID="{4B552AC0-8720-47BA-BFDA-B136F939065B}" presName="childText" presStyleLbl="bgAcc1" presStyleIdx="15" presStyleCnt="21">
        <dgm:presLayoutVars>
          <dgm:bulletEnabled val="1"/>
        </dgm:presLayoutVars>
      </dgm:prSet>
      <dgm:spPr/>
    </dgm:pt>
    <dgm:pt modelId="{9262075C-1CDD-4CF1-9625-65639568ECF3}" type="pres">
      <dgm:prSet presAssocID="{A8BB1A56-AD73-40D3-A9FE-82EC92F72B9A}" presName="Name13" presStyleLbl="parChTrans1D2" presStyleIdx="16" presStyleCnt="21"/>
      <dgm:spPr/>
    </dgm:pt>
    <dgm:pt modelId="{BEDB3496-8E77-4E4F-98D3-7F07D7CDA34F}" type="pres">
      <dgm:prSet presAssocID="{D82E58F9-D250-4E67-8481-397CBF568829}" presName="childText" presStyleLbl="bgAcc1" presStyleIdx="16" presStyleCnt="21">
        <dgm:presLayoutVars>
          <dgm:bulletEnabled val="1"/>
        </dgm:presLayoutVars>
      </dgm:prSet>
      <dgm:spPr/>
    </dgm:pt>
    <dgm:pt modelId="{90AB5FC7-5E48-4E6F-935B-4AFA6F06A95C}" type="pres">
      <dgm:prSet presAssocID="{13EFA440-B5CA-4174-8F4B-E3FBAC5412FF}" presName="root" presStyleCnt="0"/>
      <dgm:spPr/>
    </dgm:pt>
    <dgm:pt modelId="{4BE6C4EA-B44B-46E2-AB11-DB99B4440867}" type="pres">
      <dgm:prSet presAssocID="{13EFA440-B5CA-4174-8F4B-E3FBAC5412FF}" presName="rootComposite" presStyleCnt="0"/>
      <dgm:spPr/>
    </dgm:pt>
    <dgm:pt modelId="{2CC7F518-00A0-4426-A181-C3BB99A94409}" type="pres">
      <dgm:prSet presAssocID="{13EFA440-B5CA-4174-8F4B-E3FBAC5412FF}" presName="rootText" presStyleLbl="node1" presStyleIdx="5" presStyleCnt="6"/>
      <dgm:spPr/>
    </dgm:pt>
    <dgm:pt modelId="{896491D9-B7FA-48DD-BE4F-80D66B3AD000}" type="pres">
      <dgm:prSet presAssocID="{13EFA440-B5CA-4174-8F4B-E3FBAC5412FF}" presName="rootConnector" presStyleLbl="node1" presStyleIdx="5" presStyleCnt="6"/>
      <dgm:spPr/>
    </dgm:pt>
    <dgm:pt modelId="{CF95A4F8-43DE-44A8-80E8-F167510DC01D}" type="pres">
      <dgm:prSet presAssocID="{13EFA440-B5CA-4174-8F4B-E3FBAC5412FF}" presName="childShape" presStyleCnt="0"/>
      <dgm:spPr/>
    </dgm:pt>
    <dgm:pt modelId="{FEADA9FE-9285-4562-92B7-A84B7F779489}" type="pres">
      <dgm:prSet presAssocID="{DDB297BB-96CD-46C2-8582-1859F63D3F33}" presName="Name13" presStyleLbl="parChTrans1D2" presStyleIdx="17" presStyleCnt="21"/>
      <dgm:spPr/>
    </dgm:pt>
    <dgm:pt modelId="{F4A1A5EC-667B-4BD6-972A-D2BA35C4C267}" type="pres">
      <dgm:prSet presAssocID="{124758BD-1AD8-423D-A408-B3A4FDBAF96A}" presName="childText" presStyleLbl="bgAcc1" presStyleIdx="17" presStyleCnt="21">
        <dgm:presLayoutVars>
          <dgm:bulletEnabled val="1"/>
        </dgm:presLayoutVars>
      </dgm:prSet>
      <dgm:spPr/>
    </dgm:pt>
    <dgm:pt modelId="{E5B7CB77-FD99-489D-9988-2116779431CB}" type="pres">
      <dgm:prSet presAssocID="{12F7D1DB-8D8D-45BC-B425-EBA417A1F85A}" presName="Name13" presStyleLbl="parChTrans1D2" presStyleIdx="18" presStyleCnt="21"/>
      <dgm:spPr/>
    </dgm:pt>
    <dgm:pt modelId="{E559F514-619F-42EA-9F50-45BE4E5045FC}" type="pres">
      <dgm:prSet presAssocID="{38902662-6397-4F0F-B7A2-EEE15D856CA7}" presName="childText" presStyleLbl="bgAcc1" presStyleIdx="18" presStyleCnt="21">
        <dgm:presLayoutVars>
          <dgm:bulletEnabled val="1"/>
        </dgm:presLayoutVars>
      </dgm:prSet>
      <dgm:spPr/>
    </dgm:pt>
    <dgm:pt modelId="{DCFA5213-479F-4A30-AEF8-B4489D74460D}" type="pres">
      <dgm:prSet presAssocID="{BD0D78D5-D782-48F2-81F4-BA108457B0F7}" presName="Name13" presStyleLbl="parChTrans1D2" presStyleIdx="19" presStyleCnt="21"/>
      <dgm:spPr/>
    </dgm:pt>
    <dgm:pt modelId="{F12F037F-4E19-4C42-8BD1-47257732FCB9}" type="pres">
      <dgm:prSet presAssocID="{C8ACA272-F3C3-4809-A826-0C9414431979}" presName="childText" presStyleLbl="bgAcc1" presStyleIdx="19" presStyleCnt="21">
        <dgm:presLayoutVars>
          <dgm:bulletEnabled val="1"/>
        </dgm:presLayoutVars>
      </dgm:prSet>
      <dgm:spPr/>
    </dgm:pt>
    <dgm:pt modelId="{36F5D0BA-DAEF-4EA8-A16D-E82D8C25D91D}" type="pres">
      <dgm:prSet presAssocID="{CFADBAD4-AB71-4FC8-94B8-F84948F61D2B}" presName="Name13" presStyleLbl="parChTrans1D2" presStyleIdx="20" presStyleCnt="21"/>
      <dgm:spPr/>
    </dgm:pt>
    <dgm:pt modelId="{54C1ECBF-A466-40C6-A8AF-674317EF94A1}" type="pres">
      <dgm:prSet presAssocID="{70FF34B3-288A-4C1F-B7A1-8046E9F99D1D}" presName="childText" presStyleLbl="bgAcc1" presStyleIdx="20" presStyleCnt="21">
        <dgm:presLayoutVars>
          <dgm:bulletEnabled val="1"/>
        </dgm:presLayoutVars>
      </dgm:prSet>
      <dgm:spPr/>
    </dgm:pt>
  </dgm:ptLst>
  <dgm:cxnLst>
    <dgm:cxn modelId="{E2BD5E00-A29B-4F84-9E02-316FFB9308F9}" type="presOf" srcId="{6D51CF19-00AA-48C5-BE6C-CF3FCE8EB254}" destId="{8E30F5CA-ED92-48D5-AA3C-BB746BD25069}" srcOrd="1" destOrd="0" presId="urn:microsoft.com/office/officeart/2005/8/layout/hierarchy3"/>
    <dgm:cxn modelId="{6F342C04-7997-45F7-AF64-767EE41B8CD8}" srcId="{D351367D-AA84-4A0B-9975-3BC65DB95E89}" destId="{F6C215C7-A311-481D-8AE0-EDCBCA79F8A4}" srcOrd="1" destOrd="0" parTransId="{6574BE33-DE4C-4FC9-A0BF-6EC78398B358}" sibTransId="{D3402C11-1414-48D9-B9C5-AD7840AE2669}"/>
    <dgm:cxn modelId="{810FD00E-6516-44C5-94D7-54DD1A641BA1}" type="presOf" srcId="{54910A3B-28D7-4616-A7AA-08F936B95192}" destId="{9AEA9AEF-9B40-4D2F-9028-E62F4210D289}" srcOrd="1" destOrd="0" presId="urn:microsoft.com/office/officeart/2005/8/layout/hierarchy3"/>
    <dgm:cxn modelId="{DE6D7B0F-18AD-491A-AE6F-605272438BD3}" srcId="{A90B9BC5-660C-451C-99BD-3FDC5D73AAD4}" destId="{19C71ED4-39FB-4E37-B2B3-71D93D07835F}" srcOrd="2" destOrd="0" parTransId="{FEAEF6B5-026C-41E6-93DF-78DEB481D5BB}" sibTransId="{FD7B0E12-C975-452F-8FA5-D886E98DC9D6}"/>
    <dgm:cxn modelId="{1EC5970F-6D7E-4174-B191-2A87EF899B6D}" type="presOf" srcId="{124758BD-1AD8-423D-A408-B3A4FDBAF96A}" destId="{F4A1A5EC-667B-4BD6-972A-D2BA35C4C267}" srcOrd="0" destOrd="0" presId="urn:microsoft.com/office/officeart/2005/8/layout/hierarchy3"/>
    <dgm:cxn modelId="{F1BA6D15-B5EE-441D-B1D4-CD82846D001E}" srcId="{6D51CF19-00AA-48C5-BE6C-CF3FCE8EB254}" destId="{9975B0B6-4A7A-478C-BD30-934DBFFE5326}" srcOrd="0" destOrd="0" parTransId="{70ABCA17-F04E-44D1-8389-79D79CC875CC}" sibTransId="{211ED2CF-E23F-4B17-83BD-B0AB3BB7CD16}"/>
    <dgm:cxn modelId="{D5E65F16-ACF1-45D5-8DC4-ECBFE11599A9}" type="presOf" srcId="{6D51CF19-00AA-48C5-BE6C-CF3FCE8EB254}" destId="{6EE1221E-E3E1-4233-9090-5BEE13633D33}" srcOrd="0" destOrd="0" presId="urn:microsoft.com/office/officeart/2005/8/layout/hierarchy3"/>
    <dgm:cxn modelId="{862CAC18-7835-4C64-AFDF-C5DE1A1AD3A7}" srcId="{6D51CF19-00AA-48C5-BE6C-CF3FCE8EB254}" destId="{0AEB428B-8A25-4D60-BF49-EC1E5D68EA1C}" srcOrd="1" destOrd="0" parTransId="{3050624A-5D4F-4091-AF6A-FF4B710E359D}" sibTransId="{4AF784BE-D477-4374-9C48-7807C0D972A1}"/>
    <dgm:cxn modelId="{C63FC319-F034-405A-80AD-5BD4F67B40CF}" srcId="{D351367D-AA84-4A0B-9975-3BC65DB95E89}" destId="{E796684B-53D9-48F7-AB8C-B30C856B99DB}" srcOrd="0" destOrd="0" parTransId="{8912A73E-DEC3-4F33-99D4-AB250AD9DDB8}" sibTransId="{41F9B94D-DE01-4B6F-8342-D53B11DDC317}"/>
    <dgm:cxn modelId="{C8D5BF20-9969-4606-9DC9-D98706CBFE7E}" srcId="{54910A3B-28D7-4616-A7AA-08F936B95192}" destId="{9D9706CE-0550-4777-9785-924D62A538B8}" srcOrd="0" destOrd="0" parTransId="{FADCF406-E33A-4D52-9F15-01CFC24C648F}" sibTransId="{FDB47DDA-E078-4A11-83DD-C068D879BBEF}"/>
    <dgm:cxn modelId="{1539C022-053D-4696-A863-390662567890}" type="presOf" srcId="{101AEDCF-C8FD-45F7-883D-47F6C07063B1}" destId="{4E83B226-9429-49C2-9CFD-37F03B1989FF}" srcOrd="0" destOrd="0" presId="urn:microsoft.com/office/officeart/2005/8/layout/hierarchy3"/>
    <dgm:cxn modelId="{F513F122-8626-4092-A629-C58E750FC43C}" type="presOf" srcId="{9D9706CE-0550-4777-9785-924D62A538B8}" destId="{936BF21A-7524-421A-B370-5E827505E659}" srcOrd="0" destOrd="0" presId="urn:microsoft.com/office/officeart/2005/8/layout/hierarchy3"/>
    <dgm:cxn modelId="{57402E28-8310-4E13-9A15-C8A7D1604420}" type="presOf" srcId="{68D164E9-C771-4981-A8F0-B3102DDCCA18}" destId="{7899F8BA-889C-4C69-9C4A-B5B17E644EAA}" srcOrd="0" destOrd="0" presId="urn:microsoft.com/office/officeart/2005/8/layout/hierarchy3"/>
    <dgm:cxn modelId="{C3C4C92B-E316-4751-A363-B5AD30FB73C9}" type="presOf" srcId="{A4BADD48-CEC8-44AE-8D87-F84D932B229D}" destId="{8E192D1C-1388-478C-ABE0-81F5D199C6C2}" srcOrd="0" destOrd="0" presId="urn:microsoft.com/office/officeart/2005/8/layout/hierarchy3"/>
    <dgm:cxn modelId="{37A2BC2C-C1A8-4672-8928-DD45B30BB490}" type="presOf" srcId="{A90B9BC5-660C-451C-99BD-3FDC5D73AAD4}" destId="{E252BE29-5FE5-44FE-B4DE-CA268A774FBE}" srcOrd="0" destOrd="0" presId="urn:microsoft.com/office/officeart/2005/8/layout/hierarchy3"/>
    <dgm:cxn modelId="{6B53C32C-4D12-430A-92B3-37E1E6AB8001}" srcId="{8F5D3CEC-FC5A-4869-9596-744021C862C4}" destId="{EB5DAB53-2C32-4021-96BF-2FBE4512B8C9}" srcOrd="1" destOrd="0" parTransId="{4167E208-EDFE-442F-A327-EC0C42B5DD3B}" sibTransId="{E9D5E004-6A9C-4E8E-A83E-EC5493C1F80E}"/>
    <dgm:cxn modelId="{CA026E2D-095A-488E-B492-2B91FBE70CDD}" srcId="{19C71ED4-39FB-4E37-B2B3-71D93D07835F}" destId="{756F890C-CF83-437C-B5DD-FC21A090A80D}" srcOrd="0" destOrd="0" parTransId="{A4BADD48-CEC8-44AE-8D87-F84D932B229D}" sibTransId="{D146FEE7-BF2C-4BF6-ABD3-A5462D627885}"/>
    <dgm:cxn modelId="{4BD1EE2F-F8D9-4567-9EEA-6DA8E51D145B}" type="presOf" srcId="{01BAE274-6F90-4136-B694-97FF75A9440F}" destId="{5491BC51-53BB-4433-8C03-D9A4E4CDF4C9}" srcOrd="0" destOrd="0" presId="urn:microsoft.com/office/officeart/2005/8/layout/hierarchy3"/>
    <dgm:cxn modelId="{628E1B30-CEE2-4831-A5E5-7FBDF20932F2}" srcId="{A90B9BC5-660C-451C-99BD-3FDC5D73AAD4}" destId="{54910A3B-28D7-4616-A7AA-08F936B95192}" srcOrd="3" destOrd="0" parTransId="{F47D63A9-6454-485A-9A90-81505C9FC933}" sibTransId="{E7B9ACEB-4459-40B6-8B49-7B53D2D0C7BB}"/>
    <dgm:cxn modelId="{1C615830-352F-45CF-AD79-13F44CBB596F}" type="presOf" srcId="{6574BE33-DE4C-4FC9-A0BF-6EC78398B358}" destId="{ED3DBA48-FEBB-48E3-8B6A-69E6EEE39D18}" srcOrd="0" destOrd="0" presId="urn:microsoft.com/office/officeart/2005/8/layout/hierarchy3"/>
    <dgm:cxn modelId="{8054D630-0ADF-4A0D-9DD4-EAEDDA534C1F}" type="presOf" srcId="{13EFA440-B5CA-4174-8F4B-E3FBAC5412FF}" destId="{2CC7F518-00A0-4426-A181-C3BB99A94409}" srcOrd="0" destOrd="0" presId="urn:microsoft.com/office/officeart/2005/8/layout/hierarchy3"/>
    <dgm:cxn modelId="{153C6531-A43B-475E-A9FD-C9077F8A66E5}" type="presOf" srcId="{F6C215C7-A311-481D-8AE0-EDCBCA79F8A4}" destId="{9B53472E-9DBF-4F9A-9080-F4A7EE85C88C}" srcOrd="0" destOrd="0" presId="urn:microsoft.com/office/officeart/2005/8/layout/hierarchy3"/>
    <dgm:cxn modelId="{A9087C35-93EE-4E39-A44C-B85C5989BE2E}" type="presOf" srcId="{CFADBAD4-AB71-4FC8-94B8-F84948F61D2B}" destId="{36F5D0BA-DAEF-4EA8-A16D-E82D8C25D91D}" srcOrd="0" destOrd="0" presId="urn:microsoft.com/office/officeart/2005/8/layout/hierarchy3"/>
    <dgm:cxn modelId="{9B0CCA35-B479-49FB-8F7B-C3007D79F81E}" type="presOf" srcId="{E796684B-53D9-48F7-AB8C-B30C856B99DB}" destId="{37C5AA93-404D-4E48-A7D4-28257559EBD3}" srcOrd="0" destOrd="0" presId="urn:microsoft.com/office/officeart/2005/8/layout/hierarchy3"/>
    <dgm:cxn modelId="{588EBF3C-4686-46CC-89FB-9FFB93030C97}" srcId="{13EFA440-B5CA-4174-8F4B-E3FBAC5412FF}" destId="{70FF34B3-288A-4C1F-B7A1-8046E9F99D1D}" srcOrd="3" destOrd="0" parTransId="{CFADBAD4-AB71-4FC8-94B8-F84948F61D2B}" sibTransId="{8C193A9B-B9D5-4378-9B67-5F08E939453C}"/>
    <dgm:cxn modelId="{1516713D-1EF5-4A01-9F37-C16ACA1C86F5}" type="presOf" srcId="{FADCF406-E33A-4D52-9F15-01CFC24C648F}" destId="{2081DD8E-A340-4E6D-AC86-E9CFC1F696F6}" srcOrd="0" destOrd="0" presId="urn:microsoft.com/office/officeart/2005/8/layout/hierarchy3"/>
    <dgm:cxn modelId="{B7F3E23E-C9CD-4A97-BAB5-255ABAD6CBEA}" srcId="{19C71ED4-39FB-4E37-B2B3-71D93D07835F}" destId="{141806BA-912E-4FDB-9AD1-6281AAE0FECC}" srcOrd="1" destOrd="0" parTransId="{2FD95983-1B29-49AA-8206-8E2DE2A708FF}" sibTransId="{FD2F71E2-8BA1-4016-84EA-0A99505F4329}"/>
    <dgm:cxn modelId="{3346823F-8B01-4C84-9A07-EBBCB76A243F}" type="presOf" srcId="{9975B0B6-4A7A-478C-BD30-934DBFFE5326}" destId="{FAC67607-D057-4AF0-972E-A07C382819C0}" srcOrd="0" destOrd="0" presId="urn:microsoft.com/office/officeart/2005/8/layout/hierarchy3"/>
    <dgm:cxn modelId="{22A7B25C-BBCA-4BAA-BC5B-DE38260FA12F}" type="presOf" srcId="{E5DEC678-3A4D-4457-9A78-17607D7314A8}" destId="{7B945FC2-5130-4062-A04D-C73E9BA5C90E}" srcOrd="0" destOrd="0" presId="urn:microsoft.com/office/officeart/2005/8/layout/hierarchy3"/>
    <dgm:cxn modelId="{286E445D-2A2B-4C35-8339-1658707C162D}" type="presOf" srcId="{4B552AC0-8720-47BA-BFDA-B136F939065B}" destId="{9088A183-E020-4253-86F1-5A0F8B00CB0E}" srcOrd="0" destOrd="0" presId="urn:microsoft.com/office/officeart/2005/8/layout/hierarchy3"/>
    <dgm:cxn modelId="{B6701E62-7D2D-4B15-9D58-F00A8A604651}" type="presOf" srcId="{70FF34B3-288A-4C1F-B7A1-8046E9F99D1D}" destId="{54C1ECBF-A466-40C6-A8AF-674317EF94A1}" srcOrd="0" destOrd="0" presId="urn:microsoft.com/office/officeart/2005/8/layout/hierarchy3"/>
    <dgm:cxn modelId="{4DF3A362-48EC-43D9-9960-4C802B9B9B23}" type="presOf" srcId="{1F6753B4-4DAC-4CF4-A30A-544D4FE224AC}" destId="{FA3BE5F7-0823-4026-9E80-23A2C643CCED}" srcOrd="0" destOrd="0" presId="urn:microsoft.com/office/officeart/2005/8/layout/hierarchy3"/>
    <dgm:cxn modelId="{5548F362-5B0B-4262-A863-A8BCE8496E6C}" srcId="{19C71ED4-39FB-4E37-B2B3-71D93D07835F}" destId="{01BAE274-6F90-4136-B694-97FF75A9440F}" srcOrd="2" destOrd="0" parTransId="{68D164E9-C771-4981-A8F0-B3102DDCCA18}" sibTransId="{909BA049-DE7C-4763-8706-BE0836158A76}"/>
    <dgm:cxn modelId="{D2271043-D0BF-4E60-9986-2BD4BAA37BE7}" srcId="{A90B9BC5-660C-451C-99BD-3FDC5D73AAD4}" destId="{D351367D-AA84-4A0B-9975-3BC65DB95E89}" srcOrd="4" destOrd="0" parTransId="{A9F16365-E199-4A85-B4AF-D38B8737B0FF}" sibTransId="{EA9EA3AC-62C4-403E-A3FF-20DE97B9611A}"/>
    <dgm:cxn modelId="{D0176544-6557-4690-8AEA-63DBCF6C885C}" srcId="{13EFA440-B5CA-4174-8F4B-E3FBAC5412FF}" destId="{124758BD-1AD8-423D-A408-B3A4FDBAF96A}" srcOrd="0" destOrd="0" parTransId="{DDB297BB-96CD-46C2-8582-1859F63D3F33}" sibTransId="{7D4D1BD4-0F5A-419D-9288-5FF946972957}"/>
    <dgm:cxn modelId="{2D28DF46-C6FB-4C42-97CC-3FC1E71E4B26}" type="presOf" srcId="{38902662-6397-4F0F-B7A2-EEE15D856CA7}" destId="{E559F514-619F-42EA-9F50-45BE4E5045FC}" srcOrd="0" destOrd="0" presId="urn:microsoft.com/office/officeart/2005/8/layout/hierarchy3"/>
    <dgm:cxn modelId="{3AE9B947-BE4F-4819-A5DF-DDD63595C286}" type="presOf" srcId="{BD0D78D5-D782-48F2-81F4-BA108457B0F7}" destId="{DCFA5213-479F-4A30-AEF8-B4489D74460D}" srcOrd="0" destOrd="0" presId="urn:microsoft.com/office/officeart/2005/8/layout/hierarchy3"/>
    <dgm:cxn modelId="{9288584A-6F30-48E5-929F-9CC0661597CB}" type="presOf" srcId="{4167E208-EDFE-442F-A327-EC0C42B5DD3B}" destId="{6FC81D0C-B7DD-4C0A-8426-38611180748F}" srcOrd="0" destOrd="0" presId="urn:microsoft.com/office/officeart/2005/8/layout/hierarchy3"/>
    <dgm:cxn modelId="{D4DDC74A-BDEF-4F18-92D5-92479EEDCDED}" type="presOf" srcId="{EC197EFC-F36B-48F0-A2DB-AC64EF21E1AA}" destId="{07281410-E796-4852-9171-BDB640A21D26}" srcOrd="0" destOrd="0" presId="urn:microsoft.com/office/officeart/2005/8/layout/hierarchy3"/>
    <dgm:cxn modelId="{294B2C4B-7CC9-46DF-BC47-67037607666A}" type="presOf" srcId="{8F5D3CEC-FC5A-4869-9596-744021C862C4}" destId="{0760B9C8-D59F-4AF6-8CC6-BBF8182AFFE3}" srcOrd="1" destOrd="0" presId="urn:microsoft.com/office/officeart/2005/8/layout/hierarchy3"/>
    <dgm:cxn modelId="{70F0F353-7A1F-41A6-84F8-F0E5396C0699}" type="presOf" srcId="{19C71ED4-39FB-4E37-B2B3-71D93D07835F}" destId="{A640F7D4-CEC4-4E1C-9D08-17C82E57EFF9}" srcOrd="1" destOrd="0" presId="urn:microsoft.com/office/officeart/2005/8/layout/hierarchy3"/>
    <dgm:cxn modelId="{694DBB78-2B29-4167-B38D-858BD402546E}" srcId="{6D51CF19-00AA-48C5-BE6C-CF3FCE8EB254}" destId="{48852C4F-43AF-420E-9D42-E25A1D425853}" srcOrd="2" destOrd="0" parTransId="{46F6CCA3-B1A1-405D-A86E-240B4A560934}" sibTransId="{ED318052-5199-4CDC-A026-3B11FBE3275B}"/>
    <dgm:cxn modelId="{D066CD78-85D9-4EF0-B681-64E9E0EDEAD3}" type="presOf" srcId="{A8BB1A56-AD73-40D3-A9FE-82EC92F72B9A}" destId="{9262075C-1CDD-4CF1-9625-65639568ECF3}" srcOrd="0" destOrd="0" presId="urn:microsoft.com/office/officeart/2005/8/layout/hierarchy3"/>
    <dgm:cxn modelId="{5F861F59-86CB-420A-9A24-BB5AEA3C33F1}" type="presOf" srcId="{D351367D-AA84-4A0B-9975-3BC65DB95E89}" destId="{ADE7C4A5-1F2B-4EC1-B14A-E4E09EE6AB27}" srcOrd="1" destOrd="0" presId="urn:microsoft.com/office/officeart/2005/8/layout/hierarchy3"/>
    <dgm:cxn modelId="{F6F9B559-06F8-4800-A3EE-159D2D48AF6B}" srcId="{13EFA440-B5CA-4174-8F4B-E3FBAC5412FF}" destId="{38902662-6397-4F0F-B7A2-EEE15D856CA7}" srcOrd="1" destOrd="0" parTransId="{12F7D1DB-8D8D-45BC-B425-EBA417A1F85A}" sibTransId="{8DB2F8C3-0EF4-40E5-B37E-59A65632DED7}"/>
    <dgm:cxn modelId="{69748484-37A5-428D-9321-164FA4FCF42A}" type="presOf" srcId="{A63FD70E-7F0C-4F5C-BDD8-52D9BE13A49E}" destId="{F4341795-C684-4BCE-8932-665708DB78ED}" srcOrd="0" destOrd="0" presId="urn:microsoft.com/office/officeart/2005/8/layout/hierarchy3"/>
    <dgm:cxn modelId="{00842685-7204-40AE-BE6D-3795C130B291}" type="presOf" srcId="{7BE95BE6-3794-4EA9-B7CC-BBC387887FEB}" destId="{94EA4699-139F-4084-AF1F-895DB716AF4B}" srcOrd="0" destOrd="0" presId="urn:microsoft.com/office/officeart/2005/8/layout/hierarchy3"/>
    <dgm:cxn modelId="{B5BC3D85-233D-4872-B1D5-5543B8AF1565}" type="presOf" srcId="{2BFE4660-01C0-46EE-B0C8-ED5770BF464C}" destId="{B04B88B0-8CB5-4F1E-A110-2F8F7165443E}" srcOrd="0" destOrd="0" presId="urn:microsoft.com/office/officeart/2005/8/layout/hierarchy3"/>
    <dgm:cxn modelId="{AB989986-A696-43D6-8D8D-73541BF0D93D}" type="presOf" srcId="{94A400D3-6ECF-4837-9567-1A1E33F112BE}" destId="{B0AD2F2E-E8CE-461C-95DA-CAB069F9673F}" srcOrd="0" destOrd="0" presId="urn:microsoft.com/office/officeart/2005/8/layout/hierarchy3"/>
    <dgm:cxn modelId="{AB973890-DF71-435B-B30E-AB68BC6FBAC7}" srcId="{54910A3B-28D7-4616-A7AA-08F936B95192}" destId="{E5DEC678-3A4D-4457-9A78-17607D7314A8}" srcOrd="3" destOrd="0" parTransId="{1F6753B4-4DAC-4CF4-A30A-544D4FE224AC}" sibTransId="{54E983B4-0C61-4F33-A078-66AEAE6E1CFE}"/>
    <dgm:cxn modelId="{3F8F4191-B9F8-475B-8C80-0F17053752F6}" type="presOf" srcId="{8912A73E-DEC3-4F33-99D4-AB250AD9DDB8}" destId="{DC660335-353F-436B-8882-7D949C34736E}" srcOrd="0" destOrd="0" presId="urn:microsoft.com/office/officeart/2005/8/layout/hierarchy3"/>
    <dgm:cxn modelId="{2035BE91-9144-4D6F-AD29-9D9F1E3EF6EB}" type="presOf" srcId="{DDB297BB-96CD-46C2-8582-1859F63D3F33}" destId="{FEADA9FE-9285-4562-92B7-A84B7F779489}" srcOrd="0" destOrd="0" presId="urn:microsoft.com/office/officeart/2005/8/layout/hierarchy3"/>
    <dgm:cxn modelId="{FCE76E93-E00B-495E-A320-5F36B39E30DF}" type="presOf" srcId="{141806BA-912E-4FDB-9AD1-6281AAE0FECC}" destId="{0FBDCE6E-84A7-490A-8132-95B51915ACE4}" srcOrd="0" destOrd="0" presId="urn:microsoft.com/office/officeart/2005/8/layout/hierarchy3"/>
    <dgm:cxn modelId="{44C3C293-D911-419D-861B-62E99446768B}" type="presOf" srcId="{46F6CCA3-B1A1-405D-A86E-240B4A560934}" destId="{140A4EC6-8CF0-4E1B-AFF3-EAB6F8471A10}" srcOrd="0" destOrd="0" presId="urn:microsoft.com/office/officeart/2005/8/layout/hierarchy3"/>
    <dgm:cxn modelId="{0A31ED93-0791-400F-A1A9-4FC1035EC708}" type="presOf" srcId="{19C71ED4-39FB-4E37-B2B3-71D93D07835F}" destId="{607AAB5E-ABBE-44DE-AA3D-27F7F766B37A}" srcOrd="0" destOrd="0" presId="urn:microsoft.com/office/officeart/2005/8/layout/hierarchy3"/>
    <dgm:cxn modelId="{739D179D-4BFE-463D-9611-7E8FF0B8A838}" type="presOf" srcId="{A321AA82-BA9B-489B-9B9E-E0138E76DE0A}" destId="{E26BC60D-AF0F-4466-B359-05823F682B59}" srcOrd="0" destOrd="0" presId="urn:microsoft.com/office/officeart/2005/8/layout/hierarchy3"/>
    <dgm:cxn modelId="{8850B4A3-1238-4DE6-96F4-53A5FD284928}" srcId="{D351367D-AA84-4A0B-9975-3BC65DB95E89}" destId="{D82E58F9-D250-4E67-8481-397CBF568829}" srcOrd="3" destOrd="0" parTransId="{A8BB1A56-AD73-40D3-A9FE-82EC92F72B9A}" sibTransId="{CA098DA8-D0FB-4031-BEA1-7FCABCF2EA27}"/>
    <dgm:cxn modelId="{67A674A4-15C8-4EE0-9115-BDAB188577F8}" srcId="{8F5D3CEC-FC5A-4869-9596-744021C862C4}" destId="{62B94CBB-747C-4ED5-A800-63AEB52E49A1}" srcOrd="2" destOrd="0" parTransId="{A321AA82-BA9B-489B-9B9E-E0138E76DE0A}" sibTransId="{B452C43C-594C-4706-848A-793BAD785B16}"/>
    <dgm:cxn modelId="{7A0775A8-016E-4C3B-9548-A9B84E1E3A87}" type="presOf" srcId="{60110137-136A-4336-8B41-6E23894DAF69}" destId="{031C3C27-CFB5-40F8-8985-A5BCA4E91BEA}" srcOrd="0" destOrd="0" presId="urn:microsoft.com/office/officeart/2005/8/layout/hierarchy3"/>
    <dgm:cxn modelId="{198CACAE-8E5D-4519-B125-A1D823CD86BB}" type="presOf" srcId="{62B94CBB-747C-4ED5-A800-63AEB52E49A1}" destId="{E60F0558-FBF2-4E6B-9DFA-487B421BCA69}" srcOrd="0" destOrd="0" presId="urn:microsoft.com/office/officeart/2005/8/layout/hierarchy3"/>
    <dgm:cxn modelId="{6F8997B0-597D-45A6-A981-02AAB61EEF9F}" srcId="{A90B9BC5-660C-451C-99BD-3FDC5D73AAD4}" destId="{6D51CF19-00AA-48C5-BE6C-CF3FCE8EB254}" srcOrd="1" destOrd="0" parTransId="{59FA33D3-390E-412D-8449-7C1C8EFB2D97}" sibTransId="{BE268116-BC84-4585-9C6E-A6EECF049234}"/>
    <dgm:cxn modelId="{C11215B1-6FE1-433A-AE7E-91FE518498B3}" type="presOf" srcId="{13EFA440-B5CA-4174-8F4B-E3FBAC5412FF}" destId="{896491D9-B7FA-48DD-BE4F-80D66B3AD000}" srcOrd="1" destOrd="0" presId="urn:microsoft.com/office/officeart/2005/8/layout/hierarchy3"/>
    <dgm:cxn modelId="{244678B4-7612-46F8-812A-A5830865F7B1}" type="presOf" srcId="{48852C4F-43AF-420E-9D42-E25A1D425853}" destId="{49E5CDEE-4ADC-48C8-92ED-48BB98C309FB}" srcOrd="0" destOrd="0" presId="urn:microsoft.com/office/officeart/2005/8/layout/hierarchy3"/>
    <dgm:cxn modelId="{AE201DBC-5AEE-431C-8DA0-F09115E2535A}" srcId="{D351367D-AA84-4A0B-9975-3BC65DB95E89}" destId="{4B552AC0-8720-47BA-BFDA-B136F939065B}" srcOrd="2" destOrd="0" parTransId="{2BFE4660-01C0-46EE-B0C8-ED5770BF464C}" sibTransId="{B8EBB8BD-2EEB-4434-9032-322CF5771C33}"/>
    <dgm:cxn modelId="{AC8F45C0-7717-49F6-9F15-648D5150F153}" type="presOf" srcId="{C8ACA272-F3C3-4809-A826-0C9414431979}" destId="{F12F037F-4E19-4C42-8BD1-47257732FCB9}" srcOrd="0" destOrd="0" presId="urn:microsoft.com/office/officeart/2005/8/layout/hierarchy3"/>
    <dgm:cxn modelId="{289607C5-EBA9-4875-B0EA-0580DCEB7ABC}" type="presOf" srcId="{EB5DAB53-2C32-4021-96BF-2FBE4512B8C9}" destId="{04E93DE3-FEFF-4569-ACD3-08E399A3A18D}" srcOrd="0" destOrd="0" presId="urn:microsoft.com/office/officeart/2005/8/layout/hierarchy3"/>
    <dgm:cxn modelId="{C05CD3C5-BB9C-4418-B116-E7BC2F1AD69A}" type="presOf" srcId="{3050624A-5D4F-4091-AF6A-FF4B710E359D}" destId="{03DA89A5-5419-4A23-A42D-5EE807601C1D}" srcOrd="0" destOrd="0" presId="urn:microsoft.com/office/officeart/2005/8/layout/hierarchy3"/>
    <dgm:cxn modelId="{9193C1C9-CE35-4F17-9FC0-5802B7267EFF}" srcId="{54910A3B-28D7-4616-A7AA-08F936B95192}" destId="{A63FD70E-7F0C-4F5C-BDD8-52D9BE13A49E}" srcOrd="2" destOrd="0" parTransId="{94A400D3-6ECF-4837-9567-1A1E33F112BE}" sibTransId="{496A6FA5-606F-4643-AF1D-A4BBEAF0F371}"/>
    <dgm:cxn modelId="{D426E7C9-C86A-4473-8149-0F4A290B14B2}" srcId="{54910A3B-28D7-4616-A7AA-08F936B95192}" destId="{7BE95BE6-3794-4EA9-B7CC-BBC387887FEB}" srcOrd="1" destOrd="0" parTransId="{60110137-136A-4336-8B41-6E23894DAF69}" sibTransId="{D4FE5B3C-5F97-4F93-9511-D5215FBD5E11}"/>
    <dgm:cxn modelId="{ED2D78CC-A823-49DD-9D2A-57C19087379D}" type="presOf" srcId="{D82E58F9-D250-4E67-8481-397CBF568829}" destId="{BEDB3496-8E77-4E4F-98D3-7F07D7CDA34F}" srcOrd="0" destOrd="0" presId="urn:microsoft.com/office/officeart/2005/8/layout/hierarchy3"/>
    <dgm:cxn modelId="{6B3824D3-1108-454C-9C33-F7A7F5FE07DE}" type="presOf" srcId="{12F7D1DB-8D8D-45BC-B425-EBA417A1F85A}" destId="{E5B7CB77-FD99-489D-9988-2116779431CB}" srcOrd="0" destOrd="0" presId="urn:microsoft.com/office/officeart/2005/8/layout/hierarchy3"/>
    <dgm:cxn modelId="{744663D3-E35A-4839-AF41-733840FACC5E}" srcId="{A90B9BC5-660C-451C-99BD-3FDC5D73AAD4}" destId="{13EFA440-B5CA-4174-8F4B-E3FBAC5412FF}" srcOrd="5" destOrd="0" parTransId="{087BEFE1-09D4-428F-B52B-30A702A237FD}" sibTransId="{4658F1BD-A769-4DCF-A251-28BDF61E7CCA}"/>
    <dgm:cxn modelId="{E2BE6CD3-AD53-4515-9CF9-965931C1B9C5}" type="presOf" srcId="{70ABCA17-F04E-44D1-8389-79D79CC875CC}" destId="{CCBDB1C6-7F49-4DE1-B7DE-10701010AB9A}" srcOrd="0" destOrd="0" presId="urn:microsoft.com/office/officeart/2005/8/layout/hierarchy3"/>
    <dgm:cxn modelId="{295FD9D5-13A1-43A1-AF89-6263642B6020}" srcId="{13EFA440-B5CA-4174-8F4B-E3FBAC5412FF}" destId="{C8ACA272-F3C3-4809-A826-0C9414431979}" srcOrd="2" destOrd="0" parTransId="{BD0D78D5-D782-48F2-81F4-BA108457B0F7}" sibTransId="{2398B429-7B0E-446E-B803-470DF784D092}"/>
    <dgm:cxn modelId="{502709D7-D5C8-45B2-AF54-FFE4CDA8B243}" srcId="{A90B9BC5-660C-451C-99BD-3FDC5D73AAD4}" destId="{8F5D3CEC-FC5A-4869-9596-744021C862C4}" srcOrd="0" destOrd="0" parTransId="{CE082F24-0907-4B20-AB66-9B1D85AFA126}" sibTransId="{D270129F-8D88-45FD-9603-C0F09CDEE47B}"/>
    <dgm:cxn modelId="{C6545DDC-A642-41BE-8B6F-551658E0E65B}" type="presOf" srcId="{756F890C-CF83-437C-B5DD-FC21A090A80D}" destId="{D54C8DAB-10E6-4429-B2E6-41FC9DA40B63}" srcOrd="0" destOrd="0" presId="urn:microsoft.com/office/officeart/2005/8/layout/hierarchy3"/>
    <dgm:cxn modelId="{7A1D0BE2-BD86-40F4-A324-844A65EEB71C}" srcId="{8F5D3CEC-FC5A-4869-9596-744021C862C4}" destId="{101AEDCF-C8FD-45F7-883D-47F6C07063B1}" srcOrd="0" destOrd="0" parTransId="{EC197EFC-F36B-48F0-A2DB-AC64EF21E1AA}" sibTransId="{2074246D-238E-4C55-A1C7-0917AC807110}"/>
    <dgm:cxn modelId="{A2533EE5-E29C-4F14-BF87-FAEE28A3CA5E}" type="presOf" srcId="{8F5D3CEC-FC5A-4869-9596-744021C862C4}" destId="{6ED36ECF-8707-4657-A0D4-DD8699CE768B}" srcOrd="0" destOrd="0" presId="urn:microsoft.com/office/officeart/2005/8/layout/hierarchy3"/>
    <dgm:cxn modelId="{EF198DE6-44C9-4FE6-9636-F9B3BA516788}" type="presOf" srcId="{54910A3B-28D7-4616-A7AA-08F936B95192}" destId="{4ED0EA71-5430-4321-9392-B8FA0592AEFF}" srcOrd="0" destOrd="0" presId="urn:microsoft.com/office/officeart/2005/8/layout/hierarchy3"/>
    <dgm:cxn modelId="{CEA30CEA-DA18-4146-B941-62845F0DD20A}" type="presOf" srcId="{D351367D-AA84-4A0B-9975-3BC65DB95E89}" destId="{3EA437CD-D6D8-436D-A06F-DFBB397EADC0}" srcOrd="0" destOrd="0" presId="urn:microsoft.com/office/officeart/2005/8/layout/hierarchy3"/>
    <dgm:cxn modelId="{D00E68EA-20E6-4F5A-AFE2-2D3251CC0D82}" type="presOf" srcId="{0AEB428B-8A25-4D60-BF49-EC1E5D68EA1C}" destId="{4748BF97-5A92-4A9B-A2EE-F76066C435AC}" srcOrd="0" destOrd="0" presId="urn:microsoft.com/office/officeart/2005/8/layout/hierarchy3"/>
    <dgm:cxn modelId="{88AFE6F5-B65C-4888-A98F-87D80EB94987}" type="presOf" srcId="{2FD95983-1B29-49AA-8206-8E2DE2A708FF}" destId="{5D49C626-4AE7-4BBB-96B9-87E8256ED1EE}" srcOrd="0" destOrd="0" presId="urn:microsoft.com/office/officeart/2005/8/layout/hierarchy3"/>
    <dgm:cxn modelId="{5D79D797-9429-443F-9C1B-05329BE99F0A}" type="presParOf" srcId="{E252BE29-5FE5-44FE-B4DE-CA268A774FBE}" destId="{FCE0B3F4-BD01-47D8-87D6-3312077CC321}" srcOrd="0" destOrd="0" presId="urn:microsoft.com/office/officeart/2005/8/layout/hierarchy3"/>
    <dgm:cxn modelId="{878A9708-2172-49D7-82B0-EBE75AC68DC1}" type="presParOf" srcId="{FCE0B3F4-BD01-47D8-87D6-3312077CC321}" destId="{9960E4FD-147D-4A11-A712-30C34B32FDFB}" srcOrd="0" destOrd="0" presId="urn:microsoft.com/office/officeart/2005/8/layout/hierarchy3"/>
    <dgm:cxn modelId="{B35B571E-5484-4D2B-BE73-3CE3083C5425}" type="presParOf" srcId="{9960E4FD-147D-4A11-A712-30C34B32FDFB}" destId="{6ED36ECF-8707-4657-A0D4-DD8699CE768B}" srcOrd="0" destOrd="0" presId="urn:microsoft.com/office/officeart/2005/8/layout/hierarchy3"/>
    <dgm:cxn modelId="{28287C86-DC44-451C-8A4D-039B735D12C9}" type="presParOf" srcId="{9960E4FD-147D-4A11-A712-30C34B32FDFB}" destId="{0760B9C8-D59F-4AF6-8CC6-BBF8182AFFE3}" srcOrd="1" destOrd="0" presId="urn:microsoft.com/office/officeart/2005/8/layout/hierarchy3"/>
    <dgm:cxn modelId="{48086B06-37B4-4F96-BD3D-2A24DC3381C2}" type="presParOf" srcId="{FCE0B3F4-BD01-47D8-87D6-3312077CC321}" destId="{05F316A2-2D1D-4845-880E-613168789DD7}" srcOrd="1" destOrd="0" presId="urn:microsoft.com/office/officeart/2005/8/layout/hierarchy3"/>
    <dgm:cxn modelId="{7E3ACA85-B2F0-4D79-960C-7760F50A5E1F}" type="presParOf" srcId="{05F316A2-2D1D-4845-880E-613168789DD7}" destId="{07281410-E796-4852-9171-BDB640A21D26}" srcOrd="0" destOrd="0" presId="urn:microsoft.com/office/officeart/2005/8/layout/hierarchy3"/>
    <dgm:cxn modelId="{5FEF1BA0-58D2-41B1-B49C-8BDC5659BC02}" type="presParOf" srcId="{05F316A2-2D1D-4845-880E-613168789DD7}" destId="{4E83B226-9429-49C2-9CFD-37F03B1989FF}" srcOrd="1" destOrd="0" presId="urn:microsoft.com/office/officeart/2005/8/layout/hierarchy3"/>
    <dgm:cxn modelId="{002D63E9-5040-4A54-A9E0-E7C9A0244B01}" type="presParOf" srcId="{05F316A2-2D1D-4845-880E-613168789DD7}" destId="{6FC81D0C-B7DD-4C0A-8426-38611180748F}" srcOrd="2" destOrd="0" presId="urn:microsoft.com/office/officeart/2005/8/layout/hierarchy3"/>
    <dgm:cxn modelId="{928AAC14-DB03-4C2E-9DDB-E6B2D965BB0D}" type="presParOf" srcId="{05F316A2-2D1D-4845-880E-613168789DD7}" destId="{04E93DE3-FEFF-4569-ACD3-08E399A3A18D}" srcOrd="3" destOrd="0" presId="urn:microsoft.com/office/officeart/2005/8/layout/hierarchy3"/>
    <dgm:cxn modelId="{3A519714-CBB8-4227-B43D-B3F4412C9AFA}" type="presParOf" srcId="{05F316A2-2D1D-4845-880E-613168789DD7}" destId="{E26BC60D-AF0F-4466-B359-05823F682B59}" srcOrd="4" destOrd="0" presId="urn:microsoft.com/office/officeart/2005/8/layout/hierarchy3"/>
    <dgm:cxn modelId="{BDB85842-1D92-4B77-9DEC-C9BEC3D173D7}" type="presParOf" srcId="{05F316A2-2D1D-4845-880E-613168789DD7}" destId="{E60F0558-FBF2-4E6B-9DFA-487B421BCA69}" srcOrd="5" destOrd="0" presId="urn:microsoft.com/office/officeart/2005/8/layout/hierarchy3"/>
    <dgm:cxn modelId="{143C000D-59FA-4537-8EE3-329AF809D3CC}" type="presParOf" srcId="{E252BE29-5FE5-44FE-B4DE-CA268A774FBE}" destId="{178A6A13-1414-41C4-B0DB-706B3FB83D9C}" srcOrd="1" destOrd="0" presId="urn:microsoft.com/office/officeart/2005/8/layout/hierarchy3"/>
    <dgm:cxn modelId="{5B2E77C4-CFDE-4FD6-8368-67B9245FFDCE}" type="presParOf" srcId="{178A6A13-1414-41C4-B0DB-706B3FB83D9C}" destId="{B9A83698-5E16-4E09-890E-6BE0D5119B4B}" srcOrd="0" destOrd="0" presId="urn:microsoft.com/office/officeart/2005/8/layout/hierarchy3"/>
    <dgm:cxn modelId="{92C26EF0-F83B-4AF7-8B0D-CD327CC06716}" type="presParOf" srcId="{B9A83698-5E16-4E09-890E-6BE0D5119B4B}" destId="{6EE1221E-E3E1-4233-9090-5BEE13633D33}" srcOrd="0" destOrd="0" presId="urn:microsoft.com/office/officeart/2005/8/layout/hierarchy3"/>
    <dgm:cxn modelId="{3DC7180D-FD7E-414B-823A-2719E36A50BF}" type="presParOf" srcId="{B9A83698-5E16-4E09-890E-6BE0D5119B4B}" destId="{8E30F5CA-ED92-48D5-AA3C-BB746BD25069}" srcOrd="1" destOrd="0" presId="urn:microsoft.com/office/officeart/2005/8/layout/hierarchy3"/>
    <dgm:cxn modelId="{42D01FC9-D7E6-4CC1-B7FA-71F760E15923}" type="presParOf" srcId="{178A6A13-1414-41C4-B0DB-706B3FB83D9C}" destId="{BCF83B2E-104C-4221-B770-E8CAC4022E8C}" srcOrd="1" destOrd="0" presId="urn:microsoft.com/office/officeart/2005/8/layout/hierarchy3"/>
    <dgm:cxn modelId="{FB915DB6-E0DB-461E-BB44-537469CB05AD}" type="presParOf" srcId="{BCF83B2E-104C-4221-B770-E8CAC4022E8C}" destId="{CCBDB1C6-7F49-4DE1-B7DE-10701010AB9A}" srcOrd="0" destOrd="0" presId="urn:microsoft.com/office/officeart/2005/8/layout/hierarchy3"/>
    <dgm:cxn modelId="{E24F3985-3DF4-45B2-9084-6157D1DA8EC0}" type="presParOf" srcId="{BCF83B2E-104C-4221-B770-E8CAC4022E8C}" destId="{FAC67607-D057-4AF0-972E-A07C382819C0}" srcOrd="1" destOrd="0" presId="urn:microsoft.com/office/officeart/2005/8/layout/hierarchy3"/>
    <dgm:cxn modelId="{81729C5A-27D5-4447-BA58-FFB92405A080}" type="presParOf" srcId="{BCF83B2E-104C-4221-B770-E8CAC4022E8C}" destId="{03DA89A5-5419-4A23-A42D-5EE807601C1D}" srcOrd="2" destOrd="0" presId="urn:microsoft.com/office/officeart/2005/8/layout/hierarchy3"/>
    <dgm:cxn modelId="{BDAD9240-4DA0-4D5F-AD2C-0CE616C752C5}" type="presParOf" srcId="{BCF83B2E-104C-4221-B770-E8CAC4022E8C}" destId="{4748BF97-5A92-4A9B-A2EE-F76066C435AC}" srcOrd="3" destOrd="0" presId="urn:microsoft.com/office/officeart/2005/8/layout/hierarchy3"/>
    <dgm:cxn modelId="{7506BA45-4F88-4499-914B-3819F9D85ACD}" type="presParOf" srcId="{BCF83B2E-104C-4221-B770-E8CAC4022E8C}" destId="{140A4EC6-8CF0-4E1B-AFF3-EAB6F8471A10}" srcOrd="4" destOrd="0" presId="urn:microsoft.com/office/officeart/2005/8/layout/hierarchy3"/>
    <dgm:cxn modelId="{1AFCCDB7-E0CA-4EAE-A622-0356F0D2C7F1}" type="presParOf" srcId="{BCF83B2E-104C-4221-B770-E8CAC4022E8C}" destId="{49E5CDEE-4ADC-48C8-92ED-48BB98C309FB}" srcOrd="5" destOrd="0" presId="urn:microsoft.com/office/officeart/2005/8/layout/hierarchy3"/>
    <dgm:cxn modelId="{F86BFC88-32D6-46AE-89AA-BAF53B9C21BB}" type="presParOf" srcId="{E252BE29-5FE5-44FE-B4DE-CA268A774FBE}" destId="{02B8968A-F0C1-44DB-9906-AEBFFC3F34D0}" srcOrd="2" destOrd="0" presId="urn:microsoft.com/office/officeart/2005/8/layout/hierarchy3"/>
    <dgm:cxn modelId="{A02DD4B3-01B1-4B5B-B4AC-0537A60C6C7F}" type="presParOf" srcId="{02B8968A-F0C1-44DB-9906-AEBFFC3F34D0}" destId="{D56BD95B-AC42-4765-8C77-4F44789000E3}" srcOrd="0" destOrd="0" presId="urn:microsoft.com/office/officeart/2005/8/layout/hierarchy3"/>
    <dgm:cxn modelId="{AC5127D6-D091-4DB2-B047-D6841791F93B}" type="presParOf" srcId="{D56BD95B-AC42-4765-8C77-4F44789000E3}" destId="{607AAB5E-ABBE-44DE-AA3D-27F7F766B37A}" srcOrd="0" destOrd="0" presId="urn:microsoft.com/office/officeart/2005/8/layout/hierarchy3"/>
    <dgm:cxn modelId="{E9157B8F-F43C-4F28-8F15-6B767AF474B8}" type="presParOf" srcId="{D56BD95B-AC42-4765-8C77-4F44789000E3}" destId="{A640F7D4-CEC4-4E1C-9D08-17C82E57EFF9}" srcOrd="1" destOrd="0" presId="urn:microsoft.com/office/officeart/2005/8/layout/hierarchy3"/>
    <dgm:cxn modelId="{22D3D858-C3E7-4FA2-BC01-C625D9C5A38C}" type="presParOf" srcId="{02B8968A-F0C1-44DB-9906-AEBFFC3F34D0}" destId="{EF38FC99-FC17-4271-A16D-AD565D078EC6}" srcOrd="1" destOrd="0" presId="urn:microsoft.com/office/officeart/2005/8/layout/hierarchy3"/>
    <dgm:cxn modelId="{CB908FA5-1568-468F-B400-0B03E8E8A6D4}" type="presParOf" srcId="{EF38FC99-FC17-4271-A16D-AD565D078EC6}" destId="{8E192D1C-1388-478C-ABE0-81F5D199C6C2}" srcOrd="0" destOrd="0" presId="urn:microsoft.com/office/officeart/2005/8/layout/hierarchy3"/>
    <dgm:cxn modelId="{0ADC7174-C6FF-473B-8A2F-0274CDD8F588}" type="presParOf" srcId="{EF38FC99-FC17-4271-A16D-AD565D078EC6}" destId="{D54C8DAB-10E6-4429-B2E6-41FC9DA40B63}" srcOrd="1" destOrd="0" presId="urn:microsoft.com/office/officeart/2005/8/layout/hierarchy3"/>
    <dgm:cxn modelId="{35661EF8-666F-403B-A04C-393F35D9AA8B}" type="presParOf" srcId="{EF38FC99-FC17-4271-A16D-AD565D078EC6}" destId="{5D49C626-4AE7-4BBB-96B9-87E8256ED1EE}" srcOrd="2" destOrd="0" presId="urn:microsoft.com/office/officeart/2005/8/layout/hierarchy3"/>
    <dgm:cxn modelId="{5D222B2F-6723-4A84-BE8E-4ACAD441C660}" type="presParOf" srcId="{EF38FC99-FC17-4271-A16D-AD565D078EC6}" destId="{0FBDCE6E-84A7-490A-8132-95B51915ACE4}" srcOrd="3" destOrd="0" presId="urn:microsoft.com/office/officeart/2005/8/layout/hierarchy3"/>
    <dgm:cxn modelId="{7DB4E7FA-3326-4E9F-B9DE-B4E5DAB09B72}" type="presParOf" srcId="{EF38FC99-FC17-4271-A16D-AD565D078EC6}" destId="{7899F8BA-889C-4C69-9C4A-B5B17E644EAA}" srcOrd="4" destOrd="0" presId="urn:microsoft.com/office/officeart/2005/8/layout/hierarchy3"/>
    <dgm:cxn modelId="{F311A8DA-360B-47BF-B980-1AA298801B57}" type="presParOf" srcId="{EF38FC99-FC17-4271-A16D-AD565D078EC6}" destId="{5491BC51-53BB-4433-8C03-D9A4E4CDF4C9}" srcOrd="5" destOrd="0" presId="urn:microsoft.com/office/officeart/2005/8/layout/hierarchy3"/>
    <dgm:cxn modelId="{ACAFAF7B-8AAF-48AF-B5B4-ED0028815B59}" type="presParOf" srcId="{E252BE29-5FE5-44FE-B4DE-CA268A774FBE}" destId="{54986283-7A12-4568-BABE-E0C853CF6099}" srcOrd="3" destOrd="0" presId="urn:microsoft.com/office/officeart/2005/8/layout/hierarchy3"/>
    <dgm:cxn modelId="{9E6787AB-FE64-4792-BEEB-459DD7883BCF}" type="presParOf" srcId="{54986283-7A12-4568-BABE-E0C853CF6099}" destId="{FA7C1C98-4C47-49D0-AE8F-F56AD7F42F55}" srcOrd="0" destOrd="0" presId="urn:microsoft.com/office/officeart/2005/8/layout/hierarchy3"/>
    <dgm:cxn modelId="{878E00E3-969A-4618-B09A-61CD84AD61CE}" type="presParOf" srcId="{FA7C1C98-4C47-49D0-AE8F-F56AD7F42F55}" destId="{4ED0EA71-5430-4321-9392-B8FA0592AEFF}" srcOrd="0" destOrd="0" presId="urn:microsoft.com/office/officeart/2005/8/layout/hierarchy3"/>
    <dgm:cxn modelId="{7D29ADA1-95C2-45A2-9E9A-DA864FD2C275}" type="presParOf" srcId="{FA7C1C98-4C47-49D0-AE8F-F56AD7F42F55}" destId="{9AEA9AEF-9B40-4D2F-9028-E62F4210D289}" srcOrd="1" destOrd="0" presId="urn:microsoft.com/office/officeart/2005/8/layout/hierarchy3"/>
    <dgm:cxn modelId="{465E7E58-8BC7-4A26-AAD9-988747321859}" type="presParOf" srcId="{54986283-7A12-4568-BABE-E0C853CF6099}" destId="{BB1166EB-2403-4B02-BA51-3A963F8A1264}" srcOrd="1" destOrd="0" presId="urn:microsoft.com/office/officeart/2005/8/layout/hierarchy3"/>
    <dgm:cxn modelId="{E70DBA3B-FA08-4B9A-ABF1-F5EB49D607B5}" type="presParOf" srcId="{BB1166EB-2403-4B02-BA51-3A963F8A1264}" destId="{2081DD8E-A340-4E6D-AC86-E9CFC1F696F6}" srcOrd="0" destOrd="0" presId="urn:microsoft.com/office/officeart/2005/8/layout/hierarchy3"/>
    <dgm:cxn modelId="{AB4462FA-A987-4026-8543-DE83AA4E2ADA}" type="presParOf" srcId="{BB1166EB-2403-4B02-BA51-3A963F8A1264}" destId="{936BF21A-7524-421A-B370-5E827505E659}" srcOrd="1" destOrd="0" presId="urn:microsoft.com/office/officeart/2005/8/layout/hierarchy3"/>
    <dgm:cxn modelId="{AE0170B3-3A39-4622-855D-D264A6B49733}" type="presParOf" srcId="{BB1166EB-2403-4B02-BA51-3A963F8A1264}" destId="{031C3C27-CFB5-40F8-8985-A5BCA4E91BEA}" srcOrd="2" destOrd="0" presId="urn:microsoft.com/office/officeart/2005/8/layout/hierarchy3"/>
    <dgm:cxn modelId="{BF3787A3-E2F3-4A25-9DFE-5578AF423CA1}" type="presParOf" srcId="{BB1166EB-2403-4B02-BA51-3A963F8A1264}" destId="{94EA4699-139F-4084-AF1F-895DB716AF4B}" srcOrd="3" destOrd="0" presId="urn:microsoft.com/office/officeart/2005/8/layout/hierarchy3"/>
    <dgm:cxn modelId="{DE9CC072-39C7-4237-9D75-1D26793BC973}" type="presParOf" srcId="{BB1166EB-2403-4B02-BA51-3A963F8A1264}" destId="{B0AD2F2E-E8CE-461C-95DA-CAB069F9673F}" srcOrd="4" destOrd="0" presId="urn:microsoft.com/office/officeart/2005/8/layout/hierarchy3"/>
    <dgm:cxn modelId="{403205E3-C5CE-4FCF-8AAD-5BCEA525EBB8}" type="presParOf" srcId="{BB1166EB-2403-4B02-BA51-3A963F8A1264}" destId="{F4341795-C684-4BCE-8932-665708DB78ED}" srcOrd="5" destOrd="0" presId="urn:microsoft.com/office/officeart/2005/8/layout/hierarchy3"/>
    <dgm:cxn modelId="{12A4D5A8-9EC4-463B-98D4-044496541D7E}" type="presParOf" srcId="{BB1166EB-2403-4B02-BA51-3A963F8A1264}" destId="{FA3BE5F7-0823-4026-9E80-23A2C643CCED}" srcOrd="6" destOrd="0" presId="urn:microsoft.com/office/officeart/2005/8/layout/hierarchy3"/>
    <dgm:cxn modelId="{78CCD400-41BA-40BC-BBB0-EC975DE62BA5}" type="presParOf" srcId="{BB1166EB-2403-4B02-BA51-3A963F8A1264}" destId="{7B945FC2-5130-4062-A04D-C73E9BA5C90E}" srcOrd="7" destOrd="0" presId="urn:microsoft.com/office/officeart/2005/8/layout/hierarchy3"/>
    <dgm:cxn modelId="{9C6BADD7-8E35-4427-9255-AC896497BB6F}" type="presParOf" srcId="{E252BE29-5FE5-44FE-B4DE-CA268A774FBE}" destId="{E01D0F9C-5D2E-4F5F-AFFD-6F3453FAE53F}" srcOrd="4" destOrd="0" presId="urn:microsoft.com/office/officeart/2005/8/layout/hierarchy3"/>
    <dgm:cxn modelId="{987F94C0-59DB-4B5A-B417-03C01D2EA7F3}" type="presParOf" srcId="{E01D0F9C-5D2E-4F5F-AFFD-6F3453FAE53F}" destId="{E08E1116-89D9-46D5-B919-664F68A34784}" srcOrd="0" destOrd="0" presId="urn:microsoft.com/office/officeart/2005/8/layout/hierarchy3"/>
    <dgm:cxn modelId="{DC3C976C-83D4-4E79-8D42-7013345113E5}" type="presParOf" srcId="{E08E1116-89D9-46D5-B919-664F68A34784}" destId="{3EA437CD-D6D8-436D-A06F-DFBB397EADC0}" srcOrd="0" destOrd="0" presId="urn:microsoft.com/office/officeart/2005/8/layout/hierarchy3"/>
    <dgm:cxn modelId="{FF0DA551-3EC7-47B1-8DF6-A54A567C7A9B}" type="presParOf" srcId="{E08E1116-89D9-46D5-B919-664F68A34784}" destId="{ADE7C4A5-1F2B-4EC1-B14A-E4E09EE6AB27}" srcOrd="1" destOrd="0" presId="urn:microsoft.com/office/officeart/2005/8/layout/hierarchy3"/>
    <dgm:cxn modelId="{B1832719-99F2-409E-A73F-C3CA448152AD}" type="presParOf" srcId="{E01D0F9C-5D2E-4F5F-AFFD-6F3453FAE53F}" destId="{7FE931E8-E2A4-4B6D-8FA1-63A77A8F0E42}" srcOrd="1" destOrd="0" presId="urn:microsoft.com/office/officeart/2005/8/layout/hierarchy3"/>
    <dgm:cxn modelId="{3AB2A147-5B44-4D93-A828-8D94992DF8DD}" type="presParOf" srcId="{7FE931E8-E2A4-4B6D-8FA1-63A77A8F0E42}" destId="{DC660335-353F-436B-8882-7D949C34736E}" srcOrd="0" destOrd="0" presId="urn:microsoft.com/office/officeart/2005/8/layout/hierarchy3"/>
    <dgm:cxn modelId="{2B5D4A86-8545-4835-BABF-1A46DB3D90F5}" type="presParOf" srcId="{7FE931E8-E2A4-4B6D-8FA1-63A77A8F0E42}" destId="{37C5AA93-404D-4E48-A7D4-28257559EBD3}" srcOrd="1" destOrd="0" presId="urn:microsoft.com/office/officeart/2005/8/layout/hierarchy3"/>
    <dgm:cxn modelId="{9B53965E-D25F-424F-98AD-C747AA48C864}" type="presParOf" srcId="{7FE931E8-E2A4-4B6D-8FA1-63A77A8F0E42}" destId="{ED3DBA48-FEBB-48E3-8B6A-69E6EEE39D18}" srcOrd="2" destOrd="0" presId="urn:microsoft.com/office/officeart/2005/8/layout/hierarchy3"/>
    <dgm:cxn modelId="{C6E79D9B-AE8D-420D-B495-2AFD720E4220}" type="presParOf" srcId="{7FE931E8-E2A4-4B6D-8FA1-63A77A8F0E42}" destId="{9B53472E-9DBF-4F9A-9080-F4A7EE85C88C}" srcOrd="3" destOrd="0" presId="urn:microsoft.com/office/officeart/2005/8/layout/hierarchy3"/>
    <dgm:cxn modelId="{3CFEAF69-AEBB-4BB7-A443-76088EA902DE}" type="presParOf" srcId="{7FE931E8-E2A4-4B6D-8FA1-63A77A8F0E42}" destId="{B04B88B0-8CB5-4F1E-A110-2F8F7165443E}" srcOrd="4" destOrd="0" presId="urn:microsoft.com/office/officeart/2005/8/layout/hierarchy3"/>
    <dgm:cxn modelId="{959A82BD-9CCF-4241-99D0-9D48461DED41}" type="presParOf" srcId="{7FE931E8-E2A4-4B6D-8FA1-63A77A8F0E42}" destId="{9088A183-E020-4253-86F1-5A0F8B00CB0E}" srcOrd="5" destOrd="0" presId="urn:microsoft.com/office/officeart/2005/8/layout/hierarchy3"/>
    <dgm:cxn modelId="{5FFBEB35-1D74-454E-A14E-5BAD46126A7B}" type="presParOf" srcId="{7FE931E8-E2A4-4B6D-8FA1-63A77A8F0E42}" destId="{9262075C-1CDD-4CF1-9625-65639568ECF3}" srcOrd="6" destOrd="0" presId="urn:microsoft.com/office/officeart/2005/8/layout/hierarchy3"/>
    <dgm:cxn modelId="{3DD89291-EDC2-405A-A36D-010303ADE75D}" type="presParOf" srcId="{7FE931E8-E2A4-4B6D-8FA1-63A77A8F0E42}" destId="{BEDB3496-8E77-4E4F-98D3-7F07D7CDA34F}" srcOrd="7" destOrd="0" presId="urn:microsoft.com/office/officeart/2005/8/layout/hierarchy3"/>
    <dgm:cxn modelId="{10BB905E-75BA-4C3B-9599-7410A56A6213}" type="presParOf" srcId="{E252BE29-5FE5-44FE-B4DE-CA268A774FBE}" destId="{90AB5FC7-5E48-4E6F-935B-4AFA6F06A95C}" srcOrd="5" destOrd="0" presId="urn:microsoft.com/office/officeart/2005/8/layout/hierarchy3"/>
    <dgm:cxn modelId="{39CD95E8-37EF-483C-9921-35931072D8DB}" type="presParOf" srcId="{90AB5FC7-5E48-4E6F-935B-4AFA6F06A95C}" destId="{4BE6C4EA-B44B-46E2-AB11-DB99B4440867}" srcOrd="0" destOrd="0" presId="urn:microsoft.com/office/officeart/2005/8/layout/hierarchy3"/>
    <dgm:cxn modelId="{1A2377BD-5002-493C-B833-709BC5602909}" type="presParOf" srcId="{4BE6C4EA-B44B-46E2-AB11-DB99B4440867}" destId="{2CC7F518-00A0-4426-A181-C3BB99A94409}" srcOrd="0" destOrd="0" presId="urn:microsoft.com/office/officeart/2005/8/layout/hierarchy3"/>
    <dgm:cxn modelId="{69B75BD4-88A7-44A7-A175-194DC8902497}" type="presParOf" srcId="{4BE6C4EA-B44B-46E2-AB11-DB99B4440867}" destId="{896491D9-B7FA-48DD-BE4F-80D66B3AD000}" srcOrd="1" destOrd="0" presId="urn:microsoft.com/office/officeart/2005/8/layout/hierarchy3"/>
    <dgm:cxn modelId="{22B3117E-AAA3-41B1-BE57-7B5BBC3FB8AB}" type="presParOf" srcId="{90AB5FC7-5E48-4E6F-935B-4AFA6F06A95C}" destId="{CF95A4F8-43DE-44A8-80E8-F167510DC01D}" srcOrd="1" destOrd="0" presId="urn:microsoft.com/office/officeart/2005/8/layout/hierarchy3"/>
    <dgm:cxn modelId="{783EF793-B3EF-432F-A6FA-680743C014EC}" type="presParOf" srcId="{CF95A4F8-43DE-44A8-80E8-F167510DC01D}" destId="{FEADA9FE-9285-4562-92B7-A84B7F779489}" srcOrd="0" destOrd="0" presId="urn:microsoft.com/office/officeart/2005/8/layout/hierarchy3"/>
    <dgm:cxn modelId="{22301E57-0F7D-477F-B5FC-3357BCC1F5EF}" type="presParOf" srcId="{CF95A4F8-43DE-44A8-80E8-F167510DC01D}" destId="{F4A1A5EC-667B-4BD6-972A-D2BA35C4C267}" srcOrd="1" destOrd="0" presId="urn:microsoft.com/office/officeart/2005/8/layout/hierarchy3"/>
    <dgm:cxn modelId="{8BB745F4-C261-42D6-9AEA-102DCFF502CB}" type="presParOf" srcId="{CF95A4F8-43DE-44A8-80E8-F167510DC01D}" destId="{E5B7CB77-FD99-489D-9988-2116779431CB}" srcOrd="2" destOrd="0" presId="urn:microsoft.com/office/officeart/2005/8/layout/hierarchy3"/>
    <dgm:cxn modelId="{F9F3E075-4A08-4154-907B-BE09419DD2E0}" type="presParOf" srcId="{CF95A4F8-43DE-44A8-80E8-F167510DC01D}" destId="{E559F514-619F-42EA-9F50-45BE4E5045FC}" srcOrd="3" destOrd="0" presId="urn:microsoft.com/office/officeart/2005/8/layout/hierarchy3"/>
    <dgm:cxn modelId="{B6BDD149-9551-4E27-B315-11DC2128C20A}" type="presParOf" srcId="{CF95A4F8-43DE-44A8-80E8-F167510DC01D}" destId="{DCFA5213-479F-4A30-AEF8-B4489D74460D}" srcOrd="4" destOrd="0" presId="urn:microsoft.com/office/officeart/2005/8/layout/hierarchy3"/>
    <dgm:cxn modelId="{94B93C57-2235-4DB4-BF73-699A7D325C49}" type="presParOf" srcId="{CF95A4F8-43DE-44A8-80E8-F167510DC01D}" destId="{F12F037F-4E19-4C42-8BD1-47257732FCB9}" srcOrd="5" destOrd="0" presId="urn:microsoft.com/office/officeart/2005/8/layout/hierarchy3"/>
    <dgm:cxn modelId="{CFA12D0E-E997-4081-A95C-923FB06CBD25}" type="presParOf" srcId="{CF95A4F8-43DE-44A8-80E8-F167510DC01D}" destId="{36F5D0BA-DAEF-4EA8-A16D-E82D8C25D91D}" srcOrd="6" destOrd="0" presId="urn:microsoft.com/office/officeart/2005/8/layout/hierarchy3"/>
    <dgm:cxn modelId="{DECCEBC2-43BE-4863-BBE3-1B24E332D1B6}" type="presParOf" srcId="{CF95A4F8-43DE-44A8-80E8-F167510DC01D}" destId="{54C1ECBF-A466-40C6-A8AF-674317EF94A1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C2E747-7874-4F28-8B1B-7E2ACD38AD04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3DB4296-B4F4-443A-9253-685633CD49F4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fr-CA" sz="1700" b="1">
              <a:solidFill>
                <a:srgbClr val="064DD9"/>
              </a:solidFill>
              <a:ea typeface="+mn-ea"/>
              <a:cs typeface="+mn-cs"/>
            </a:rPr>
            <a:t>Gardien de la qualité  </a:t>
          </a:r>
          <a:r>
            <a:rPr lang="fr-CA" sz="1400" i="1">
              <a:solidFill>
                <a:srgbClr val="064DD9"/>
              </a:solidFill>
              <a:ea typeface="+mn-ea"/>
              <a:cs typeface="+mn-cs"/>
            </a:rPr>
            <a:t>supervise la stratégie de tests et veille à l’implication de tous.</a:t>
          </a:r>
          <a:endParaRPr lang="en-US" sz="1700" i="1">
            <a:solidFill>
              <a:srgbClr val="064DD9"/>
            </a:solidFill>
            <a:ea typeface="+mn-ea"/>
            <a:cs typeface="+mn-cs"/>
          </a:endParaRPr>
        </a:p>
      </dgm:t>
    </dgm:pt>
    <dgm:pt modelId="{64F7969B-B90A-48EA-A283-429872E81E10}" type="parTrans" cxnId="{628DC838-C0E0-47AA-8569-F85693AA651F}">
      <dgm:prSet/>
      <dgm:spPr/>
      <dgm:t>
        <a:bodyPr/>
        <a:lstStyle/>
        <a:p>
          <a:endParaRPr lang="en-US"/>
        </a:p>
      </dgm:t>
    </dgm:pt>
    <dgm:pt modelId="{387BDA7B-E957-49CD-A321-20E0B3A184D4}" type="sibTrans" cxnId="{628DC838-C0E0-47AA-8569-F85693AA651F}">
      <dgm:prSet/>
      <dgm:spPr/>
      <dgm:t>
        <a:bodyPr/>
        <a:lstStyle/>
        <a:p>
          <a:endParaRPr lang="en-US"/>
        </a:p>
      </dgm:t>
    </dgm:pt>
    <dgm:pt modelId="{A1AC593E-A609-4272-96DC-9F0DF1E9FC7F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fr-CA" sz="1700" b="1">
              <a:solidFill>
                <a:srgbClr val="064DD9"/>
              </a:solidFill>
              <a:ea typeface="+mn-ea"/>
              <a:cs typeface="+mn-cs"/>
            </a:rPr>
            <a:t>Respect des standards </a:t>
          </a:r>
          <a:r>
            <a:rPr lang="fr-CA" sz="1700">
              <a:solidFill>
                <a:srgbClr val="064DD9"/>
              </a:solidFill>
              <a:ea typeface="+mn-ea"/>
              <a:cs typeface="+mn-cs"/>
            </a:rPr>
            <a:t> </a:t>
          </a:r>
          <a:r>
            <a:rPr lang="fr-CA" sz="1400" i="1">
              <a:solidFill>
                <a:srgbClr val="064DD9"/>
              </a:solidFill>
              <a:ea typeface="+mn-ea"/>
              <a:cs typeface="+mn-cs"/>
            </a:rPr>
            <a:t>assure la conformité aux gates de qualité et aux standards du projet</a:t>
          </a:r>
          <a:r>
            <a:rPr lang="fr-CA" sz="1700">
              <a:solidFill>
                <a:srgbClr val="064DD9"/>
              </a:solidFill>
              <a:ea typeface="+mn-ea"/>
              <a:cs typeface="+mn-cs"/>
            </a:rPr>
            <a:t>.</a:t>
          </a:r>
          <a:endParaRPr lang="en-US" sz="1700">
            <a:solidFill>
              <a:srgbClr val="064DD9"/>
            </a:solidFill>
            <a:ea typeface="+mn-ea"/>
            <a:cs typeface="+mn-cs"/>
          </a:endParaRPr>
        </a:p>
      </dgm:t>
    </dgm:pt>
    <dgm:pt modelId="{1D02835B-CCCA-4C43-896B-39CDC453FACD}" type="parTrans" cxnId="{8A9D840C-72A9-4963-A1DB-E46329939E3F}">
      <dgm:prSet/>
      <dgm:spPr/>
      <dgm:t>
        <a:bodyPr/>
        <a:lstStyle/>
        <a:p>
          <a:endParaRPr lang="en-US"/>
        </a:p>
      </dgm:t>
    </dgm:pt>
    <dgm:pt modelId="{1F10F52F-A50E-47EF-924E-7ABC93D969D2}" type="sibTrans" cxnId="{8A9D840C-72A9-4963-A1DB-E46329939E3F}">
      <dgm:prSet/>
      <dgm:spPr/>
      <dgm:t>
        <a:bodyPr/>
        <a:lstStyle/>
        <a:p>
          <a:endParaRPr lang="en-US"/>
        </a:p>
      </dgm:t>
    </dgm:pt>
    <dgm:pt modelId="{5657AC08-970B-4DF5-A672-2037F237C82E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fr-CA" sz="1600" b="1">
              <a:solidFill>
                <a:srgbClr val="064DD9"/>
              </a:solidFill>
              <a:ea typeface="+mn-ea"/>
              <a:cs typeface="+mn-cs"/>
            </a:rPr>
            <a:t>Reporting</a:t>
          </a:r>
          <a:r>
            <a:rPr lang="fr-CA" sz="1900" b="1">
              <a:solidFill>
                <a:srgbClr val="064DD9"/>
              </a:solidFill>
              <a:latin typeface="DM Sans"/>
              <a:ea typeface="+mn-ea"/>
              <a:cs typeface="+mn-cs"/>
            </a:rPr>
            <a:t> </a:t>
          </a:r>
          <a:r>
            <a:rPr lang="fr-CA" sz="1900">
              <a:solidFill>
                <a:srgbClr val="064DD9"/>
              </a:solidFill>
              <a:ea typeface="+mn-ea"/>
              <a:cs typeface="+mn-cs"/>
            </a:rPr>
            <a:t> </a:t>
          </a:r>
          <a:r>
            <a:rPr lang="fr-CA" sz="1400" i="1">
              <a:solidFill>
                <a:srgbClr val="064DD9"/>
              </a:solidFill>
              <a:ea typeface="+mn-ea"/>
              <a:cs typeface="+mn-cs"/>
            </a:rPr>
            <a:t>garantit la documentation et l’exécution des bons tests.</a:t>
          </a:r>
          <a:endParaRPr lang="en-US" sz="1900" i="1">
            <a:solidFill>
              <a:srgbClr val="064DD9"/>
            </a:solidFill>
            <a:ea typeface="+mn-ea"/>
            <a:cs typeface="+mn-cs"/>
          </a:endParaRPr>
        </a:p>
      </dgm:t>
    </dgm:pt>
    <dgm:pt modelId="{5EE508F2-B794-43F2-80DB-976D93B6CE17}" type="parTrans" cxnId="{D0417E35-1170-4F91-BF26-12E5244A70E9}">
      <dgm:prSet/>
      <dgm:spPr/>
      <dgm:t>
        <a:bodyPr/>
        <a:lstStyle/>
        <a:p>
          <a:endParaRPr lang="en-US"/>
        </a:p>
      </dgm:t>
    </dgm:pt>
    <dgm:pt modelId="{539CC875-CB0D-4811-B29C-A1B676E69290}" type="sibTrans" cxnId="{D0417E35-1170-4F91-BF26-12E5244A70E9}">
      <dgm:prSet/>
      <dgm:spPr/>
      <dgm:t>
        <a:bodyPr/>
        <a:lstStyle/>
        <a:p>
          <a:endParaRPr lang="en-US"/>
        </a:p>
      </dgm:t>
    </dgm:pt>
    <dgm:pt modelId="{FA5767FB-73AC-4FE0-9479-7068B24D9F56}" type="pres">
      <dgm:prSet presAssocID="{98C2E747-7874-4F28-8B1B-7E2ACD38AD0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012871-F6D7-46A2-9A4C-CC6D90E0B1BD}" type="pres">
      <dgm:prSet presAssocID="{E3DB4296-B4F4-443A-9253-685633CD49F4}" presName="hierRoot1" presStyleCnt="0"/>
      <dgm:spPr/>
    </dgm:pt>
    <dgm:pt modelId="{810579B0-11FC-48BF-B7CC-C7224314F6A5}" type="pres">
      <dgm:prSet presAssocID="{E3DB4296-B4F4-443A-9253-685633CD49F4}" presName="composite" presStyleCnt="0"/>
      <dgm:spPr/>
    </dgm:pt>
    <dgm:pt modelId="{F94A37D8-BE48-4285-BBF9-CA0668BA6238}" type="pres">
      <dgm:prSet presAssocID="{E3DB4296-B4F4-443A-9253-685633CD49F4}" presName="background" presStyleLbl="node0" presStyleIdx="0" presStyleCnt="3"/>
      <dgm:spPr/>
    </dgm:pt>
    <dgm:pt modelId="{50418881-2BB7-4C7A-9E0B-A86A4E5B7478}" type="pres">
      <dgm:prSet presAssocID="{E3DB4296-B4F4-443A-9253-685633CD49F4}" presName="text" presStyleLbl="fgAcc0" presStyleIdx="0" presStyleCnt="3">
        <dgm:presLayoutVars>
          <dgm:chPref val="3"/>
        </dgm:presLayoutVars>
      </dgm:prSet>
      <dgm:spPr/>
    </dgm:pt>
    <dgm:pt modelId="{2E3B218F-6CB2-492E-B016-F32D46AC2F5D}" type="pres">
      <dgm:prSet presAssocID="{E3DB4296-B4F4-443A-9253-685633CD49F4}" presName="hierChild2" presStyleCnt="0"/>
      <dgm:spPr/>
    </dgm:pt>
    <dgm:pt modelId="{39F6D8A0-12BB-4345-9CEF-AEC20EB97601}" type="pres">
      <dgm:prSet presAssocID="{A1AC593E-A609-4272-96DC-9F0DF1E9FC7F}" presName="hierRoot1" presStyleCnt="0"/>
      <dgm:spPr/>
    </dgm:pt>
    <dgm:pt modelId="{56853CD1-0D80-4196-BB70-80F225F2B4EB}" type="pres">
      <dgm:prSet presAssocID="{A1AC593E-A609-4272-96DC-9F0DF1E9FC7F}" presName="composite" presStyleCnt="0"/>
      <dgm:spPr/>
    </dgm:pt>
    <dgm:pt modelId="{04852ACE-BAC1-405E-B473-49E2F85370BD}" type="pres">
      <dgm:prSet presAssocID="{A1AC593E-A609-4272-96DC-9F0DF1E9FC7F}" presName="background" presStyleLbl="node0" presStyleIdx="1" presStyleCnt="3"/>
      <dgm:spPr/>
    </dgm:pt>
    <dgm:pt modelId="{D1698C20-A824-460C-B794-A205DE7E112A}" type="pres">
      <dgm:prSet presAssocID="{A1AC593E-A609-4272-96DC-9F0DF1E9FC7F}" presName="text" presStyleLbl="fgAcc0" presStyleIdx="1" presStyleCnt="3">
        <dgm:presLayoutVars>
          <dgm:chPref val="3"/>
        </dgm:presLayoutVars>
      </dgm:prSet>
      <dgm:spPr/>
    </dgm:pt>
    <dgm:pt modelId="{4AB799EF-4406-4F5C-9DC5-FC34D4E3416F}" type="pres">
      <dgm:prSet presAssocID="{A1AC593E-A609-4272-96DC-9F0DF1E9FC7F}" presName="hierChild2" presStyleCnt="0"/>
      <dgm:spPr/>
    </dgm:pt>
    <dgm:pt modelId="{351229CE-1D3A-4766-AD93-28E57BBE472D}" type="pres">
      <dgm:prSet presAssocID="{5657AC08-970B-4DF5-A672-2037F237C82E}" presName="hierRoot1" presStyleCnt="0"/>
      <dgm:spPr/>
    </dgm:pt>
    <dgm:pt modelId="{C3C7449A-0C25-4C34-A528-819855EC7DB5}" type="pres">
      <dgm:prSet presAssocID="{5657AC08-970B-4DF5-A672-2037F237C82E}" presName="composite" presStyleCnt="0"/>
      <dgm:spPr/>
    </dgm:pt>
    <dgm:pt modelId="{18438208-B484-4A57-AE13-92407E0BEF9B}" type="pres">
      <dgm:prSet presAssocID="{5657AC08-970B-4DF5-A672-2037F237C82E}" presName="background" presStyleLbl="node0" presStyleIdx="2" presStyleCnt="3"/>
      <dgm:spPr/>
    </dgm:pt>
    <dgm:pt modelId="{C7B375F6-EF73-47DD-A462-572FFA4A278B}" type="pres">
      <dgm:prSet presAssocID="{5657AC08-970B-4DF5-A672-2037F237C82E}" presName="text" presStyleLbl="fgAcc0" presStyleIdx="2" presStyleCnt="3">
        <dgm:presLayoutVars>
          <dgm:chPref val="3"/>
        </dgm:presLayoutVars>
      </dgm:prSet>
      <dgm:spPr/>
    </dgm:pt>
    <dgm:pt modelId="{482AA9F9-28CB-4BC7-A4F6-22D994E3AC0B}" type="pres">
      <dgm:prSet presAssocID="{5657AC08-970B-4DF5-A672-2037F237C82E}" presName="hierChild2" presStyleCnt="0"/>
      <dgm:spPr/>
    </dgm:pt>
  </dgm:ptLst>
  <dgm:cxnLst>
    <dgm:cxn modelId="{8A9D840C-72A9-4963-A1DB-E46329939E3F}" srcId="{98C2E747-7874-4F28-8B1B-7E2ACD38AD04}" destId="{A1AC593E-A609-4272-96DC-9F0DF1E9FC7F}" srcOrd="1" destOrd="0" parTransId="{1D02835B-CCCA-4C43-896B-39CDC453FACD}" sibTransId="{1F10F52F-A50E-47EF-924E-7ABC93D969D2}"/>
    <dgm:cxn modelId="{D0417E35-1170-4F91-BF26-12E5244A70E9}" srcId="{98C2E747-7874-4F28-8B1B-7E2ACD38AD04}" destId="{5657AC08-970B-4DF5-A672-2037F237C82E}" srcOrd="2" destOrd="0" parTransId="{5EE508F2-B794-43F2-80DB-976D93B6CE17}" sibTransId="{539CC875-CB0D-4811-B29C-A1B676E69290}"/>
    <dgm:cxn modelId="{628DC838-C0E0-47AA-8569-F85693AA651F}" srcId="{98C2E747-7874-4F28-8B1B-7E2ACD38AD04}" destId="{E3DB4296-B4F4-443A-9253-685633CD49F4}" srcOrd="0" destOrd="0" parTransId="{64F7969B-B90A-48EA-A283-429872E81E10}" sibTransId="{387BDA7B-E957-49CD-A321-20E0B3A184D4}"/>
    <dgm:cxn modelId="{CB672E43-BD8E-4555-8F12-87B59D82021B}" type="presOf" srcId="{E3DB4296-B4F4-443A-9253-685633CD49F4}" destId="{50418881-2BB7-4C7A-9E0B-A86A4E5B7478}" srcOrd="0" destOrd="0" presId="urn:microsoft.com/office/officeart/2005/8/layout/hierarchy1"/>
    <dgm:cxn modelId="{D79278C5-F154-4B5E-A531-EE977CBF447C}" type="presOf" srcId="{98C2E747-7874-4F28-8B1B-7E2ACD38AD04}" destId="{FA5767FB-73AC-4FE0-9479-7068B24D9F56}" srcOrd="0" destOrd="0" presId="urn:microsoft.com/office/officeart/2005/8/layout/hierarchy1"/>
    <dgm:cxn modelId="{40FB1DCE-F89A-4295-9E32-1B956A4F1D91}" type="presOf" srcId="{5657AC08-970B-4DF5-A672-2037F237C82E}" destId="{C7B375F6-EF73-47DD-A462-572FFA4A278B}" srcOrd="0" destOrd="0" presId="urn:microsoft.com/office/officeart/2005/8/layout/hierarchy1"/>
    <dgm:cxn modelId="{2C5905D1-384E-4F21-B795-278733EE165C}" type="presOf" srcId="{A1AC593E-A609-4272-96DC-9F0DF1E9FC7F}" destId="{D1698C20-A824-460C-B794-A205DE7E112A}" srcOrd="0" destOrd="0" presId="urn:microsoft.com/office/officeart/2005/8/layout/hierarchy1"/>
    <dgm:cxn modelId="{D8F3C11C-7914-419C-9239-388B1DA127A6}" type="presParOf" srcId="{FA5767FB-73AC-4FE0-9479-7068B24D9F56}" destId="{D0012871-F6D7-46A2-9A4C-CC6D90E0B1BD}" srcOrd="0" destOrd="0" presId="urn:microsoft.com/office/officeart/2005/8/layout/hierarchy1"/>
    <dgm:cxn modelId="{9EB8AF96-5918-47B4-9E4B-B6783ECF1945}" type="presParOf" srcId="{D0012871-F6D7-46A2-9A4C-CC6D90E0B1BD}" destId="{810579B0-11FC-48BF-B7CC-C7224314F6A5}" srcOrd="0" destOrd="0" presId="urn:microsoft.com/office/officeart/2005/8/layout/hierarchy1"/>
    <dgm:cxn modelId="{19014BCB-2A24-48D9-A00D-AD54533479AD}" type="presParOf" srcId="{810579B0-11FC-48BF-B7CC-C7224314F6A5}" destId="{F94A37D8-BE48-4285-BBF9-CA0668BA6238}" srcOrd="0" destOrd="0" presId="urn:microsoft.com/office/officeart/2005/8/layout/hierarchy1"/>
    <dgm:cxn modelId="{EF729C93-62BC-426A-8CD4-C2E11F26A42C}" type="presParOf" srcId="{810579B0-11FC-48BF-B7CC-C7224314F6A5}" destId="{50418881-2BB7-4C7A-9E0B-A86A4E5B7478}" srcOrd="1" destOrd="0" presId="urn:microsoft.com/office/officeart/2005/8/layout/hierarchy1"/>
    <dgm:cxn modelId="{DE847C12-E16D-4150-8DE7-E6C0B3495B8B}" type="presParOf" srcId="{D0012871-F6D7-46A2-9A4C-CC6D90E0B1BD}" destId="{2E3B218F-6CB2-492E-B016-F32D46AC2F5D}" srcOrd="1" destOrd="0" presId="urn:microsoft.com/office/officeart/2005/8/layout/hierarchy1"/>
    <dgm:cxn modelId="{40965D5A-D407-47A7-9BAC-42B5114B8B42}" type="presParOf" srcId="{FA5767FB-73AC-4FE0-9479-7068B24D9F56}" destId="{39F6D8A0-12BB-4345-9CEF-AEC20EB97601}" srcOrd="1" destOrd="0" presId="urn:microsoft.com/office/officeart/2005/8/layout/hierarchy1"/>
    <dgm:cxn modelId="{8AD520BB-261D-4CA1-9F91-13BAB8F87506}" type="presParOf" srcId="{39F6D8A0-12BB-4345-9CEF-AEC20EB97601}" destId="{56853CD1-0D80-4196-BB70-80F225F2B4EB}" srcOrd="0" destOrd="0" presId="urn:microsoft.com/office/officeart/2005/8/layout/hierarchy1"/>
    <dgm:cxn modelId="{F3C59DF9-FE13-4B59-8FBD-9D9AE8E3C2DF}" type="presParOf" srcId="{56853CD1-0D80-4196-BB70-80F225F2B4EB}" destId="{04852ACE-BAC1-405E-B473-49E2F85370BD}" srcOrd="0" destOrd="0" presId="urn:microsoft.com/office/officeart/2005/8/layout/hierarchy1"/>
    <dgm:cxn modelId="{3C335DEB-E4E3-4B6E-B1C2-42C9FB353C88}" type="presParOf" srcId="{56853CD1-0D80-4196-BB70-80F225F2B4EB}" destId="{D1698C20-A824-460C-B794-A205DE7E112A}" srcOrd="1" destOrd="0" presId="urn:microsoft.com/office/officeart/2005/8/layout/hierarchy1"/>
    <dgm:cxn modelId="{12E44B07-227A-43A3-8C9F-CEBF5FFF06F4}" type="presParOf" srcId="{39F6D8A0-12BB-4345-9CEF-AEC20EB97601}" destId="{4AB799EF-4406-4F5C-9DC5-FC34D4E3416F}" srcOrd="1" destOrd="0" presId="urn:microsoft.com/office/officeart/2005/8/layout/hierarchy1"/>
    <dgm:cxn modelId="{AA146233-2BE4-4E76-81E1-0001ABF0BF39}" type="presParOf" srcId="{FA5767FB-73AC-4FE0-9479-7068B24D9F56}" destId="{351229CE-1D3A-4766-AD93-28E57BBE472D}" srcOrd="2" destOrd="0" presId="urn:microsoft.com/office/officeart/2005/8/layout/hierarchy1"/>
    <dgm:cxn modelId="{8596B67C-9E55-4E43-9473-C2DA66105D97}" type="presParOf" srcId="{351229CE-1D3A-4766-AD93-28E57BBE472D}" destId="{C3C7449A-0C25-4C34-A528-819855EC7DB5}" srcOrd="0" destOrd="0" presId="urn:microsoft.com/office/officeart/2005/8/layout/hierarchy1"/>
    <dgm:cxn modelId="{650D6D77-1739-4CAD-ACA9-195931F1999E}" type="presParOf" srcId="{C3C7449A-0C25-4C34-A528-819855EC7DB5}" destId="{18438208-B484-4A57-AE13-92407E0BEF9B}" srcOrd="0" destOrd="0" presId="urn:microsoft.com/office/officeart/2005/8/layout/hierarchy1"/>
    <dgm:cxn modelId="{396561B2-87FD-4129-940A-6110EFC59134}" type="presParOf" srcId="{C3C7449A-0C25-4C34-A528-819855EC7DB5}" destId="{C7B375F6-EF73-47DD-A462-572FFA4A278B}" srcOrd="1" destOrd="0" presId="urn:microsoft.com/office/officeart/2005/8/layout/hierarchy1"/>
    <dgm:cxn modelId="{3B7536AB-7A0A-4E15-A844-4510015328D9}" type="presParOf" srcId="{351229CE-1D3A-4766-AD93-28E57BBE472D}" destId="{482AA9F9-28CB-4BC7-A4F6-22D994E3AC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81E89E-3096-4238-ACC5-A041D3E5F20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381612-CEFC-4D5D-A862-9A147AAF83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600"/>
            <a:t>Respect du calendrier de Release Management </a:t>
          </a:r>
          <a:endParaRPr lang="en-US" sz="1600"/>
        </a:p>
      </dgm:t>
    </dgm:pt>
    <dgm:pt modelId="{B078A720-98FB-4725-941F-257D48C8CB78}" type="parTrans" cxnId="{849A4736-5C13-44E4-83E6-7B5B43C7FBD7}">
      <dgm:prSet/>
      <dgm:spPr/>
      <dgm:t>
        <a:bodyPr/>
        <a:lstStyle/>
        <a:p>
          <a:endParaRPr lang="en-US"/>
        </a:p>
      </dgm:t>
    </dgm:pt>
    <dgm:pt modelId="{54A9B820-FCE7-4EEB-B62C-0DCB4918739A}" type="sibTrans" cxnId="{849A4736-5C13-44E4-83E6-7B5B43C7FBD7}">
      <dgm:prSet/>
      <dgm:spPr/>
      <dgm:t>
        <a:bodyPr/>
        <a:lstStyle/>
        <a:p>
          <a:endParaRPr lang="en-US"/>
        </a:p>
      </dgm:t>
    </dgm:pt>
    <dgm:pt modelId="{180EE193-8F74-456F-8CB4-1E4E6F3AA2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600" kern="1200">
              <a:solidFill>
                <a:srgbClr val="064DD9">
                  <a:hueOff val="0"/>
                  <a:satOff val="0"/>
                  <a:lumOff val="0"/>
                  <a:alphaOff val="0"/>
                </a:srgbClr>
              </a:solidFill>
              <a:latin typeface="DM Sans"/>
              <a:ea typeface="+mn-ea"/>
              <a:cs typeface="+mn-cs"/>
            </a:rPr>
            <a:t>Assurer le respect du processus de gestion des mises en production, conformément aux étapes et contrôles</a:t>
          </a:r>
          <a:endParaRPr lang="en-US" sz="1600" kern="1200">
            <a:solidFill>
              <a:srgbClr val="064DD9">
                <a:hueOff val="0"/>
                <a:satOff val="0"/>
                <a:lumOff val="0"/>
                <a:alphaOff val="0"/>
              </a:srgbClr>
            </a:solidFill>
            <a:latin typeface="DM Sans"/>
            <a:ea typeface="+mn-ea"/>
            <a:cs typeface="+mn-cs"/>
          </a:endParaRPr>
        </a:p>
      </dgm:t>
    </dgm:pt>
    <dgm:pt modelId="{61AD2E5F-26EB-418F-83F1-FD9F651719F2}" type="parTrans" cxnId="{D1FC7563-33E9-4A34-8EDE-8216B9827E19}">
      <dgm:prSet/>
      <dgm:spPr/>
      <dgm:t>
        <a:bodyPr/>
        <a:lstStyle/>
        <a:p>
          <a:endParaRPr lang="en-US"/>
        </a:p>
      </dgm:t>
    </dgm:pt>
    <dgm:pt modelId="{6FD350C6-2547-4535-914E-4F84261CCEAE}" type="sibTrans" cxnId="{D1FC7563-33E9-4A34-8EDE-8216B9827E19}">
      <dgm:prSet/>
      <dgm:spPr/>
      <dgm:t>
        <a:bodyPr/>
        <a:lstStyle/>
        <a:p>
          <a:endParaRPr lang="en-US"/>
        </a:p>
      </dgm:t>
    </dgm:pt>
    <dgm:pt modelId="{345FEA18-8AF5-4955-BB3B-D039C774C37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600" kern="1200">
              <a:solidFill>
                <a:srgbClr val="064DD9">
                  <a:hueOff val="0"/>
                  <a:satOff val="0"/>
                  <a:lumOff val="0"/>
                  <a:alphaOff val="0"/>
                </a:srgbClr>
              </a:solidFill>
              <a:latin typeface="DM Sans"/>
              <a:ea typeface="+mn-ea"/>
              <a:cs typeface="+mn-cs"/>
            </a:rPr>
            <a:t>Maintenir une sécurité alignée sur les rôles et métiers définis</a:t>
          </a:r>
        </a:p>
      </dgm:t>
    </dgm:pt>
    <dgm:pt modelId="{D6337C59-C6DE-4A83-9802-4724536BD14E}" type="parTrans" cxnId="{8167AA86-9A5B-41E5-B92D-CD1386B17152}">
      <dgm:prSet/>
      <dgm:spPr/>
      <dgm:t>
        <a:bodyPr/>
        <a:lstStyle/>
        <a:p>
          <a:endParaRPr lang="en-US"/>
        </a:p>
      </dgm:t>
    </dgm:pt>
    <dgm:pt modelId="{CAA9541D-6A94-4C2D-81B6-DCF35F03EC2E}" type="sibTrans" cxnId="{8167AA86-9A5B-41E5-B92D-CD1386B17152}">
      <dgm:prSet/>
      <dgm:spPr/>
      <dgm:t>
        <a:bodyPr/>
        <a:lstStyle/>
        <a:p>
          <a:endParaRPr lang="en-US"/>
        </a:p>
      </dgm:t>
    </dgm:pt>
    <dgm:pt modelId="{002F17CC-B346-4BA7-AA04-D50BFA03759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600" kern="1200">
              <a:solidFill>
                <a:srgbClr val="064DD9">
                  <a:hueOff val="0"/>
                  <a:satOff val="0"/>
                  <a:lumOff val="0"/>
                  <a:alphaOff val="0"/>
                </a:srgbClr>
              </a:solidFill>
              <a:latin typeface="DM Sans"/>
              <a:ea typeface="+mn-ea"/>
              <a:cs typeface="+mn-cs"/>
            </a:rPr>
            <a:t>Communiquer les changements à venir aux partenaires et aux supports</a:t>
          </a:r>
          <a:endParaRPr lang="en-US" sz="1600" kern="1200">
            <a:solidFill>
              <a:srgbClr val="064DD9">
                <a:hueOff val="0"/>
                <a:satOff val="0"/>
                <a:lumOff val="0"/>
                <a:alphaOff val="0"/>
              </a:srgbClr>
            </a:solidFill>
            <a:latin typeface="DM Sans"/>
            <a:ea typeface="+mn-ea"/>
            <a:cs typeface="+mn-cs"/>
          </a:endParaRPr>
        </a:p>
      </dgm:t>
    </dgm:pt>
    <dgm:pt modelId="{865F7719-1962-4AD8-8BC6-27C4589C1867}" type="parTrans" cxnId="{94C9F564-CE30-430D-A7BA-0A2604D846A1}">
      <dgm:prSet/>
      <dgm:spPr/>
      <dgm:t>
        <a:bodyPr/>
        <a:lstStyle/>
        <a:p>
          <a:endParaRPr lang="en-US"/>
        </a:p>
      </dgm:t>
    </dgm:pt>
    <dgm:pt modelId="{CBF27C61-8FE2-4022-8F42-9506201CCBF5}" type="sibTrans" cxnId="{94C9F564-CE30-430D-A7BA-0A2604D846A1}">
      <dgm:prSet/>
      <dgm:spPr/>
      <dgm:t>
        <a:bodyPr/>
        <a:lstStyle/>
        <a:p>
          <a:endParaRPr lang="en-US"/>
        </a:p>
      </dgm:t>
    </dgm:pt>
    <dgm:pt modelId="{F2DC140E-AF09-43A9-BA69-49C41AC477ED}" type="pres">
      <dgm:prSet presAssocID="{D781E89E-3096-4238-ACC5-A041D3E5F203}" presName="root" presStyleCnt="0">
        <dgm:presLayoutVars>
          <dgm:dir/>
          <dgm:resizeHandles val="exact"/>
        </dgm:presLayoutVars>
      </dgm:prSet>
      <dgm:spPr/>
    </dgm:pt>
    <dgm:pt modelId="{D846D4B1-DC05-4983-AE43-F776547133BB}" type="pres">
      <dgm:prSet presAssocID="{4A381612-CEFC-4D5D-A862-9A147AAF83B3}" presName="compNode" presStyleCnt="0"/>
      <dgm:spPr/>
    </dgm:pt>
    <dgm:pt modelId="{CD0AB805-4B58-476E-9A9C-9F996F306BE4}" type="pres">
      <dgm:prSet presAssocID="{4A381612-CEFC-4D5D-A862-9A147AAF83B3}" presName="bgRect" presStyleLbl="bgShp" presStyleIdx="0" presStyleCnt="4"/>
      <dgm:spPr/>
    </dgm:pt>
    <dgm:pt modelId="{557EE365-96BB-409E-8BB7-A86A7FBB2BE4}" type="pres">
      <dgm:prSet presAssocID="{4A381612-CEFC-4D5D-A862-9A147AAF83B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F973C4AA-69DB-4D88-8207-562B8AA56CA7}" type="pres">
      <dgm:prSet presAssocID="{4A381612-CEFC-4D5D-A862-9A147AAF83B3}" presName="spaceRect" presStyleCnt="0"/>
      <dgm:spPr/>
    </dgm:pt>
    <dgm:pt modelId="{76109926-61F5-4A49-BECA-A9E25E7DAD58}" type="pres">
      <dgm:prSet presAssocID="{4A381612-CEFC-4D5D-A862-9A147AAF83B3}" presName="parTx" presStyleLbl="revTx" presStyleIdx="0" presStyleCnt="4">
        <dgm:presLayoutVars>
          <dgm:chMax val="0"/>
          <dgm:chPref val="0"/>
        </dgm:presLayoutVars>
      </dgm:prSet>
      <dgm:spPr/>
    </dgm:pt>
    <dgm:pt modelId="{3BB5C025-4B3B-46E3-BB25-EAC356C4DC9E}" type="pres">
      <dgm:prSet presAssocID="{54A9B820-FCE7-4EEB-B62C-0DCB4918739A}" presName="sibTrans" presStyleCnt="0"/>
      <dgm:spPr/>
    </dgm:pt>
    <dgm:pt modelId="{3D80B81D-DFB2-4D2F-9038-072D74DF5AFC}" type="pres">
      <dgm:prSet presAssocID="{180EE193-8F74-456F-8CB4-1E4E6F3AA265}" presName="compNode" presStyleCnt="0"/>
      <dgm:spPr/>
    </dgm:pt>
    <dgm:pt modelId="{75983FF6-D95D-4F01-A629-4A310E2BDA79}" type="pres">
      <dgm:prSet presAssocID="{180EE193-8F74-456F-8CB4-1E4E6F3AA265}" presName="bgRect" presStyleLbl="bgShp" presStyleIdx="1" presStyleCnt="4"/>
      <dgm:spPr/>
    </dgm:pt>
    <dgm:pt modelId="{D07D6E64-7A38-4600-BAF2-EFA7352291A6}" type="pres">
      <dgm:prSet presAssocID="{180EE193-8F74-456F-8CB4-1E4E6F3AA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0653A4F2-6608-415C-A0B8-FBD16986363B}" type="pres">
      <dgm:prSet presAssocID="{180EE193-8F74-456F-8CB4-1E4E6F3AA265}" presName="spaceRect" presStyleCnt="0"/>
      <dgm:spPr/>
    </dgm:pt>
    <dgm:pt modelId="{7A538261-3B03-48ED-B4A8-A221A4C8117F}" type="pres">
      <dgm:prSet presAssocID="{180EE193-8F74-456F-8CB4-1E4E6F3AA265}" presName="parTx" presStyleLbl="revTx" presStyleIdx="1" presStyleCnt="4">
        <dgm:presLayoutVars>
          <dgm:chMax val="0"/>
          <dgm:chPref val="0"/>
        </dgm:presLayoutVars>
      </dgm:prSet>
      <dgm:spPr/>
    </dgm:pt>
    <dgm:pt modelId="{12E02DAA-DAAA-400D-9FD0-AC121E6C08F9}" type="pres">
      <dgm:prSet presAssocID="{6FD350C6-2547-4535-914E-4F84261CCEAE}" presName="sibTrans" presStyleCnt="0"/>
      <dgm:spPr/>
    </dgm:pt>
    <dgm:pt modelId="{0C36456A-0A5A-4867-9313-FD01ADD16E02}" type="pres">
      <dgm:prSet presAssocID="{345FEA18-8AF5-4955-BB3B-D039C774C375}" presName="compNode" presStyleCnt="0"/>
      <dgm:spPr/>
    </dgm:pt>
    <dgm:pt modelId="{F2F5ABD4-1178-4B1E-9889-6B0D1356F733}" type="pres">
      <dgm:prSet presAssocID="{345FEA18-8AF5-4955-BB3B-D039C774C375}" presName="bgRect" presStyleLbl="bgShp" presStyleIdx="2" presStyleCnt="4"/>
      <dgm:spPr/>
    </dgm:pt>
    <dgm:pt modelId="{52F576F4-9382-4F22-9485-822605CFCCE4}" type="pres">
      <dgm:prSet presAssocID="{345FEA18-8AF5-4955-BB3B-D039C774C37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rou contour"/>
        </a:ext>
      </dgm:extLst>
    </dgm:pt>
    <dgm:pt modelId="{3D3B8319-C4FD-44FD-B4D6-3D5208E323DA}" type="pres">
      <dgm:prSet presAssocID="{345FEA18-8AF5-4955-BB3B-D039C774C375}" presName="spaceRect" presStyleCnt="0"/>
      <dgm:spPr/>
    </dgm:pt>
    <dgm:pt modelId="{382E9318-FEFC-4FB6-B389-082C39199D17}" type="pres">
      <dgm:prSet presAssocID="{345FEA18-8AF5-4955-BB3B-D039C774C375}" presName="parTx" presStyleLbl="revTx" presStyleIdx="2" presStyleCnt="4">
        <dgm:presLayoutVars>
          <dgm:chMax val="0"/>
          <dgm:chPref val="0"/>
        </dgm:presLayoutVars>
      </dgm:prSet>
      <dgm:spPr/>
    </dgm:pt>
    <dgm:pt modelId="{0BB9E8FA-8705-4244-B465-AFE1C4976419}" type="pres">
      <dgm:prSet presAssocID="{CAA9541D-6A94-4C2D-81B6-DCF35F03EC2E}" presName="sibTrans" presStyleCnt="0"/>
      <dgm:spPr/>
    </dgm:pt>
    <dgm:pt modelId="{CE4C85B2-59CE-4E76-9558-174514A8C631}" type="pres">
      <dgm:prSet presAssocID="{002F17CC-B346-4BA7-AA04-D50BFA037592}" presName="compNode" presStyleCnt="0"/>
      <dgm:spPr/>
    </dgm:pt>
    <dgm:pt modelId="{114DF569-38DC-4999-AE06-6F24F14DAE0F}" type="pres">
      <dgm:prSet presAssocID="{002F17CC-B346-4BA7-AA04-D50BFA037592}" presName="bgRect" presStyleLbl="bgShp" presStyleIdx="3" presStyleCnt="4"/>
      <dgm:spPr/>
    </dgm:pt>
    <dgm:pt modelId="{7A1B5191-D3F6-4870-A2F1-6FCCD33BF0FC}" type="pres">
      <dgm:prSet presAssocID="{002F17CC-B346-4BA7-AA04-D50BFA0375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455A4DF-0E04-48E2-B9FF-2537C1B90A29}" type="pres">
      <dgm:prSet presAssocID="{002F17CC-B346-4BA7-AA04-D50BFA037592}" presName="spaceRect" presStyleCnt="0"/>
      <dgm:spPr/>
    </dgm:pt>
    <dgm:pt modelId="{9A9CB857-2814-46CE-9431-94F9664BA843}" type="pres">
      <dgm:prSet presAssocID="{002F17CC-B346-4BA7-AA04-D50BFA03759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8E35D08-C0CD-42F5-8773-38B2077744A5}" type="presOf" srcId="{345FEA18-8AF5-4955-BB3B-D039C774C375}" destId="{382E9318-FEFC-4FB6-B389-082C39199D17}" srcOrd="0" destOrd="0" presId="urn:microsoft.com/office/officeart/2018/2/layout/IconVerticalSolidList"/>
    <dgm:cxn modelId="{C8128C12-40BC-45A8-A074-E9C82FE2297D}" type="presOf" srcId="{4A381612-CEFC-4D5D-A862-9A147AAF83B3}" destId="{76109926-61F5-4A49-BECA-A9E25E7DAD58}" srcOrd="0" destOrd="0" presId="urn:microsoft.com/office/officeart/2018/2/layout/IconVerticalSolidList"/>
    <dgm:cxn modelId="{849A4736-5C13-44E4-83E6-7B5B43C7FBD7}" srcId="{D781E89E-3096-4238-ACC5-A041D3E5F203}" destId="{4A381612-CEFC-4D5D-A862-9A147AAF83B3}" srcOrd="0" destOrd="0" parTransId="{B078A720-98FB-4725-941F-257D48C8CB78}" sibTransId="{54A9B820-FCE7-4EEB-B62C-0DCB4918739A}"/>
    <dgm:cxn modelId="{D1FC7563-33E9-4A34-8EDE-8216B9827E19}" srcId="{D781E89E-3096-4238-ACC5-A041D3E5F203}" destId="{180EE193-8F74-456F-8CB4-1E4E6F3AA265}" srcOrd="1" destOrd="0" parTransId="{61AD2E5F-26EB-418F-83F1-FD9F651719F2}" sibTransId="{6FD350C6-2547-4535-914E-4F84261CCEAE}"/>
    <dgm:cxn modelId="{94C9F564-CE30-430D-A7BA-0A2604D846A1}" srcId="{D781E89E-3096-4238-ACC5-A041D3E5F203}" destId="{002F17CC-B346-4BA7-AA04-D50BFA037592}" srcOrd="3" destOrd="0" parTransId="{865F7719-1962-4AD8-8BC6-27C4589C1867}" sibTransId="{CBF27C61-8FE2-4022-8F42-9506201CCBF5}"/>
    <dgm:cxn modelId="{05874246-86E0-4063-B424-F58862182626}" type="presOf" srcId="{D781E89E-3096-4238-ACC5-A041D3E5F203}" destId="{F2DC140E-AF09-43A9-BA69-49C41AC477ED}" srcOrd="0" destOrd="0" presId="urn:microsoft.com/office/officeart/2018/2/layout/IconVerticalSolidList"/>
    <dgm:cxn modelId="{8167AA86-9A5B-41E5-B92D-CD1386B17152}" srcId="{D781E89E-3096-4238-ACC5-A041D3E5F203}" destId="{345FEA18-8AF5-4955-BB3B-D039C774C375}" srcOrd="2" destOrd="0" parTransId="{D6337C59-C6DE-4A83-9802-4724536BD14E}" sibTransId="{CAA9541D-6A94-4C2D-81B6-DCF35F03EC2E}"/>
    <dgm:cxn modelId="{EDD741BD-D351-4F4D-ACD8-5BA532E0A5BD}" type="presOf" srcId="{002F17CC-B346-4BA7-AA04-D50BFA037592}" destId="{9A9CB857-2814-46CE-9431-94F9664BA843}" srcOrd="0" destOrd="0" presId="urn:microsoft.com/office/officeart/2018/2/layout/IconVerticalSolidList"/>
    <dgm:cxn modelId="{89AEB8CE-B20E-4D96-8B64-28F244021C43}" type="presOf" srcId="{180EE193-8F74-456F-8CB4-1E4E6F3AA265}" destId="{7A538261-3B03-48ED-B4A8-A221A4C8117F}" srcOrd="0" destOrd="0" presId="urn:microsoft.com/office/officeart/2018/2/layout/IconVerticalSolidList"/>
    <dgm:cxn modelId="{EFA1EFA7-6132-41E0-8EAA-CD513A258103}" type="presParOf" srcId="{F2DC140E-AF09-43A9-BA69-49C41AC477ED}" destId="{D846D4B1-DC05-4983-AE43-F776547133BB}" srcOrd="0" destOrd="0" presId="urn:microsoft.com/office/officeart/2018/2/layout/IconVerticalSolidList"/>
    <dgm:cxn modelId="{670BAF4C-A3EA-4FB1-ABDC-F9B828FCE46A}" type="presParOf" srcId="{D846D4B1-DC05-4983-AE43-F776547133BB}" destId="{CD0AB805-4B58-476E-9A9C-9F996F306BE4}" srcOrd="0" destOrd="0" presId="urn:microsoft.com/office/officeart/2018/2/layout/IconVerticalSolidList"/>
    <dgm:cxn modelId="{20EB2207-0D50-4FC7-A7BD-3DC48254A80D}" type="presParOf" srcId="{D846D4B1-DC05-4983-AE43-F776547133BB}" destId="{557EE365-96BB-409E-8BB7-A86A7FBB2BE4}" srcOrd="1" destOrd="0" presId="urn:microsoft.com/office/officeart/2018/2/layout/IconVerticalSolidList"/>
    <dgm:cxn modelId="{C253F558-2352-4D00-82E9-548F0D84BAED}" type="presParOf" srcId="{D846D4B1-DC05-4983-AE43-F776547133BB}" destId="{F973C4AA-69DB-4D88-8207-562B8AA56CA7}" srcOrd="2" destOrd="0" presId="urn:microsoft.com/office/officeart/2018/2/layout/IconVerticalSolidList"/>
    <dgm:cxn modelId="{A738C666-3BCA-4CBD-8B98-41BE62D402B8}" type="presParOf" srcId="{D846D4B1-DC05-4983-AE43-F776547133BB}" destId="{76109926-61F5-4A49-BECA-A9E25E7DAD58}" srcOrd="3" destOrd="0" presId="urn:microsoft.com/office/officeart/2018/2/layout/IconVerticalSolidList"/>
    <dgm:cxn modelId="{574B46CF-1E24-4ACE-870A-31DAAE4BD6D4}" type="presParOf" srcId="{F2DC140E-AF09-43A9-BA69-49C41AC477ED}" destId="{3BB5C025-4B3B-46E3-BB25-EAC356C4DC9E}" srcOrd="1" destOrd="0" presId="urn:microsoft.com/office/officeart/2018/2/layout/IconVerticalSolidList"/>
    <dgm:cxn modelId="{919AE3AB-B101-437A-8D07-FFB6DDC76431}" type="presParOf" srcId="{F2DC140E-AF09-43A9-BA69-49C41AC477ED}" destId="{3D80B81D-DFB2-4D2F-9038-072D74DF5AFC}" srcOrd="2" destOrd="0" presId="urn:microsoft.com/office/officeart/2018/2/layout/IconVerticalSolidList"/>
    <dgm:cxn modelId="{3CF21946-AC45-4D7C-B744-2CF4AA605EF8}" type="presParOf" srcId="{3D80B81D-DFB2-4D2F-9038-072D74DF5AFC}" destId="{75983FF6-D95D-4F01-A629-4A310E2BDA79}" srcOrd="0" destOrd="0" presId="urn:microsoft.com/office/officeart/2018/2/layout/IconVerticalSolidList"/>
    <dgm:cxn modelId="{70A9C11E-2BBC-45BA-B4AC-759D11E88E31}" type="presParOf" srcId="{3D80B81D-DFB2-4D2F-9038-072D74DF5AFC}" destId="{D07D6E64-7A38-4600-BAF2-EFA7352291A6}" srcOrd="1" destOrd="0" presId="urn:microsoft.com/office/officeart/2018/2/layout/IconVerticalSolidList"/>
    <dgm:cxn modelId="{9A5730EA-2558-4F9C-A2E9-D4E9001C3D71}" type="presParOf" srcId="{3D80B81D-DFB2-4D2F-9038-072D74DF5AFC}" destId="{0653A4F2-6608-415C-A0B8-FBD16986363B}" srcOrd="2" destOrd="0" presId="urn:microsoft.com/office/officeart/2018/2/layout/IconVerticalSolidList"/>
    <dgm:cxn modelId="{84DF26C0-E95E-4BF8-8874-B8EB81184571}" type="presParOf" srcId="{3D80B81D-DFB2-4D2F-9038-072D74DF5AFC}" destId="{7A538261-3B03-48ED-B4A8-A221A4C8117F}" srcOrd="3" destOrd="0" presId="urn:microsoft.com/office/officeart/2018/2/layout/IconVerticalSolidList"/>
    <dgm:cxn modelId="{A311B1CE-0D78-4A0F-8BA4-E33E8A7E8E1A}" type="presParOf" srcId="{F2DC140E-AF09-43A9-BA69-49C41AC477ED}" destId="{12E02DAA-DAAA-400D-9FD0-AC121E6C08F9}" srcOrd="3" destOrd="0" presId="urn:microsoft.com/office/officeart/2018/2/layout/IconVerticalSolidList"/>
    <dgm:cxn modelId="{D52C9144-4C17-4A7C-96CE-C1335152F860}" type="presParOf" srcId="{F2DC140E-AF09-43A9-BA69-49C41AC477ED}" destId="{0C36456A-0A5A-4867-9313-FD01ADD16E02}" srcOrd="4" destOrd="0" presId="urn:microsoft.com/office/officeart/2018/2/layout/IconVerticalSolidList"/>
    <dgm:cxn modelId="{F3467180-C74C-4961-9681-F18B44225C4B}" type="presParOf" srcId="{0C36456A-0A5A-4867-9313-FD01ADD16E02}" destId="{F2F5ABD4-1178-4B1E-9889-6B0D1356F733}" srcOrd="0" destOrd="0" presId="urn:microsoft.com/office/officeart/2018/2/layout/IconVerticalSolidList"/>
    <dgm:cxn modelId="{A5C5B53D-A51D-432F-8C0C-A35C01A548FE}" type="presParOf" srcId="{0C36456A-0A5A-4867-9313-FD01ADD16E02}" destId="{52F576F4-9382-4F22-9485-822605CFCCE4}" srcOrd="1" destOrd="0" presId="urn:microsoft.com/office/officeart/2018/2/layout/IconVerticalSolidList"/>
    <dgm:cxn modelId="{9A6BAFE1-759D-43B9-943E-C97CF18443C7}" type="presParOf" srcId="{0C36456A-0A5A-4867-9313-FD01ADD16E02}" destId="{3D3B8319-C4FD-44FD-B4D6-3D5208E323DA}" srcOrd="2" destOrd="0" presId="urn:microsoft.com/office/officeart/2018/2/layout/IconVerticalSolidList"/>
    <dgm:cxn modelId="{752340F6-4839-4BE6-9B7E-AA82BFB2F458}" type="presParOf" srcId="{0C36456A-0A5A-4867-9313-FD01ADD16E02}" destId="{382E9318-FEFC-4FB6-B389-082C39199D17}" srcOrd="3" destOrd="0" presId="urn:microsoft.com/office/officeart/2018/2/layout/IconVerticalSolidList"/>
    <dgm:cxn modelId="{43438895-CAD0-43F6-B0CF-288965FC7D06}" type="presParOf" srcId="{F2DC140E-AF09-43A9-BA69-49C41AC477ED}" destId="{0BB9E8FA-8705-4244-B465-AFE1C4976419}" srcOrd="5" destOrd="0" presId="urn:microsoft.com/office/officeart/2018/2/layout/IconVerticalSolidList"/>
    <dgm:cxn modelId="{194CEF18-C14A-4E5D-A5D0-C7CE50E6081E}" type="presParOf" srcId="{F2DC140E-AF09-43A9-BA69-49C41AC477ED}" destId="{CE4C85B2-59CE-4E76-9558-174514A8C631}" srcOrd="6" destOrd="0" presId="urn:microsoft.com/office/officeart/2018/2/layout/IconVerticalSolidList"/>
    <dgm:cxn modelId="{A1CC8B5C-D89A-4309-8C9D-F74D2A6DD17A}" type="presParOf" srcId="{CE4C85B2-59CE-4E76-9558-174514A8C631}" destId="{114DF569-38DC-4999-AE06-6F24F14DAE0F}" srcOrd="0" destOrd="0" presId="urn:microsoft.com/office/officeart/2018/2/layout/IconVerticalSolidList"/>
    <dgm:cxn modelId="{6B49F30E-CEE3-4083-96F0-42F2C86D8240}" type="presParOf" srcId="{CE4C85B2-59CE-4E76-9558-174514A8C631}" destId="{7A1B5191-D3F6-4870-A2F1-6FCCD33BF0FC}" srcOrd="1" destOrd="0" presId="urn:microsoft.com/office/officeart/2018/2/layout/IconVerticalSolidList"/>
    <dgm:cxn modelId="{EBA85486-09B2-4010-8887-BF474BDCDADA}" type="presParOf" srcId="{CE4C85B2-59CE-4E76-9558-174514A8C631}" destId="{8455A4DF-0E04-48E2-B9FF-2537C1B90A29}" srcOrd="2" destOrd="0" presId="urn:microsoft.com/office/officeart/2018/2/layout/IconVerticalSolidList"/>
    <dgm:cxn modelId="{46F0B1A4-251F-4CEE-8E20-FED5C09C6558}" type="presParOf" srcId="{CE4C85B2-59CE-4E76-9558-174514A8C631}" destId="{9A9CB857-2814-46CE-9431-94F9664BA8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53CF5-B456-4418-BEE2-82048BC91BA3}">
      <dsp:nvSpPr>
        <dsp:cNvPr id="0" name=""/>
        <dsp:cNvSpPr/>
      </dsp:nvSpPr>
      <dsp:spPr>
        <a:xfrm>
          <a:off x="277352" y="412201"/>
          <a:ext cx="447714" cy="4477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933B5-E79C-438B-ACA3-DBF10E3EAFD8}">
      <dsp:nvSpPr>
        <dsp:cNvPr id="0" name=""/>
        <dsp:cNvSpPr/>
      </dsp:nvSpPr>
      <dsp:spPr>
        <a:xfrm>
          <a:off x="3748" y="1009158"/>
          <a:ext cx="994921" cy="3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50" kern="1200" noProof="0"/>
            <a:t>Mise en place de processus pour gérer les changements</a:t>
          </a:r>
        </a:p>
      </dsp:txBody>
      <dsp:txXfrm>
        <a:off x="3748" y="1009158"/>
        <a:ext cx="994921" cy="397968"/>
      </dsp:txXfrm>
    </dsp:sp>
    <dsp:sp modelId="{C2CD0383-3726-4724-9AFD-90F9BA0311A9}">
      <dsp:nvSpPr>
        <dsp:cNvPr id="0" name=""/>
        <dsp:cNvSpPr/>
      </dsp:nvSpPr>
      <dsp:spPr>
        <a:xfrm>
          <a:off x="1446385" y="412201"/>
          <a:ext cx="447714" cy="4477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15B69-9A0E-4F1D-98BA-D46FD3AA28CF}">
      <dsp:nvSpPr>
        <dsp:cNvPr id="0" name=""/>
        <dsp:cNvSpPr/>
      </dsp:nvSpPr>
      <dsp:spPr>
        <a:xfrm>
          <a:off x="1172781" y="1009158"/>
          <a:ext cx="994921" cy="3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50" b="0" kern="1200" noProof="0"/>
            <a:t>Assurer le suivi des environnements de niveaux inférieurs</a:t>
          </a:r>
        </a:p>
      </dsp:txBody>
      <dsp:txXfrm>
        <a:off x="1172781" y="1009158"/>
        <a:ext cx="994921" cy="397968"/>
      </dsp:txXfrm>
    </dsp:sp>
    <dsp:sp modelId="{0D18A4BC-D6B7-44B1-9D86-AE76022BAD6D}">
      <dsp:nvSpPr>
        <dsp:cNvPr id="0" name=""/>
        <dsp:cNvSpPr/>
      </dsp:nvSpPr>
      <dsp:spPr>
        <a:xfrm>
          <a:off x="2615418" y="412201"/>
          <a:ext cx="447714" cy="4477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CD16A-BB4C-4925-8A34-CD93AF607F54}">
      <dsp:nvSpPr>
        <dsp:cNvPr id="0" name=""/>
        <dsp:cNvSpPr/>
      </dsp:nvSpPr>
      <dsp:spPr>
        <a:xfrm>
          <a:off x="2341815" y="1009158"/>
          <a:ext cx="994921" cy="3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50" b="0" kern="1200" noProof="0"/>
            <a:t>Établissement d’un processus </a:t>
          </a:r>
          <a:r>
            <a:rPr lang="fr-CA" sz="1050" b="0" kern="1200" noProof="0">
              <a:latin typeface="Aptos Display" panose="02110004020202020204"/>
            </a:rPr>
            <a:t>d'essais</a:t>
          </a:r>
          <a:r>
            <a:rPr lang="fr-CA" sz="1050" b="0" kern="1200" noProof="0"/>
            <a:t> pour chaque niveau</a:t>
          </a:r>
        </a:p>
      </dsp:txBody>
      <dsp:txXfrm>
        <a:off x="2341815" y="1009158"/>
        <a:ext cx="994921" cy="397968"/>
      </dsp:txXfrm>
    </dsp:sp>
    <dsp:sp modelId="{35DB13DA-F6D8-46E3-8BF0-65ADF64C4AF3}">
      <dsp:nvSpPr>
        <dsp:cNvPr id="0" name=""/>
        <dsp:cNvSpPr/>
      </dsp:nvSpPr>
      <dsp:spPr>
        <a:xfrm>
          <a:off x="3784451" y="412201"/>
          <a:ext cx="447714" cy="4477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877BC-C0C0-496E-AD6F-B41AE64C04CC}">
      <dsp:nvSpPr>
        <dsp:cNvPr id="0" name=""/>
        <dsp:cNvSpPr/>
      </dsp:nvSpPr>
      <dsp:spPr>
        <a:xfrm>
          <a:off x="3510848" y="1009158"/>
          <a:ext cx="994921" cy="3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50" kern="1200" noProof="0"/>
            <a:t>Coordination et planification des divers projets</a:t>
          </a:r>
        </a:p>
      </dsp:txBody>
      <dsp:txXfrm>
        <a:off x="3510848" y="1009158"/>
        <a:ext cx="994921" cy="3979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C6DF7C-E10B-4010-A41F-4CA694D3209E}">
      <dsp:nvSpPr>
        <dsp:cNvPr id="0" name=""/>
        <dsp:cNvSpPr/>
      </dsp:nvSpPr>
      <dsp:spPr>
        <a:xfrm>
          <a:off x="7123" y="125454"/>
          <a:ext cx="2129182" cy="12775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Atelier 1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(13 novembre 2025)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Présentation des concepts de base du QA</a:t>
          </a:r>
          <a:endParaRPr lang="en-US" sz="800" kern="1200"/>
        </a:p>
      </dsp:txBody>
      <dsp:txXfrm>
        <a:off x="44540" y="162871"/>
        <a:ext cx="2054348" cy="1202675"/>
      </dsp:txXfrm>
    </dsp:sp>
    <dsp:sp modelId="{30043D34-8BB5-4F2A-9F0E-6700A2B2CAE3}">
      <dsp:nvSpPr>
        <dsp:cNvPr id="0" name=""/>
        <dsp:cNvSpPr/>
      </dsp:nvSpPr>
      <dsp:spPr>
        <a:xfrm>
          <a:off x="2323673" y="500190"/>
          <a:ext cx="451386" cy="528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323673" y="605797"/>
        <a:ext cx="315970" cy="316823"/>
      </dsp:txXfrm>
    </dsp:sp>
    <dsp:sp modelId="{C8C5FD7E-4E8B-4E62-8E83-37DE0799DB3A}">
      <dsp:nvSpPr>
        <dsp:cNvPr id="0" name=""/>
        <dsp:cNvSpPr/>
      </dsp:nvSpPr>
      <dsp:spPr>
        <a:xfrm>
          <a:off x="2987978" y="125454"/>
          <a:ext cx="2129182" cy="12775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Atelier 2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(aujourd’hui)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L’organisation et la gestion du QA dans les projets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Processus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RACI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Gestion des </a:t>
          </a:r>
          <a:r>
            <a:rPr lang="fr-CA" sz="800" kern="1200"/>
            <a:t>environnements</a:t>
          </a:r>
          <a:endParaRPr lang="en-US" sz="800" kern="120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025395" y="162871"/>
        <a:ext cx="2054348" cy="1202675"/>
      </dsp:txXfrm>
    </dsp:sp>
    <dsp:sp modelId="{2F6DC0A8-4A03-4C0F-85EC-973CE7382D3F}">
      <dsp:nvSpPr>
        <dsp:cNvPr id="0" name=""/>
        <dsp:cNvSpPr/>
      </dsp:nvSpPr>
      <dsp:spPr>
        <a:xfrm>
          <a:off x="5304529" y="500190"/>
          <a:ext cx="451386" cy="528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304529" y="605797"/>
        <a:ext cx="315970" cy="316823"/>
      </dsp:txXfrm>
    </dsp:sp>
    <dsp:sp modelId="{19DC3E96-C607-40AD-A884-16C3496A0D76}">
      <dsp:nvSpPr>
        <dsp:cNvPr id="0" name=""/>
        <dsp:cNvSpPr/>
      </dsp:nvSpPr>
      <dsp:spPr>
        <a:xfrm>
          <a:off x="5968834" y="125454"/>
          <a:ext cx="2129182" cy="12775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Atelier 3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(5 février 2026)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Rédaction des essais pour tous les niveaux et utilisation de DevOps (Test Plan)</a:t>
          </a:r>
          <a:endParaRPr lang="en-US" sz="800" kern="1200"/>
        </a:p>
      </dsp:txBody>
      <dsp:txXfrm>
        <a:off x="6006251" y="162871"/>
        <a:ext cx="2054348" cy="1202675"/>
      </dsp:txXfrm>
    </dsp:sp>
    <dsp:sp modelId="{CBA98AE5-3E69-4BA0-A67A-AC8F71AF92AB}">
      <dsp:nvSpPr>
        <dsp:cNvPr id="0" name=""/>
        <dsp:cNvSpPr/>
      </dsp:nvSpPr>
      <dsp:spPr>
        <a:xfrm rot="5400000">
          <a:off x="6807731" y="1552006"/>
          <a:ext cx="451386" cy="528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 rot="-5400000">
        <a:off x="6875013" y="1590331"/>
        <a:ext cx="316823" cy="315970"/>
      </dsp:txXfrm>
    </dsp:sp>
    <dsp:sp modelId="{6F1F815B-79C4-4FEE-BE30-7D487AE3A731}">
      <dsp:nvSpPr>
        <dsp:cNvPr id="0" name=""/>
        <dsp:cNvSpPr/>
      </dsp:nvSpPr>
      <dsp:spPr>
        <a:xfrm>
          <a:off x="5968834" y="2254636"/>
          <a:ext cx="2129182" cy="12775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Atelier 4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(26 février 2026)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Gestion des branches et des environnements</a:t>
          </a:r>
        </a:p>
      </dsp:txBody>
      <dsp:txXfrm>
        <a:off x="6006251" y="2292053"/>
        <a:ext cx="2054348" cy="1202675"/>
      </dsp:txXfrm>
    </dsp:sp>
    <dsp:sp modelId="{10644818-5939-4333-BEE5-FCD3BBF5F1E9}">
      <dsp:nvSpPr>
        <dsp:cNvPr id="0" name=""/>
        <dsp:cNvSpPr/>
      </dsp:nvSpPr>
      <dsp:spPr>
        <a:xfrm rot="10800000">
          <a:off x="5330079" y="2629372"/>
          <a:ext cx="451386" cy="528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2200" kern="1200"/>
        </a:p>
      </dsp:txBody>
      <dsp:txXfrm rot="10800000">
        <a:off x="5465495" y="2734979"/>
        <a:ext cx="315970" cy="316823"/>
      </dsp:txXfrm>
    </dsp:sp>
    <dsp:sp modelId="{9D11DACA-D345-4434-BAA9-1A7F6AE686F1}">
      <dsp:nvSpPr>
        <dsp:cNvPr id="0" name=""/>
        <dsp:cNvSpPr/>
      </dsp:nvSpPr>
      <dsp:spPr>
        <a:xfrm>
          <a:off x="2987978" y="2254636"/>
          <a:ext cx="2129182" cy="12775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La suite: micro-formations en continue</a:t>
          </a:r>
          <a:endParaRPr lang="en-US" sz="800" kern="1200"/>
        </a:p>
      </dsp:txBody>
      <dsp:txXfrm>
        <a:off x="3025395" y="2292053"/>
        <a:ext cx="2054348" cy="1202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36ECF-8707-4657-A0D4-DD8699CE768B}">
      <dsp:nvSpPr>
        <dsp:cNvPr id="0" name=""/>
        <dsp:cNvSpPr/>
      </dsp:nvSpPr>
      <dsp:spPr>
        <a:xfrm>
          <a:off x="7227" y="5618"/>
          <a:ext cx="1164654" cy="5823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Organiser le projet</a:t>
          </a:r>
          <a:endParaRPr lang="en-US" sz="1100" kern="1200"/>
        </a:p>
      </dsp:txBody>
      <dsp:txXfrm>
        <a:off x="24283" y="22674"/>
        <a:ext cx="1130542" cy="548215"/>
      </dsp:txXfrm>
    </dsp:sp>
    <dsp:sp modelId="{07281410-E796-4852-9171-BDB640A21D26}">
      <dsp:nvSpPr>
        <dsp:cNvPr id="0" name=""/>
        <dsp:cNvSpPr/>
      </dsp:nvSpPr>
      <dsp:spPr>
        <a:xfrm>
          <a:off x="123692" y="587945"/>
          <a:ext cx="116465" cy="436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6745"/>
              </a:lnTo>
              <a:lnTo>
                <a:pt x="116465" y="4367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83B226-9429-49C2-9CFD-37F03B1989FF}">
      <dsp:nvSpPr>
        <dsp:cNvPr id="0" name=""/>
        <dsp:cNvSpPr/>
      </dsp:nvSpPr>
      <dsp:spPr>
        <a:xfrm>
          <a:off x="240158" y="733527"/>
          <a:ext cx="931723" cy="5823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Désigner le responsable QA</a:t>
          </a:r>
        </a:p>
      </dsp:txBody>
      <dsp:txXfrm>
        <a:off x="257214" y="750583"/>
        <a:ext cx="897611" cy="548215"/>
      </dsp:txXfrm>
    </dsp:sp>
    <dsp:sp modelId="{6FC81D0C-B7DD-4C0A-8426-38611180748F}">
      <dsp:nvSpPr>
        <dsp:cNvPr id="0" name=""/>
        <dsp:cNvSpPr/>
      </dsp:nvSpPr>
      <dsp:spPr>
        <a:xfrm>
          <a:off x="123692" y="587945"/>
          <a:ext cx="116465" cy="116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4654"/>
              </a:lnTo>
              <a:lnTo>
                <a:pt x="116465" y="11646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E93DE3-FEFF-4569-ACD3-08E399A3A18D}">
      <dsp:nvSpPr>
        <dsp:cNvPr id="0" name=""/>
        <dsp:cNvSpPr/>
      </dsp:nvSpPr>
      <dsp:spPr>
        <a:xfrm>
          <a:off x="240158" y="1461436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Construire la roadmap en incluant les activités de QA</a:t>
          </a:r>
        </a:p>
      </dsp:txBody>
      <dsp:txXfrm>
        <a:off x="257214" y="1478492"/>
        <a:ext cx="897611" cy="548215"/>
      </dsp:txXfrm>
    </dsp:sp>
    <dsp:sp modelId="{E26BC60D-AF0F-4466-B359-05823F682B59}">
      <dsp:nvSpPr>
        <dsp:cNvPr id="0" name=""/>
        <dsp:cNvSpPr/>
      </dsp:nvSpPr>
      <dsp:spPr>
        <a:xfrm>
          <a:off x="123692" y="587945"/>
          <a:ext cx="116465" cy="1892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2563"/>
              </a:lnTo>
              <a:lnTo>
                <a:pt x="116465" y="18925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0F0558-FBF2-4E6B-9DFA-487B421BCA69}">
      <dsp:nvSpPr>
        <dsp:cNvPr id="0" name=""/>
        <dsp:cNvSpPr/>
      </dsp:nvSpPr>
      <dsp:spPr>
        <a:xfrm>
          <a:off x="240158" y="2189345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Annoncer les environnements nécessaires au RM</a:t>
          </a:r>
        </a:p>
      </dsp:txBody>
      <dsp:txXfrm>
        <a:off x="257214" y="2206401"/>
        <a:ext cx="897611" cy="548215"/>
      </dsp:txXfrm>
    </dsp:sp>
    <dsp:sp modelId="{6EE1221E-E3E1-4233-9090-5BEE13633D33}">
      <dsp:nvSpPr>
        <dsp:cNvPr id="0" name=""/>
        <dsp:cNvSpPr/>
      </dsp:nvSpPr>
      <dsp:spPr>
        <a:xfrm>
          <a:off x="1463045" y="5618"/>
          <a:ext cx="1164654" cy="5823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Architecture détaillée</a:t>
          </a:r>
          <a:endParaRPr lang="en-US" sz="1100" kern="1200"/>
        </a:p>
      </dsp:txBody>
      <dsp:txXfrm>
        <a:off x="1480101" y="22674"/>
        <a:ext cx="1130542" cy="548215"/>
      </dsp:txXfrm>
    </dsp:sp>
    <dsp:sp modelId="{CCBDB1C6-7F49-4DE1-B7DE-10701010AB9A}">
      <dsp:nvSpPr>
        <dsp:cNvPr id="0" name=""/>
        <dsp:cNvSpPr/>
      </dsp:nvSpPr>
      <dsp:spPr>
        <a:xfrm>
          <a:off x="1579510" y="587945"/>
          <a:ext cx="116465" cy="436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6745"/>
              </a:lnTo>
              <a:lnTo>
                <a:pt x="116465" y="4367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C67607-D057-4AF0-972E-A07C382819C0}">
      <dsp:nvSpPr>
        <dsp:cNvPr id="0" name=""/>
        <dsp:cNvSpPr/>
      </dsp:nvSpPr>
      <dsp:spPr>
        <a:xfrm>
          <a:off x="1695976" y="733527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Établir le scope des changements</a:t>
          </a:r>
        </a:p>
      </dsp:txBody>
      <dsp:txXfrm>
        <a:off x="1713032" y="750583"/>
        <a:ext cx="897611" cy="548215"/>
      </dsp:txXfrm>
    </dsp:sp>
    <dsp:sp modelId="{03DA89A5-5419-4A23-A42D-5EE807601C1D}">
      <dsp:nvSpPr>
        <dsp:cNvPr id="0" name=""/>
        <dsp:cNvSpPr/>
      </dsp:nvSpPr>
      <dsp:spPr>
        <a:xfrm>
          <a:off x="1579510" y="587945"/>
          <a:ext cx="116465" cy="116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4654"/>
              </a:lnTo>
              <a:lnTo>
                <a:pt x="116465" y="11646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48BF97-5A92-4A9B-A2EE-F76066C435AC}">
      <dsp:nvSpPr>
        <dsp:cNvPr id="0" name=""/>
        <dsp:cNvSpPr/>
      </dsp:nvSpPr>
      <dsp:spPr>
        <a:xfrm>
          <a:off x="1695976" y="1461436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Faire les analyses d’impact et de risques QA</a:t>
          </a:r>
        </a:p>
      </dsp:txBody>
      <dsp:txXfrm>
        <a:off x="1713032" y="1478492"/>
        <a:ext cx="897611" cy="548215"/>
      </dsp:txXfrm>
    </dsp:sp>
    <dsp:sp modelId="{140A4EC6-8CF0-4E1B-AFF3-EAB6F8471A10}">
      <dsp:nvSpPr>
        <dsp:cNvPr id="0" name=""/>
        <dsp:cNvSpPr/>
      </dsp:nvSpPr>
      <dsp:spPr>
        <a:xfrm>
          <a:off x="1579510" y="587945"/>
          <a:ext cx="116465" cy="1892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2563"/>
              </a:lnTo>
              <a:lnTo>
                <a:pt x="116465" y="18925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E5CDEE-4ADC-48C8-92ED-48BB98C309FB}">
      <dsp:nvSpPr>
        <dsp:cNvPr id="0" name=""/>
        <dsp:cNvSpPr/>
      </dsp:nvSpPr>
      <dsp:spPr>
        <a:xfrm>
          <a:off x="1695976" y="2189345"/>
          <a:ext cx="931723" cy="5823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Présenter la stratégie d’essai</a:t>
          </a:r>
          <a:br>
            <a:rPr lang="fr-CA" sz="800" kern="1200"/>
          </a:br>
          <a:r>
            <a:rPr lang="fr-CA" sz="800" kern="1200"/>
            <a:t>à l’équipe</a:t>
          </a:r>
        </a:p>
      </dsp:txBody>
      <dsp:txXfrm>
        <a:off x="1713032" y="2206401"/>
        <a:ext cx="897611" cy="548215"/>
      </dsp:txXfrm>
    </dsp:sp>
    <dsp:sp modelId="{607AAB5E-ABBE-44DE-AA3D-27F7F766B37A}">
      <dsp:nvSpPr>
        <dsp:cNvPr id="0" name=""/>
        <dsp:cNvSpPr/>
      </dsp:nvSpPr>
      <dsp:spPr>
        <a:xfrm>
          <a:off x="2918863" y="5618"/>
          <a:ext cx="1164654" cy="5823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Analyse et Conception</a:t>
          </a:r>
          <a:endParaRPr lang="en-US" sz="1100" kern="1200"/>
        </a:p>
      </dsp:txBody>
      <dsp:txXfrm>
        <a:off x="2935919" y="22674"/>
        <a:ext cx="1130542" cy="548215"/>
      </dsp:txXfrm>
    </dsp:sp>
    <dsp:sp modelId="{8E192D1C-1388-478C-ABE0-81F5D199C6C2}">
      <dsp:nvSpPr>
        <dsp:cNvPr id="0" name=""/>
        <dsp:cNvSpPr/>
      </dsp:nvSpPr>
      <dsp:spPr>
        <a:xfrm>
          <a:off x="3035328" y="587945"/>
          <a:ext cx="116465" cy="436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6745"/>
              </a:lnTo>
              <a:lnTo>
                <a:pt x="116465" y="4367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4C8DAB-10E6-4429-B2E6-41FC9DA40B63}">
      <dsp:nvSpPr>
        <dsp:cNvPr id="0" name=""/>
        <dsp:cNvSpPr/>
      </dsp:nvSpPr>
      <dsp:spPr>
        <a:xfrm>
          <a:off x="3151794" y="733527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Préparer le plan de test et écrire les essais</a:t>
          </a:r>
        </a:p>
      </dsp:txBody>
      <dsp:txXfrm>
        <a:off x="3168850" y="750583"/>
        <a:ext cx="897611" cy="548215"/>
      </dsp:txXfrm>
    </dsp:sp>
    <dsp:sp modelId="{5D49C626-4AE7-4BBB-96B9-87E8256ED1EE}">
      <dsp:nvSpPr>
        <dsp:cNvPr id="0" name=""/>
        <dsp:cNvSpPr/>
      </dsp:nvSpPr>
      <dsp:spPr>
        <a:xfrm>
          <a:off x="3035328" y="587945"/>
          <a:ext cx="116465" cy="116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4654"/>
              </a:lnTo>
              <a:lnTo>
                <a:pt x="116465" y="11646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BDCE6E-84A7-490A-8132-95B51915ACE4}">
      <dsp:nvSpPr>
        <dsp:cNvPr id="0" name=""/>
        <dsp:cNvSpPr/>
      </dsp:nvSpPr>
      <dsp:spPr>
        <a:xfrm>
          <a:off x="3151794" y="1461436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Préparer les environnements et les données</a:t>
          </a:r>
        </a:p>
      </dsp:txBody>
      <dsp:txXfrm>
        <a:off x="3168850" y="1478492"/>
        <a:ext cx="897611" cy="548215"/>
      </dsp:txXfrm>
    </dsp:sp>
    <dsp:sp modelId="{7899F8BA-889C-4C69-9C4A-B5B17E644EAA}">
      <dsp:nvSpPr>
        <dsp:cNvPr id="0" name=""/>
        <dsp:cNvSpPr/>
      </dsp:nvSpPr>
      <dsp:spPr>
        <a:xfrm>
          <a:off x="3035328" y="587945"/>
          <a:ext cx="116465" cy="1892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2563"/>
              </a:lnTo>
              <a:lnTo>
                <a:pt x="116465" y="18925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1BC51-53BB-4433-8C03-D9A4E4CDF4C9}">
      <dsp:nvSpPr>
        <dsp:cNvPr id="0" name=""/>
        <dsp:cNvSpPr/>
      </dsp:nvSpPr>
      <dsp:spPr>
        <a:xfrm>
          <a:off x="3151794" y="2189345"/>
          <a:ext cx="931723" cy="5823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Présenter le</a:t>
          </a:r>
          <a:br>
            <a:rPr lang="fr-CA" sz="800" kern="1200"/>
          </a:br>
          <a:r>
            <a:rPr lang="fr-CA" sz="800" kern="1200"/>
            <a:t>plan de test</a:t>
          </a:r>
          <a:br>
            <a:rPr lang="fr-CA" sz="800" kern="1200"/>
          </a:br>
          <a:r>
            <a:rPr lang="fr-CA" sz="800" kern="1200"/>
            <a:t>à l’équipe</a:t>
          </a:r>
        </a:p>
      </dsp:txBody>
      <dsp:txXfrm>
        <a:off x="3168850" y="2206401"/>
        <a:ext cx="897611" cy="548215"/>
      </dsp:txXfrm>
    </dsp:sp>
    <dsp:sp modelId="{4ED0EA71-5430-4321-9392-B8FA0592AEFF}">
      <dsp:nvSpPr>
        <dsp:cNvPr id="0" name=""/>
        <dsp:cNvSpPr/>
      </dsp:nvSpPr>
      <dsp:spPr>
        <a:xfrm>
          <a:off x="4374681" y="5618"/>
          <a:ext cx="1164654" cy="5823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Configuration et développement</a:t>
          </a:r>
          <a:endParaRPr lang="en-US" sz="1100" kern="1200"/>
        </a:p>
      </dsp:txBody>
      <dsp:txXfrm>
        <a:off x="4391737" y="22674"/>
        <a:ext cx="1130542" cy="548215"/>
      </dsp:txXfrm>
    </dsp:sp>
    <dsp:sp modelId="{2081DD8E-A340-4E6D-AC86-E9CFC1F696F6}">
      <dsp:nvSpPr>
        <dsp:cNvPr id="0" name=""/>
        <dsp:cNvSpPr/>
      </dsp:nvSpPr>
      <dsp:spPr>
        <a:xfrm>
          <a:off x="4491146" y="587945"/>
          <a:ext cx="116465" cy="436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6745"/>
              </a:lnTo>
              <a:lnTo>
                <a:pt x="116465" y="4367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BF21A-7524-421A-B370-5E827505E659}">
      <dsp:nvSpPr>
        <dsp:cNvPr id="0" name=""/>
        <dsp:cNvSpPr/>
      </dsp:nvSpPr>
      <dsp:spPr>
        <a:xfrm>
          <a:off x="4607612" y="733527"/>
          <a:ext cx="931723" cy="5823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Exécuter les essais de composants</a:t>
          </a:r>
        </a:p>
      </dsp:txBody>
      <dsp:txXfrm>
        <a:off x="4624668" y="750583"/>
        <a:ext cx="897611" cy="548215"/>
      </dsp:txXfrm>
    </dsp:sp>
    <dsp:sp modelId="{031C3C27-CFB5-40F8-8985-A5BCA4E91BEA}">
      <dsp:nvSpPr>
        <dsp:cNvPr id="0" name=""/>
        <dsp:cNvSpPr/>
      </dsp:nvSpPr>
      <dsp:spPr>
        <a:xfrm>
          <a:off x="4491146" y="587945"/>
          <a:ext cx="116465" cy="116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4654"/>
              </a:lnTo>
              <a:lnTo>
                <a:pt x="116465" y="11646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EA4699-139F-4084-AF1F-895DB716AF4B}">
      <dsp:nvSpPr>
        <dsp:cNvPr id="0" name=""/>
        <dsp:cNvSpPr/>
      </dsp:nvSpPr>
      <dsp:spPr>
        <a:xfrm>
          <a:off x="4607612" y="1461436"/>
          <a:ext cx="931723" cy="5823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Exécuter les essais de système</a:t>
          </a:r>
        </a:p>
      </dsp:txBody>
      <dsp:txXfrm>
        <a:off x="4624668" y="1478492"/>
        <a:ext cx="897611" cy="548215"/>
      </dsp:txXfrm>
    </dsp:sp>
    <dsp:sp modelId="{B0AD2F2E-E8CE-461C-95DA-CAB069F9673F}">
      <dsp:nvSpPr>
        <dsp:cNvPr id="0" name=""/>
        <dsp:cNvSpPr/>
      </dsp:nvSpPr>
      <dsp:spPr>
        <a:xfrm>
          <a:off x="4491146" y="587945"/>
          <a:ext cx="116465" cy="1892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2563"/>
              </a:lnTo>
              <a:lnTo>
                <a:pt x="116465" y="18925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341795-C684-4BCE-8932-665708DB78ED}">
      <dsp:nvSpPr>
        <dsp:cNvPr id="0" name=""/>
        <dsp:cNvSpPr/>
      </dsp:nvSpPr>
      <dsp:spPr>
        <a:xfrm>
          <a:off x="4607612" y="2189345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Corriger les anomalies (Bug)</a:t>
          </a:r>
        </a:p>
      </dsp:txBody>
      <dsp:txXfrm>
        <a:off x="4624668" y="2206401"/>
        <a:ext cx="897611" cy="548215"/>
      </dsp:txXfrm>
    </dsp:sp>
    <dsp:sp modelId="{FA3BE5F7-0823-4026-9E80-23A2C643CCED}">
      <dsp:nvSpPr>
        <dsp:cNvPr id="0" name=""/>
        <dsp:cNvSpPr/>
      </dsp:nvSpPr>
      <dsp:spPr>
        <a:xfrm>
          <a:off x="4491146" y="587945"/>
          <a:ext cx="116465" cy="2620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0472"/>
              </a:lnTo>
              <a:lnTo>
                <a:pt x="116465" y="262047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945FC2-5130-4062-A04D-C73E9BA5C90E}">
      <dsp:nvSpPr>
        <dsp:cNvPr id="0" name=""/>
        <dsp:cNvSpPr/>
      </dsp:nvSpPr>
      <dsp:spPr>
        <a:xfrm>
          <a:off x="4607612" y="2917254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Préparer les utilisateurs aux tests (</a:t>
          </a:r>
          <a:r>
            <a:rPr lang="fr-CA" sz="800" kern="1200" err="1"/>
            <a:t>Kickoff</a:t>
          </a:r>
          <a:r>
            <a:rPr lang="fr-CA" sz="800" kern="1200"/>
            <a:t> QA)</a:t>
          </a:r>
        </a:p>
      </dsp:txBody>
      <dsp:txXfrm>
        <a:off x="4624668" y="2934310"/>
        <a:ext cx="897611" cy="548215"/>
      </dsp:txXfrm>
    </dsp:sp>
    <dsp:sp modelId="{3EA437CD-D6D8-436D-A06F-DFBB397EADC0}">
      <dsp:nvSpPr>
        <dsp:cNvPr id="0" name=""/>
        <dsp:cNvSpPr/>
      </dsp:nvSpPr>
      <dsp:spPr>
        <a:xfrm>
          <a:off x="5830499" y="5618"/>
          <a:ext cx="1164654" cy="5823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Préparation</a:t>
          </a:r>
          <a:br>
            <a:rPr lang="fr-CA" sz="1100" kern="1200"/>
          </a:br>
          <a:r>
            <a:rPr lang="fr-CA" sz="1100" kern="1200"/>
            <a:t>MEP</a:t>
          </a:r>
          <a:endParaRPr lang="en-US" sz="1100" kern="1200"/>
        </a:p>
      </dsp:txBody>
      <dsp:txXfrm>
        <a:off x="5847555" y="22674"/>
        <a:ext cx="1130542" cy="548215"/>
      </dsp:txXfrm>
    </dsp:sp>
    <dsp:sp modelId="{DC660335-353F-436B-8882-7D949C34736E}">
      <dsp:nvSpPr>
        <dsp:cNvPr id="0" name=""/>
        <dsp:cNvSpPr/>
      </dsp:nvSpPr>
      <dsp:spPr>
        <a:xfrm>
          <a:off x="5946964" y="587945"/>
          <a:ext cx="116465" cy="436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6745"/>
              </a:lnTo>
              <a:lnTo>
                <a:pt x="116465" y="4367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C5AA93-404D-4E48-A7D4-28257559EBD3}">
      <dsp:nvSpPr>
        <dsp:cNvPr id="0" name=""/>
        <dsp:cNvSpPr/>
      </dsp:nvSpPr>
      <dsp:spPr>
        <a:xfrm>
          <a:off x="6063430" y="733527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err="1"/>
            <a:t>Sélectionner</a:t>
          </a:r>
          <a:r>
            <a:rPr lang="en-US" sz="800" kern="1200"/>
            <a:t> les Features qui </a:t>
          </a:r>
          <a:r>
            <a:rPr lang="en-US" sz="800" kern="1200" err="1"/>
            <a:t>seront</a:t>
          </a:r>
          <a:r>
            <a:rPr lang="en-US" sz="800" kern="1200"/>
            <a:t> </a:t>
          </a:r>
          <a:r>
            <a:rPr lang="en-US" sz="800" kern="1200" err="1"/>
            <a:t>livrées</a:t>
          </a:r>
          <a:endParaRPr lang="en-US" sz="800" kern="1200"/>
        </a:p>
      </dsp:txBody>
      <dsp:txXfrm>
        <a:off x="6080486" y="750583"/>
        <a:ext cx="897611" cy="548215"/>
      </dsp:txXfrm>
    </dsp:sp>
    <dsp:sp modelId="{ED3DBA48-FEBB-48E3-8B6A-69E6EEE39D18}">
      <dsp:nvSpPr>
        <dsp:cNvPr id="0" name=""/>
        <dsp:cNvSpPr/>
      </dsp:nvSpPr>
      <dsp:spPr>
        <a:xfrm>
          <a:off x="5946964" y="587945"/>
          <a:ext cx="116465" cy="116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4654"/>
              </a:lnTo>
              <a:lnTo>
                <a:pt x="116465" y="11646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53472E-9DBF-4F9A-9080-F4A7EE85C88C}">
      <dsp:nvSpPr>
        <dsp:cNvPr id="0" name=""/>
        <dsp:cNvSpPr/>
      </dsp:nvSpPr>
      <dsp:spPr>
        <a:xfrm>
          <a:off x="6063430" y="1461436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Preparer la Release Note</a:t>
          </a:r>
          <a:br>
            <a:rPr lang="en-US" sz="800" kern="1200"/>
          </a:br>
          <a:r>
            <a:rPr lang="en-US" sz="800" kern="1200"/>
            <a:t>et le CHG</a:t>
          </a:r>
        </a:p>
      </dsp:txBody>
      <dsp:txXfrm>
        <a:off x="6080486" y="1478492"/>
        <a:ext cx="897611" cy="548215"/>
      </dsp:txXfrm>
    </dsp:sp>
    <dsp:sp modelId="{B04B88B0-8CB5-4F1E-A110-2F8F7165443E}">
      <dsp:nvSpPr>
        <dsp:cNvPr id="0" name=""/>
        <dsp:cNvSpPr/>
      </dsp:nvSpPr>
      <dsp:spPr>
        <a:xfrm>
          <a:off x="5946964" y="587945"/>
          <a:ext cx="116465" cy="1892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2563"/>
              </a:lnTo>
              <a:lnTo>
                <a:pt x="116465" y="18925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88A183-E020-4253-86F1-5A0F8B00CB0E}">
      <dsp:nvSpPr>
        <dsp:cNvPr id="0" name=""/>
        <dsp:cNvSpPr/>
      </dsp:nvSpPr>
      <dsp:spPr>
        <a:xfrm>
          <a:off x="6063430" y="2189345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Fusion des </a:t>
          </a:r>
          <a:r>
            <a:rPr lang="fr-CA" sz="800" kern="1200" err="1"/>
            <a:t>Feature</a:t>
          </a:r>
          <a:r>
            <a:rPr lang="fr-CA" sz="800" kern="1200"/>
            <a:t> + Smoke test</a:t>
          </a:r>
          <a:endParaRPr lang="en-US" sz="800" kern="1200"/>
        </a:p>
      </dsp:txBody>
      <dsp:txXfrm>
        <a:off x="6080486" y="2206401"/>
        <a:ext cx="897611" cy="548215"/>
      </dsp:txXfrm>
    </dsp:sp>
    <dsp:sp modelId="{9262075C-1CDD-4CF1-9625-65639568ECF3}">
      <dsp:nvSpPr>
        <dsp:cNvPr id="0" name=""/>
        <dsp:cNvSpPr/>
      </dsp:nvSpPr>
      <dsp:spPr>
        <a:xfrm>
          <a:off x="5946964" y="587945"/>
          <a:ext cx="116465" cy="2620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0472"/>
              </a:lnTo>
              <a:lnTo>
                <a:pt x="116465" y="262047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DB3496-8E77-4E4F-98D3-7F07D7CDA34F}">
      <dsp:nvSpPr>
        <dsp:cNvPr id="0" name=""/>
        <dsp:cNvSpPr/>
      </dsp:nvSpPr>
      <dsp:spPr>
        <a:xfrm>
          <a:off x="6063430" y="2917254"/>
          <a:ext cx="931723" cy="5823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Exécuter les tests d’acceptation</a:t>
          </a:r>
        </a:p>
      </dsp:txBody>
      <dsp:txXfrm>
        <a:off x="6080486" y="2934310"/>
        <a:ext cx="897611" cy="548215"/>
      </dsp:txXfrm>
    </dsp:sp>
    <dsp:sp modelId="{2CC7F518-00A0-4426-A181-C3BB99A94409}">
      <dsp:nvSpPr>
        <dsp:cNvPr id="0" name=""/>
        <dsp:cNvSpPr/>
      </dsp:nvSpPr>
      <dsp:spPr>
        <a:xfrm>
          <a:off x="7286317" y="5618"/>
          <a:ext cx="1164654" cy="5823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Mise en Production</a:t>
          </a:r>
          <a:endParaRPr lang="en-US" sz="1100" kern="1200"/>
        </a:p>
      </dsp:txBody>
      <dsp:txXfrm>
        <a:off x="7303373" y="22674"/>
        <a:ext cx="1130542" cy="548215"/>
      </dsp:txXfrm>
    </dsp:sp>
    <dsp:sp modelId="{FEADA9FE-9285-4562-92B7-A84B7F779489}">
      <dsp:nvSpPr>
        <dsp:cNvPr id="0" name=""/>
        <dsp:cNvSpPr/>
      </dsp:nvSpPr>
      <dsp:spPr>
        <a:xfrm>
          <a:off x="7402782" y="587945"/>
          <a:ext cx="116465" cy="436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6745"/>
              </a:lnTo>
              <a:lnTo>
                <a:pt x="116465" y="4367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A1A5EC-667B-4BD6-972A-D2BA35C4C267}">
      <dsp:nvSpPr>
        <dsp:cNvPr id="0" name=""/>
        <dsp:cNvSpPr/>
      </dsp:nvSpPr>
      <dsp:spPr>
        <a:xfrm>
          <a:off x="7519248" y="733527"/>
          <a:ext cx="931723" cy="5823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Faire la rencontre de Go </a:t>
          </a:r>
          <a:r>
            <a:rPr lang="fr-CA" sz="800" kern="1200" err="1"/>
            <a:t>Nogo</a:t>
          </a:r>
          <a:endParaRPr lang="fr-CA" sz="800" kern="1200"/>
        </a:p>
      </dsp:txBody>
      <dsp:txXfrm>
        <a:off x="7536304" y="750583"/>
        <a:ext cx="897611" cy="548215"/>
      </dsp:txXfrm>
    </dsp:sp>
    <dsp:sp modelId="{E5B7CB77-FD99-489D-9988-2116779431CB}">
      <dsp:nvSpPr>
        <dsp:cNvPr id="0" name=""/>
        <dsp:cNvSpPr/>
      </dsp:nvSpPr>
      <dsp:spPr>
        <a:xfrm>
          <a:off x="7402782" y="587945"/>
          <a:ext cx="116465" cy="116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4654"/>
              </a:lnTo>
              <a:lnTo>
                <a:pt x="116465" y="11646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9F514-619F-42EA-9F50-45BE4E5045FC}">
      <dsp:nvSpPr>
        <dsp:cNvPr id="0" name=""/>
        <dsp:cNvSpPr/>
      </dsp:nvSpPr>
      <dsp:spPr>
        <a:xfrm>
          <a:off x="7519248" y="1461436"/>
          <a:ext cx="931723" cy="582327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Mise en production</a:t>
          </a:r>
        </a:p>
      </dsp:txBody>
      <dsp:txXfrm>
        <a:off x="7536304" y="1478492"/>
        <a:ext cx="897611" cy="548215"/>
      </dsp:txXfrm>
    </dsp:sp>
    <dsp:sp modelId="{DCFA5213-479F-4A30-AEF8-B4489D74460D}">
      <dsp:nvSpPr>
        <dsp:cNvPr id="0" name=""/>
        <dsp:cNvSpPr/>
      </dsp:nvSpPr>
      <dsp:spPr>
        <a:xfrm>
          <a:off x="7402782" y="587945"/>
          <a:ext cx="116465" cy="1892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2563"/>
              </a:lnTo>
              <a:lnTo>
                <a:pt x="116465" y="18925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2F037F-4E19-4C42-8BD1-47257732FCB9}">
      <dsp:nvSpPr>
        <dsp:cNvPr id="0" name=""/>
        <dsp:cNvSpPr/>
      </dsp:nvSpPr>
      <dsp:spPr>
        <a:xfrm>
          <a:off x="7519248" y="2189345"/>
          <a:ext cx="931723" cy="582327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err="1"/>
            <a:t>Hypercare</a:t>
          </a:r>
          <a:r>
            <a:rPr lang="fr-CA" sz="800" kern="1200"/>
            <a:t> et transfert exploitation</a:t>
          </a:r>
        </a:p>
      </dsp:txBody>
      <dsp:txXfrm>
        <a:off x="7536304" y="2206401"/>
        <a:ext cx="897611" cy="548215"/>
      </dsp:txXfrm>
    </dsp:sp>
    <dsp:sp modelId="{36F5D0BA-DAEF-4EA8-A16D-E82D8C25D91D}">
      <dsp:nvSpPr>
        <dsp:cNvPr id="0" name=""/>
        <dsp:cNvSpPr/>
      </dsp:nvSpPr>
      <dsp:spPr>
        <a:xfrm>
          <a:off x="7402782" y="587945"/>
          <a:ext cx="116465" cy="2620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0472"/>
              </a:lnTo>
              <a:lnTo>
                <a:pt x="116465" y="262047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C1ECBF-A466-40C6-A8AF-674317EF94A1}">
      <dsp:nvSpPr>
        <dsp:cNvPr id="0" name=""/>
        <dsp:cNvSpPr/>
      </dsp:nvSpPr>
      <dsp:spPr>
        <a:xfrm>
          <a:off x="7519248" y="2917254"/>
          <a:ext cx="931723" cy="582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/>
            <a:t>Amélioration continue </a:t>
          </a:r>
          <a:br>
            <a:rPr lang="fr-CA" sz="800" kern="1200"/>
          </a:br>
          <a:r>
            <a:rPr lang="fr-CA" sz="800" kern="1200"/>
            <a:t>(Post-mortem)</a:t>
          </a:r>
        </a:p>
      </dsp:txBody>
      <dsp:txXfrm>
        <a:off x="7536304" y="2934310"/>
        <a:ext cx="897611" cy="5482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4A37D8-BE48-4285-BBF9-CA0668BA6238}">
      <dsp:nvSpPr>
        <dsp:cNvPr id="0" name=""/>
        <dsp:cNvSpPr/>
      </dsp:nvSpPr>
      <dsp:spPr>
        <a:xfrm>
          <a:off x="0" y="335387"/>
          <a:ext cx="2443162" cy="15514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18881-2BB7-4C7A-9E0B-A86A4E5B7478}">
      <dsp:nvSpPr>
        <dsp:cNvPr id="0" name=""/>
        <dsp:cNvSpPr/>
      </dsp:nvSpPr>
      <dsp:spPr>
        <a:xfrm>
          <a:off x="271462" y="593277"/>
          <a:ext cx="2443162" cy="15514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b="1" kern="1200">
              <a:solidFill>
                <a:srgbClr val="064DD9"/>
              </a:solidFill>
              <a:ea typeface="+mn-ea"/>
              <a:cs typeface="+mn-cs"/>
            </a:rPr>
            <a:t>Gardien de la qualité  </a:t>
          </a:r>
          <a:r>
            <a:rPr lang="fr-CA" sz="1400" i="1" kern="1200">
              <a:solidFill>
                <a:srgbClr val="064DD9"/>
              </a:solidFill>
              <a:ea typeface="+mn-ea"/>
              <a:cs typeface="+mn-cs"/>
            </a:rPr>
            <a:t>supervise la stratégie de tests et veille à l’implication de tous.</a:t>
          </a:r>
          <a:endParaRPr lang="en-US" sz="1700" i="1" kern="1200">
            <a:solidFill>
              <a:srgbClr val="064DD9"/>
            </a:solidFill>
            <a:ea typeface="+mn-ea"/>
            <a:cs typeface="+mn-cs"/>
          </a:endParaRPr>
        </a:p>
      </dsp:txBody>
      <dsp:txXfrm>
        <a:off x="316901" y="638716"/>
        <a:ext cx="2352284" cy="1460530"/>
      </dsp:txXfrm>
    </dsp:sp>
    <dsp:sp modelId="{04852ACE-BAC1-405E-B473-49E2F85370BD}">
      <dsp:nvSpPr>
        <dsp:cNvPr id="0" name=""/>
        <dsp:cNvSpPr/>
      </dsp:nvSpPr>
      <dsp:spPr>
        <a:xfrm>
          <a:off x="2986087" y="335387"/>
          <a:ext cx="2443162" cy="15514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98C20-A824-460C-B794-A205DE7E112A}">
      <dsp:nvSpPr>
        <dsp:cNvPr id="0" name=""/>
        <dsp:cNvSpPr/>
      </dsp:nvSpPr>
      <dsp:spPr>
        <a:xfrm>
          <a:off x="3257550" y="593277"/>
          <a:ext cx="2443162" cy="15514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b="1" kern="1200">
              <a:solidFill>
                <a:srgbClr val="064DD9"/>
              </a:solidFill>
              <a:ea typeface="+mn-ea"/>
              <a:cs typeface="+mn-cs"/>
            </a:rPr>
            <a:t>Respect des standards </a:t>
          </a:r>
          <a:r>
            <a:rPr lang="fr-CA" sz="1700" kern="1200">
              <a:solidFill>
                <a:srgbClr val="064DD9"/>
              </a:solidFill>
              <a:ea typeface="+mn-ea"/>
              <a:cs typeface="+mn-cs"/>
            </a:rPr>
            <a:t> </a:t>
          </a:r>
          <a:r>
            <a:rPr lang="fr-CA" sz="1400" i="1" kern="1200">
              <a:solidFill>
                <a:srgbClr val="064DD9"/>
              </a:solidFill>
              <a:ea typeface="+mn-ea"/>
              <a:cs typeface="+mn-cs"/>
            </a:rPr>
            <a:t>assure la conformité aux gates de qualité et aux standards du projet</a:t>
          </a:r>
          <a:r>
            <a:rPr lang="fr-CA" sz="1700" kern="1200">
              <a:solidFill>
                <a:srgbClr val="064DD9"/>
              </a:solidFill>
              <a:ea typeface="+mn-ea"/>
              <a:cs typeface="+mn-cs"/>
            </a:rPr>
            <a:t>.</a:t>
          </a:r>
          <a:endParaRPr lang="en-US" sz="1700" kern="1200">
            <a:solidFill>
              <a:srgbClr val="064DD9"/>
            </a:solidFill>
            <a:ea typeface="+mn-ea"/>
            <a:cs typeface="+mn-cs"/>
          </a:endParaRPr>
        </a:p>
      </dsp:txBody>
      <dsp:txXfrm>
        <a:off x="3302989" y="638716"/>
        <a:ext cx="2352284" cy="1460530"/>
      </dsp:txXfrm>
    </dsp:sp>
    <dsp:sp modelId="{18438208-B484-4A57-AE13-92407E0BEF9B}">
      <dsp:nvSpPr>
        <dsp:cNvPr id="0" name=""/>
        <dsp:cNvSpPr/>
      </dsp:nvSpPr>
      <dsp:spPr>
        <a:xfrm>
          <a:off x="5972175" y="335387"/>
          <a:ext cx="2443162" cy="15514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375F6-EF73-47DD-A462-572FFA4A278B}">
      <dsp:nvSpPr>
        <dsp:cNvPr id="0" name=""/>
        <dsp:cNvSpPr/>
      </dsp:nvSpPr>
      <dsp:spPr>
        <a:xfrm>
          <a:off x="6243637" y="593277"/>
          <a:ext cx="2443162" cy="15514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kern="1200">
              <a:solidFill>
                <a:srgbClr val="064DD9"/>
              </a:solidFill>
              <a:ea typeface="+mn-ea"/>
              <a:cs typeface="+mn-cs"/>
            </a:rPr>
            <a:t>Reporting</a:t>
          </a:r>
          <a:r>
            <a:rPr lang="fr-CA" sz="1900" b="1" kern="1200">
              <a:solidFill>
                <a:srgbClr val="064DD9"/>
              </a:solidFill>
              <a:latin typeface="DM Sans"/>
              <a:ea typeface="+mn-ea"/>
              <a:cs typeface="+mn-cs"/>
            </a:rPr>
            <a:t> </a:t>
          </a:r>
          <a:r>
            <a:rPr lang="fr-CA" sz="1900" kern="1200">
              <a:solidFill>
                <a:srgbClr val="064DD9"/>
              </a:solidFill>
              <a:ea typeface="+mn-ea"/>
              <a:cs typeface="+mn-cs"/>
            </a:rPr>
            <a:t> </a:t>
          </a:r>
          <a:r>
            <a:rPr lang="fr-CA" sz="1400" i="1" kern="1200">
              <a:solidFill>
                <a:srgbClr val="064DD9"/>
              </a:solidFill>
              <a:ea typeface="+mn-ea"/>
              <a:cs typeface="+mn-cs"/>
            </a:rPr>
            <a:t>garantit la documentation et l’exécution des bons tests.</a:t>
          </a:r>
          <a:endParaRPr lang="en-US" sz="1900" i="1" kern="1200">
            <a:solidFill>
              <a:srgbClr val="064DD9"/>
            </a:solidFill>
            <a:ea typeface="+mn-ea"/>
            <a:cs typeface="+mn-cs"/>
          </a:endParaRPr>
        </a:p>
      </dsp:txBody>
      <dsp:txXfrm>
        <a:off x="6289076" y="638716"/>
        <a:ext cx="2352284" cy="14605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AB805-4B58-476E-9A9C-9F996F306BE4}">
      <dsp:nvSpPr>
        <dsp:cNvPr id="0" name=""/>
        <dsp:cNvSpPr/>
      </dsp:nvSpPr>
      <dsp:spPr>
        <a:xfrm>
          <a:off x="0" y="1535"/>
          <a:ext cx="8686800" cy="778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EE365-96BB-409E-8BB7-A86A7FBB2BE4}">
      <dsp:nvSpPr>
        <dsp:cNvPr id="0" name=""/>
        <dsp:cNvSpPr/>
      </dsp:nvSpPr>
      <dsp:spPr>
        <a:xfrm>
          <a:off x="235389" y="176618"/>
          <a:ext cx="427981" cy="4279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09926-61F5-4A49-BECA-A9E25E7DAD58}">
      <dsp:nvSpPr>
        <dsp:cNvPr id="0" name=""/>
        <dsp:cNvSpPr/>
      </dsp:nvSpPr>
      <dsp:spPr>
        <a:xfrm>
          <a:off x="898760" y="1535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/>
            <a:t>Respect du calendrier de Release Management </a:t>
          </a:r>
          <a:endParaRPr lang="en-US" sz="1600" kern="1200"/>
        </a:p>
      </dsp:txBody>
      <dsp:txXfrm>
        <a:off x="898760" y="1535"/>
        <a:ext cx="7788039" cy="778147"/>
      </dsp:txXfrm>
    </dsp:sp>
    <dsp:sp modelId="{75983FF6-D95D-4F01-A629-4A310E2BDA79}">
      <dsp:nvSpPr>
        <dsp:cNvPr id="0" name=""/>
        <dsp:cNvSpPr/>
      </dsp:nvSpPr>
      <dsp:spPr>
        <a:xfrm>
          <a:off x="0" y="974220"/>
          <a:ext cx="8686800" cy="778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7D6E64-7A38-4600-BAF2-EFA7352291A6}">
      <dsp:nvSpPr>
        <dsp:cNvPr id="0" name=""/>
        <dsp:cNvSpPr/>
      </dsp:nvSpPr>
      <dsp:spPr>
        <a:xfrm>
          <a:off x="235389" y="1149303"/>
          <a:ext cx="427981" cy="4279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38261-3B03-48ED-B4A8-A221A4C8117F}">
      <dsp:nvSpPr>
        <dsp:cNvPr id="0" name=""/>
        <dsp:cNvSpPr/>
      </dsp:nvSpPr>
      <dsp:spPr>
        <a:xfrm>
          <a:off x="898760" y="974220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>
              <a:solidFill>
                <a:srgbClr val="064DD9">
                  <a:hueOff val="0"/>
                  <a:satOff val="0"/>
                  <a:lumOff val="0"/>
                  <a:alphaOff val="0"/>
                </a:srgbClr>
              </a:solidFill>
              <a:latin typeface="DM Sans"/>
              <a:ea typeface="+mn-ea"/>
              <a:cs typeface="+mn-cs"/>
            </a:rPr>
            <a:t>Assurer le respect du processus de gestion des mises en production, conformément aux étapes et contrôles</a:t>
          </a:r>
          <a:endParaRPr lang="en-US" sz="1600" kern="1200">
            <a:solidFill>
              <a:srgbClr val="064DD9">
                <a:hueOff val="0"/>
                <a:satOff val="0"/>
                <a:lumOff val="0"/>
                <a:alphaOff val="0"/>
              </a:srgbClr>
            </a:solidFill>
            <a:latin typeface="DM Sans"/>
            <a:ea typeface="+mn-ea"/>
            <a:cs typeface="+mn-cs"/>
          </a:endParaRPr>
        </a:p>
      </dsp:txBody>
      <dsp:txXfrm>
        <a:off x="898760" y="974220"/>
        <a:ext cx="7788039" cy="778147"/>
      </dsp:txXfrm>
    </dsp:sp>
    <dsp:sp modelId="{F2F5ABD4-1178-4B1E-9889-6B0D1356F733}">
      <dsp:nvSpPr>
        <dsp:cNvPr id="0" name=""/>
        <dsp:cNvSpPr/>
      </dsp:nvSpPr>
      <dsp:spPr>
        <a:xfrm>
          <a:off x="0" y="1946904"/>
          <a:ext cx="8686800" cy="778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F576F4-9382-4F22-9485-822605CFCCE4}">
      <dsp:nvSpPr>
        <dsp:cNvPr id="0" name=""/>
        <dsp:cNvSpPr/>
      </dsp:nvSpPr>
      <dsp:spPr>
        <a:xfrm>
          <a:off x="235389" y="2121988"/>
          <a:ext cx="427981" cy="4279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E9318-FEFC-4FB6-B389-082C39199D17}">
      <dsp:nvSpPr>
        <dsp:cNvPr id="0" name=""/>
        <dsp:cNvSpPr/>
      </dsp:nvSpPr>
      <dsp:spPr>
        <a:xfrm>
          <a:off x="898760" y="1946904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>
              <a:solidFill>
                <a:srgbClr val="064DD9">
                  <a:hueOff val="0"/>
                  <a:satOff val="0"/>
                  <a:lumOff val="0"/>
                  <a:alphaOff val="0"/>
                </a:srgbClr>
              </a:solidFill>
              <a:latin typeface="DM Sans"/>
              <a:ea typeface="+mn-ea"/>
              <a:cs typeface="+mn-cs"/>
            </a:rPr>
            <a:t>Maintenir une sécurité alignée sur les rôles et métiers définis</a:t>
          </a:r>
        </a:p>
      </dsp:txBody>
      <dsp:txXfrm>
        <a:off x="898760" y="1946904"/>
        <a:ext cx="7788039" cy="778147"/>
      </dsp:txXfrm>
    </dsp:sp>
    <dsp:sp modelId="{114DF569-38DC-4999-AE06-6F24F14DAE0F}">
      <dsp:nvSpPr>
        <dsp:cNvPr id="0" name=""/>
        <dsp:cNvSpPr/>
      </dsp:nvSpPr>
      <dsp:spPr>
        <a:xfrm>
          <a:off x="0" y="2919589"/>
          <a:ext cx="8686800" cy="778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1B5191-D3F6-4870-A2F1-6FCCD33BF0FC}">
      <dsp:nvSpPr>
        <dsp:cNvPr id="0" name=""/>
        <dsp:cNvSpPr/>
      </dsp:nvSpPr>
      <dsp:spPr>
        <a:xfrm>
          <a:off x="235389" y="3094673"/>
          <a:ext cx="427981" cy="4279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CB857-2814-46CE-9431-94F9664BA843}">
      <dsp:nvSpPr>
        <dsp:cNvPr id="0" name=""/>
        <dsp:cNvSpPr/>
      </dsp:nvSpPr>
      <dsp:spPr>
        <a:xfrm>
          <a:off x="898760" y="2919589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>
              <a:solidFill>
                <a:srgbClr val="064DD9">
                  <a:hueOff val="0"/>
                  <a:satOff val="0"/>
                  <a:lumOff val="0"/>
                  <a:alphaOff val="0"/>
                </a:srgbClr>
              </a:solidFill>
              <a:latin typeface="DM Sans"/>
              <a:ea typeface="+mn-ea"/>
              <a:cs typeface="+mn-cs"/>
            </a:rPr>
            <a:t>Communiquer les changements à venir aux partenaires et aux supports</a:t>
          </a:r>
          <a:endParaRPr lang="en-US" sz="1600" kern="1200">
            <a:solidFill>
              <a:srgbClr val="064DD9">
                <a:hueOff val="0"/>
                <a:satOff val="0"/>
                <a:lumOff val="0"/>
                <a:alphaOff val="0"/>
              </a:srgbClr>
            </a:solidFill>
            <a:latin typeface="DM Sans"/>
            <a:ea typeface="+mn-ea"/>
            <a:cs typeface="+mn-cs"/>
          </a:endParaRPr>
        </a:p>
      </dsp:txBody>
      <dsp:txXfrm>
        <a:off x="898760" y="2919589"/>
        <a:ext cx="7788039" cy="778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15F851B-2834-3575-274B-CE8D4C7368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5EEAA6-E7B9-7E85-B8CB-0C5EA21703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9317E-6AC6-4830-9CF7-5FA011449EE4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C9C2B5-8E5C-B994-A3DA-4002C79D02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607B79-C987-4F47-AC2F-AACA7FF6A1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A9614-EBE9-4DCC-B867-0BEECB80A41C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37566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06FEB-FEE0-4F35-A7B7-D43775927FB9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9807-5037-47FE-86B5-F6C64038904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150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F2C0B-DFCB-1AAF-FA5E-3C2E56E0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B8E8F3-9391-818F-3C12-B7296F9F7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E5A3F36-FCAC-6910-827E-69941038D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>
                <a:ea typeface="Calibri"/>
                <a:cs typeface="Calibri"/>
              </a:rPr>
              <a:t>On présente ici les étapes devant être prévu pour livrer de la qualité. Pour les responsabilités, voir le RACI.</a:t>
            </a:r>
          </a:p>
          <a:p>
            <a:r>
              <a:rPr lang="fr-FR">
                <a:ea typeface="Calibri"/>
                <a:cs typeface="Calibri"/>
              </a:rPr>
              <a:t>Vous devriez considérer faire une DoD pour chacune de vos étapes (bleu foncé)</a:t>
            </a:r>
            <a:endParaRPr lang="fr-FR"/>
          </a:p>
          <a:p>
            <a:r>
              <a:rPr lang="fr-FR">
                <a:ea typeface="Calibri"/>
                <a:cs typeface="Calibri"/>
              </a:rPr>
              <a:t>Un SIGN-OFF suppose un document livrer et présenter : Gouvernance de projet, Stratégie d’essai, Résultat de la phase de test, Document de Go-</a:t>
            </a:r>
            <a:r>
              <a:rPr lang="fr-FR" err="1">
                <a:ea typeface="Calibri"/>
                <a:cs typeface="Calibri"/>
              </a:rPr>
              <a:t>Nogo</a:t>
            </a:r>
            <a:endParaRPr lang="fr-FR">
              <a:ea typeface="Calibri"/>
              <a:cs typeface="Calibri"/>
            </a:endParaRPr>
          </a:p>
          <a:p>
            <a:endParaRPr lang="fr-FR">
              <a:ea typeface="Calibri"/>
              <a:cs typeface="Calibri"/>
            </a:endParaRPr>
          </a:p>
          <a:p>
            <a:endParaRPr lang="fr-FR">
              <a:ea typeface="Calibri"/>
            </a:endParaRPr>
          </a:p>
          <a:p>
            <a:endParaRPr lang="fr-FR">
              <a:ea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F68613-9110-DFEB-6206-ECE3506D5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54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Plusieurs sources de demande d’amélioration</a:t>
            </a:r>
          </a:p>
          <a:p>
            <a:r>
              <a:rPr lang="fr-CA"/>
              <a:t>Calendrier définit par le PI Planning</a:t>
            </a:r>
          </a:p>
          <a:p>
            <a:endParaRPr lang="fr-CA">
              <a:cs typeface="+mn-lt"/>
            </a:endParaRPr>
          </a:p>
          <a:p>
            <a:r>
              <a:rPr lang="fr-CA"/>
              <a:t>Stratégie d’essai du processus est « remplacé » par la stratégie du </a:t>
            </a:r>
            <a:r>
              <a:rPr lang="fr-CA" err="1"/>
              <a:t>du</a:t>
            </a:r>
            <a:r>
              <a:rPr lang="fr-CA"/>
              <a:t> domaine</a:t>
            </a:r>
            <a:br>
              <a:rPr lang="fr-CA"/>
            </a:br>
            <a:r>
              <a:rPr lang="fr-CA"/>
              <a:t>C’est-à-dire une stratégie d’essai commune et réutilisable pour toutes les DEI (ex: Stratégie de test pour la Fiscalité), </a:t>
            </a:r>
          </a:p>
          <a:p>
            <a:r>
              <a:rPr lang="fr-CA"/>
              <a:t>Faites une fois pour le domaine et révisée seulement en cas de projet majeur.</a:t>
            </a:r>
          </a:p>
          <a:p>
            <a:endParaRPr lang="fr-CA"/>
          </a:p>
          <a:p>
            <a:r>
              <a:rPr lang="fr-CA"/>
              <a:t>Dev et config: Test Composant (unit)+ tests </a:t>
            </a:r>
            <a:r>
              <a:rPr lang="fr-CA" err="1"/>
              <a:t>systems</a:t>
            </a:r>
            <a:r>
              <a:rPr lang="fr-CA"/>
              <a:t> (fonctionnel et </a:t>
            </a:r>
            <a:r>
              <a:rPr lang="fr-CA" err="1"/>
              <a:t>integration</a:t>
            </a:r>
            <a:r>
              <a:rPr lang="fr-CA"/>
              <a:t>)</a:t>
            </a:r>
          </a:p>
          <a:p>
            <a:r>
              <a:rPr lang="fr-CA" err="1"/>
              <a:t>Prep</a:t>
            </a:r>
            <a:r>
              <a:rPr lang="fr-CA"/>
              <a:t> MEP:  Smoke test + Test d’acceptation</a:t>
            </a:r>
          </a:p>
          <a:p>
            <a:endParaRPr lang="fr-CA"/>
          </a:p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13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5945" indent="-401955"/>
            <a:r>
              <a:rPr lang="fr-CA"/>
              <a:t>Une seule source de demande de changement</a:t>
            </a:r>
          </a:p>
          <a:p>
            <a:pPr marL="575945" indent="-401955"/>
            <a:r>
              <a:rPr lang="fr-CA"/>
              <a:t>Calendrier de Livraison décidé par le projet</a:t>
            </a:r>
          </a:p>
          <a:p>
            <a:pPr marL="575945" indent="-401955"/>
            <a:r>
              <a:rPr lang="fr-CA"/>
              <a:t>Stratégie d’essai = document de Sahar.</a:t>
            </a:r>
          </a:p>
          <a:p>
            <a:pPr marL="575945" indent="-401955"/>
            <a:endParaRPr lang="fr-CA"/>
          </a:p>
          <a:p>
            <a:r>
              <a:rPr lang="fr-CA"/>
              <a:t>Dev et config: Test Composant (unit)+ tests </a:t>
            </a:r>
            <a:r>
              <a:rPr lang="fr-CA" err="1"/>
              <a:t>systems</a:t>
            </a:r>
            <a:r>
              <a:rPr lang="fr-CA"/>
              <a:t> (fonctionnel et </a:t>
            </a:r>
            <a:r>
              <a:rPr lang="fr-CA" err="1"/>
              <a:t>integration</a:t>
            </a:r>
            <a:r>
              <a:rPr lang="fr-CA"/>
              <a:t>)</a:t>
            </a:r>
          </a:p>
          <a:p>
            <a:r>
              <a:rPr lang="fr-CA" err="1"/>
              <a:t>Prep</a:t>
            </a:r>
            <a:r>
              <a:rPr lang="fr-CA"/>
              <a:t> MEP:  Smoke test + Test d’acceptation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36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8120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53516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04F92-57F4-D8E6-34B2-FFF0DC7E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>
            <a:extLst>
              <a:ext uri="{FF2B5EF4-FFF2-40B4-BE49-F238E27FC236}">
                <a16:creationId xmlns:a16="http://schemas.microsoft.com/office/drawing/2014/main" id="{5F2020CE-E8D7-B027-5600-0E34C71FF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498569-FDD8-66D3-BAA9-94283CB0C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Responsabilités - Description RACI                                                                                       </a:t>
            </a:r>
            <a:br>
              <a:rPr lang="en-US" b="1"/>
            </a:br>
            <a:r>
              <a:rPr lang="en-US" b="1"/>
              <a:t>(R)</a:t>
            </a:r>
            <a:r>
              <a:rPr lang="en-US" b="1" err="1"/>
              <a:t>éalise</a:t>
            </a:r>
            <a:r>
              <a:rPr lang="en-US" b="1"/>
              <a:t> :   C'est la personne qui réalise l’activité. Elle est responsable de ce qu'elle produit.</a:t>
            </a:r>
            <a:br>
              <a:rPr lang="en-US" b="1"/>
            </a:br>
            <a:r>
              <a:rPr lang="en-US" b="1"/>
              <a:t>(A)</a:t>
            </a:r>
            <a:r>
              <a:rPr lang="en-US" b="1" err="1"/>
              <a:t>pprouve</a:t>
            </a:r>
            <a:r>
              <a:rPr lang="en-US" b="1"/>
              <a:t> : C'est la personne imputable de la réalisation de l’activité par les (R). Elle valide les extrants qui y sont produits et en recommande l'approbation.</a:t>
            </a:r>
            <a:br>
              <a:rPr lang="en-US" b="1"/>
            </a:br>
            <a:r>
              <a:rPr lang="en-US" b="1"/>
              <a:t>(C)</a:t>
            </a:r>
            <a:r>
              <a:rPr lang="en-US" b="1" err="1"/>
              <a:t>onsulté</a:t>
            </a:r>
            <a:r>
              <a:rPr lang="en-US" b="1"/>
              <a:t> : C'est la personne qui contribue sur les sujets où elle est experte.</a:t>
            </a:r>
            <a:br>
              <a:rPr lang="en-US" b="1"/>
            </a:br>
            <a:r>
              <a:rPr lang="en-US" b="1"/>
              <a:t>(I)</a:t>
            </a:r>
            <a:r>
              <a:rPr lang="en-US" b="1" err="1"/>
              <a:t>nformé</a:t>
            </a:r>
            <a:r>
              <a:rPr lang="en-US" b="1"/>
              <a:t> : C'est la personne qui doit être informée seulement.</a:t>
            </a:r>
            <a:endParaRPr lang="fr-FR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2A271B-0081-24B1-D239-C99D81708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80834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896F-6B6A-B043-8B4A-991C6225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>
            <a:extLst>
              <a:ext uri="{FF2B5EF4-FFF2-40B4-BE49-F238E27FC236}">
                <a16:creationId xmlns:a16="http://schemas.microsoft.com/office/drawing/2014/main" id="{D9C5244B-DBDA-58C3-5AF4-8BBC98195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DC45EAB-5A18-3600-144C-53F0BDB4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Responsabilités - Description RACI                                                                                       </a:t>
            </a:r>
            <a:br>
              <a:rPr lang="en-US" b="1">
                <a:cs typeface="+mn-lt"/>
              </a:rPr>
            </a:br>
            <a:r>
              <a:rPr lang="en-US" b="1"/>
              <a:t>(R)</a:t>
            </a:r>
            <a:r>
              <a:rPr lang="en-US" b="1" err="1"/>
              <a:t>éalise</a:t>
            </a:r>
            <a:r>
              <a:rPr lang="en-US" b="1"/>
              <a:t> :   C'est la personne qui réalise l’activité. Elle est responsable de ce qu'elle produit.</a:t>
            </a:r>
            <a:br>
              <a:rPr lang="en-US" b="1">
                <a:cs typeface="+mn-lt"/>
              </a:rPr>
            </a:br>
            <a:r>
              <a:rPr lang="en-US" b="1"/>
              <a:t>(A)</a:t>
            </a:r>
            <a:r>
              <a:rPr lang="en-US" b="1" err="1"/>
              <a:t>pprouve</a:t>
            </a:r>
            <a:r>
              <a:rPr lang="en-US" b="1"/>
              <a:t> : C'est la personne imputable de la réalisation de l’activité par les (R). Elle valide les extrants qui y sont produits et en recommande l'approbation.</a:t>
            </a:r>
            <a:br>
              <a:rPr lang="en-US" b="1">
                <a:cs typeface="+mn-lt"/>
              </a:rPr>
            </a:br>
            <a:r>
              <a:rPr lang="en-US" b="1"/>
              <a:t>(C)</a:t>
            </a:r>
            <a:r>
              <a:rPr lang="en-US" b="1" err="1"/>
              <a:t>onsulté</a:t>
            </a:r>
            <a:r>
              <a:rPr lang="en-US" b="1"/>
              <a:t> : C'est la personne qui contribue sur les sujets où elle est experte.</a:t>
            </a:r>
            <a:br>
              <a:rPr lang="en-US" b="1">
                <a:cs typeface="+mn-lt"/>
              </a:rPr>
            </a:br>
            <a:r>
              <a:rPr lang="en-US" b="1"/>
              <a:t>(I)</a:t>
            </a:r>
            <a:r>
              <a:rPr lang="en-US" b="1" err="1"/>
              <a:t>nformé</a:t>
            </a:r>
            <a:r>
              <a:rPr lang="en-US" b="1"/>
              <a:t> : C'est la personne qui doit être informée seulement.</a:t>
            </a:r>
            <a:endParaRPr lang="fr-FR"/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392DBB-EE13-4E82-0E73-C928A57B4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57760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On adopte le nouveau lexique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344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40233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9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gouvernance des environnements hors production permet d’assurer que les essais se déroulent dans des conditions fiables et maîtrisées afin d’assurer la qualité de nos livrables.</a:t>
            </a:r>
          </a:p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39098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0FC0B5-D605-8C67-FDC1-976021B5F9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  <p:pic>
        <p:nvPicPr>
          <p:cNvPr id="9" name="Image 8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FFBF7DA5-0E45-1842-A5B5-32C9FD5BC7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6858000" cy="2384822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60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838699"/>
            <a:ext cx="2743200" cy="304799"/>
          </a:xfrm>
        </p:spPr>
        <p:txBody>
          <a:bodyPr/>
          <a:lstStyle>
            <a:lvl1pPr marL="0" indent="0" algn="l">
              <a:buNone/>
              <a:defRPr sz="900"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7476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6858000" cy="2384822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6000" b="1" cap="all" baseline="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838699"/>
            <a:ext cx="2743200" cy="304799"/>
          </a:xfrm>
        </p:spPr>
        <p:txBody>
          <a:bodyPr/>
          <a:lstStyle>
            <a:lvl1pPr marL="0" indent="0" algn="l">
              <a:buNone/>
              <a:defRPr sz="9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pic>
        <p:nvPicPr>
          <p:cNvPr id="5" name="Image 4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1A8D36F4-8117-4DBC-2273-6A8988ABC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3B6C1E81-F95D-316D-8B49-4E0B1B852A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3239198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0002FEDB-3081-63C2-FF60-37743DDC8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8925" y="4850130"/>
            <a:ext cx="1743075" cy="293370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  <p:pic>
        <p:nvPicPr>
          <p:cNvPr id="5" name="Image 4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572BCC04-3F2E-02AA-CB93-F934BC4FBD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1" y="4602291"/>
            <a:ext cx="1417320" cy="345151"/>
          </a:xfrm>
          <a:prstGeom prst="rect">
            <a:avLst/>
          </a:prstGeom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18996129-9FF5-9DDA-836D-C696633AE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82876" y="198438"/>
            <a:ext cx="3832525" cy="4746625"/>
          </a:xfrm>
          <a:custGeom>
            <a:avLst/>
            <a:gdLst>
              <a:gd name="connsiteX0" fmla="*/ 400911 w 3832525"/>
              <a:gd name="connsiteY0" fmla="*/ 0 h 4746625"/>
              <a:gd name="connsiteX1" fmla="*/ 3832525 w 3832525"/>
              <a:gd name="connsiteY1" fmla="*/ 0 h 4746625"/>
              <a:gd name="connsiteX2" fmla="*/ 3832525 w 3832525"/>
              <a:gd name="connsiteY2" fmla="*/ 4746625 h 4746625"/>
              <a:gd name="connsiteX3" fmla="*/ 0 w 3832525"/>
              <a:gd name="connsiteY3" fmla="*/ 4746625 h 4746625"/>
              <a:gd name="connsiteX4" fmla="*/ 0 w 3832525"/>
              <a:gd name="connsiteY4" fmla="*/ 407494 h 4746625"/>
              <a:gd name="connsiteX5" fmla="*/ 325959 w 3832525"/>
              <a:gd name="connsiteY5" fmla="*/ 7556 h 47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2525" h="4746625">
                <a:moveTo>
                  <a:pt x="400911" y="0"/>
                </a:moveTo>
                <a:lnTo>
                  <a:pt x="3832525" y="0"/>
                </a:lnTo>
                <a:lnTo>
                  <a:pt x="3832525" y="4746625"/>
                </a:lnTo>
                <a:lnTo>
                  <a:pt x="0" y="4746625"/>
                </a:lnTo>
                <a:lnTo>
                  <a:pt x="0" y="407494"/>
                </a:lnTo>
                <a:cubicBezTo>
                  <a:pt x="0" y="210217"/>
                  <a:pt x="139935" y="45622"/>
                  <a:pt x="325959" y="7556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4343400" cy="2384822"/>
          </a:xfrm>
        </p:spPr>
        <p:txBody>
          <a:bodyPr rIns="0" anchor="t" anchorCtr="0"/>
          <a:lstStyle>
            <a:lvl1pPr algn="l">
              <a:lnSpc>
                <a:spcPct val="85000"/>
              </a:lnSpc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3333750"/>
            <a:ext cx="4343400" cy="948690"/>
          </a:xfrm>
        </p:spPr>
        <p:txBody>
          <a:bodyPr rIns="0"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104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32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18996129-9FF5-9DDA-836D-C696633AE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82876" y="198438"/>
            <a:ext cx="3832525" cy="4746625"/>
          </a:xfrm>
          <a:custGeom>
            <a:avLst/>
            <a:gdLst>
              <a:gd name="connsiteX0" fmla="*/ 400911 w 3832525"/>
              <a:gd name="connsiteY0" fmla="*/ 0 h 4746625"/>
              <a:gd name="connsiteX1" fmla="*/ 3832525 w 3832525"/>
              <a:gd name="connsiteY1" fmla="*/ 0 h 4746625"/>
              <a:gd name="connsiteX2" fmla="*/ 3832525 w 3832525"/>
              <a:gd name="connsiteY2" fmla="*/ 4746625 h 4746625"/>
              <a:gd name="connsiteX3" fmla="*/ 0 w 3832525"/>
              <a:gd name="connsiteY3" fmla="*/ 4746625 h 4746625"/>
              <a:gd name="connsiteX4" fmla="*/ 0 w 3832525"/>
              <a:gd name="connsiteY4" fmla="*/ 407494 h 4746625"/>
              <a:gd name="connsiteX5" fmla="*/ 325959 w 3832525"/>
              <a:gd name="connsiteY5" fmla="*/ 7556 h 47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2525" h="4746625">
                <a:moveTo>
                  <a:pt x="400911" y="0"/>
                </a:moveTo>
                <a:lnTo>
                  <a:pt x="3832525" y="0"/>
                </a:lnTo>
                <a:lnTo>
                  <a:pt x="3832525" y="4746625"/>
                </a:lnTo>
                <a:lnTo>
                  <a:pt x="0" y="4746625"/>
                </a:lnTo>
                <a:lnTo>
                  <a:pt x="0" y="407494"/>
                </a:lnTo>
                <a:cubicBezTo>
                  <a:pt x="0" y="210217"/>
                  <a:pt x="139935" y="45622"/>
                  <a:pt x="325959" y="7556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4343400" cy="2384822"/>
          </a:xfrm>
        </p:spPr>
        <p:txBody>
          <a:bodyPr rIns="0" anchor="t" anchorCtr="0"/>
          <a:lstStyle>
            <a:lvl1pPr algn="l">
              <a:lnSpc>
                <a:spcPct val="85000"/>
              </a:lnSpc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3333750"/>
            <a:ext cx="4343400" cy="948690"/>
          </a:xfrm>
        </p:spPr>
        <p:txBody>
          <a:bodyPr rIns="0"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pic>
        <p:nvPicPr>
          <p:cNvPr id="6" name="Image 5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F25C6640-B588-F244-F7F5-A4B711B7A3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1" y="4602291"/>
            <a:ext cx="1417320" cy="345151"/>
          </a:xfrm>
          <a:prstGeom prst="rect">
            <a:avLst/>
          </a:prstGeom>
        </p:spPr>
      </p:pic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4F7E8B1A-F7D4-E018-14E7-C062E5C76F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8925" y="4850130"/>
            <a:ext cx="1743075" cy="293370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414497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300" y="1676400"/>
            <a:ext cx="2324100" cy="2384822"/>
          </a:xfrm>
        </p:spPr>
        <p:txBody>
          <a:bodyPr rIns="0" anchor="ctr" anchorCtr="0"/>
          <a:lstStyle>
            <a:lvl1pPr algn="l">
              <a:lnSpc>
                <a:spcPct val="85000"/>
              </a:lnSpc>
              <a:defRPr sz="2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BCB2371-316B-8ABC-C85C-D5099780F9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2055" y="200064"/>
            <a:ext cx="6217920" cy="4745736"/>
          </a:xfrm>
          <a:custGeom>
            <a:avLst/>
            <a:gdLst>
              <a:gd name="connsiteX0" fmla="*/ 479700 w 6217920"/>
              <a:gd name="connsiteY0" fmla="*/ 0 h 4745736"/>
              <a:gd name="connsiteX1" fmla="*/ 6217920 w 6217920"/>
              <a:gd name="connsiteY1" fmla="*/ 0 h 4745736"/>
              <a:gd name="connsiteX2" fmla="*/ 6217920 w 6217920"/>
              <a:gd name="connsiteY2" fmla="*/ 4745736 h 4745736"/>
              <a:gd name="connsiteX3" fmla="*/ 0 w 6217920"/>
              <a:gd name="connsiteY3" fmla="*/ 4745736 h 4745736"/>
              <a:gd name="connsiteX4" fmla="*/ 0 w 6217920"/>
              <a:gd name="connsiteY4" fmla="*/ 496506 h 4745736"/>
              <a:gd name="connsiteX5" fmla="*/ 9752 w 6217920"/>
              <a:gd name="connsiteY5" fmla="*/ 399768 h 4745736"/>
              <a:gd name="connsiteX6" fmla="*/ 401652 w 6217920"/>
              <a:gd name="connsiteY6" fmla="*/ 7868 h 4745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17920" h="4745736">
                <a:moveTo>
                  <a:pt x="479700" y="0"/>
                </a:moveTo>
                <a:lnTo>
                  <a:pt x="6217920" y="0"/>
                </a:lnTo>
                <a:lnTo>
                  <a:pt x="6217920" y="4745736"/>
                </a:lnTo>
                <a:lnTo>
                  <a:pt x="0" y="4745736"/>
                </a:lnTo>
                <a:lnTo>
                  <a:pt x="0" y="496506"/>
                </a:lnTo>
                <a:lnTo>
                  <a:pt x="9752" y="399768"/>
                </a:lnTo>
                <a:cubicBezTo>
                  <a:pt x="50005" y="203057"/>
                  <a:pt x="204941" y="48121"/>
                  <a:pt x="401652" y="7868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3" name="Image 2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101F0AD6-EAF0-8EC3-C7E2-2A8B6396CC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EDFBE29E-54DA-1FD1-CBA8-08C8F44852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23032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300" y="1676400"/>
            <a:ext cx="2324100" cy="2384822"/>
          </a:xfrm>
        </p:spPr>
        <p:txBody>
          <a:bodyPr rIns="0" anchor="ctr" anchorCtr="0"/>
          <a:lstStyle>
            <a:lvl1pPr algn="l">
              <a:lnSpc>
                <a:spcPct val="85000"/>
              </a:lnSpc>
              <a:defRPr sz="2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BCB2371-316B-8ABC-C85C-D5099780F9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2055" y="200064"/>
            <a:ext cx="6217920" cy="4745736"/>
          </a:xfrm>
          <a:custGeom>
            <a:avLst/>
            <a:gdLst>
              <a:gd name="connsiteX0" fmla="*/ 479700 w 6217920"/>
              <a:gd name="connsiteY0" fmla="*/ 0 h 4745736"/>
              <a:gd name="connsiteX1" fmla="*/ 6217920 w 6217920"/>
              <a:gd name="connsiteY1" fmla="*/ 0 h 4745736"/>
              <a:gd name="connsiteX2" fmla="*/ 6217920 w 6217920"/>
              <a:gd name="connsiteY2" fmla="*/ 4745736 h 4745736"/>
              <a:gd name="connsiteX3" fmla="*/ 0 w 6217920"/>
              <a:gd name="connsiteY3" fmla="*/ 4745736 h 4745736"/>
              <a:gd name="connsiteX4" fmla="*/ 0 w 6217920"/>
              <a:gd name="connsiteY4" fmla="*/ 496506 h 4745736"/>
              <a:gd name="connsiteX5" fmla="*/ 9752 w 6217920"/>
              <a:gd name="connsiteY5" fmla="*/ 399768 h 4745736"/>
              <a:gd name="connsiteX6" fmla="*/ 401652 w 6217920"/>
              <a:gd name="connsiteY6" fmla="*/ 7868 h 4745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17920" h="4745736">
                <a:moveTo>
                  <a:pt x="479700" y="0"/>
                </a:moveTo>
                <a:lnTo>
                  <a:pt x="6217920" y="0"/>
                </a:lnTo>
                <a:lnTo>
                  <a:pt x="6217920" y="4745736"/>
                </a:lnTo>
                <a:lnTo>
                  <a:pt x="0" y="4745736"/>
                </a:lnTo>
                <a:lnTo>
                  <a:pt x="0" y="496506"/>
                </a:lnTo>
                <a:lnTo>
                  <a:pt x="9752" y="399768"/>
                </a:lnTo>
                <a:cubicBezTo>
                  <a:pt x="50005" y="203057"/>
                  <a:pt x="204941" y="48121"/>
                  <a:pt x="401652" y="7868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3" name="Image 2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D7F9C537-5C28-7372-1675-45BAC69C8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8427087-B6C0-29AF-908A-FAFFF652B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3252723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  <p15:guide id="4" pos="41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_du_jou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4400" indent="-914400">
              <a:spcBef>
                <a:spcPts val="0"/>
              </a:spcBef>
              <a:buNone/>
              <a:defRPr sz="3500"/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D5FF26D6-76DB-BADF-B6CB-C7E217C3F24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1914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0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_du_jou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4400" indent="-914400">
              <a:spcBef>
                <a:spcPts val="0"/>
              </a:spcBef>
              <a:defRPr sz="22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1EC89197-EBA3-4C72-BE6E-42947953E7CE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584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424;p73">
            <a:extLst>
              <a:ext uri="{FF2B5EF4-FFF2-40B4-BE49-F238E27FC236}">
                <a16:creationId xmlns:a16="http://schemas.microsoft.com/office/drawing/2014/main" id="{3402B20D-C33A-7BFB-2FB4-31C46081EB1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0B334DD-FF35-99F6-A205-A5125F3FA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0" indent="0" algn="ctr">
              <a:lnSpc>
                <a:spcPct val="90000"/>
              </a:lnSpc>
              <a:spcBef>
                <a:spcPts val="0"/>
              </a:spcBef>
              <a:buNone/>
              <a:defRPr sz="900"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DA1378-CCB3-7F80-3C28-3C45F7AF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E20DF1-40CE-BADA-3349-4D72B9B43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3C8C5A3-658A-C924-F29A-1444AC8AD8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27551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A936534-D181-B708-312F-874D9ECA4B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0302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381837B-765F-179A-0231-095AD65CB3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800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3FC8F39-6C4B-F66F-A9FD-21884AFB7F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7551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8E66A99-26FB-F046-591D-FD3C0D6AB7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0302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00D6E5F1-57B8-9E0A-EEC0-3AC5653D5B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48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1B5B5A8-C203-28EE-347F-E5EB665F33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2755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749C7D2-574E-CEE1-07EE-13F7C0F4B6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3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10381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424;p73">
            <a:extLst>
              <a:ext uri="{FF2B5EF4-FFF2-40B4-BE49-F238E27FC236}">
                <a16:creationId xmlns:a16="http://schemas.microsoft.com/office/drawing/2014/main" id="{3402B20D-C33A-7BFB-2FB4-31C46081EB1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0B334DD-FF35-99F6-A205-A5125F3FA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0" indent="0" algn="ctr">
              <a:lnSpc>
                <a:spcPct val="90000"/>
              </a:lnSpc>
              <a:spcBef>
                <a:spcPts val="0"/>
              </a:spcBef>
              <a:buNone/>
              <a:defRPr sz="900"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DA1378-CCB3-7F80-3C28-3C45F7AF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E20DF1-40CE-BADA-3349-4D72B9B43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3C8C5A3-658A-C924-F29A-1444AC8AD8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27551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A936534-D181-B708-312F-874D9ECA4B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0302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381837B-765F-179A-0231-095AD65CB3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800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3FC8F39-6C4B-F66F-A9FD-21884AFB7F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7551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8E66A99-26FB-F046-591D-FD3C0D6AB7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0302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00D6E5F1-57B8-9E0A-EEC0-3AC5653D5B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48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1B5B5A8-C203-28EE-347F-E5EB665F33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2755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749C7D2-574E-CEE1-07EE-13F7C0F4B6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3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276227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91087" y="247650"/>
            <a:ext cx="4024313" cy="439420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9243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20F84-7A73-0F9F-39A9-5A0159CF05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8" name="Google Shape;407;p71">
            <a:extLst>
              <a:ext uri="{FF2B5EF4-FFF2-40B4-BE49-F238E27FC236}">
                <a16:creationId xmlns:a16="http://schemas.microsoft.com/office/drawing/2014/main" id="{70C75027-F482-BE9B-205E-3D8A8FF4B70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91087" y="3798251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B8EDA6C8-26A1-7C12-3591-61813A1CC4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933450"/>
            <a:ext cx="3924300" cy="3708400"/>
          </a:xfrm>
        </p:spPr>
        <p:txBody>
          <a:bodyPr rIns="182880" anchor="ctr" anchorCtr="0"/>
          <a:lstStyle>
            <a:lvl1pPr marL="0" indent="0">
              <a:lnSpc>
                <a:spcPct val="100000"/>
              </a:lnSpc>
              <a:buNone/>
              <a:defRPr sz="1900"/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37329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91087" y="247650"/>
            <a:ext cx="4024313" cy="439420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9243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20F84-7A73-0F9F-39A9-5A0159CF05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FEF808F-F89E-BC2C-83E5-A1BEC98FA8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933450"/>
            <a:ext cx="3924300" cy="3708400"/>
          </a:xfrm>
        </p:spPr>
        <p:txBody>
          <a:bodyPr rIns="182880" anchor="ctr" anchorCtr="0"/>
          <a:lstStyle>
            <a:lvl1pPr marL="0" indent="0">
              <a:lnSpc>
                <a:spcPct val="100000"/>
              </a:lnSpc>
              <a:buNone/>
              <a:defRPr sz="1900"/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91087" y="3798251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3" name="Google Shape;424;p73">
            <a:extLst>
              <a:ext uri="{FF2B5EF4-FFF2-40B4-BE49-F238E27FC236}">
                <a16:creationId xmlns:a16="http://schemas.microsoft.com/office/drawing/2014/main" id="{833BB632-AB58-D5AE-5FEB-15E1B33EACC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6738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rticipa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9164" y="1192453"/>
            <a:ext cx="2688336" cy="292608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4343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8600" y="3274934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5" name="Google Shape;424;p73">
            <a:extLst>
              <a:ext uri="{FF2B5EF4-FFF2-40B4-BE49-F238E27FC236}">
                <a16:creationId xmlns:a16="http://schemas.microsoft.com/office/drawing/2014/main" id="{80A1F474-A220-B52E-A1BE-E0D485AC34A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pour une image  10">
            <a:extLst>
              <a:ext uri="{FF2B5EF4-FFF2-40B4-BE49-F238E27FC236}">
                <a16:creationId xmlns:a16="http://schemas.microsoft.com/office/drawing/2014/main" id="{DDC81960-E0FF-B55F-E879-FC5D6C66F0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28114" y="1192453"/>
            <a:ext cx="2688336" cy="292608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4" name="Espace réservé du texte 14">
            <a:extLst>
              <a:ext uri="{FF2B5EF4-FFF2-40B4-BE49-F238E27FC236}">
                <a16:creationId xmlns:a16="http://schemas.microsoft.com/office/drawing/2014/main" id="{D1AB2EE4-F7CB-B37F-02DC-0F39020D13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27550" y="3274934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pour une image  10">
            <a:extLst>
              <a:ext uri="{FF2B5EF4-FFF2-40B4-BE49-F238E27FC236}">
                <a16:creationId xmlns:a16="http://schemas.microsoft.com/office/drawing/2014/main" id="{08EB5DFC-E370-05BF-B622-B0B02124078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7064" y="1192453"/>
            <a:ext cx="2688336" cy="292608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8" name="Espace réservé du texte 14">
            <a:extLst>
              <a:ext uri="{FF2B5EF4-FFF2-40B4-BE49-F238E27FC236}">
                <a16:creationId xmlns:a16="http://schemas.microsoft.com/office/drawing/2014/main" id="{A5AFBAA4-ABF3-9294-E3CE-D62130D6D7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26500" y="3274934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363B220-3EAF-BF9E-F736-693BB63E1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93921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rticipa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9100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4343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9100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5" name="Google Shape;424;p73">
            <a:extLst>
              <a:ext uri="{FF2B5EF4-FFF2-40B4-BE49-F238E27FC236}">
                <a16:creationId xmlns:a16="http://schemas.microsoft.com/office/drawing/2014/main" id="{80A1F474-A220-B52E-A1BE-E0D485AC34A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363B220-3EAF-BF9E-F736-693BB63E1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Espace réservé pour une image  10">
            <a:extLst>
              <a:ext uri="{FF2B5EF4-FFF2-40B4-BE49-F238E27FC236}">
                <a16:creationId xmlns:a16="http://schemas.microsoft.com/office/drawing/2014/main" id="{1C76881A-A852-3ACB-7758-A5C0E08555C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777230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2EFBCA97-0B67-C7E9-EE45-0A79630489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7230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pour une image  10">
            <a:extLst>
              <a:ext uri="{FF2B5EF4-FFF2-40B4-BE49-F238E27FC236}">
                <a16:creationId xmlns:a16="http://schemas.microsoft.com/office/drawing/2014/main" id="{3439267D-0D6E-DABD-BB61-58E9F58286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57854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A97DE48-A2C7-22AB-42E1-FE89B80C0A7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7854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pour une image  10">
            <a:extLst>
              <a:ext uri="{FF2B5EF4-FFF2-40B4-BE49-F238E27FC236}">
                <a16:creationId xmlns:a16="http://schemas.microsoft.com/office/drawing/2014/main" id="{B76CBDCB-717F-45E3-A03C-2B6B63ACE89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38477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7" name="Espace réservé du texte 14">
            <a:extLst>
              <a:ext uri="{FF2B5EF4-FFF2-40B4-BE49-F238E27FC236}">
                <a16:creationId xmlns:a16="http://schemas.microsoft.com/office/drawing/2014/main" id="{7CB7C5CE-D339-072B-E0B0-286F421218A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38477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48506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F5EC02-F3A2-01AF-1CE9-4C55FBF3FF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73CCA6-7365-C721-967F-ADA0E33240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736" y="185613"/>
            <a:ext cx="2721956" cy="1706688"/>
          </a:xfrm>
        </p:spPr>
        <p:txBody>
          <a:bodyPr/>
          <a:lstStyle>
            <a:lvl1pPr marL="0" indent="0">
              <a:buNone/>
              <a:defRPr sz="15000">
                <a:solidFill>
                  <a:schemeClr val="bg1"/>
                </a:solidFill>
                <a:latin typeface="DM Sans ExtraLight" pitchFamily="2" charset="0"/>
              </a:defRPr>
            </a:lvl1pPr>
            <a:lvl5pPr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4" name="Titre 13">
            <a:extLst>
              <a:ext uri="{FF2B5EF4-FFF2-40B4-BE49-F238E27FC236}">
                <a16:creationId xmlns:a16="http://schemas.microsoft.com/office/drawing/2014/main" id="{D9D299C3-6AA9-1469-7FB1-72F6EF9A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0" y="321995"/>
            <a:ext cx="4248150" cy="4137579"/>
          </a:xfrm>
          <a:custGeom>
            <a:avLst/>
            <a:gdLst>
              <a:gd name="connsiteX0" fmla="*/ 0 w 4219800"/>
              <a:gd name="connsiteY0" fmla="*/ 0 h 4149900"/>
              <a:gd name="connsiteX1" fmla="*/ 3743059 w 4219800"/>
              <a:gd name="connsiteY1" fmla="*/ 0 h 4149900"/>
              <a:gd name="connsiteX2" fmla="*/ 4219800 w 4219800"/>
              <a:gd name="connsiteY2" fmla="*/ 476741 h 4149900"/>
              <a:gd name="connsiteX3" fmla="*/ 4219800 w 4219800"/>
              <a:gd name="connsiteY3" fmla="*/ 4149900 h 4149900"/>
              <a:gd name="connsiteX4" fmla="*/ 0 w 4219800"/>
              <a:gd name="connsiteY4" fmla="*/ 4149900 h 41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800" h="4149900">
                <a:moveTo>
                  <a:pt x="0" y="0"/>
                </a:moveTo>
                <a:lnTo>
                  <a:pt x="3743059" y="0"/>
                </a:lnTo>
                <a:cubicBezTo>
                  <a:pt x="4006356" y="0"/>
                  <a:pt x="4219800" y="213444"/>
                  <a:pt x="4219800" y="476741"/>
                </a:cubicBezTo>
                <a:lnTo>
                  <a:pt x="4219800" y="4149900"/>
                </a:lnTo>
                <a:lnTo>
                  <a:pt x="0" y="4149900"/>
                </a:ln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 lIns="91440" tIns="91440" rIns="91440" bIns="91440" anchor="t" anchorCtr="0">
            <a:noAutofit/>
          </a:bodyPr>
          <a:lstStyle>
            <a:lvl1pPr>
              <a:lnSpc>
                <a:spcPct val="8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6839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F5EC02-F3A2-01AF-1CE9-4C55FBF3FF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791" y="331970"/>
            <a:ext cx="4828032" cy="1700784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1483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F5EC02-F3A2-01AF-1CE9-4C55FBF3FF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 lIns="91440" tIns="91440" rIns="91440" bIns="91440"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EC7D359D-A86F-9FC4-EEFF-9E1AAC9358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7250" y="321995"/>
            <a:ext cx="4248150" cy="4142232"/>
          </a:xfrm>
          <a:custGeom>
            <a:avLst/>
            <a:gdLst>
              <a:gd name="connsiteX0" fmla="*/ 0 w 4219800"/>
              <a:gd name="connsiteY0" fmla="*/ 0 h 4149725"/>
              <a:gd name="connsiteX1" fmla="*/ 3744795 w 4219800"/>
              <a:gd name="connsiteY1" fmla="*/ 0 h 4149725"/>
              <a:gd name="connsiteX2" fmla="*/ 3839139 w 4219800"/>
              <a:gd name="connsiteY2" fmla="*/ 9511 h 4149725"/>
              <a:gd name="connsiteX3" fmla="*/ 4219800 w 4219800"/>
              <a:gd name="connsiteY3" fmla="*/ 476566 h 4149725"/>
              <a:gd name="connsiteX4" fmla="*/ 4219800 w 4219800"/>
              <a:gd name="connsiteY4" fmla="*/ 4149725 h 4149725"/>
              <a:gd name="connsiteX5" fmla="*/ 0 w 4219800"/>
              <a:gd name="connsiteY5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9800" h="4149725">
                <a:moveTo>
                  <a:pt x="0" y="0"/>
                </a:moveTo>
                <a:lnTo>
                  <a:pt x="3744795" y="0"/>
                </a:lnTo>
                <a:lnTo>
                  <a:pt x="3839139" y="9511"/>
                </a:lnTo>
                <a:cubicBezTo>
                  <a:pt x="4056382" y="53965"/>
                  <a:pt x="4219800" y="246181"/>
                  <a:pt x="4219800" y="476566"/>
                </a:cubicBezTo>
                <a:lnTo>
                  <a:pt x="4219800" y="4149725"/>
                </a:lnTo>
                <a:lnTo>
                  <a:pt x="0" y="4149725"/>
                </a:ln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 lIns="182880" tIns="91440" rIns="182880" bIns="91440">
            <a:noAutofit/>
          </a:bodyPr>
          <a:lstStyle>
            <a:lvl1pPr marL="400050" indent="-400050">
              <a:lnSpc>
                <a:spcPct val="100000"/>
              </a:lnSpc>
              <a:buClr>
                <a:schemeClr val="bg1"/>
              </a:buClr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9184"/>
            <a:ext cx="4210050" cy="1965960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2290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73CCA6-7365-C721-967F-ADA0E33240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736" y="185613"/>
            <a:ext cx="2919984" cy="1706688"/>
          </a:xfrm>
        </p:spPr>
        <p:txBody>
          <a:bodyPr/>
          <a:lstStyle>
            <a:lvl1pPr marL="0" indent="0">
              <a:buNone/>
              <a:defRPr sz="15000">
                <a:solidFill>
                  <a:schemeClr val="tx1"/>
                </a:solidFill>
                <a:latin typeface="DM Sans ExtraLight" pitchFamily="2" charset="0"/>
              </a:defRPr>
            </a:lvl1pPr>
            <a:lvl5pPr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4" name="Titre 13">
            <a:extLst>
              <a:ext uri="{FF2B5EF4-FFF2-40B4-BE49-F238E27FC236}">
                <a16:creationId xmlns:a16="http://schemas.microsoft.com/office/drawing/2014/main" id="{D9D299C3-6AA9-1469-7FB1-72F6EF9A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0" y="321995"/>
            <a:ext cx="4248150" cy="4137579"/>
          </a:xfrm>
          <a:custGeom>
            <a:avLst/>
            <a:gdLst>
              <a:gd name="connsiteX0" fmla="*/ 0 w 4219800"/>
              <a:gd name="connsiteY0" fmla="*/ 0 h 4149900"/>
              <a:gd name="connsiteX1" fmla="*/ 3743059 w 4219800"/>
              <a:gd name="connsiteY1" fmla="*/ 0 h 4149900"/>
              <a:gd name="connsiteX2" fmla="*/ 4219800 w 4219800"/>
              <a:gd name="connsiteY2" fmla="*/ 476741 h 4149900"/>
              <a:gd name="connsiteX3" fmla="*/ 4219800 w 4219800"/>
              <a:gd name="connsiteY3" fmla="*/ 4149900 h 4149900"/>
              <a:gd name="connsiteX4" fmla="*/ 0 w 4219800"/>
              <a:gd name="connsiteY4" fmla="*/ 4149900 h 41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800" h="4149900">
                <a:moveTo>
                  <a:pt x="0" y="0"/>
                </a:moveTo>
                <a:lnTo>
                  <a:pt x="3743059" y="0"/>
                </a:lnTo>
                <a:cubicBezTo>
                  <a:pt x="4006356" y="0"/>
                  <a:pt x="4219800" y="213444"/>
                  <a:pt x="4219800" y="476741"/>
                </a:cubicBezTo>
                <a:lnTo>
                  <a:pt x="4219800" y="4149900"/>
                </a:lnTo>
                <a:lnTo>
                  <a:pt x="0" y="4149900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91440" tIns="91440" rIns="91440" bIns="91440" anchor="t" anchorCtr="0">
            <a:noAutofit/>
          </a:bodyPr>
          <a:lstStyle>
            <a:lvl1pPr>
              <a:lnSpc>
                <a:spcPct val="85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99415DE8-12F9-0DE8-E131-EE024384CA7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560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6803"/>
            <a:ext cx="4828032" cy="1699358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B9E4FF5-9BB6-B92A-629B-453B767CCBA4}"/>
              </a:ext>
            </a:extLst>
          </p:cNvPr>
          <p:cNvCxnSpPr>
            <a:cxnSpLocks/>
          </p:cNvCxnSpPr>
          <p:nvPr userDrawn="1"/>
        </p:nvCxnSpPr>
        <p:spPr>
          <a:xfrm>
            <a:off x="246888" y="2194560"/>
            <a:ext cx="86502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78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EC7D359D-A86F-9FC4-EEFF-9E1AAC9358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7250" y="321995"/>
            <a:ext cx="4248150" cy="4142232"/>
          </a:xfrm>
          <a:custGeom>
            <a:avLst/>
            <a:gdLst>
              <a:gd name="connsiteX0" fmla="*/ 0 w 4219800"/>
              <a:gd name="connsiteY0" fmla="*/ 0 h 4149725"/>
              <a:gd name="connsiteX1" fmla="*/ 3744795 w 4219800"/>
              <a:gd name="connsiteY1" fmla="*/ 0 h 4149725"/>
              <a:gd name="connsiteX2" fmla="*/ 3839139 w 4219800"/>
              <a:gd name="connsiteY2" fmla="*/ 9511 h 4149725"/>
              <a:gd name="connsiteX3" fmla="*/ 4219800 w 4219800"/>
              <a:gd name="connsiteY3" fmla="*/ 476566 h 4149725"/>
              <a:gd name="connsiteX4" fmla="*/ 4219800 w 4219800"/>
              <a:gd name="connsiteY4" fmla="*/ 4149725 h 4149725"/>
              <a:gd name="connsiteX5" fmla="*/ 0 w 4219800"/>
              <a:gd name="connsiteY5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9800" h="4149725">
                <a:moveTo>
                  <a:pt x="0" y="0"/>
                </a:moveTo>
                <a:lnTo>
                  <a:pt x="3744795" y="0"/>
                </a:lnTo>
                <a:lnTo>
                  <a:pt x="3839139" y="9511"/>
                </a:lnTo>
                <a:cubicBezTo>
                  <a:pt x="4056382" y="53965"/>
                  <a:pt x="4219800" y="246181"/>
                  <a:pt x="4219800" y="476566"/>
                </a:cubicBezTo>
                <a:lnTo>
                  <a:pt x="4219800" y="4149725"/>
                </a:lnTo>
                <a:lnTo>
                  <a:pt x="0" y="4149725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182880" tIns="91440" rIns="182880" bIns="91440">
            <a:noAutofit/>
          </a:bodyPr>
          <a:lstStyle>
            <a:lvl1pPr marL="400050" indent="-400050">
              <a:lnSpc>
                <a:spcPct val="100000"/>
              </a:lnSpc>
              <a:buClr>
                <a:schemeClr val="tx1"/>
              </a:buCl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9184"/>
            <a:ext cx="4210050" cy="1965960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9B62A779-F7E6-63F1-D317-0D48A01C72AF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1209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595" y="415081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9223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168" y="411480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7589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201168" y="411480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E723EBDE-027E-A0F7-DC87-54CE631491C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4260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168" y="411480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E723EBDE-027E-A0F7-DC87-54CE631491C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0780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us-section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8686800" cy="1288842"/>
          </a:xfrm>
        </p:spPr>
        <p:txBody>
          <a:bodyPr/>
          <a:lstStyle>
            <a:lvl1pPr>
              <a:lnSpc>
                <a:spcPct val="80000"/>
              </a:lnSpc>
              <a:defRPr sz="5000"/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52650"/>
            <a:ext cx="8686800" cy="2480073"/>
          </a:xfrm>
        </p:spPr>
        <p:txBody>
          <a:bodyPr/>
          <a:lstStyle>
            <a:lvl1pPr marL="630238" indent="-630238">
              <a:lnSpc>
                <a:spcPct val="80000"/>
              </a:lnSpc>
              <a:defRPr sz="5000"/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Google Shape;424;p73">
            <a:extLst>
              <a:ext uri="{FF2B5EF4-FFF2-40B4-BE49-F238E27FC236}">
                <a16:creationId xmlns:a16="http://schemas.microsoft.com/office/drawing/2014/main" id="{E70F0A67-4A87-5166-582A-DD0C7453104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2343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us-section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8686800" cy="1288842"/>
          </a:xfrm>
        </p:spPr>
        <p:txBody>
          <a:bodyPr/>
          <a:lstStyle>
            <a:lvl1pPr>
              <a:lnSpc>
                <a:spcPct val="80000"/>
              </a:lnSpc>
              <a:defRPr sz="5000"/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52650"/>
            <a:ext cx="8686800" cy="2480073"/>
          </a:xfrm>
        </p:spPr>
        <p:txBody>
          <a:bodyPr/>
          <a:lstStyle>
            <a:lvl1pPr marL="630238" indent="-630238">
              <a:lnSpc>
                <a:spcPct val="80000"/>
              </a:lnSpc>
              <a:defRPr sz="5000"/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Google Shape;424;p73">
            <a:extLst>
              <a:ext uri="{FF2B5EF4-FFF2-40B4-BE49-F238E27FC236}">
                <a16:creationId xmlns:a16="http://schemas.microsoft.com/office/drawing/2014/main" id="{E70F0A67-4A87-5166-582A-DD0C7453104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3275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-section_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4238625" cy="4149900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2CFF269-2187-469B-861B-426AF96A1473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777FB7B5-4E3F-C8AF-0954-F078C7BC286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9C69B95-405D-9B5F-6136-F1FDBDABA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5825" y="247650"/>
            <a:ext cx="4219575" cy="4149725"/>
          </a:xfrm>
          <a:custGeom>
            <a:avLst/>
            <a:gdLst>
              <a:gd name="connsiteX0" fmla="*/ 0 w 4219575"/>
              <a:gd name="connsiteY0" fmla="*/ 0 h 4149725"/>
              <a:gd name="connsiteX1" fmla="*/ 3763708 w 4219575"/>
              <a:gd name="connsiteY1" fmla="*/ 0 h 4149725"/>
              <a:gd name="connsiteX2" fmla="*/ 4219575 w 4219575"/>
              <a:gd name="connsiteY2" fmla="*/ 455867 h 4149725"/>
              <a:gd name="connsiteX3" fmla="*/ 4219575 w 4219575"/>
              <a:gd name="connsiteY3" fmla="*/ 4149725 h 4149725"/>
              <a:gd name="connsiteX4" fmla="*/ 0 w 4219575"/>
              <a:gd name="connsiteY4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575" h="4149725">
                <a:moveTo>
                  <a:pt x="0" y="0"/>
                </a:moveTo>
                <a:lnTo>
                  <a:pt x="3763708" y="0"/>
                </a:lnTo>
                <a:cubicBezTo>
                  <a:pt x="4015476" y="0"/>
                  <a:pt x="4219575" y="204099"/>
                  <a:pt x="4219575" y="455867"/>
                </a:cubicBezTo>
                <a:lnTo>
                  <a:pt x="4219575" y="4149725"/>
                </a:lnTo>
                <a:lnTo>
                  <a:pt x="0" y="4149725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4153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-section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4238625" cy="4149900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CFF269-2187-469B-861B-426AF96A1473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777FB7B5-4E3F-C8AF-0954-F078C7BC286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9C69B95-405D-9B5F-6136-F1FDBDABA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5825" y="247650"/>
            <a:ext cx="4219575" cy="4149725"/>
          </a:xfrm>
          <a:custGeom>
            <a:avLst/>
            <a:gdLst>
              <a:gd name="connsiteX0" fmla="*/ 0 w 4219575"/>
              <a:gd name="connsiteY0" fmla="*/ 0 h 4149725"/>
              <a:gd name="connsiteX1" fmla="*/ 3763708 w 4219575"/>
              <a:gd name="connsiteY1" fmla="*/ 0 h 4149725"/>
              <a:gd name="connsiteX2" fmla="*/ 4219575 w 4219575"/>
              <a:gd name="connsiteY2" fmla="*/ 455867 h 4149725"/>
              <a:gd name="connsiteX3" fmla="*/ 4219575 w 4219575"/>
              <a:gd name="connsiteY3" fmla="*/ 4149725 h 4149725"/>
              <a:gd name="connsiteX4" fmla="*/ 0 w 4219575"/>
              <a:gd name="connsiteY4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575" h="4149725">
                <a:moveTo>
                  <a:pt x="0" y="0"/>
                </a:moveTo>
                <a:lnTo>
                  <a:pt x="3763708" y="0"/>
                </a:lnTo>
                <a:cubicBezTo>
                  <a:pt x="4015476" y="0"/>
                  <a:pt x="4219575" y="204099"/>
                  <a:pt x="4219575" y="455867"/>
                </a:cubicBezTo>
                <a:lnTo>
                  <a:pt x="4219575" y="4149725"/>
                </a:lnTo>
                <a:lnTo>
                  <a:pt x="0" y="4149725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68187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_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600" y="1314450"/>
            <a:ext cx="6629400" cy="3318273"/>
          </a:xfrm>
        </p:spPr>
        <p:txBody>
          <a:bodyPr/>
          <a:lstStyle>
            <a:lvl1pPr marL="576072" indent="-402336">
              <a:spcBef>
                <a:spcPts val="0"/>
              </a:spcBef>
              <a:spcAft>
                <a:spcPts val="2200"/>
              </a:spcAft>
              <a:buFont typeface="DM Sans Light" pitchFamily="2" charset="0"/>
              <a:buChar char="→"/>
              <a:defRPr sz="2200"/>
            </a:lvl1pPr>
            <a:lvl2pPr marL="1028700" indent="-342900">
              <a:spcBef>
                <a:spcPts val="0"/>
              </a:spcBef>
              <a:spcAft>
                <a:spcPts val="1600"/>
              </a:spcAft>
              <a:buFont typeface="Avenir" panose="020B0503020203020204" pitchFamily="34" charset="0"/>
              <a:buChar char="•"/>
              <a:defRPr sz="1600"/>
            </a:lvl2pPr>
            <a:lvl3pPr marL="1371600" indent="-347472">
              <a:spcBef>
                <a:spcPts val="0"/>
              </a:spcBef>
              <a:spcAft>
                <a:spcPts val="1600"/>
              </a:spcAft>
              <a:buFont typeface="Symbol" panose="05050102010706020507" pitchFamily="18" charset="2"/>
              <a:buChar char="-"/>
              <a:defRPr/>
            </a:lvl3pPr>
            <a:lvl5pPr marL="1028700" indent="0">
              <a:buNone/>
              <a:defRPr/>
            </a:lvl5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Niveau 3</a:t>
            </a:r>
          </a:p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38423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exte_liste_numérot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14450"/>
            <a:ext cx="6629400" cy="3318273"/>
          </a:xfrm>
        </p:spPr>
        <p:txBody>
          <a:bodyPr/>
          <a:lstStyle>
            <a:lvl1pPr marL="571500" indent="-400050">
              <a:spcBef>
                <a:spcPts val="0"/>
              </a:spcBef>
              <a:spcAft>
                <a:spcPts val="2200"/>
              </a:spcAft>
              <a:buFont typeface="+mj-lt"/>
              <a:buAutoNum type="arabicPeriod"/>
              <a:defRPr sz="2200"/>
            </a:lvl1pPr>
            <a:lvl2pPr marL="1028700" indent="-342900">
              <a:spcBef>
                <a:spcPts val="0"/>
              </a:spcBef>
              <a:spcAft>
                <a:spcPts val="1600"/>
              </a:spcAft>
              <a:buNone/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99272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_liste_alphabét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14450"/>
            <a:ext cx="6629400" cy="3318273"/>
          </a:xfrm>
        </p:spPr>
        <p:txBody>
          <a:bodyPr/>
          <a:lstStyle>
            <a:lvl1pPr marL="571500" indent="-400050">
              <a:spcBef>
                <a:spcPts val="0"/>
              </a:spcBef>
              <a:spcAft>
                <a:spcPts val="2200"/>
              </a:spcAft>
              <a:buFont typeface="+mj-lt"/>
              <a:buAutoNum type="alphaUcPeriod"/>
              <a:defRPr sz="2200"/>
            </a:lvl1pPr>
            <a:lvl2pPr marL="1028700" indent="-342900">
              <a:spcBef>
                <a:spcPts val="0"/>
              </a:spcBef>
              <a:spcAft>
                <a:spcPts val="1600"/>
              </a:spcAft>
              <a:buFont typeface="+mj-lt"/>
              <a:buAutoNum type="alphaLcPeriod"/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42077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79629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85850"/>
            <a:ext cx="7962900" cy="3546873"/>
          </a:xfrm>
        </p:spPr>
        <p:txBody>
          <a:bodyPr/>
          <a:lstStyle>
            <a:lvl1pPr marL="0" indent="0">
              <a:buNone/>
              <a:defRPr sz="3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63500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206B908F-59FB-397F-3BF2-D736972C478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518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206B908F-59FB-397F-3BF2-D736972C478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634DDF5-15E3-6CE8-4F91-34904F2D7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20602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84156ED3-5669-9155-D8A1-981939C41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91028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9ACF33D-F0E8-2667-9BB5-2EC15B0D7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15257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B4EB87C2-9739-CDD3-FEB4-5D0B17BA90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48374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906AD539-18D5-DEAE-EA8D-2D00D1430B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6206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23ACB98E-76FB-8425-492C-E8EF64FCE5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4038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47650"/>
            <a:ext cx="4772025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41814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CB18F2C-1751-A4B4-524E-88108B43B7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48055" y="2041814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0BAC0D8-166D-6A5C-6B2C-3444B83B585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75887" y="2041814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2B98CEDE-4C4D-3777-14C6-065DC2B9A00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903719" y="2041813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337779CD-BA88-1ACC-FFFA-ED657C3CBD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8919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0973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4" userDrawn="1">
          <p15:clr>
            <a:srgbClr val="FBAE40"/>
          </p15:clr>
        </p15:guide>
        <p15:guide id="2" orient="horz" pos="2556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47650"/>
            <a:ext cx="4772025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38350"/>
            <a:ext cx="3810000" cy="2011680"/>
          </a:xfrm>
        </p:spPr>
        <p:txBody>
          <a:bodyPr rIns="9144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CB18F2C-1751-A4B4-524E-88108B43B7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55820" y="2038348"/>
            <a:ext cx="2011680" cy="2011680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0BAC0D8-166D-6A5C-6B2C-3444B83B585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96100" y="2038349"/>
            <a:ext cx="2011680" cy="2011680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081136-BD76-04BE-D3F8-6ED4115F0C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96100" y="1657350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4754D50-44D9-B32F-F828-59198DDC25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1657350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1403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4" userDrawn="1">
          <p15:clr>
            <a:srgbClr val="FBAE40"/>
          </p15:clr>
        </p15:guide>
        <p15:guide id="2" orient="horz" pos="2556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icô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47650"/>
            <a:ext cx="4772025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809" y="2343151"/>
            <a:ext cx="2514600" cy="179070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82296" rIns="91440"/>
          <a:lstStyle>
            <a:lvl1pPr marL="0" indent="0">
              <a:spcBef>
                <a:spcPts val="130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8" name="Google Shape;424;p73">
            <a:extLst>
              <a:ext uri="{FF2B5EF4-FFF2-40B4-BE49-F238E27FC236}">
                <a16:creationId xmlns:a16="http://schemas.microsoft.com/office/drawing/2014/main" id="{4F8E49B9-9993-3145-636F-7824DBCB35B2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C120259-558F-3320-F4C4-59E6CC44DC9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0809" y="1558290"/>
            <a:ext cx="621792" cy="621792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4" name="Espace réservé pour une image  10">
            <a:extLst>
              <a:ext uri="{FF2B5EF4-FFF2-40B4-BE49-F238E27FC236}">
                <a16:creationId xmlns:a16="http://schemas.microsoft.com/office/drawing/2014/main" id="{BC35889C-9088-EFEC-0BBE-28B650CA99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4781" y="1558290"/>
            <a:ext cx="621792" cy="621792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5" name="Espace réservé pour une image  10">
            <a:extLst>
              <a:ext uri="{FF2B5EF4-FFF2-40B4-BE49-F238E27FC236}">
                <a16:creationId xmlns:a16="http://schemas.microsoft.com/office/drawing/2014/main" id="{937BFC00-7CC1-4B92-FFF9-66DD7B25A17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2795" y="1558290"/>
            <a:ext cx="621792" cy="621792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1137295F-4317-4CEE-0D94-E043653C982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12795" y="2343150"/>
            <a:ext cx="2514600" cy="179070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82296" rIns="91440"/>
          <a:lstStyle>
            <a:lvl1pPr marL="0" indent="0">
              <a:spcBef>
                <a:spcPts val="130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2E329F09-61D4-3217-BD97-7633BF5E0A1B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48591" y="2343149"/>
            <a:ext cx="2514600" cy="179070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82296" rIns="91440"/>
          <a:lstStyle>
            <a:lvl1pPr marL="0" indent="0">
              <a:spcBef>
                <a:spcPts val="130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60851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7B729265-60DA-0AE5-82A3-BA2A1D363A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/>
          <a:lstStyle/>
          <a:p>
            <a:r>
              <a:rPr lang="fr-FR" noProof="0"/>
              <a:t>Cliquez sur l'icône pour ajouter une image</a:t>
            </a:r>
            <a:endParaRPr lang="fr-CA" noProof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17B20-E557-91A1-52B1-BF7A4D2B6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noProof="0" smtClean="0"/>
              <a:pPr/>
              <a:t>‹#›</a:t>
            </a:fld>
            <a:endParaRPr lang="fr-CA" noProof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1EFB39-0857-B1B0-7681-9BF5B85D05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323850"/>
            <a:ext cx="7962900" cy="3810000"/>
          </a:xfrm>
        </p:spPr>
        <p:txBody>
          <a:bodyPr/>
          <a:lstStyle>
            <a:lvl1pPr marL="0" indent="0">
              <a:spcAft>
                <a:spcPts val="6500"/>
              </a:spcAft>
              <a:buClr>
                <a:schemeClr val="bg1"/>
              </a:buClr>
              <a:buFont typeface="Symbol" panose="05050102010706020507" pitchFamily="18" charset="2"/>
              <a:buNone/>
              <a:defRPr sz="6500">
                <a:solidFill>
                  <a:schemeClr val="bg1"/>
                </a:solidFill>
                <a:latin typeface="DM Sans ExtraLight" pitchFamily="2" charset="0"/>
              </a:defRPr>
            </a:lvl1pPr>
            <a:lvl2pPr marL="246888" indent="-246888">
              <a:spcBef>
                <a:spcPts val="0"/>
              </a:spcBef>
              <a:buClr>
                <a:schemeClr val="bg1"/>
              </a:buClr>
              <a:buFont typeface="Symbol" panose="05050102010706020507" pitchFamily="18" charset="2"/>
              <a:buChar char="-"/>
              <a:defRPr sz="2000">
                <a:solidFill>
                  <a:schemeClr val="bg1"/>
                </a:solidFill>
                <a:latin typeface="DM Sans ExtraLight" pitchFamily="2" charset="0"/>
              </a:defRPr>
            </a:lvl2pPr>
            <a:lvl3pPr marL="5715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3pPr>
            <a:lvl4pPr marL="8001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4pPr>
            <a:lvl5pPr marL="10287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0853743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17B20-E557-91A1-52B1-BF7A4D2B6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1EFB39-0857-B1B0-7681-9BF5B85D05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323850"/>
            <a:ext cx="8305800" cy="3810000"/>
          </a:xfrm>
        </p:spPr>
        <p:txBody>
          <a:bodyPr/>
          <a:lstStyle>
            <a:lvl1pPr marL="0" indent="0">
              <a:spcAft>
                <a:spcPts val="6500"/>
              </a:spcAft>
              <a:buClr>
                <a:schemeClr val="bg1"/>
              </a:buClr>
              <a:buFont typeface="Symbol" panose="05050102010706020507" pitchFamily="18" charset="2"/>
              <a:buNone/>
              <a:defRPr sz="6000">
                <a:solidFill>
                  <a:schemeClr val="tx1"/>
                </a:solidFill>
                <a:latin typeface="DM Sans ExtraLight" pitchFamily="2" charset="0"/>
              </a:defRPr>
            </a:lvl1pPr>
            <a:lvl2pPr marL="246888" indent="-246888">
              <a:spcBef>
                <a:spcPts val="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2000">
                <a:solidFill>
                  <a:schemeClr val="tx1"/>
                </a:solidFill>
                <a:latin typeface="DM Sans ExtraLight" pitchFamily="2" charset="0"/>
              </a:defRPr>
            </a:lvl2pPr>
            <a:lvl3pPr marL="5715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3pPr>
            <a:lvl4pPr marL="8001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4pPr>
            <a:lvl5pPr marL="10287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85E6C660-6F16-54EF-6EBC-816ED05A7111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7244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17B20-E557-91A1-52B1-BF7A4D2B6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1EFB39-0857-B1B0-7681-9BF5B85D05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323850"/>
            <a:ext cx="4991100" cy="3848100"/>
          </a:xfrm>
        </p:spPr>
        <p:txBody>
          <a:bodyPr/>
          <a:lstStyle>
            <a:lvl1pPr marL="0" indent="0">
              <a:spcAft>
                <a:spcPts val="4700"/>
              </a:spcAft>
              <a:buClr>
                <a:schemeClr val="bg1"/>
              </a:buClr>
              <a:buFont typeface="Symbol" panose="05050102010706020507" pitchFamily="18" charset="2"/>
              <a:buNone/>
              <a:defRPr sz="2500">
                <a:solidFill>
                  <a:schemeClr val="tx1"/>
                </a:solidFill>
                <a:latin typeface="DM Sans ExtraLight" pitchFamily="2" charset="0"/>
              </a:defRPr>
            </a:lvl1pPr>
            <a:lvl2pPr marL="246888" indent="-246888">
              <a:spcBef>
                <a:spcPts val="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2000">
                <a:solidFill>
                  <a:schemeClr val="tx1"/>
                </a:solidFill>
                <a:latin typeface="DM Sans ExtraLight" pitchFamily="2" charset="0"/>
              </a:defRPr>
            </a:lvl2pPr>
            <a:lvl3pPr marL="5715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3pPr>
            <a:lvl4pPr marL="8001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4pPr>
            <a:lvl5pPr marL="10287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2C4C239E-B83B-5F5F-A9EB-2A2CD6D355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2738" y="323850"/>
            <a:ext cx="3522662" cy="3830638"/>
          </a:xfrm>
          <a:custGeom>
            <a:avLst/>
            <a:gdLst>
              <a:gd name="connsiteX0" fmla="*/ 0 w 3522662"/>
              <a:gd name="connsiteY0" fmla="*/ 0 h 3830638"/>
              <a:gd name="connsiteX1" fmla="*/ 3109074 w 3522662"/>
              <a:gd name="connsiteY1" fmla="*/ 0 h 3830638"/>
              <a:gd name="connsiteX2" fmla="*/ 3522662 w 3522662"/>
              <a:gd name="connsiteY2" fmla="*/ 413588 h 3830638"/>
              <a:gd name="connsiteX3" fmla="*/ 3522662 w 3522662"/>
              <a:gd name="connsiteY3" fmla="*/ 3830638 h 3830638"/>
              <a:gd name="connsiteX4" fmla="*/ 0 w 3522662"/>
              <a:gd name="connsiteY4" fmla="*/ 3830638 h 383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2662" h="3830638">
                <a:moveTo>
                  <a:pt x="0" y="0"/>
                </a:moveTo>
                <a:lnTo>
                  <a:pt x="3109074" y="0"/>
                </a:lnTo>
                <a:cubicBezTo>
                  <a:pt x="3337492" y="0"/>
                  <a:pt x="3522662" y="185170"/>
                  <a:pt x="3522662" y="413588"/>
                </a:cubicBezTo>
                <a:lnTo>
                  <a:pt x="3522662" y="3830638"/>
                </a:lnTo>
                <a:lnTo>
                  <a:pt x="0" y="3830638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7" name="Google Shape;424;p73">
            <a:extLst>
              <a:ext uri="{FF2B5EF4-FFF2-40B4-BE49-F238E27FC236}">
                <a16:creationId xmlns:a16="http://schemas.microsoft.com/office/drawing/2014/main" id="{1FB3CB43-472D-1058-5001-30B9AB128EB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1098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tablea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152900" y="933449"/>
            <a:ext cx="4762500" cy="3657599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6A84BEB-4AD1-AEBC-445B-362E906F7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657599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104624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00098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C040D2B1-F13B-BA76-AC47-DD8F118ECC1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1768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C040D2B1-F13B-BA76-AC47-DD8F118ECC1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785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texte 23">
            <a:extLst>
              <a:ext uri="{FF2B5EF4-FFF2-40B4-BE49-F238E27FC236}">
                <a16:creationId xmlns:a16="http://schemas.microsoft.com/office/drawing/2014/main" id="{1ED8EFE9-4EB3-AB28-AD16-A031D2FE15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77" y="1012289"/>
            <a:ext cx="2026537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2" name="Espace réservé du texte 25">
            <a:extLst>
              <a:ext uri="{FF2B5EF4-FFF2-40B4-BE49-F238E27FC236}">
                <a16:creationId xmlns:a16="http://schemas.microsoft.com/office/drawing/2014/main" id="{1EDC6B38-65CA-2E9E-7CBE-C31F2B2B0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4291" y="1012289"/>
            <a:ext cx="1983176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Espace réservé du texte 23">
            <a:extLst>
              <a:ext uri="{FF2B5EF4-FFF2-40B4-BE49-F238E27FC236}">
                <a16:creationId xmlns:a16="http://schemas.microsoft.com/office/drawing/2014/main" id="{BD6043D9-1C83-5996-C239-0933C402BB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77" y="2119116"/>
            <a:ext cx="2026537" cy="923544"/>
          </a:xfrm>
        </p:spPr>
        <p:txBody>
          <a:bodyPr anchor="b" anchorCtr="0"/>
          <a:lstStyle>
            <a:lvl1pPr marL="0" indent="0">
              <a:buNone/>
              <a:defRPr lang="fr-FR" sz="6500" kern="1200" dirty="0" smtClean="0">
                <a:solidFill>
                  <a:schemeClr val="tx1"/>
                </a:solidFill>
                <a:latin typeface="DM Sans ExtraLight" pitchFamily="2" charset="0"/>
                <a:ea typeface="+mn-ea"/>
                <a:cs typeface="+mn-cs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marL="0" lvl="0" indent="0" algn="l" defTabSz="68580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tx1"/>
              </a:buClr>
              <a:buFont typeface="DM Sans Light" pitchFamily="2" charset="0"/>
              <a:buNone/>
            </a:pPr>
            <a:r>
              <a:rPr lang="fr-FR"/>
              <a:t>%</a:t>
            </a:r>
          </a:p>
        </p:txBody>
      </p:sp>
      <p:sp>
        <p:nvSpPr>
          <p:cNvPr id="34" name="Espace réservé du texte 25">
            <a:extLst>
              <a:ext uri="{FF2B5EF4-FFF2-40B4-BE49-F238E27FC236}">
                <a16:creationId xmlns:a16="http://schemas.microsoft.com/office/drawing/2014/main" id="{AF2CA711-4FA6-222F-32C9-7E2FCA843F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54291" y="2119116"/>
            <a:ext cx="1983176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5" name="Espace réservé du texte 23">
            <a:extLst>
              <a:ext uri="{FF2B5EF4-FFF2-40B4-BE49-F238E27FC236}">
                <a16:creationId xmlns:a16="http://schemas.microsoft.com/office/drawing/2014/main" id="{45394C1D-CD33-3E6C-F266-A4ED6ADC7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4477" y="3257285"/>
            <a:ext cx="2026537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6" name="Espace réservé du texte 25">
            <a:extLst>
              <a:ext uri="{FF2B5EF4-FFF2-40B4-BE49-F238E27FC236}">
                <a16:creationId xmlns:a16="http://schemas.microsoft.com/office/drawing/2014/main" id="{4529F2A7-FFCE-71F2-F80B-29FDBD56FA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54291" y="3257285"/>
            <a:ext cx="1983176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D766A062-7A98-FD74-0B2B-28BFF64A27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860" y="1012289"/>
            <a:ext cx="2026538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33EA91C5-2BF7-3EC2-59A8-1839255A23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8367" y="1012289"/>
            <a:ext cx="1984248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23">
            <a:extLst>
              <a:ext uri="{FF2B5EF4-FFF2-40B4-BE49-F238E27FC236}">
                <a16:creationId xmlns:a16="http://schemas.microsoft.com/office/drawing/2014/main" id="{0A196A3D-C89B-2E2A-C90F-67881991C5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" y="2119116"/>
            <a:ext cx="2026538" cy="923544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28" name="Espace réservé du texte 25">
            <a:extLst>
              <a:ext uri="{FF2B5EF4-FFF2-40B4-BE49-F238E27FC236}">
                <a16:creationId xmlns:a16="http://schemas.microsoft.com/office/drawing/2014/main" id="{BD67307E-2BED-AD4E-C143-56A941FCF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88367" y="2119116"/>
            <a:ext cx="1984248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Espace réservé du texte 23">
            <a:extLst>
              <a:ext uri="{FF2B5EF4-FFF2-40B4-BE49-F238E27FC236}">
                <a16:creationId xmlns:a16="http://schemas.microsoft.com/office/drawing/2014/main" id="{D236A0CC-144A-31AB-69F4-944EAD29C9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860" y="3257285"/>
            <a:ext cx="2026538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0" name="Espace réservé du texte 25">
            <a:extLst>
              <a:ext uri="{FF2B5EF4-FFF2-40B4-BE49-F238E27FC236}">
                <a16:creationId xmlns:a16="http://schemas.microsoft.com/office/drawing/2014/main" id="{4DDFB22D-68B8-A7D6-63ED-5BCD7C9E5E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88367" y="3257285"/>
            <a:ext cx="1984248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00858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09BEFAB6-570E-B275-4BD8-64E2B76A4C8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152900" y="933450"/>
            <a:ext cx="4762500" cy="3657600"/>
          </a:xfrm>
        </p:spPr>
        <p:txBody>
          <a:bodyPr/>
          <a:lstStyle/>
          <a:p>
            <a:r>
              <a:rPr lang="fr-FR"/>
              <a:t>Cliquez sur l'icône pour ajouter un graphique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6A84BEB-4AD1-AEBC-445B-362E906F7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1"/>
            <a:ext cx="3810000" cy="36576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634510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graphique 4">
            <a:extLst>
              <a:ext uri="{FF2B5EF4-FFF2-40B4-BE49-F238E27FC236}">
                <a16:creationId xmlns:a16="http://schemas.microsoft.com/office/drawing/2014/main" id="{51D56242-6476-BF5C-B850-530FFBDD834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graphique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5339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ne_de_temp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ce réservé du texte 38">
            <a:extLst>
              <a:ext uri="{FF2B5EF4-FFF2-40B4-BE49-F238E27FC236}">
                <a16:creationId xmlns:a16="http://schemas.microsoft.com/office/drawing/2014/main" id="{8D16DB47-0A90-CB37-1545-4D6A9A23E3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8267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23B6E036-9DC9-43E0-1277-C8411B2E36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3353" y="955675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2" name="Espace réservé du texte 30">
            <a:extLst>
              <a:ext uri="{FF2B5EF4-FFF2-40B4-BE49-F238E27FC236}">
                <a16:creationId xmlns:a16="http://schemas.microsoft.com/office/drawing/2014/main" id="{27F2A86D-77EB-9490-EEF1-6F66A71271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4978" y="955675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3" name="Espace réservé du texte 30">
            <a:extLst>
              <a:ext uri="{FF2B5EF4-FFF2-40B4-BE49-F238E27FC236}">
                <a16:creationId xmlns:a16="http://schemas.microsoft.com/office/drawing/2014/main" id="{F3C8C3A0-0D33-2F71-877E-065BE602E3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3291" y="962301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4" name="Espace réservé du texte 30">
            <a:extLst>
              <a:ext uri="{FF2B5EF4-FFF2-40B4-BE49-F238E27FC236}">
                <a16:creationId xmlns:a16="http://schemas.microsoft.com/office/drawing/2014/main" id="{3E702DB5-AB4C-2FCA-3E70-F9E9DE2E5E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3878" y="958987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5" name="Espace réservé du texte 30">
            <a:extLst>
              <a:ext uri="{FF2B5EF4-FFF2-40B4-BE49-F238E27FC236}">
                <a16:creationId xmlns:a16="http://schemas.microsoft.com/office/drawing/2014/main" id="{E38E6780-4BBE-3DE3-A41D-66DFA058B4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4178" y="4179487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6" name="Espace réservé du texte 30">
            <a:extLst>
              <a:ext uri="{FF2B5EF4-FFF2-40B4-BE49-F238E27FC236}">
                <a16:creationId xmlns:a16="http://schemas.microsoft.com/office/drawing/2014/main" id="{8C011CE7-FE13-30E0-4E16-9522E7B42F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2890" y="4184274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7" name="Espace réservé du texte 30">
            <a:extLst>
              <a:ext uri="{FF2B5EF4-FFF2-40B4-BE49-F238E27FC236}">
                <a16:creationId xmlns:a16="http://schemas.microsoft.com/office/drawing/2014/main" id="{C6E37844-1036-ECD1-F541-77D3A708E6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6403" y="4183988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Espace réservé du texte 38">
            <a:extLst>
              <a:ext uri="{FF2B5EF4-FFF2-40B4-BE49-F238E27FC236}">
                <a16:creationId xmlns:a16="http://schemas.microsoft.com/office/drawing/2014/main" id="{A44FC4DB-3A8D-E32B-69C0-C9DCAA09AE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9845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38">
            <a:extLst>
              <a:ext uri="{FF2B5EF4-FFF2-40B4-BE49-F238E27FC236}">
                <a16:creationId xmlns:a16="http://schemas.microsoft.com/office/drawing/2014/main" id="{19D0FF0D-2A78-9730-AE81-8A60C5B1F2D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81423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Espace réservé du texte 38">
            <a:extLst>
              <a:ext uri="{FF2B5EF4-FFF2-40B4-BE49-F238E27FC236}">
                <a16:creationId xmlns:a16="http://schemas.microsoft.com/office/drawing/2014/main" id="{C6129540-EF28-6FAB-739C-FC8F2FBB35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3000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3" name="Espace réservé du texte 38">
            <a:extLst>
              <a:ext uri="{FF2B5EF4-FFF2-40B4-BE49-F238E27FC236}">
                <a16:creationId xmlns:a16="http://schemas.microsoft.com/office/drawing/2014/main" id="{31B1CC76-697C-8FAE-63A0-F89BDAF697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585573" y="3052552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4" name="Espace réservé du texte 38">
            <a:extLst>
              <a:ext uri="{FF2B5EF4-FFF2-40B4-BE49-F238E27FC236}">
                <a16:creationId xmlns:a16="http://schemas.microsoft.com/office/drawing/2014/main" id="{84008F56-D0CB-5FBB-B62B-34266DECC4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127409" y="3052551"/>
            <a:ext cx="1289099" cy="1008900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6" name="Espace réservé du texte 38">
            <a:extLst>
              <a:ext uri="{FF2B5EF4-FFF2-40B4-BE49-F238E27FC236}">
                <a16:creationId xmlns:a16="http://schemas.microsoft.com/office/drawing/2014/main" id="{A8497CC3-760A-46F2-4D35-C9867DA56E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78718" y="3052552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075615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ne_de_temp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52A1989D-6F12-E670-130E-531B8F017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5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EAB85BAB-209D-96BB-29CC-11015F5C7E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08875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67066F6D-80DB-C11E-E1F6-3767B566AB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4330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E7201FFA-B75A-C9DF-9528-237688D5E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695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D0DE7E73-F010-30E9-EF69-46F67591C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140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3856955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ne_de_temps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52A1989D-6F12-E670-130E-531B8F017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5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EAB85BAB-209D-96BB-29CC-11015F5C7E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08875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67066F6D-80DB-C11E-E1F6-3767B566AB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4330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E7201FFA-B75A-C9DF-9528-237688D5E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695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D0DE7E73-F010-30E9-EF69-46F67591C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140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5" name="Google Shape;424;p73">
            <a:extLst>
              <a:ext uri="{FF2B5EF4-FFF2-40B4-BE49-F238E27FC236}">
                <a16:creationId xmlns:a16="http://schemas.microsoft.com/office/drawing/2014/main" id="{24FA82CD-1C7F-2498-3B56-E9A407957D7E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2982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55;p115" title="Capture d’écran, le 2025-06-09 à 10.07.08.png">
            <a:extLst>
              <a:ext uri="{FF2B5EF4-FFF2-40B4-BE49-F238E27FC236}">
                <a16:creationId xmlns:a16="http://schemas.microsoft.com/office/drawing/2014/main" id="{F0226ED6-AB90-D637-AFD2-6E6A59D3BB3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35199" t="12345" r="35389" b="13334"/>
          <a:stretch>
            <a:fillRect/>
          </a:stretch>
        </p:blipFill>
        <p:spPr>
          <a:xfrm>
            <a:off x="3562350" y="660400"/>
            <a:ext cx="2019300" cy="38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2DFFBD09-8C93-0836-B682-AF1915E759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85394" y="1065212"/>
            <a:ext cx="1573213" cy="3013075"/>
          </a:xfrm>
          <a:solidFill>
            <a:srgbClr val="F1F1F1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E76280-2CF3-5EE0-5127-141E6E76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6431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t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63;p116" title="ipad.png">
            <a:extLst>
              <a:ext uri="{FF2B5EF4-FFF2-40B4-BE49-F238E27FC236}">
                <a16:creationId xmlns:a16="http://schemas.microsoft.com/office/drawing/2014/main" id="{2590197C-3703-0480-E18F-B3424C049B0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746929" y="152399"/>
            <a:ext cx="3669192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C193A654-0C0D-9494-1EC0-4C98C90BE6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01991" y="1111692"/>
            <a:ext cx="4129088" cy="2905125"/>
          </a:xfrm>
          <a:custGeom>
            <a:avLst/>
            <a:gdLst>
              <a:gd name="connsiteX0" fmla="*/ 79688 w 4129088"/>
              <a:gd name="connsiteY0" fmla="*/ 0 h 2905125"/>
              <a:gd name="connsiteX1" fmla="*/ 4049400 w 4129088"/>
              <a:gd name="connsiteY1" fmla="*/ 0 h 2905125"/>
              <a:gd name="connsiteX2" fmla="*/ 4129088 w 4129088"/>
              <a:gd name="connsiteY2" fmla="*/ 79688 h 2905125"/>
              <a:gd name="connsiteX3" fmla="*/ 4129088 w 4129088"/>
              <a:gd name="connsiteY3" fmla="*/ 2825437 h 2905125"/>
              <a:gd name="connsiteX4" fmla="*/ 4049400 w 4129088"/>
              <a:gd name="connsiteY4" fmla="*/ 2905125 h 2905125"/>
              <a:gd name="connsiteX5" fmla="*/ 79688 w 4129088"/>
              <a:gd name="connsiteY5" fmla="*/ 2905125 h 2905125"/>
              <a:gd name="connsiteX6" fmla="*/ 0 w 4129088"/>
              <a:gd name="connsiteY6" fmla="*/ 2825437 h 2905125"/>
              <a:gd name="connsiteX7" fmla="*/ 0 w 4129088"/>
              <a:gd name="connsiteY7" fmla="*/ 79688 h 2905125"/>
              <a:gd name="connsiteX8" fmla="*/ 79688 w 4129088"/>
              <a:gd name="connsiteY8" fmla="*/ 0 h 290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9088" h="2905125">
                <a:moveTo>
                  <a:pt x="79688" y="0"/>
                </a:moveTo>
                <a:lnTo>
                  <a:pt x="4049400" y="0"/>
                </a:lnTo>
                <a:cubicBezTo>
                  <a:pt x="4093410" y="0"/>
                  <a:pt x="4129088" y="35678"/>
                  <a:pt x="4129088" y="79688"/>
                </a:cubicBezTo>
                <a:lnTo>
                  <a:pt x="4129088" y="2825437"/>
                </a:lnTo>
                <a:cubicBezTo>
                  <a:pt x="4129088" y="2869447"/>
                  <a:pt x="4093410" y="2905125"/>
                  <a:pt x="4049400" y="2905125"/>
                </a:cubicBezTo>
                <a:lnTo>
                  <a:pt x="79688" y="2905125"/>
                </a:lnTo>
                <a:cubicBezTo>
                  <a:pt x="35678" y="2905125"/>
                  <a:pt x="0" y="2869447"/>
                  <a:pt x="0" y="2825437"/>
                </a:cubicBezTo>
                <a:lnTo>
                  <a:pt x="0" y="79688"/>
                </a:lnTo>
                <a:cubicBezTo>
                  <a:pt x="0" y="35678"/>
                  <a:pt x="35678" y="0"/>
                  <a:pt x="796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631EC4-2146-4ADD-583F-FD3781FF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30280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bl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72;p117" title="portable.png">
            <a:extLst>
              <a:ext uri="{FF2B5EF4-FFF2-40B4-BE49-F238E27FC236}">
                <a16:creationId xmlns:a16="http://schemas.microsoft.com/office/drawing/2014/main" id="{80CD8FDE-309D-37E3-963C-EACFD4975F8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14454" t="18148" r="13795" b="12592"/>
          <a:stretch>
            <a:fillRect/>
          </a:stretch>
        </p:blipFill>
        <p:spPr>
          <a:xfrm>
            <a:off x="1803400" y="933450"/>
            <a:ext cx="55372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5FE076E5-B520-E9D2-6923-E4A13EA784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5245" y="1168400"/>
            <a:ext cx="4480560" cy="2782825"/>
          </a:xfrm>
          <a:custGeom>
            <a:avLst/>
            <a:gdLst>
              <a:gd name="connsiteX0" fmla="*/ 15533 w 4487715"/>
              <a:gd name="connsiteY0" fmla="*/ 0 h 2782825"/>
              <a:gd name="connsiteX1" fmla="*/ 4468670 w 4487715"/>
              <a:gd name="connsiteY1" fmla="*/ 0 h 2782825"/>
              <a:gd name="connsiteX2" fmla="*/ 4487715 w 4487715"/>
              <a:gd name="connsiteY2" fmla="*/ 2779650 h 2782825"/>
              <a:gd name="connsiteX3" fmla="*/ 0 w 4487715"/>
              <a:gd name="connsiteY3" fmla="*/ 2782825 h 2782825"/>
              <a:gd name="connsiteX4" fmla="*/ 0 w 4487715"/>
              <a:gd name="connsiteY4" fmla="*/ 2723559 h 278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7715" h="2782825">
                <a:moveTo>
                  <a:pt x="15533" y="0"/>
                </a:moveTo>
                <a:lnTo>
                  <a:pt x="4468670" y="0"/>
                </a:lnTo>
                <a:lnTo>
                  <a:pt x="4487715" y="2779650"/>
                </a:lnTo>
                <a:lnTo>
                  <a:pt x="0" y="2782825"/>
                </a:lnTo>
                <a:lnTo>
                  <a:pt x="0" y="27235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99E934-79E3-AA9D-05FA-82198928B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16204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iteur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880;p118" title="imac.png">
            <a:extLst>
              <a:ext uri="{FF2B5EF4-FFF2-40B4-BE49-F238E27FC236}">
                <a16:creationId xmlns:a16="http://schemas.microsoft.com/office/drawing/2014/main" id="{D4531E30-6779-5CCB-130E-F1FC51D5286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67700" y="533820"/>
            <a:ext cx="5008599" cy="443387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D01F9F9D-218C-6D5B-448D-B49D1EC632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01875" y="765208"/>
            <a:ext cx="4551363" cy="2405062"/>
          </a:xfrm>
          <a:solidFill>
            <a:srgbClr val="F1F1F1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ED83DAA-A724-D2DA-3522-6756F93C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27384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37094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>
            <a:extLst>
              <a:ext uri="{FF2B5EF4-FFF2-40B4-BE49-F238E27FC236}">
                <a16:creationId xmlns:a16="http://schemas.microsoft.com/office/drawing/2014/main" id="{F92C94FC-E3D9-E5CB-F79C-20CF382AE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976"/>
          <a:stretch>
            <a:fillRect/>
          </a:stretch>
        </p:blipFill>
        <p:spPr>
          <a:xfrm>
            <a:off x="-1" y="895974"/>
            <a:ext cx="3192905" cy="3682761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ED46CF-2661-345F-7CE0-ABF8DC6589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18350" y="4022113"/>
            <a:ext cx="1797050" cy="882650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1pPr>
            <a:lvl2pPr marL="288925" indent="0" algn="r">
              <a:lnSpc>
                <a:spcPct val="100000"/>
              </a:lnSpc>
              <a:spcBef>
                <a:spcPts val="1000"/>
              </a:spcBef>
              <a:buNone/>
              <a:defRPr sz="1000" b="1">
                <a:latin typeface="+mj-lt"/>
              </a:defRPr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336421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superpo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5B10F9-EAC5-8A91-95E2-E9F2BFB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371572D-A6E6-226A-F761-9A8E965204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11600" y="1157288"/>
            <a:ext cx="4720800" cy="2828925"/>
          </a:xfrm>
          <a:custGeom>
            <a:avLst/>
            <a:gdLst>
              <a:gd name="connsiteX0" fmla="*/ 0 w 4720800"/>
              <a:gd name="connsiteY0" fmla="*/ 0 h 2828925"/>
              <a:gd name="connsiteX1" fmla="*/ 4344175 w 4720800"/>
              <a:gd name="connsiteY1" fmla="*/ 0 h 2828925"/>
              <a:gd name="connsiteX2" fmla="*/ 4415025 w 4720800"/>
              <a:gd name="connsiteY2" fmla="*/ 7142 h 2828925"/>
              <a:gd name="connsiteX3" fmla="*/ 4720800 w 4720800"/>
              <a:gd name="connsiteY3" fmla="*/ 382316 h 2828925"/>
              <a:gd name="connsiteX4" fmla="*/ 4720800 w 4720800"/>
              <a:gd name="connsiteY4" fmla="*/ 2828925 h 2828925"/>
              <a:gd name="connsiteX5" fmla="*/ 0 w 4720800"/>
              <a:gd name="connsiteY5" fmla="*/ 2828925 h 282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800" h="2828925">
                <a:moveTo>
                  <a:pt x="0" y="0"/>
                </a:moveTo>
                <a:lnTo>
                  <a:pt x="4344175" y="0"/>
                </a:lnTo>
                <a:lnTo>
                  <a:pt x="4415025" y="7142"/>
                </a:lnTo>
                <a:cubicBezTo>
                  <a:pt x="4589531" y="42851"/>
                  <a:pt x="4720800" y="197254"/>
                  <a:pt x="4720800" y="382316"/>
                </a:cubicBezTo>
                <a:lnTo>
                  <a:pt x="4720800" y="2828925"/>
                </a:lnTo>
                <a:lnTo>
                  <a:pt x="0" y="28289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8" name="Google Shape;424;p73">
            <a:extLst>
              <a:ext uri="{FF2B5EF4-FFF2-40B4-BE49-F238E27FC236}">
                <a16:creationId xmlns:a16="http://schemas.microsoft.com/office/drawing/2014/main" id="{623F5552-199E-87C4-C6BF-CABFDB65B3CA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3496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e_superposé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8A8852-85C0-BB6F-A0CC-8115AE4B81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088" y="447675"/>
            <a:ext cx="8683825" cy="1657350"/>
          </a:xfrm>
        </p:spPr>
        <p:txBody>
          <a:bodyPr/>
          <a:lstStyle>
            <a:lvl1pPr marL="0" indent="0" algn="ctr">
              <a:buNone/>
              <a:defRPr sz="8000" b="1" cap="all" baseline="0">
                <a:solidFill>
                  <a:schemeClr val="bg1"/>
                </a:solidFill>
                <a:latin typeface="+mj-lt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Niveau 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5B10F9-EAC5-8A91-95E2-E9F2BFB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8" name="Google Shape;424;p73">
            <a:extLst>
              <a:ext uri="{FF2B5EF4-FFF2-40B4-BE49-F238E27FC236}">
                <a16:creationId xmlns:a16="http://schemas.microsoft.com/office/drawing/2014/main" id="{623F5552-199E-87C4-C6BF-CABFDB65B3CA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371572D-A6E6-226A-F761-9A8E965204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11600" y="1157288"/>
            <a:ext cx="4720800" cy="2828925"/>
          </a:xfrm>
          <a:custGeom>
            <a:avLst/>
            <a:gdLst>
              <a:gd name="connsiteX0" fmla="*/ 0 w 4720800"/>
              <a:gd name="connsiteY0" fmla="*/ 0 h 2828925"/>
              <a:gd name="connsiteX1" fmla="*/ 4344175 w 4720800"/>
              <a:gd name="connsiteY1" fmla="*/ 0 h 2828925"/>
              <a:gd name="connsiteX2" fmla="*/ 4415025 w 4720800"/>
              <a:gd name="connsiteY2" fmla="*/ 7142 h 2828925"/>
              <a:gd name="connsiteX3" fmla="*/ 4720800 w 4720800"/>
              <a:gd name="connsiteY3" fmla="*/ 382316 h 2828925"/>
              <a:gd name="connsiteX4" fmla="*/ 4720800 w 4720800"/>
              <a:gd name="connsiteY4" fmla="*/ 2828925 h 2828925"/>
              <a:gd name="connsiteX5" fmla="*/ 0 w 4720800"/>
              <a:gd name="connsiteY5" fmla="*/ 2828925 h 282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800" h="2828925">
                <a:moveTo>
                  <a:pt x="0" y="0"/>
                </a:moveTo>
                <a:lnTo>
                  <a:pt x="4344175" y="0"/>
                </a:lnTo>
                <a:lnTo>
                  <a:pt x="4415025" y="7142"/>
                </a:lnTo>
                <a:cubicBezTo>
                  <a:pt x="4589531" y="42851"/>
                  <a:pt x="4720800" y="197254"/>
                  <a:pt x="4720800" y="382316"/>
                </a:cubicBezTo>
                <a:lnTo>
                  <a:pt x="4720800" y="2828925"/>
                </a:lnTo>
                <a:lnTo>
                  <a:pt x="0" y="28289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D8033E25-131B-B3A9-FCD1-EB997ABDDC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7300" y="3617119"/>
            <a:ext cx="6629400" cy="1657350"/>
          </a:xfrm>
        </p:spPr>
        <p:txBody>
          <a:bodyPr/>
          <a:lstStyle>
            <a:lvl1pPr marL="0" indent="0" algn="ctr">
              <a:buNone/>
              <a:defRPr sz="8000" b="1" cap="all" baseline="0">
                <a:solidFill>
                  <a:schemeClr val="bg1"/>
                </a:solidFill>
                <a:latin typeface="+mj-lt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Niveau 1</a:t>
            </a:r>
          </a:p>
        </p:txBody>
      </p:sp>
    </p:spTree>
    <p:extLst>
      <p:ext uri="{BB962C8B-B14F-4D97-AF65-F5344CB8AC3E}">
        <p14:creationId xmlns:p14="http://schemas.microsoft.com/office/powerpoint/2010/main" val="44056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l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332A9986-49C2-1763-5D18-F8CA37CCBD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5707B0C-614F-ACBC-3EA0-CCA8BE5781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8400" y="1516814"/>
            <a:ext cx="3044825" cy="3308350"/>
          </a:xfrm>
        </p:spPr>
        <p:txBody>
          <a:bodyPr/>
          <a:lstStyle>
            <a:lvl1pPr marL="0" indent="0">
              <a:buNone/>
              <a:defRPr sz="17800">
                <a:latin typeface="DM Sans Black" pitchFamily="2" charset="0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Chiffre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A95BB24F-F370-CB57-369D-7E236A536B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91175" y="1513588"/>
            <a:ext cx="3044825" cy="3308350"/>
          </a:xfrm>
        </p:spPr>
        <p:txBody>
          <a:bodyPr/>
          <a:lstStyle>
            <a:lvl1pPr marL="0" indent="0">
              <a:buNone/>
              <a:defRPr sz="17800">
                <a:latin typeface="DM Sans Black" pitchFamily="2" charset="0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8146782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lta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B77169D1-917B-0815-883B-9B4EFBD87E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575" y="211138"/>
            <a:ext cx="8683825" cy="4450803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3" name="Google Shape;424;p73">
            <a:extLst>
              <a:ext uri="{FF2B5EF4-FFF2-40B4-BE49-F238E27FC236}">
                <a16:creationId xmlns:a16="http://schemas.microsoft.com/office/drawing/2014/main" id="{F2B3F2C6-8023-8977-0E98-917FC46F08E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41C67C05-4D28-A409-503C-626651F5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619665F7-7079-9A98-15B8-DDD4EB6BC9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0550" y="3246575"/>
            <a:ext cx="2674888" cy="1453896"/>
          </a:xfrm>
          <a:custGeom>
            <a:avLst/>
            <a:gdLst>
              <a:gd name="connsiteX0" fmla="*/ 0 w 2674888"/>
              <a:gd name="connsiteY0" fmla="*/ 0 h 1468300"/>
              <a:gd name="connsiteX1" fmla="*/ 2501767 w 2674888"/>
              <a:gd name="connsiteY1" fmla="*/ 0 h 1468300"/>
              <a:gd name="connsiteX2" fmla="*/ 2661479 w 2674888"/>
              <a:gd name="connsiteY2" fmla="*/ 105864 h 1468300"/>
              <a:gd name="connsiteX3" fmla="*/ 2674888 w 2674888"/>
              <a:gd name="connsiteY3" fmla="*/ 172283 h 1468300"/>
              <a:gd name="connsiteX4" fmla="*/ 2674888 w 2674888"/>
              <a:gd name="connsiteY4" fmla="*/ 1468300 h 1468300"/>
              <a:gd name="connsiteX5" fmla="*/ 0 w 2674888"/>
              <a:gd name="connsiteY5" fmla="*/ 1468300 h 146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888" h="1468300">
                <a:moveTo>
                  <a:pt x="0" y="0"/>
                </a:moveTo>
                <a:lnTo>
                  <a:pt x="2501767" y="0"/>
                </a:lnTo>
                <a:cubicBezTo>
                  <a:pt x="2573564" y="0"/>
                  <a:pt x="2635165" y="43652"/>
                  <a:pt x="2661479" y="105864"/>
                </a:cubicBezTo>
                <a:lnTo>
                  <a:pt x="2674888" y="172283"/>
                </a:lnTo>
                <a:lnTo>
                  <a:pt x="2674888" y="1468300"/>
                </a:lnTo>
                <a:lnTo>
                  <a:pt x="0" y="14683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91440" tIns="91440" rIns="91440" bIns="91440" anchor="ctr" anchorCtr="0">
            <a:noAutofit/>
          </a:bodyPr>
          <a:lstStyle>
            <a:lvl1pPr marL="0" indent="0">
              <a:lnSpc>
                <a:spcPct val="114000"/>
              </a:lnSpc>
              <a:buNone/>
              <a:tabLst>
                <a:tab pos="630936" algn="l"/>
              </a:tabLst>
              <a:defRPr sz="1850">
                <a:solidFill>
                  <a:schemeClr val="tx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77661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_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F38E7-1F53-1993-EB1B-35E75665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5B10F9-EAC5-8A91-95E2-E9F2BFB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99050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1696FC-7B5C-8381-C080-D8482131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767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8" y="1428750"/>
            <a:ext cx="8458199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19141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41C50-2DDC-2DE3-44E8-4392D3D6C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29AD23-C4D8-D54C-170C-B0401B26A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A6976A-DD58-BC0E-D68A-EF7FAF016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2BE652-9491-85DD-9DD7-1A1416B43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816787C-9CF9-B028-DC03-5E55EE139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8EF859-DCE8-3C32-8B72-568F9B472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3EDB-150A-437F-95E4-0D90720BB93B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6849EA7-3593-DDB1-ECDC-7B4AE546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F82BA08-721C-9F10-B8E5-F6246759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88C4D-1E29-47B4-8FC3-E413DECC213C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045515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8256E1-BBDC-949E-44D6-2FA01C8F4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BA1E66-BDC5-688D-2E73-02B73D6EF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9DB1F2-27FA-0A77-50AE-EDCE2AF6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06EE9-ECD7-49DC-F591-3A77ABC8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E70942-451C-DEA8-8029-0C8FF27D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8036905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0093A9-FF4C-8C10-A5DC-7A023B8C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3827C3-0209-9D18-D283-E44637012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3003B4-303F-F6F1-E515-19D507BE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7EC6B5-BB25-8D03-5752-65CF633D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EA694A-1110-E8CC-B87E-4ADAA835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03442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E79FA-EC27-9F24-9B7D-40E5C3B7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8960A4-F322-99F1-92E7-9C195A9C9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438DCD-FC83-5E0B-C819-6401CA40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34F6F6-27BC-AECB-9FBE-B7B31C69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0007F7-B8D1-4B93-852E-FBEC31F7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678469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4B9013-7D26-5F82-ECF5-E7F7B55F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9687AD-6354-D03B-DB5F-87261430F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FE353D-90CF-1CEC-13A4-49FA79CB2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9A379A-7A63-3852-9555-58DE04B1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32CB90-443D-C6AF-4D63-D3E96F10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6709FF-044C-6F25-6DA9-C54DC18A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74058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C20B4-B284-D76A-9898-329E376A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808DC4-8FBF-11CA-B1C9-0CF106CCC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F22C479-D2D1-C914-03B6-EDBB3409C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2E27BC-B2D7-ADCE-CE70-38FAED5AB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5C14D7-9B38-2AA8-B752-9F64349F2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8838695-3B67-6EC7-5FE5-896A1BCB6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A83A58-12C8-A071-1430-009AEFDA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A08CB0C-C522-0AC5-36EA-D53E9EFB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861212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39C9B-CCB6-0CD6-D545-9C5FD1D2F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6C641CD-CC02-8068-D4F9-2D31A23FC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9A5C49-3BED-2041-3734-772803B8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045DC27-CD6A-961F-F7C7-468FDE67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5630443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E1C2F92-6DB5-E685-3BD3-43DD9A65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FE0524-EA73-9DDD-3719-BCADA290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A2174A-7EBE-F317-40D4-6FAF01AE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886231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F4A388-9F2C-B91B-50AB-B37411AB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EEF2B1-1BFA-4245-455B-6ACFBCB9B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89BDC2-675B-040B-1EFA-7ACCBA065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F2CCF1-E3AC-9E5C-30AA-81837E51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F4D7AE-B7F7-C96D-AEEF-52B068511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F5984D-A5ED-AD2F-BDBB-154841E1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87349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3C2431-30BE-B39F-6BA1-8E25CEE50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87BC09-3D0D-82CF-FE29-2AD2A9614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776BB8-B267-522A-5C36-DE1560610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62AE89-24DB-1AE7-4FED-40DA12D2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0DCA76-EC21-69B0-FF95-191DF038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F30C63-BB48-F0A2-D6BB-EDB56CC8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18388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5892EE-5F22-3527-5CB0-129D830C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BB6E316-3E46-F05B-4247-FE3390E0C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97004A-86CE-561C-4540-D3AF3D200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0541C2-D7A7-443B-7AB5-6F1A20B2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C66BF0-7BB0-5177-2DD8-83705797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570782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40563EA-44D4-B04F-8154-44FB90060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14613E1-855D-3BD7-6316-DCC1BD432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D8EC9B-290E-58C0-3E2E-D4F1541B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E10F13-19DE-A07F-7EE8-49ADE365C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E7E430-6B87-F09A-2366-425581C0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53497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164248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en-CA" noProof="0" smtClean="0"/>
              <a:pPr/>
              <a:t>‹#›</a:t>
            </a:fld>
            <a:endParaRPr lang="en-CA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6803"/>
            <a:ext cx="4828032" cy="1699358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CA" noProof="0" err="1"/>
              <a:t>Modifiez</a:t>
            </a:r>
            <a:r>
              <a:rPr lang="en-CA" noProof="0"/>
              <a:t> le style du titre</a:t>
            </a:r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B9E4FF5-9BB6-B92A-629B-453B767CCBA4}"/>
              </a:ext>
            </a:extLst>
          </p:cNvPr>
          <p:cNvCxnSpPr>
            <a:cxnSpLocks/>
          </p:cNvCxnSpPr>
          <p:nvPr userDrawn="1"/>
        </p:nvCxnSpPr>
        <p:spPr>
          <a:xfrm>
            <a:off x="246888" y="2194560"/>
            <a:ext cx="86502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421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6CC044-E943-225F-91E1-8E9ACB46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  <a:prstGeom prst="rect">
            <a:avLst/>
          </a:prstGeom>
        </p:spPr>
        <p:txBody>
          <a:bodyPr vert="horz" lIns="0" tIns="0" rIns="91440" bIns="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1C293A-FB31-C728-C5A6-76D6C52D3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33450"/>
            <a:ext cx="8686800" cy="3699273"/>
          </a:xfrm>
          <a:prstGeom prst="rect">
            <a:avLst/>
          </a:prstGeom>
        </p:spPr>
        <p:txBody>
          <a:bodyPr vert="horz" lIns="0" tIns="0" rIns="91440" bIns="0" rtlCol="0" anchor="t" anchorCtr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B88A91-A582-5526-826A-071FE2737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4784623"/>
            <a:ext cx="304800" cy="2738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ct val="85000"/>
              </a:lnSpc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0645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83" r:id="rId4"/>
    <p:sldLayoutId id="2147483662" r:id="rId5"/>
    <p:sldLayoutId id="2147483684" r:id="rId6"/>
    <p:sldLayoutId id="2147483664" r:id="rId7"/>
    <p:sldLayoutId id="2147483665" r:id="rId8"/>
    <p:sldLayoutId id="2147483667" r:id="rId9"/>
    <p:sldLayoutId id="2147483668" r:id="rId10"/>
    <p:sldLayoutId id="2147483669" r:id="rId11"/>
    <p:sldLayoutId id="2147483715" r:id="rId12"/>
    <p:sldLayoutId id="2147483671" r:id="rId13"/>
    <p:sldLayoutId id="2147483672" r:id="rId14"/>
    <p:sldLayoutId id="2147483651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5" r:id="rId25"/>
    <p:sldLayoutId id="2147483686" r:id="rId26"/>
    <p:sldLayoutId id="2147483687" r:id="rId27"/>
    <p:sldLayoutId id="2147483688" r:id="rId28"/>
    <p:sldLayoutId id="2147483723" r:id="rId29"/>
    <p:sldLayoutId id="2147483729" r:id="rId30"/>
    <p:sldLayoutId id="2147483697" r:id="rId31"/>
    <p:sldLayoutId id="2147483666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8" r:id="rId39"/>
    <p:sldLayoutId id="2147483699" r:id="rId40"/>
    <p:sldLayoutId id="2147483700" r:id="rId41"/>
    <p:sldLayoutId id="2147483701" r:id="rId42"/>
    <p:sldLayoutId id="2147483725" r:id="rId43"/>
    <p:sldLayoutId id="2147483702" r:id="rId44"/>
    <p:sldLayoutId id="2147483703" r:id="rId45"/>
    <p:sldLayoutId id="2147483704" r:id="rId46"/>
    <p:sldLayoutId id="2147483713" r:id="rId47"/>
    <p:sldLayoutId id="2147483726" r:id="rId48"/>
    <p:sldLayoutId id="2147483714" r:id="rId49"/>
    <p:sldLayoutId id="2147483705" r:id="rId50"/>
    <p:sldLayoutId id="2147483706" r:id="rId51"/>
    <p:sldLayoutId id="2147483707" r:id="rId52"/>
    <p:sldLayoutId id="2147483709" r:id="rId53"/>
    <p:sldLayoutId id="2147483710" r:id="rId54"/>
    <p:sldLayoutId id="2147483711" r:id="rId55"/>
    <p:sldLayoutId id="2147483712" r:id="rId56"/>
    <p:sldLayoutId id="2147483717" r:id="rId57"/>
    <p:sldLayoutId id="2147483718" r:id="rId58"/>
    <p:sldLayoutId id="2147483719" r:id="rId59"/>
    <p:sldLayoutId id="2147483721" r:id="rId60"/>
    <p:sldLayoutId id="2147483722" r:id="rId61"/>
    <p:sldLayoutId id="2147483654" r:id="rId62"/>
    <p:sldLayoutId id="2147483655" r:id="rId63"/>
    <p:sldLayoutId id="2147483730" r:id="rId64"/>
    <p:sldLayoutId id="2147483731" r:id="rId65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600" i="0" kern="1200">
          <a:solidFill>
            <a:schemeClr val="tx1"/>
          </a:solidFill>
          <a:latin typeface="DM Sans Light" pitchFamily="2" charset="0"/>
          <a:ea typeface="+mj-ea"/>
          <a:cs typeface="+mj-cs"/>
        </a:defRPr>
      </a:lvl1pPr>
    </p:titleStyle>
    <p:bodyStyle>
      <a:lvl1pPr marL="288925" indent="-288925" algn="l" defTabSz="685800" rtl="0" eaLnBrk="1" latinLnBrk="0" hangingPunct="1">
        <a:lnSpc>
          <a:spcPct val="85000"/>
        </a:lnSpc>
        <a:spcBef>
          <a:spcPts val="0"/>
        </a:spcBef>
        <a:buClr>
          <a:schemeClr val="tx1"/>
        </a:buClr>
        <a:buFont typeface="DM Sans Light" pitchFamily="2" charset="0"/>
        <a:buChar char="→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2575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228600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8600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28600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6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pos="144" userDrawn="1">
          <p15:clr>
            <a:srgbClr val="F26B43"/>
          </p15:clr>
        </p15:guide>
        <p15:guide id="5" pos="5616" userDrawn="1">
          <p15:clr>
            <a:srgbClr val="F26B43"/>
          </p15:clr>
        </p15:guide>
        <p15:guide id="6" orient="horz" pos="588" userDrawn="1">
          <p15:clr>
            <a:srgbClr val="F26B43"/>
          </p15:clr>
        </p15:guide>
        <p15:guide id="7" orient="horz" pos="1620" userDrawn="1">
          <p15:clr>
            <a:srgbClr val="F26B43"/>
          </p15:clr>
        </p15:guide>
        <p15:guide id="8" orient="horz" pos="31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FECA56-CAEE-3FEB-2CED-52F762C0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747442-0367-CA8E-24F6-3940527C7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6711B7-F37D-960A-A4EF-BBCAF060A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92CE9-0644-4973-9BC4-6FCA2BB154F2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973173-17A3-FCC2-A9C9-B60EE4A30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F56462-5E7E-20D6-B52E-059D1663A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451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3.jpeg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diagramColors" Target="../diagrams/colors1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diagramQuickStyle" Target="../diagrams/quickStyle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diagramLayout" Target="../diagrams/layout1.xml"/><Relationship Id="rId5" Type="http://schemas.openxmlformats.org/officeDocument/2006/relationships/tags" Target="../tags/tag12.xml"/><Relationship Id="rId10" Type="http://schemas.openxmlformats.org/officeDocument/2006/relationships/diagramData" Target="../diagrams/data1.xml"/><Relationship Id="rId4" Type="http://schemas.openxmlformats.org/officeDocument/2006/relationships/tags" Target="../tags/tag11.xml"/><Relationship Id="rId9" Type="http://schemas.openxmlformats.org/officeDocument/2006/relationships/slideLayout" Target="../slideLayouts/slideLayout67.xml"/><Relationship Id="rId14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sqi.org/de/ISTQB-Certified-Tester-AI-Testing-CT-AI/CT-AI.82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slideLayout" Target="../slideLayouts/slideLayout64.xml"/><Relationship Id="rId7" Type="http://schemas.openxmlformats.org/officeDocument/2006/relationships/diagramQuickStyle" Target="../diagrams/quickStyle3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18" Type="http://schemas.openxmlformats.org/officeDocument/2006/relationships/slideLayout" Target="../slideLayouts/slideLayout64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tags" Target="../tags/tag40.xml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10" Type="http://schemas.openxmlformats.org/officeDocument/2006/relationships/tags" Target="../tags/tag33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26" Type="http://schemas.openxmlformats.org/officeDocument/2006/relationships/tags" Target="../tags/tag66.xml"/><Relationship Id="rId3" Type="http://schemas.openxmlformats.org/officeDocument/2006/relationships/tags" Target="../tags/tag43.xml"/><Relationship Id="rId21" Type="http://schemas.openxmlformats.org/officeDocument/2006/relationships/tags" Target="../tags/tag61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5" Type="http://schemas.openxmlformats.org/officeDocument/2006/relationships/tags" Target="../tags/tag65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0" Type="http://schemas.openxmlformats.org/officeDocument/2006/relationships/tags" Target="../tags/tag60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24" Type="http://schemas.openxmlformats.org/officeDocument/2006/relationships/tags" Target="../tags/tag64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23" Type="http://schemas.openxmlformats.org/officeDocument/2006/relationships/tags" Target="../tags/tag63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tags" Target="../tags/tag62.xml"/><Relationship Id="rId27" Type="http://schemas.openxmlformats.org/officeDocument/2006/relationships/slideLayout" Target="../slideLayouts/slideLayout6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tags" Target="../tags/tag72.xml"/><Relationship Id="rId7" Type="http://schemas.openxmlformats.org/officeDocument/2006/relationships/diagramData" Target="../diagrams/data4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notesSlide" Target="../notesSlides/notesSlide4.xml"/><Relationship Id="rId11" Type="http://schemas.microsoft.com/office/2007/relationships/diagramDrawing" Target="../diagrams/drawing4.xml"/><Relationship Id="rId5" Type="http://schemas.openxmlformats.org/officeDocument/2006/relationships/slideLayout" Target="../slideLayouts/slideLayout25.xml"/><Relationship Id="rId10" Type="http://schemas.openxmlformats.org/officeDocument/2006/relationships/diagramColors" Target="../diagrams/colors4.xml"/><Relationship Id="rId4" Type="http://schemas.openxmlformats.org/officeDocument/2006/relationships/tags" Target="../tags/tag73.xml"/><Relationship Id="rId9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Layout" Target="../slideLayouts/slideLayout65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2.xml"/><Relationship Id="rId4" Type="http://schemas.openxmlformats.org/officeDocument/2006/relationships/tags" Target="../tags/tag8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2.xml"/><Relationship Id="rId4" Type="http://schemas.openxmlformats.org/officeDocument/2006/relationships/tags" Target="../tags/tag8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4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7" Type="http://schemas.openxmlformats.org/officeDocument/2006/relationships/hyperlink" Target="https://dev.azure.com/indall/Corpo/_wiki/wikis/Comptabilit%C3%A9/152589/Strat%C3%A9gie-des-essais-du-domaine" TargetMode="Externa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microsoft.com/office/2018/10/relationships/comments" Target="../comments/modernComment_2B55_ED2E02EA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9.xml"/><Relationship Id="rId4" Type="http://schemas.openxmlformats.org/officeDocument/2006/relationships/tags" Target="../tags/tag9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tags" Target="../tags/tag99.xml"/><Relationship Id="rId7" Type="http://schemas.openxmlformats.org/officeDocument/2006/relationships/diagramLayout" Target="../diagrams/layout5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diagramData" Target="../diagrams/data5.xml"/><Relationship Id="rId5" Type="http://schemas.openxmlformats.org/officeDocument/2006/relationships/notesSlide" Target="../notesSlides/notesSlide10.xml"/><Relationship Id="rId10" Type="http://schemas.microsoft.com/office/2007/relationships/diagramDrawing" Target="../diagrams/drawing5.xml"/><Relationship Id="rId4" Type="http://schemas.openxmlformats.org/officeDocument/2006/relationships/slideLayout" Target="../slideLayouts/slideLayout7.xml"/><Relationship Id="rId9" Type="http://schemas.openxmlformats.org/officeDocument/2006/relationships/diagramColors" Target="../diagrams/colors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themeOverride" Target="../theme/themeOverrid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themeOverride" Target="../theme/themeOverride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.xml"/><Relationship Id="rId1" Type="http://schemas.openxmlformats.org/officeDocument/2006/relationships/tags" Target="../tags/tag10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88F16-231A-F369-DE5D-402825BC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pour une image  8" descr="Une image contenant plein air, ciel, Véhicule terrestre, personne&#10;&#10;Le contenu généré par l’IA peut être incorrect.">
            <a:extLst>
              <a:ext uri="{FF2B5EF4-FFF2-40B4-BE49-F238E27FC236}">
                <a16:creationId xmlns:a16="http://schemas.microsoft.com/office/drawing/2014/main" id="{B70F02FA-9AE4-59A2-EBD7-CEFA7F6EBB81}"/>
              </a:ext>
            </a:extLst>
          </p:cNvPr>
          <p:cNvPicPr>
            <a:picLocks noGrp="1" noChangeAspect="1"/>
          </p:cNvPicPr>
          <p:nvPr>
            <p:ph type="pic" sz="quarter" idx="11"/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8" r="23088"/>
          <a:stretch/>
        </p:blipFill>
        <p:spPr>
          <a:xfrm flipH="1">
            <a:off x="5083175" y="198438"/>
            <a:ext cx="3832225" cy="4746625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A04559A7-DE13-3D0C-1F0C-DA151BAD386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28600" y="247650"/>
            <a:ext cx="4343400" cy="2384822"/>
          </a:xfrm>
        </p:spPr>
        <p:txBody>
          <a:bodyPr/>
          <a:lstStyle/>
          <a:p>
            <a:r>
              <a:rPr lang="fr-CA"/>
              <a:t>Standard QA</a:t>
            </a:r>
            <a:br>
              <a:rPr lang="fr-CA"/>
            </a:br>
            <a:r>
              <a:rPr lang="fr-CA" sz="3200"/>
              <a:t>Affaires, SYSTÈME et TI</a:t>
            </a:r>
            <a:endParaRPr lang="fr-CA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4F53174-0DE2-1690-CDCB-8D7BA0A338E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28600" y="3333750"/>
            <a:ext cx="4343400" cy="948690"/>
          </a:xfrm>
        </p:spPr>
        <p:txBody>
          <a:bodyPr/>
          <a:lstStyle/>
          <a:p>
            <a:r>
              <a:rPr lang="fr-CA" noProof="0"/>
              <a:t>Organisation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14E718A-6610-B24C-B2C7-91EF9BAD529D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4"/>
            </p:custDataLst>
          </p:nvPr>
        </p:nvSpPr>
        <p:spPr>
          <a:xfrm>
            <a:off x="2828925" y="4726190"/>
            <a:ext cx="1743075" cy="293370"/>
          </a:xfrm>
        </p:spPr>
        <p:txBody>
          <a:bodyPr/>
          <a:lstStyle/>
          <a:p>
            <a:r>
              <a:rPr lang="fr-CA"/>
              <a:t>15 Janvier</a:t>
            </a:r>
            <a:r>
              <a:rPr lang="fr-CA" noProof="0"/>
              <a:t> </a:t>
            </a:r>
            <a:r>
              <a:rPr lang="fr-CA"/>
              <a:t>2026</a:t>
            </a:r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89266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936-714F-3EC5-534D-243AED14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039E52-E52A-7BA3-882A-2A0711018C5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CA" noProof="0"/>
              <a:t>Agenda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261450-14D7-BA36-CF56-261F1E500D1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28600" y="933450"/>
            <a:ext cx="8686800" cy="3699273"/>
          </a:xfrm>
        </p:spPr>
        <p:txBody>
          <a:bodyPr/>
          <a:lstStyle/>
          <a:p>
            <a:r>
              <a:rPr lang="fr-CA"/>
              <a:t>01    Retour sur le mandat et les objectifs</a:t>
            </a:r>
          </a:p>
          <a:p>
            <a:r>
              <a:rPr lang="fr-CA" noProof="0"/>
              <a:t>02 	Processus</a:t>
            </a:r>
          </a:p>
          <a:p>
            <a:r>
              <a:rPr lang="fr-CA"/>
              <a:t>03</a:t>
            </a:r>
            <a:r>
              <a:rPr lang="fr-CA" noProof="0"/>
              <a:t> 	RACI</a:t>
            </a:r>
          </a:p>
          <a:p>
            <a:r>
              <a:rPr lang="fr-CA"/>
              <a:t>04</a:t>
            </a:r>
            <a:r>
              <a:rPr lang="fr-CA" noProof="0"/>
              <a:t> 	Gestion des environnements</a:t>
            </a:r>
          </a:p>
          <a:p>
            <a:r>
              <a:rPr lang="fr-CA" noProof="0"/>
              <a:t>	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8D3F63-A4FF-03ED-5889-9E1FD4A1893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CFF269-2187-469B-861B-426AF96A1473}" type="slidenum">
              <a:rPr kumimoji="0" lang="fr-CA" sz="800" b="0" i="0" u="none" strike="noStrike" kern="1200" cap="none" spc="0" normalizeH="0" baseline="0" noProof="0" smtClean="0">
                <a:ln>
                  <a:noFill/>
                </a:ln>
                <a:solidFill>
                  <a:srgbClr val="064DD9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CA" sz="800" b="0" i="0" u="none" strike="noStrike" kern="1200" cap="none" spc="0" normalizeH="0" baseline="0" noProof="0">
              <a:ln>
                <a:noFill/>
              </a:ln>
              <a:solidFill>
                <a:srgbClr val="064DD9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9881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5" name="Freeform: Shape 18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20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8A47536-93C5-6A04-5282-5DC24BDE9C1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fr-CA" sz="3000">
                <a:solidFill>
                  <a:srgbClr val="064DD9"/>
                </a:solidFill>
                <a:latin typeface="DM Sans Light"/>
              </a:rPr>
              <a:t>Mandat et o</a:t>
            </a:r>
            <a:r>
              <a:rPr lang="fr-CA" sz="3000" noProof="0">
                <a:solidFill>
                  <a:srgbClr val="064DD9"/>
                </a:solidFill>
                <a:latin typeface="DM Sans Light"/>
              </a:rPr>
              <a:t>bjectifs des ateliers QA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BCAFB7-A960-1C98-9320-7EBA399D9E3F}"/>
              </a:ext>
            </a:extLst>
          </p:cNvPr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4075611" y="2032000"/>
            <a:ext cx="4437453" cy="28945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Ces ateliers visent à :</a:t>
            </a:r>
          </a:p>
          <a:p>
            <a:pPr marL="271463" indent="-271463">
              <a:buFont typeface="Wingdings" panose="05000000000000000000" pitchFamily="2" charset="2"/>
              <a:buChar char="q"/>
            </a:pPr>
            <a:r>
              <a:rPr lang="fr-CA" sz="1500">
                <a:solidFill>
                  <a:srgbClr val="064DD9"/>
                </a:solidFill>
                <a:latin typeface="DM Sans" pitchFamily="2" charset="0"/>
              </a:rPr>
              <a:t>H</a:t>
            </a:r>
            <a:r>
              <a:rPr lang="fr-CA" sz="1500" noProof="0" err="1">
                <a:solidFill>
                  <a:srgbClr val="064DD9"/>
                </a:solidFill>
                <a:latin typeface="DM Sans" pitchFamily="2" charset="0"/>
              </a:rPr>
              <a:t>armoniser</a:t>
            </a: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 les pratiques QA, </a:t>
            </a:r>
          </a:p>
          <a:p>
            <a:pPr marL="271463" indent="-271463">
              <a:buFont typeface="Wingdings" panose="05000000000000000000" pitchFamily="2" charset="2"/>
              <a:buChar char="q"/>
            </a:pPr>
            <a:r>
              <a:rPr lang="fr-CA" sz="1500">
                <a:solidFill>
                  <a:srgbClr val="064DD9"/>
                </a:solidFill>
                <a:latin typeface="DM Sans" pitchFamily="2" charset="0"/>
              </a:rPr>
              <a:t>C</a:t>
            </a:r>
            <a:r>
              <a:rPr lang="fr-CA" sz="1500" noProof="0" err="1">
                <a:solidFill>
                  <a:srgbClr val="064DD9"/>
                </a:solidFill>
                <a:latin typeface="DM Sans" pitchFamily="2" charset="0"/>
              </a:rPr>
              <a:t>larifier</a:t>
            </a: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 les rôles et responsabilités, </a:t>
            </a:r>
          </a:p>
          <a:p>
            <a:pPr marL="271463" indent="-271463">
              <a:buFont typeface="Wingdings" panose="05000000000000000000" pitchFamily="2" charset="2"/>
              <a:buChar char="q"/>
            </a:pPr>
            <a:r>
              <a:rPr lang="fr-CA" sz="1500">
                <a:solidFill>
                  <a:srgbClr val="064DD9"/>
                </a:solidFill>
                <a:latin typeface="DM Sans" pitchFamily="2" charset="0"/>
              </a:rPr>
              <a:t>S</a:t>
            </a:r>
            <a:r>
              <a:rPr lang="fr-CA" sz="1500" noProof="0" err="1">
                <a:solidFill>
                  <a:srgbClr val="064DD9"/>
                </a:solidFill>
                <a:latin typeface="DM Sans" pitchFamily="2" charset="0"/>
              </a:rPr>
              <a:t>tructurer</a:t>
            </a: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 les processus de test</a:t>
            </a:r>
          </a:p>
          <a:p>
            <a:pPr marL="271463" indent="-271463">
              <a:buFont typeface="Wingdings" panose="05000000000000000000" pitchFamily="2" charset="2"/>
              <a:buChar char="q"/>
            </a:pPr>
            <a:r>
              <a:rPr lang="fr-CA" sz="1500">
                <a:solidFill>
                  <a:srgbClr val="064DD9"/>
                </a:solidFill>
                <a:latin typeface="DM Sans" pitchFamily="2" charset="0"/>
              </a:rPr>
              <a:t>A</a:t>
            </a:r>
            <a:r>
              <a:rPr lang="fr-CA" sz="1500" noProof="0" err="1">
                <a:solidFill>
                  <a:srgbClr val="064DD9"/>
                </a:solidFill>
                <a:latin typeface="DM Sans" pitchFamily="2" charset="0"/>
              </a:rPr>
              <a:t>ssurer</a:t>
            </a: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 une meilleure coordination entre les différentes parties prenantes afin de garantir la qualité des livraisons.</a:t>
            </a:r>
          </a:p>
        </p:txBody>
      </p:sp>
      <p:graphicFrame>
        <p:nvGraphicFramePr>
          <p:cNvPr id="5" name="ZoneTexte 34">
            <a:extLst>
              <a:ext uri="{FF2B5EF4-FFF2-40B4-BE49-F238E27FC236}">
                <a16:creationId xmlns:a16="http://schemas.microsoft.com/office/drawing/2014/main" id="{DD747B72-6532-7BFA-AC27-1CCCBDE22BEC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858734183"/>
              </p:ext>
            </p:extLst>
          </p:nvPr>
        </p:nvGraphicFramePr>
        <p:xfrm>
          <a:off x="4110535" y="317447"/>
          <a:ext cx="4509519" cy="1819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907B991-F4BE-134D-7330-5BA60E8E6D5C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4255833" y="317447"/>
          <a:ext cx="4129278" cy="27813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29278">
                  <a:extLst>
                    <a:ext uri="{9D8B030D-6E8A-4147-A177-3AD203B41FA5}">
                      <a16:colId xmlns:a16="http://schemas.microsoft.com/office/drawing/2014/main" val="230251294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fr-CA" sz="1200" noProof="0"/>
                        <a:t>MANDAT commun de Philippe, Isabelle et Josée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294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53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880624-BABD-1B18-96E7-79834019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 anchor="t">
            <a:normAutofit/>
          </a:bodyPr>
          <a:lstStyle/>
          <a:p>
            <a:r>
              <a:rPr lang="fr-CA"/>
              <a:t>Où en sommes-nous?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B00B35-56FE-06E3-CCBF-BB536FE7E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 marL="0" marR="0" lvl="0" indent="0" algn="r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92CFF269-2187-469B-861B-426AF96A1473}" type="slidenum">
              <a:rPr kumimoji="0" lang="fr-CA" sz="800" b="0" i="0" u="none" strike="noStrike" kern="1200" cap="none" spc="0" normalizeH="0" baseline="0" noProof="0" smtClean="0">
                <a:ln>
                  <a:noFill/>
                </a:ln>
                <a:solidFill>
                  <a:srgbClr val="064DD9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CA" sz="800" b="0" i="0" u="none" strike="noStrike" kern="1200" cap="none" spc="0" normalizeH="0" baseline="0" noProof="0">
              <a:ln>
                <a:noFill/>
              </a:ln>
              <a:solidFill>
                <a:srgbClr val="064DD9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graphicFrame>
        <p:nvGraphicFramePr>
          <p:cNvPr id="17" name="Espace réservé du contenu 4">
            <a:extLst>
              <a:ext uri="{FF2B5EF4-FFF2-40B4-BE49-F238E27FC236}">
                <a16:creationId xmlns:a16="http://schemas.microsoft.com/office/drawing/2014/main" id="{6AD2E790-7410-45E2-4329-C1D768D7C2B8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647957475"/>
              </p:ext>
            </p:extLst>
          </p:nvPr>
        </p:nvGraphicFramePr>
        <p:xfrm>
          <a:off x="408940" y="641350"/>
          <a:ext cx="810514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191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AE125-6900-3DC0-C638-92221D76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 standard ISTQB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1491D4-A51C-6408-55A8-0CC877C9D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85801"/>
            <a:ext cx="8483600" cy="2692950"/>
          </a:xfrm>
        </p:spPr>
        <p:txBody>
          <a:bodyPr/>
          <a:lstStyle/>
          <a:p>
            <a:pPr marL="173736" indent="0">
              <a:lnSpc>
                <a:spcPct val="100000"/>
              </a:lnSpc>
              <a:buNone/>
            </a:pPr>
            <a:r>
              <a:rPr lang="fr-CA" sz="1600"/>
              <a:t>« Dans un environnement Agile et DevOps où chaque déploiement peut partir en production en quelques minutes, les tests deviennent la garde avancée de la qualité : ils révèlent les défauts là où ils comptent, réduisent les risques avant qu’ils n’atteignent l’utilisateur et soutiennent un flux de livraison fiable et continu. »</a:t>
            </a:r>
          </a:p>
          <a:p>
            <a:pPr marL="173736" indent="0" algn="r">
              <a:lnSpc>
                <a:spcPct val="100000"/>
              </a:lnSpc>
              <a:buNone/>
            </a:pPr>
            <a:r>
              <a:rPr lang="fr-CA" sz="1100" i="1"/>
              <a:t>inspiré des principes ISTQB</a:t>
            </a:r>
          </a:p>
          <a:p>
            <a:pPr marL="173736" indent="0" algn="r">
              <a:lnSpc>
                <a:spcPct val="100000"/>
              </a:lnSpc>
              <a:buNone/>
            </a:pPr>
            <a:endParaRPr lang="fr-CA" sz="1100" i="1"/>
          </a:p>
          <a:p>
            <a:pPr marL="173736" indent="0">
              <a:lnSpc>
                <a:spcPct val="100000"/>
              </a:lnSpc>
              <a:buNone/>
            </a:pPr>
            <a:r>
              <a:rPr lang="fr-CA" sz="1400"/>
              <a:t>L’ISTQB est l’organisme international de référence en certification du test logiciel, offrant un corpus standardisé de connaissances et de bonnes pratiques adopté dans plus de 130 pays. </a:t>
            </a:r>
          </a:p>
          <a:p>
            <a:pPr marL="173736" indent="0">
              <a:lnSpc>
                <a:spcPct val="100000"/>
              </a:lnSpc>
              <a:buNone/>
            </a:pPr>
            <a:endParaRPr lang="fr-CA" sz="1600"/>
          </a:p>
          <a:p>
            <a:pPr marL="173736" indent="0">
              <a:lnSpc>
                <a:spcPct val="100000"/>
              </a:lnSpc>
              <a:buNone/>
            </a:pPr>
            <a:endParaRPr lang="fr-CA" sz="160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D5D1C9-7F38-0637-FFFE-59E4927CF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CFF269-2187-469B-861B-426AF96A1473}" type="slidenum">
              <a:rPr kumimoji="0" lang="fr-CA" sz="800" b="0" i="0" u="none" strike="noStrike" kern="1200" cap="none" spc="0" normalizeH="0" baseline="0" noProof="0" smtClean="0">
                <a:ln>
                  <a:noFill/>
                </a:ln>
                <a:solidFill>
                  <a:srgbClr val="064DD9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CA" sz="800" b="0" i="0" u="none" strike="noStrike" kern="1200" cap="none" spc="0" normalizeH="0" baseline="0" noProof="0">
              <a:ln>
                <a:noFill/>
              </a:ln>
              <a:solidFill>
                <a:srgbClr val="064DD9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pic>
        <p:nvPicPr>
          <p:cNvPr id="12" name="Image 11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99EF259D-AF9D-07D1-DFA2-4CFDABA11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16320" y="3347720"/>
            <a:ext cx="2515254" cy="143697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15643AC-9673-1FED-7F9E-34A50DD72CA4}"/>
              </a:ext>
            </a:extLst>
          </p:cNvPr>
          <p:cNvSpPr txBox="1"/>
          <p:nvPr/>
        </p:nvSpPr>
        <p:spPr>
          <a:xfrm>
            <a:off x="304972" y="3388360"/>
            <a:ext cx="60338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400" b="0" i="0" u="none" strike="noStrike" kern="1200" cap="none" spc="0" normalizeH="0" baseline="0" noProof="0">
                <a:ln>
                  <a:noFill/>
                </a:ln>
                <a:solidFill>
                  <a:srgbClr val="064DD9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Nous élaborons donc notre standard QA en nous appuyant sur les principes reconnus de l’ISTQB, afin de garantir une approche structurée, cohérente et alignée sur les meilleures pratiques.</a:t>
            </a:r>
          </a:p>
        </p:txBody>
      </p:sp>
    </p:spTree>
    <p:extLst>
      <p:ext uri="{BB962C8B-B14F-4D97-AF65-F5344CB8AC3E}">
        <p14:creationId xmlns:p14="http://schemas.microsoft.com/office/powerpoint/2010/main" val="30472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649277-57CB-FA99-8A6D-1388CDF0D2F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Nos attentes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D23215-67B6-33F3-EE50-E1EEE9EBC11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28600" y="811530"/>
            <a:ext cx="8519160" cy="3318273"/>
          </a:xfrm>
        </p:spPr>
        <p:txBody>
          <a:bodyPr/>
          <a:lstStyle/>
          <a:p>
            <a:r>
              <a:rPr lang="fr-CA"/>
              <a:t>L’équipe de gestion peut accompagner les ressources dans l’adoption des activités QA</a:t>
            </a:r>
          </a:p>
          <a:p>
            <a:r>
              <a:rPr lang="fr-CA"/>
              <a:t>Les équipes suivent le standard QA défini par notre secteur</a:t>
            </a:r>
          </a:p>
          <a:p>
            <a:r>
              <a:rPr lang="fr-CA"/>
              <a:t>Les CP/SM mettent en place les activités de QA en œuvre dans leurs équipes</a:t>
            </a:r>
          </a:p>
          <a:p>
            <a:r>
              <a:rPr lang="fr-CA"/>
              <a:t>L’utilisation de l’outil sélectionné: </a:t>
            </a:r>
            <a:r>
              <a:rPr lang="fr-CA" b="1"/>
              <a:t>Azure DevOps Test Plans</a:t>
            </a:r>
            <a:r>
              <a:rPr lang="fr-CA"/>
              <a:t>, pour élaborer les plans de tests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5F2649-7A29-07C6-BE57-CD14A40D68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CFF269-2187-469B-861B-426AF96A1473}" type="slidenum">
              <a:rPr kumimoji="0" lang="fr-CA" sz="800" b="0" i="0" u="none" strike="noStrike" kern="1200" cap="none" spc="0" normalizeH="0" baseline="0" noProof="0" smtClean="0">
                <a:ln>
                  <a:noFill/>
                </a:ln>
                <a:solidFill>
                  <a:srgbClr val="064DD9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CA" sz="800" b="0" i="0" u="none" strike="noStrike" kern="1200" cap="none" spc="0" normalizeH="0" baseline="0" noProof="0">
              <a:ln>
                <a:noFill/>
              </a:ln>
              <a:solidFill>
                <a:srgbClr val="064DD9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pic>
        <p:nvPicPr>
          <p:cNvPr id="6" name="Image 5" descr="Une image contenant texte, capture d’écran, logo, Police&#10;&#10;Le contenu généré par l’IA peut être incorrect.">
            <a:extLst>
              <a:ext uri="{FF2B5EF4-FFF2-40B4-BE49-F238E27FC236}">
                <a16:creationId xmlns:a16="http://schemas.microsoft.com/office/drawing/2014/main" id="{93E23706-2400-8833-EE5C-4E85848C3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2280" y="3590018"/>
            <a:ext cx="2504440" cy="13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19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7C6A-BD59-91FE-90A5-14B8C4F6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8EFCE39-1F01-EDAD-B968-6D3AAE43989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7</a:t>
            </a:fld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FCD74D-7E4B-ECEC-A0DA-0BA23297C36D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fr-CA" sz="7200"/>
              <a:t>Processus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CC8C69-E95B-81B1-2312-00B7C1428C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00800" y="4174210"/>
            <a:ext cx="18184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@Benoit Cosials</a:t>
            </a:r>
          </a:p>
        </p:txBody>
      </p:sp>
    </p:spTree>
    <p:extLst>
      <p:ext uri="{BB962C8B-B14F-4D97-AF65-F5344CB8AC3E}">
        <p14:creationId xmlns:p14="http://schemas.microsoft.com/office/powerpoint/2010/main" val="1494566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8A3F-9F9D-3E13-CADD-36868460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E48AA4D6-8BA1-BACC-FC98-99C9E91C430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85750"/>
            <a:ext cx="8458200" cy="477360"/>
          </a:xfrm>
        </p:spPr>
        <p:txBody>
          <a:bodyPr lIns="91440" tIns="45720" rIns="91440" bIns="45720" anchor="ctr">
            <a:normAutofit/>
          </a:bodyPr>
          <a:lstStyle/>
          <a:p>
            <a:r>
              <a:rPr lang="fr-CA">
                <a:latin typeface="Arial"/>
                <a:cs typeface="Arial"/>
              </a:rPr>
              <a:t>Processus de livraison</a:t>
            </a:r>
            <a:endParaRPr lang="fr-CA" noProof="0"/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A02F769C-7B93-7051-4880-DC9F31EDCD2B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08894995"/>
              </p:ext>
            </p:extLst>
          </p:nvPr>
        </p:nvGraphicFramePr>
        <p:xfrm>
          <a:off x="455578" y="1428750"/>
          <a:ext cx="8458199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2" name="Groupe 1">
            <a:extLst>
              <a:ext uri="{FF2B5EF4-FFF2-40B4-BE49-F238E27FC236}">
                <a16:creationId xmlns:a16="http://schemas.microsoft.com/office/drawing/2014/main" id="{6CF28423-E9C3-6288-77E2-BE6AB0F789CF}"/>
              </a:ext>
            </a:extLst>
          </p:cNvPr>
          <p:cNvGrpSpPr/>
          <p:nvPr/>
        </p:nvGrpSpPr>
        <p:grpSpPr>
          <a:xfrm>
            <a:off x="7581014" y="180783"/>
            <a:ext cx="1332763" cy="342457"/>
            <a:chOff x="3151794" y="2189345"/>
            <a:chExt cx="931723" cy="582327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40CDC5DB-52B0-7E93-E394-1609C6DB9F89}"/>
                </a:ext>
              </a:extLst>
            </p:cNvPr>
            <p:cNvSpPr/>
            <p:nvPr/>
          </p:nvSpPr>
          <p:spPr>
            <a:xfrm>
              <a:off x="3151794" y="2189345"/>
              <a:ext cx="931723" cy="58232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73CDF194-AD4A-1B3B-F52C-709288291994}"/>
                </a:ext>
              </a:extLst>
            </p:cNvPr>
            <p:cNvSpPr txBox="1"/>
            <p:nvPr/>
          </p:nvSpPr>
          <p:spPr>
            <a:xfrm>
              <a:off x="3168850" y="2206401"/>
              <a:ext cx="897611" cy="54821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240" tIns="10160" rIns="15240" bIns="10160" numCol="1" spcCol="1270" anchor="ctr" anchorCtr="0">
              <a:noAutofit/>
            </a:bodyPr>
            <a:lstStyle/>
            <a:p>
              <a:pPr marL="0" lvl="0" indent="0" algn="ctr" defTabSz="3556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CA" sz="800" kern="1200"/>
                <a:t>Il y a des SIGN-OFF pour ces étapes</a:t>
              </a:r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3E03428A-E5CB-E42B-B8F3-15129FD006C8}"/>
              </a:ext>
            </a:extLst>
          </p:cNvPr>
          <p:cNvSpPr txBox="1"/>
          <p:nvPr/>
        </p:nvSpPr>
        <p:spPr>
          <a:xfrm>
            <a:off x="455579" y="924560"/>
            <a:ext cx="8433800" cy="3000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CA"/>
              <a:t>Phase de réalisation</a:t>
            </a:r>
          </a:p>
        </p:txBody>
      </p:sp>
    </p:spTree>
    <p:extLst>
      <p:ext uri="{BB962C8B-B14F-4D97-AF65-F5344CB8AC3E}">
        <p14:creationId xmlns:p14="http://schemas.microsoft.com/office/powerpoint/2010/main" val="328424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B80A1-605B-C618-4956-B84B0D95D5A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>
                <a:latin typeface="DM Sans Light"/>
              </a:rPr>
              <a:t>Mode de livraison N2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6138331-63A0-54ED-D4C1-A118137293B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760720" y="1428750"/>
            <a:ext cx="3153057" cy="350520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fr-CA"/>
              <a:t>Pendant le PI Planning</a:t>
            </a:r>
          </a:p>
          <a:p>
            <a:pPr lvl="1">
              <a:spcAft>
                <a:spcPts val="600"/>
              </a:spcAft>
            </a:pPr>
            <a:r>
              <a:rPr lang="fr-CA"/>
              <a:t>Construire le roadmap</a:t>
            </a:r>
          </a:p>
          <a:p>
            <a:pPr lvl="1">
              <a:spcAft>
                <a:spcPts val="600"/>
              </a:spcAft>
            </a:pPr>
            <a:r>
              <a:rPr lang="fr-CA"/>
              <a:t>Annoncer les environnements</a:t>
            </a:r>
          </a:p>
          <a:p>
            <a:pPr lvl="1">
              <a:spcAft>
                <a:spcPts val="600"/>
              </a:spcAft>
            </a:pPr>
            <a:r>
              <a:rPr lang="fr-CA"/>
              <a:t>désigner le Responsable QA</a:t>
            </a:r>
          </a:p>
          <a:p>
            <a:pPr>
              <a:spcAft>
                <a:spcPts val="600"/>
              </a:spcAft>
            </a:pPr>
            <a:r>
              <a:rPr lang="fr-CA">
                <a:ea typeface="+mn-lt"/>
                <a:cs typeface="+mn-lt"/>
              </a:rPr>
              <a:t>Début de réalisation</a:t>
            </a:r>
            <a:endParaRPr lang="fr-CA"/>
          </a:p>
          <a:p>
            <a:pPr lvl="1">
              <a:spcAft>
                <a:spcPts val="600"/>
              </a:spcAft>
            </a:pPr>
            <a:r>
              <a:rPr lang="fr-CA"/>
              <a:t>établir le scope</a:t>
            </a:r>
          </a:p>
          <a:p>
            <a:pPr lvl="1">
              <a:spcAft>
                <a:spcPts val="600"/>
              </a:spcAft>
            </a:pPr>
            <a:r>
              <a:rPr lang="fr-CA"/>
              <a:t>faire les analyses d’impact et de risque QA</a:t>
            </a:r>
          </a:p>
          <a:p>
            <a:pPr lvl="1">
              <a:spcAft>
                <a:spcPts val="600"/>
              </a:spcAft>
            </a:pPr>
            <a:r>
              <a:rPr lang="fr-CA" b="1"/>
              <a:t>stratégie d’essais du domaine 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949C72A-AF49-2A2B-743F-A23D0C24B3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7735" y="2483352"/>
            <a:ext cx="113244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Organiser le projet</a:t>
            </a:r>
            <a:endParaRPr lang="en-US" sz="80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B098586-0088-26F5-0782-0CB8CB91993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7735" y="1553014"/>
            <a:ext cx="4823265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/>
              <a:t>Q1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C981353-BEFC-4678-2B86-054CDC35622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7735" y="1949593"/>
            <a:ext cx="1132449" cy="22225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/>
              <a:t>PI Planning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7C945FB-61B7-3EB8-1EEA-6B0D309B388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885071" y="1949593"/>
            <a:ext cx="3575929" cy="22225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/>
              <a:t>Livraison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5009145-FE53-5295-BAC5-0249660C487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885070" y="2495390"/>
            <a:ext cx="854300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CA" sz="800"/>
              <a:t>Début de réalisation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A16A98-13B5-AE1B-7295-8D2B625C6A68}"/>
              </a:ext>
            </a:extLst>
          </p:cNvPr>
          <p:cNvSpPr/>
          <p:nvPr/>
        </p:nvSpPr>
        <p:spPr>
          <a:xfrm>
            <a:off x="386080" y="3053080"/>
            <a:ext cx="187960" cy="894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CA"/>
              <a:t>Fiscalité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C0D538E-2C15-2C84-DC1D-EF75A26CFD3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885070" y="3058257"/>
            <a:ext cx="85429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Analyse et conception</a:t>
            </a:r>
            <a:endParaRPr lang="en-US" sz="80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191F774-8B6E-6802-08D1-E756F7F18D2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818736" y="3058257"/>
            <a:ext cx="854299" cy="24618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Dev et Config</a:t>
            </a:r>
            <a:endParaRPr lang="en-US" sz="80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2EB9306-3924-2B95-D75D-BBC8EA4E3F8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269802" y="3405354"/>
            <a:ext cx="85429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Analyse et conception</a:t>
            </a:r>
            <a:endParaRPr lang="en-US" sz="80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A36BB07-6DAD-BD1D-0354-E0FD3E5326A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210658" y="3405354"/>
            <a:ext cx="854299" cy="24618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Dev et Config</a:t>
            </a:r>
            <a:endParaRPr lang="en-US" sz="80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D91C6E2-BAAB-FDE4-CFC3-2423F79A3B5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82319" y="3053080"/>
            <a:ext cx="85429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DEI No 1111</a:t>
            </a:r>
            <a:endParaRPr lang="en-US" sz="80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ECBCCE5B-8208-888A-F1B3-ACA0C3F3BE3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82319" y="3405354"/>
            <a:ext cx="85429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DEI No 2222</a:t>
            </a:r>
            <a:endParaRPr lang="en-US" sz="80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00CFCE6B-E2D2-01B4-3BFA-A2058301AEC0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151514" y="3053080"/>
            <a:ext cx="854299" cy="59845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Préparation MEP</a:t>
            </a:r>
            <a:endParaRPr lang="en-US" sz="800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C1D142C-47B4-6A48-753E-74BBD32685A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85181" y="3053080"/>
            <a:ext cx="467260" cy="59845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MEP</a:t>
            </a:r>
            <a:endParaRPr lang="en-US" sz="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4E9EF-F50D-A810-EA63-5DD72EA90041}"/>
              </a:ext>
            </a:extLst>
          </p:cNvPr>
          <p:cNvSpPr/>
          <p:nvPr/>
        </p:nvSpPr>
        <p:spPr>
          <a:xfrm>
            <a:off x="386080" y="4039870"/>
            <a:ext cx="187960" cy="894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CA"/>
              <a:t>Bancaire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3EAB4205-3BDE-18CB-675C-C016EC8EAE90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76809" y="4240725"/>
            <a:ext cx="4775632" cy="24618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Idem Fiscalité, mais pour les DEI de GDA</a:t>
            </a:r>
            <a:endParaRPr lang="en-US" sz="800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5AF04836-D9BD-167A-94AD-9130747424E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574280" y="162657"/>
            <a:ext cx="1339497" cy="24618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En marron, les activités avec des essais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110720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D6BDD4B6-0175-3CD6-A96D-0F1F258CE20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522929" y="3053065"/>
            <a:ext cx="426619" cy="59845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MEP</a:t>
            </a:r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B80A1-605B-C618-4956-B84B0D95D5A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Livraison N3 et N4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6138331-63A0-54ED-D4C1-A118137293B4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760720" y="1428750"/>
            <a:ext cx="3153057" cy="3505200"/>
          </a:xfrm>
          <a:solidFill>
            <a:srgbClr val="F2F2F2"/>
          </a:solidFill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fr-CA"/>
              <a:t>Pour les N3 et N4 vous avez des phases alignées sur les objectifs du LBC/SBC</a:t>
            </a:r>
          </a:p>
          <a:p>
            <a:pPr>
              <a:spcAft>
                <a:spcPts val="1200"/>
              </a:spcAft>
            </a:pPr>
            <a:r>
              <a:rPr lang="fr-CA"/>
              <a:t>Le processus de QA s’exécute pour chaque phase</a:t>
            </a:r>
          </a:p>
          <a:p>
            <a:pPr>
              <a:spcAft>
                <a:spcPts val="1200"/>
              </a:spcAft>
            </a:pPr>
            <a:r>
              <a:rPr lang="fr-CA"/>
              <a:t>Il peut y avoir besoin de fusionner du code ou des configurations pour une MEP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B098586-0088-26F5-0782-0CB8CB91993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88620" y="1492959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/>
              <a:t>Q1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E1AA704-A9DD-D286-FB88-A8CD6F5FED6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13709" y="1492959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/>
              <a:t>Q2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90AB433-751E-A60B-D27F-B5483A75431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838798" y="1492958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/>
              <a:t>Q3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C9DFA96-2ABE-1FFF-BC64-5C3B30D9EC4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063887" y="1500846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/>
              <a:t>Q4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1F29124-0252-9D6F-B53C-1BE49952FB3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34226" y="2227077"/>
            <a:ext cx="113244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Organiser le projet</a:t>
            </a:r>
            <a:endParaRPr lang="en-US" sz="80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7A677F6-D2EF-1BBB-12DC-70C2B3FBC24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132839" y="2737217"/>
            <a:ext cx="85429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Architecture détaillée</a:t>
            </a:r>
            <a:endParaRPr lang="en-US" sz="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FB79E5-DD97-C76B-211D-1B3EC74C399F}"/>
              </a:ext>
            </a:extLst>
          </p:cNvPr>
          <p:cNvSpPr/>
          <p:nvPr/>
        </p:nvSpPr>
        <p:spPr>
          <a:xfrm>
            <a:off x="386080" y="2753360"/>
            <a:ext cx="187960" cy="909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CA"/>
              <a:t>WS 1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086192E-4C43-6469-BD6E-393DE6C74DF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792614" y="3058243"/>
            <a:ext cx="779994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Analyse et conception</a:t>
            </a:r>
            <a:endParaRPr lang="en-US" sz="800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C23C1107-D2EE-7721-ECAC-EE97162649B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627769" y="3064453"/>
            <a:ext cx="779994" cy="24618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Dev et Config</a:t>
            </a:r>
            <a:endParaRPr lang="en-US" sz="800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792BAD75-9000-D2C8-FE91-C3D278AD36A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381243" y="3405354"/>
            <a:ext cx="1177273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Analyse et conception</a:t>
            </a:r>
            <a:endParaRPr lang="en-US" sz="800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80C7D31B-FD08-43D8-F7FD-C5E3DFF5BB67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3613678" y="3405354"/>
            <a:ext cx="930742" cy="24618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Dev et Config</a:t>
            </a:r>
            <a:endParaRPr lang="en-US" sz="800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C874A3FF-B224-6CFE-26C4-4F1B21620BD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132840" y="3064453"/>
            <a:ext cx="601060" cy="246185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fr-CA" sz="800" err="1"/>
              <a:t>Feature</a:t>
            </a:r>
            <a:r>
              <a:rPr lang="fr-CA" sz="800"/>
              <a:t> No 1</a:t>
            </a:r>
            <a:endParaRPr lang="en-US" sz="800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40386966-D086-BC91-394B-E4BA670A75C4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132840" y="3405354"/>
            <a:ext cx="601060" cy="246185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fr-CA" sz="800" err="1"/>
              <a:t>Feature</a:t>
            </a:r>
            <a:r>
              <a:rPr lang="fr-CA" sz="800"/>
              <a:t> No 2</a:t>
            </a:r>
            <a:endParaRPr lang="en-US" sz="80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7BEFAC6C-E8D4-C456-525D-7B4FFE6790D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599581" y="3064453"/>
            <a:ext cx="831712" cy="59845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Préparation MEP</a:t>
            </a:r>
            <a:endParaRPr lang="en-US" sz="800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15421EB-A441-3B6B-3464-626DF5B2A0D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86080" y="1837203"/>
            <a:ext cx="746760" cy="22225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800"/>
              <a:t>SBC,LBC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489A9E58-FD89-9526-4371-6EDC2FA1AE16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177699" y="1842995"/>
            <a:ext cx="2634842" cy="22225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/>
              <a:t>Phase 1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1E367456-B978-9091-377E-606D5EF1E1A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362846" y="2113528"/>
            <a:ext cx="1927469" cy="22225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A" sz="1400"/>
              <a:t>Phase 2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08B85010-403A-0712-852C-75F5782E7C9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3362846" y="2719518"/>
            <a:ext cx="854300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Architecture détaillée</a:t>
            </a:r>
            <a:endParaRPr lang="en-US" sz="8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711E2A-34D6-13A9-5DE7-40FF444334F1}"/>
              </a:ext>
            </a:extLst>
          </p:cNvPr>
          <p:cNvSpPr/>
          <p:nvPr/>
        </p:nvSpPr>
        <p:spPr>
          <a:xfrm>
            <a:off x="386080" y="4109488"/>
            <a:ext cx="187960" cy="909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CA"/>
              <a:t>WS 2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89F99749-125D-8153-98A6-35767205B930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1132840" y="4568287"/>
            <a:ext cx="601060" cy="246185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fr-CA" sz="800" err="1"/>
              <a:t>Feature</a:t>
            </a:r>
            <a:r>
              <a:rPr lang="fr-CA" sz="800"/>
              <a:t> No 3</a:t>
            </a:r>
            <a:endParaRPr lang="en-US" sz="800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37CB4527-78DF-AC49-F89C-2A6E77579E7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783117" y="4568287"/>
            <a:ext cx="779994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Analyse et conception</a:t>
            </a:r>
            <a:endParaRPr lang="en-US" sz="80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76DE20D9-2D26-FDA7-EFC3-F8D0C513EDAD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716783" y="4568287"/>
            <a:ext cx="779994" cy="24618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Dev et Config</a:t>
            </a:r>
            <a:endParaRPr lang="en-US" sz="800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D092C869-2F58-ADBD-AE4B-4BAC174F4EBA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588098" y="4563110"/>
            <a:ext cx="1288701" cy="274436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Préparation MEP</a:t>
            </a:r>
            <a:endParaRPr lang="en-US" sz="800"/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0CEC077D-CCCB-DBE3-5C64-2A3627FAE0FE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4983227" y="4563110"/>
            <a:ext cx="426619" cy="25136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MEP</a:t>
            </a:r>
            <a:endParaRPr lang="en-US" sz="800"/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51F796F2-4A0B-5657-8595-FDC17057A28D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1132839" y="4227082"/>
            <a:ext cx="85429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CA" sz="800"/>
              <a:t>Architecture détaillée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71631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51B8B-689B-9891-8E6E-B72FE164F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2ABDA57-F0A3-4A8F-C971-8B9095C898C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11</a:t>
            </a:fld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48A58A-9965-E545-691F-8E59518AE59A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fr-CA" sz="7200"/>
              <a:t>RACI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F3CB777-7183-EC83-5D0A-FF613FC8E01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00800" y="4174210"/>
            <a:ext cx="18184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@Sahar El Aida</a:t>
            </a:r>
          </a:p>
        </p:txBody>
      </p:sp>
    </p:spTree>
    <p:extLst>
      <p:ext uri="{BB962C8B-B14F-4D97-AF65-F5344CB8AC3E}">
        <p14:creationId xmlns:p14="http://schemas.microsoft.com/office/powerpoint/2010/main" val="345868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9125A3E-F88A-14E4-282F-CC5D36458F4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33585"/>
          </a:xfrm>
        </p:spPr>
        <p:txBody>
          <a:bodyPr anchor="t">
            <a:normAutofit/>
          </a:bodyPr>
          <a:lstStyle/>
          <a:p>
            <a:r>
              <a:rPr lang="fr-CA" sz="3100">
                <a:solidFill>
                  <a:schemeClr val="bg2"/>
                </a:solidFill>
              </a:rPr>
              <a:t>Le rôle Responsable QA : Moteur de la qualité</a:t>
            </a:r>
            <a:endParaRPr lang="en-US" sz="3500">
              <a:solidFill>
                <a:schemeClr val="bg2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700E7D-21E7-D804-1905-F51D950270F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92CFF269-2187-469B-861B-426AF96A1473}" type="slidenum">
              <a:rPr lang="fr-CA" smtClean="0"/>
              <a:pPr>
                <a:spcAft>
                  <a:spcPts val="600"/>
                </a:spcAft>
              </a:pPr>
              <a:t>12</a:t>
            </a:fld>
            <a:endParaRPr lang="fr-CA"/>
          </a:p>
        </p:txBody>
      </p:sp>
      <p:graphicFrame>
        <p:nvGraphicFramePr>
          <p:cNvPr id="17" name="Espace réservé du texte 5">
            <a:extLst>
              <a:ext uri="{FF2B5EF4-FFF2-40B4-BE49-F238E27FC236}">
                <a16:creationId xmlns:a16="http://schemas.microsoft.com/office/drawing/2014/main" id="{1EB92441-E880-62C7-A664-67FBC963CF48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228600" y="2152650"/>
          <a:ext cx="8686800" cy="2480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14DA54E-A284-612E-F142-B0AEE41F3B8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54602" y="976544"/>
            <a:ext cx="7430610" cy="83450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CA"/>
              <a:t>Responsabilité rotative : Un analyste est désigné Responsable QA sur le projet selon la nature du projet.</a:t>
            </a:r>
            <a:endParaRPr lang="en-US"/>
          </a:p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47190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B093BC3-9D21-5DD8-ACE1-D4688E4FEF6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592" y="233189"/>
            <a:ext cx="7886700" cy="542580"/>
          </a:xfrm>
        </p:spPr>
        <p:txBody>
          <a:bodyPr/>
          <a:lstStyle/>
          <a:p>
            <a:r>
              <a:rPr lang="fr-CA" sz="2000">
                <a:latin typeface="DM Sans Light"/>
              </a:rPr>
              <a:t>Mission du QA : Coordination et Excellence Transversale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4A20430-ACC6-0A1D-D2B2-5BF9439B1FA2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47592" y="680499"/>
            <a:ext cx="3868340" cy="617934"/>
          </a:xfrm>
        </p:spPr>
        <p:txBody>
          <a:bodyPr/>
          <a:lstStyle/>
          <a:p>
            <a:r>
              <a:rPr lang="fr-CA"/>
              <a:t>Actions principales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E67371-3A26-3B90-389B-C45A148A57D4}"/>
              </a:ext>
            </a:extLst>
          </p:cNvPr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235072" y="1427005"/>
            <a:ext cx="2917146" cy="2763441"/>
          </a:xfrm>
        </p:spPr>
        <p:txBody>
          <a:bodyPr>
            <a:normAutofit fontScale="92500" lnSpcReduction="2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400" b="1">
                <a:solidFill>
                  <a:schemeClr val="tx2"/>
                </a:solidFill>
                <a:latin typeface="Arial"/>
                <a:cs typeface="Arial"/>
              </a:rPr>
              <a:t>Coordination</a:t>
            </a:r>
            <a:r>
              <a:rPr lang="fr-FR" altLang="fr-FR" sz="1400">
                <a:solidFill>
                  <a:schemeClr val="tx2"/>
                </a:solidFill>
                <a:latin typeface="Arial"/>
                <a:cs typeface="Arial"/>
              </a:rPr>
              <a:t> des activités de test avec toutes les parties prenantes (IT, Affaires, Systèmes)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1400">
                <a:solidFill>
                  <a:schemeClr val="tx2"/>
                </a:solidFill>
                <a:latin typeface="Arial"/>
                <a:cs typeface="Arial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400" b="1">
                <a:solidFill>
                  <a:schemeClr val="tx2"/>
                </a:solidFill>
                <a:latin typeface="Arial"/>
                <a:cs typeface="Arial"/>
              </a:rPr>
              <a:t>Élaboration</a:t>
            </a:r>
            <a:r>
              <a:rPr lang="fr-FR" altLang="fr-FR" sz="1400">
                <a:solidFill>
                  <a:schemeClr val="tx2"/>
                </a:solidFill>
                <a:latin typeface="Arial"/>
                <a:cs typeface="Arial"/>
              </a:rPr>
              <a:t> de la stratégie de tests : périmètre, planification, critères d’acceptation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1425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1425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400" b="1">
                <a:solidFill>
                  <a:schemeClr val="tx2"/>
                </a:solidFill>
                <a:latin typeface="Arial"/>
                <a:cs typeface="Arial"/>
              </a:rPr>
              <a:t>Garantie</a:t>
            </a:r>
            <a:r>
              <a:rPr lang="fr-FR" altLang="fr-FR" sz="1400">
                <a:solidFill>
                  <a:schemeClr val="tx2"/>
                </a:solidFill>
                <a:latin typeface="Arial"/>
                <a:cs typeface="Arial"/>
              </a:rPr>
              <a:t> de la couverture E2E par des tests adaptés à chaque domaine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1425" b="1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1425" b="1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400" b="1">
                <a:solidFill>
                  <a:schemeClr val="tx2"/>
                </a:solidFill>
                <a:latin typeface="Arial"/>
                <a:cs typeface="Arial"/>
              </a:rPr>
              <a:t>Suivi</a:t>
            </a:r>
            <a:r>
              <a:rPr lang="fr-FR" altLang="fr-FR" sz="1400">
                <a:solidFill>
                  <a:schemeClr val="tx2"/>
                </a:solidFill>
                <a:latin typeface="Arial"/>
                <a:cs typeface="Arial"/>
              </a:rPr>
              <a:t> du respect des activités clés(QA) et leurs intégrations dans les roadmaps </a:t>
            </a:r>
          </a:p>
          <a:p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19E2E42-6372-9A44-BBE6-51559B43E937}"/>
              </a:ext>
            </a:extLst>
          </p:cNvPr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3661558" y="689026"/>
            <a:ext cx="3887391" cy="617934"/>
          </a:xfrm>
        </p:spPr>
        <p:txBody>
          <a:bodyPr/>
          <a:lstStyle/>
          <a:p>
            <a:r>
              <a:rPr lang="fr-CA"/>
              <a:t>Valeur ajoutée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7679F91-997C-F974-BFCC-616B915306D7}"/>
              </a:ext>
            </a:extLst>
          </p:cNvPr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3510060" y="1427004"/>
            <a:ext cx="4190386" cy="2763441"/>
          </a:xfrm>
        </p:spPr>
        <p:txBody>
          <a:bodyPr>
            <a:normAutofit fontScale="92500" lnSpcReduction="2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CA" sz="1400" b="1">
                <a:solidFill>
                  <a:schemeClr val="tx2"/>
                </a:solidFill>
                <a:latin typeface="Arial"/>
                <a:cs typeface="Arial"/>
              </a:rPr>
              <a:t>Réduction des risques</a:t>
            </a:r>
            <a:r>
              <a:rPr lang="fr-CA" sz="1400">
                <a:solidFill>
                  <a:schemeClr val="tx2"/>
                </a:solidFill>
                <a:latin typeface="Arial"/>
                <a:cs typeface="Arial"/>
              </a:rPr>
              <a:t> et des défauts en production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CA" sz="1425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CA" sz="1400" b="1">
                <a:solidFill>
                  <a:schemeClr val="tx2"/>
                </a:solidFill>
                <a:latin typeface="Arial"/>
                <a:cs typeface="Arial"/>
              </a:rPr>
              <a:t>Amélioration de la collaboration</a:t>
            </a:r>
            <a:r>
              <a:rPr lang="fr-CA" sz="1400">
                <a:solidFill>
                  <a:schemeClr val="tx2"/>
                </a:solidFill>
                <a:latin typeface="Arial"/>
                <a:cs typeface="Arial"/>
              </a:rPr>
              <a:t> inter-équipes &amp; intra-équipe</a:t>
            </a:r>
            <a:endParaRPr lang="fr-CA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1425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1425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CA" sz="1400" b="1">
                <a:solidFill>
                  <a:schemeClr val="tx2"/>
                </a:solidFill>
                <a:latin typeface="Arial"/>
                <a:cs typeface="Arial"/>
              </a:rPr>
              <a:t>Accélération des livraisons</a:t>
            </a:r>
            <a:r>
              <a:rPr lang="fr-CA" sz="1400">
                <a:solidFill>
                  <a:schemeClr val="tx2"/>
                </a:solidFill>
                <a:latin typeface="Arial"/>
                <a:cs typeface="Arial"/>
              </a:rPr>
              <a:t> avec une qualité maîtrisée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1425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1425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CA" sz="1400" b="1">
                <a:solidFill>
                  <a:schemeClr val="tx2"/>
                </a:solidFill>
                <a:latin typeface="Arial"/>
                <a:cs typeface="Arial"/>
              </a:rPr>
              <a:t>Renforcement de la culture qualité</a:t>
            </a:r>
            <a:r>
              <a:rPr lang="fr-CA" sz="1400">
                <a:solidFill>
                  <a:schemeClr val="tx2"/>
                </a:solidFill>
                <a:latin typeface="Arial"/>
                <a:cs typeface="Arial"/>
              </a:rPr>
              <a:t> et de la responsabilisation collective</a:t>
            </a:r>
          </a:p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4745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D5546-4EAA-3403-7957-A6145C4E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F9467EE-B238-DB26-FDB1-3721397EF7E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7818" y="133350"/>
            <a:ext cx="7962900" cy="514350"/>
          </a:xfrm>
        </p:spPr>
        <p:txBody>
          <a:bodyPr/>
          <a:lstStyle/>
          <a:p>
            <a:r>
              <a:rPr lang="en-US">
                <a:latin typeface="DM Sans Light"/>
              </a:rPr>
              <a:t>RACI - </a:t>
            </a:r>
            <a:r>
              <a:rPr lang="en-US" err="1">
                <a:latin typeface="DM Sans Light"/>
              </a:rPr>
              <a:t>Responsabilité</a:t>
            </a:r>
            <a:r>
              <a:rPr lang="en-US">
                <a:latin typeface="DM Sans Light"/>
              </a:rPr>
              <a:t> du QA Lead sur le projet</a:t>
            </a:r>
            <a:endParaRPr lang="en-US">
              <a:solidFill>
                <a:srgbClr val="064DD9"/>
              </a:solidFill>
              <a:latin typeface="DM Sans Light"/>
            </a:endParaRPr>
          </a:p>
          <a:p>
            <a:endParaRPr lang="en-US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17631F8-F9B7-B45A-8459-0B60D1F723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9B188C4D-1E29-47B4-8FC3-E413DECC213C}" type="slidenum">
              <a:rPr lang="fr-CA" smtClean="0"/>
              <a:pPr>
                <a:spcAft>
                  <a:spcPts val="600"/>
                </a:spcAft>
              </a:pPr>
              <a:t>14</a:t>
            </a:fld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FD90F22-11E6-2AEE-471B-689667953F55}"/>
              </a:ext>
            </a:extLst>
          </p:cNvPr>
          <p:cNvSpPr>
            <a:spLocks noGrp="1"/>
          </p:cNvSpPr>
          <p:nvPr>
            <p:ph type="dt" sz="half" idx="4294967295"/>
            <p:custDataLst>
              <p:tags r:id="rId3"/>
            </p:custDataLst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fld id="{51F7DB1A-8EFB-41D7-A95A-239A6AD589DA}" type="datetime1">
              <a:rPr lang="fr-CA"/>
              <a:pPr>
                <a:spcAft>
                  <a:spcPts val="600"/>
                </a:spcAft>
              </a:pPr>
              <a:t>2026-02-06</a:t>
            </a:fld>
            <a:endParaRPr lang="fr-CA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03218F42-7421-69D7-B5CA-75CE46DBABCF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36047275"/>
              </p:ext>
            </p:extLst>
          </p:nvPr>
        </p:nvGraphicFramePr>
        <p:xfrm>
          <a:off x="289192" y="537072"/>
          <a:ext cx="8430594" cy="3766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109">
                  <a:extLst>
                    <a:ext uri="{9D8B030D-6E8A-4147-A177-3AD203B41FA5}">
                      <a16:colId xmlns:a16="http://schemas.microsoft.com/office/drawing/2014/main" val="1438049400"/>
                    </a:ext>
                  </a:extLst>
                </a:gridCol>
                <a:gridCol w="4175338">
                  <a:extLst>
                    <a:ext uri="{9D8B030D-6E8A-4147-A177-3AD203B41FA5}">
                      <a16:colId xmlns:a16="http://schemas.microsoft.com/office/drawing/2014/main" val="1406065179"/>
                    </a:ext>
                  </a:extLst>
                </a:gridCol>
                <a:gridCol w="2150147">
                  <a:extLst>
                    <a:ext uri="{9D8B030D-6E8A-4147-A177-3AD203B41FA5}">
                      <a16:colId xmlns:a16="http://schemas.microsoft.com/office/drawing/2014/main" val="2865502891"/>
                    </a:ext>
                  </a:extLst>
                </a:gridCol>
              </a:tblGrid>
              <a:tr h="1085529"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fr-CA" sz="16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Phase projet</a:t>
                      </a:r>
                    </a:p>
                  </a:txBody>
                  <a:tcPr marL="40849" marR="40849" marT="27233" marB="27233" anchor="ctr">
                    <a:lnL w="12700">
                      <a:solidFill>
                        <a:srgbClr val="A3A3A3"/>
                      </a:solidFill>
                    </a:lnL>
                    <a:lnR w="12700">
                      <a:solidFill>
                        <a:srgbClr val="A3A3A3"/>
                      </a:solidFill>
                    </a:lnR>
                    <a:lnT w="12700">
                      <a:solidFill>
                        <a:srgbClr val="A3A3A3"/>
                      </a:solidFill>
                    </a:lnT>
                    <a:lnB w="12700">
                      <a:solidFill>
                        <a:srgbClr val="A3A3A3"/>
                      </a:solidFill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fr-CA" sz="16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Activités</a:t>
                      </a:r>
                    </a:p>
                  </a:txBody>
                  <a:tcPr marL="40850" marR="40850" marT="27233" marB="272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fr-CA" sz="16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Rôle du QA Lead sur le projet</a:t>
                      </a:r>
                      <a:endParaRPr lang="fr-FR" sz="1600">
                        <a:solidFill>
                          <a:schemeClr val="bg1"/>
                        </a:solidFill>
                      </a:endParaRPr>
                    </a:p>
                  </a:txBody>
                  <a:tcPr marL="40850" marR="40850" marT="27233" marB="272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708159"/>
                  </a:ext>
                </a:extLst>
              </a:tr>
              <a:tr h="1096379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fr-CA" sz="1200" b="1">
                          <a:solidFill>
                            <a:schemeClr val="accent1"/>
                          </a:solidFill>
                          <a:effectLst/>
                          <a:latin typeface="Calibri"/>
                        </a:rPr>
                        <a:t>Organiser le projet</a:t>
                      </a:r>
                    </a:p>
                  </a:txBody>
                  <a:tcPr marL="40849" marR="40849" marT="27233" marB="27233">
                    <a:lnL w="12700">
                      <a:solidFill>
                        <a:srgbClr val="A3A3A3"/>
                      </a:solidFill>
                    </a:lnL>
                    <a:lnR w="12700">
                      <a:solidFill>
                        <a:srgbClr val="A3A3A3"/>
                      </a:solidFill>
                    </a:lnR>
                    <a:lnT w="12700">
                      <a:solidFill>
                        <a:srgbClr val="A3A3A3"/>
                      </a:solidFill>
                    </a:lnT>
                    <a:lnB w="12700">
                      <a:solidFill>
                        <a:srgbClr val="A3A3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noProof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Construire la roadmap en incluant les activités de QA (Responsable : CP, PO)</a:t>
                      </a:r>
                      <a:endParaRPr lang="en-US" sz="1100" b="0" i="0" u="none" strike="noStrike" noProof="0">
                        <a:solidFill>
                          <a:srgbClr val="444444"/>
                        </a:solidFill>
                        <a:effectLst/>
                        <a:latin typeface="Calibri"/>
                      </a:endParaRPr>
                    </a:p>
                    <a:p>
                      <a:pPr marL="171450" marR="0" lvl="0" indent="-1714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CA" sz="1100" b="0" i="0" u="none" strike="noStrike" noProof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Annoncer les environnements nécessaires (Responsable : Architecte, CP, PO)</a:t>
                      </a:r>
                      <a:endParaRPr lang="fr-CA"/>
                    </a:p>
                    <a:p>
                      <a:pPr marL="628650" marR="0" lvl="1" indent="-2857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endParaRPr lang="fr-CA" sz="1100" b="0" i="0" u="none" strike="noStrike" noProof="0">
                        <a:solidFill>
                          <a:srgbClr val="444444"/>
                        </a:solidFill>
                        <a:effectLst/>
                        <a:latin typeface="Calibri"/>
                      </a:endParaRPr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fr-CA" sz="1200" b="1">
                          <a:effectLst/>
                          <a:latin typeface="Calibri"/>
                        </a:rPr>
                        <a:t>Consulté</a:t>
                      </a:r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673129"/>
                  </a:ext>
                </a:extLst>
              </a:tr>
              <a:tr h="683881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fr-CA" sz="12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Calibri"/>
                        </a:rPr>
                        <a:t>Architecture détaillée</a:t>
                      </a:r>
                      <a:endParaRPr lang="fr-FR" sz="1200" b="1">
                        <a:solidFill>
                          <a:schemeClr val="accent1"/>
                        </a:solidFill>
                      </a:endParaRPr>
                    </a:p>
                  </a:txBody>
                  <a:tcPr marL="40849" marR="40849" marT="27233" marB="27233">
                    <a:lnL w="12700">
                      <a:solidFill>
                        <a:srgbClr val="A3A3A3"/>
                      </a:solidFill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3A3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Élaboration de la Stratégie de Test (risques, approche..etc)</a:t>
                      </a:r>
                    </a:p>
                    <a:p>
                      <a:pPr marL="171450" marR="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Présenter la stratégie d’essai à l’équipe</a:t>
                      </a:r>
                      <a:endParaRPr lang="fr-CA" sz="1100" b="0" i="0" u="none" strike="noStrike" kern="1200">
                        <a:solidFill>
                          <a:srgbClr val="444444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342900" marR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None/>
                      </a:pPr>
                      <a:endParaRPr lang="fr-CA" sz="1100" b="0" i="0" u="none" strike="noStrike" noProof="0">
                        <a:solidFill>
                          <a:srgbClr val="444444"/>
                        </a:solidFill>
                        <a:effectLst/>
                        <a:latin typeface="Calibri"/>
                      </a:endParaRPr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CA" sz="1200" b="1" i="0" u="none" strike="noStrike" noProof="0">
                        <a:solidFill>
                          <a:srgbClr val="064DD9"/>
                        </a:solidFill>
                        <a:effectLst/>
                        <a:latin typeface="Calibri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200" b="1" i="0" u="none" strike="noStrike" noProof="0">
                          <a:solidFill>
                            <a:srgbClr val="064DD9"/>
                          </a:solidFill>
                          <a:effectLst/>
                          <a:latin typeface="Calibri"/>
                        </a:rPr>
                        <a:t>Réalisateur</a:t>
                      </a:r>
                      <a:endParaRPr lang="fr-CA" sz="1200" b="0" i="0" u="none" strike="noStrike" noProof="0">
                        <a:solidFill>
                          <a:srgbClr val="064DD9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algn="r">
                        <a:buNone/>
                      </a:pPr>
                      <a:endParaRPr lang="fr-CA" sz="1200" b="1">
                        <a:effectLst/>
                        <a:latin typeface="Calibri"/>
                      </a:endParaRPr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757378"/>
                  </a:ext>
                </a:extLst>
              </a:tr>
              <a:tr h="900987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fr-CA" sz="12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Calibri"/>
                        </a:rPr>
                        <a:t>Analyse et Conception</a:t>
                      </a:r>
                      <a:endParaRPr lang="fr-FR" sz="1200" b="1">
                        <a:solidFill>
                          <a:schemeClr val="accent1"/>
                        </a:solidFill>
                      </a:endParaRPr>
                    </a:p>
                  </a:txBody>
                  <a:tcPr marL="40849" marR="40849" marT="27233" marB="27233">
                    <a:lnL w="12700">
                      <a:solidFill>
                        <a:srgbClr val="A3A3A3"/>
                      </a:solidFill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3A3A3"/>
                      </a:solidFill>
                    </a:lnT>
                    <a:lnB w="12700">
                      <a:solidFill>
                        <a:srgbClr val="A3A3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Préparer le plan de test et écrire les essais</a:t>
                      </a:r>
                    </a:p>
                    <a:p>
                      <a:pPr marL="171450" marR="0" lvl="0" indent="-17145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Préparer les environnements et les données</a:t>
                      </a:r>
                      <a:endParaRPr lang="en-US" sz="1100" b="0" i="0" u="none" strike="noStrike" kern="1200" noProof="0">
                        <a:solidFill>
                          <a:srgbClr val="444444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Présenter le plan de test à l’équipe</a:t>
                      </a:r>
                      <a:endParaRPr lang="fr-CA" sz="1100" b="0" i="0" u="none" strike="noStrike" kern="1200">
                        <a:solidFill>
                          <a:srgbClr val="444444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fr-CA" sz="1200" b="1">
                          <a:effectLst/>
                          <a:latin typeface="Calibri"/>
                        </a:rPr>
                        <a:t>Approbateur (Lead QA)</a:t>
                      </a:r>
                    </a:p>
                    <a:p>
                      <a:pPr marL="0" marR="0" algn="r" fontAlgn="t">
                        <a:buNone/>
                      </a:pPr>
                      <a:r>
                        <a:rPr lang="fr-CA" sz="1200" b="1">
                          <a:effectLst/>
                          <a:latin typeface="Calibri"/>
                        </a:rPr>
                        <a:t>Réalisateur(Les différents analystes de l’équipe y compris le lead QA)</a:t>
                      </a:r>
                      <a:endParaRPr lang="fr-CA" sz="1200">
                        <a:effectLst/>
                        <a:latin typeface="Calibri"/>
                      </a:endParaRPr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217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11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C250-58CD-9AC0-D788-2428E90C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36E388F4-EEC1-04DD-7FAC-CEAF43196CB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7962900" cy="514350"/>
          </a:xfrm>
        </p:spPr>
        <p:txBody>
          <a:bodyPr/>
          <a:lstStyle/>
          <a:p>
            <a:r>
              <a:rPr lang="en-US">
                <a:latin typeface="DM Sans Light"/>
              </a:rPr>
              <a:t>RACI - </a:t>
            </a:r>
            <a:r>
              <a:rPr lang="en-US" err="1">
                <a:latin typeface="DM Sans Light"/>
              </a:rPr>
              <a:t>Responsabilité</a:t>
            </a:r>
            <a:r>
              <a:rPr lang="en-US">
                <a:latin typeface="DM Sans Light"/>
              </a:rPr>
              <a:t> du QA Lead sur le projet</a:t>
            </a:r>
            <a:endParaRPr lang="en-US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1D112AC-82F4-A7A0-8BA2-7F8C4650970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9B188C4D-1E29-47B4-8FC3-E413DECC213C}" type="slidenum">
              <a:rPr lang="fr-CA" smtClean="0"/>
              <a:pPr>
                <a:spcAft>
                  <a:spcPts val="600"/>
                </a:spcAft>
              </a:pPr>
              <a:t>15</a:t>
            </a:fld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8CF1AEB-B34A-66DD-FD81-0AC6ECBBFE42}"/>
              </a:ext>
            </a:extLst>
          </p:cNvPr>
          <p:cNvSpPr>
            <a:spLocks noGrp="1"/>
          </p:cNvSpPr>
          <p:nvPr>
            <p:ph type="dt" sz="half" idx="4294967295"/>
            <p:custDataLst>
              <p:tags r:id="rId3"/>
            </p:custDataLst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fld id="{51F7DB1A-8EFB-41D7-A95A-239A6AD589DA}" type="datetime1">
              <a:rPr lang="fr-CA"/>
              <a:pPr>
                <a:spcAft>
                  <a:spcPts val="600"/>
                </a:spcAft>
              </a:pPr>
              <a:t>2026-02-06</a:t>
            </a:fld>
            <a:endParaRPr lang="fr-CA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042DDC52-C2BB-D280-7903-9206B220F7B7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903130360"/>
              </p:ext>
            </p:extLst>
          </p:nvPr>
        </p:nvGraphicFramePr>
        <p:xfrm>
          <a:off x="228578" y="1186504"/>
          <a:ext cx="8160647" cy="2735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7720">
                  <a:extLst>
                    <a:ext uri="{9D8B030D-6E8A-4147-A177-3AD203B41FA5}">
                      <a16:colId xmlns:a16="http://schemas.microsoft.com/office/drawing/2014/main" val="1438049400"/>
                    </a:ext>
                  </a:extLst>
                </a:gridCol>
                <a:gridCol w="3496344">
                  <a:extLst>
                    <a:ext uri="{9D8B030D-6E8A-4147-A177-3AD203B41FA5}">
                      <a16:colId xmlns:a16="http://schemas.microsoft.com/office/drawing/2014/main" val="1406065179"/>
                    </a:ext>
                  </a:extLst>
                </a:gridCol>
                <a:gridCol w="2096583">
                  <a:extLst>
                    <a:ext uri="{9D8B030D-6E8A-4147-A177-3AD203B41FA5}">
                      <a16:colId xmlns:a16="http://schemas.microsoft.com/office/drawing/2014/main" val="2865502891"/>
                    </a:ext>
                  </a:extLst>
                </a:gridCol>
              </a:tblGrid>
              <a:tr h="864908"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fr-CA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Phase projet</a:t>
                      </a:r>
                    </a:p>
                  </a:txBody>
                  <a:tcPr marL="40849" marR="40849" marT="27233" marB="27233" anchor="ctr">
                    <a:lnL w="12700">
                      <a:solidFill>
                        <a:srgbClr val="A3A3A3"/>
                      </a:solidFill>
                    </a:lnL>
                    <a:lnR w="12700">
                      <a:solidFill>
                        <a:srgbClr val="A3A3A3"/>
                      </a:solidFill>
                    </a:lnR>
                    <a:lnT w="12700">
                      <a:solidFill>
                        <a:srgbClr val="A3A3A3"/>
                      </a:solidFill>
                    </a:lnT>
                    <a:lnB w="12700">
                      <a:solidFill>
                        <a:srgbClr val="A3A3A3"/>
                      </a:solidFill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fr-CA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Activités</a:t>
                      </a:r>
                    </a:p>
                  </a:txBody>
                  <a:tcPr marL="40850" marR="40850" marT="27233" marB="272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fr-CA" sz="14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Rôle du QA Lead</a:t>
                      </a:r>
                      <a:endParaRPr lang="fr-FR" sz="1400">
                        <a:solidFill>
                          <a:schemeClr val="bg1"/>
                        </a:solidFill>
                      </a:endParaRPr>
                    </a:p>
                  </a:txBody>
                  <a:tcPr marL="40850" marR="40850" marT="27233" marB="272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708159"/>
                  </a:ext>
                </a:extLst>
              </a:tr>
              <a:tr h="228021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fr-CA" sz="12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Calibri"/>
                        </a:rPr>
                        <a:t>Configuration et développement</a:t>
                      </a:r>
                      <a:endParaRPr lang="fr-FR" sz="1200" b="1">
                        <a:solidFill>
                          <a:schemeClr val="accent1"/>
                        </a:solidFill>
                      </a:endParaRPr>
                    </a:p>
                  </a:txBody>
                  <a:tcPr marL="40849" marR="40849" marT="27233" marB="27233">
                    <a:lnL w="12700">
                      <a:solidFill>
                        <a:srgbClr val="A3A3A3"/>
                      </a:solidFill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3A3A3"/>
                      </a:solidFill>
                    </a:lnT>
                    <a:lnB w="12700">
                      <a:solidFill>
                        <a:srgbClr val="A3A3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Exécuter les essais de composants</a:t>
                      </a:r>
                      <a:endParaRPr lang="en-US" sz="1100" b="0" i="0" u="none" strike="noStrike" kern="1200" noProof="0">
                        <a:solidFill>
                          <a:srgbClr val="444444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Exécuter les essais de système</a:t>
                      </a:r>
                      <a:endParaRPr lang="en-US" sz="1100" b="0" i="0" u="none" strike="noStrike" kern="1200" noProof="0">
                        <a:solidFill>
                          <a:srgbClr val="444444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Corriger les anomalies (Bug) (respo : dev)</a:t>
                      </a:r>
                      <a:endParaRPr lang="en-US" sz="1100" b="0" i="0" u="none" strike="noStrike" kern="1200" noProof="0">
                        <a:solidFill>
                          <a:srgbClr val="444444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Préparer les utilisateurs aux tests (Kickoff QA)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4DD9"/>
                        </a:buClr>
                        <a:buFont typeface="Arial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Reporting (dashboard de suivi)</a:t>
                      </a:r>
                    </a:p>
                    <a:p>
                      <a:pPr marL="171450" marR="0" lvl="0" indent="-171450" algn="l">
                        <a:buClr>
                          <a:srgbClr val="064DD9"/>
                        </a:buClr>
                        <a:buFont typeface="Arial,Sans-Serif"/>
                        <a:buChar char="•"/>
                      </a:pPr>
                      <a:r>
                        <a:rPr lang="fr-CA" sz="1100" b="0" i="0" u="none" strike="noStrike" kern="1200" noProof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    Smoke tests </a:t>
                      </a:r>
                      <a:endParaRPr lang="en-US" sz="1100" b="0" i="0" u="none" strike="noStrike" kern="1200" noProof="0">
                        <a:solidFill>
                          <a:srgbClr val="064DD9"/>
                        </a:solidFill>
                        <a:effectLst/>
                        <a:latin typeface="Calibri"/>
                      </a:endParaRPr>
                    </a:p>
                  </a:txBody>
                  <a:tcPr marL="40849" marR="40849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3A3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200" b="1" i="0" u="none" strike="noStrike" noProof="0">
                          <a:solidFill>
                            <a:srgbClr val="064DD9"/>
                          </a:solidFill>
                          <a:effectLst/>
                          <a:latin typeface="Calibri"/>
                        </a:rPr>
                        <a:t>Approbateur</a:t>
                      </a:r>
                      <a:endParaRPr lang="en-US" sz="1200" b="0" i="0" u="none" strike="noStrike" noProof="0">
                        <a:solidFill>
                          <a:srgbClr val="064DD9"/>
                        </a:solidFill>
                        <a:effectLst/>
                        <a:latin typeface="Calibri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200" b="1" i="0" u="none" strike="noStrike" noProof="0">
                          <a:solidFill>
                            <a:srgbClr val="064DD9"/>
                          </a:solidFill>
                          <a:effectLst/>
                          <a:latin typeface="Calibri"/>
                        </a:rPr>
                        <a:t>Réalisateur</a:t>
                      </a:r>
                      <a:endParaRPr lang="fr-CA" sz="1200" b="1">
                        <a:effectLst/>
                        <a:latin typeface="Calibri"/>
                      </a:endParaRPr>
                    </a:p>
                  </a:txBody>
                  <a:tcPr marL="40849" marR="40849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712559"/>
                  </a:ext>
                </a:extLst>
              </a:tr>
              <a:tr h="228021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fr-CA" sz="1200" b="1">
                          <a:solidFill>
                            <a:schemeClr val="accent1"/>
                          </a:solidFill>
                          <a:effectLst/>
                          <a:latin typeface="Calibri"/>
                        </a:rPr>
                        <a:t>Préparation et MEP</a:t>
                      </a:r>
                    </a:p>
                  </a:txBody>
                  <a:tcPr marL="40849" marR="40849" marT="27233" marB="27233">
                    <a:lnL w="12700">
                      <a:solidFill>
                        <a:srgbClr val="A3A3A3"/>
                      </a:solidFill>
                    </a:lnL>
                    <a:lnR w="12700">
                      <a:solidFill>
                        <a:srgbClr val="A3A3A3"/>
                      </a:solidFill>
                    </a:lnR>
                    <a:lnT w="12700">
                      <a:solidFill>
                        <a:srgbClr val="A3A3A3"/>
                      </a:solidFill>
                    </a:lnT>
                    <a:lnB w="12700">
                      <a:solidFill>
                        <a:srgbClr val="A3A3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>
                        <a:buFont typeface="Arial"/>
                        <a:buChar char="•"/>
                      </a:pPr>
                      <a:r>
                        <a:rPr lang="fr-CA" sz="1100" b="0" i="0" u="none" strike="noStrike" kern="120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Exécuter tests UAT</a:t>
                      </a:r>
                      <a:endParaRPr lang="fr-FR"/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fr-CA" sz="1200" b="1">
                          <a:effectLst/>
                          <a:latin typeface="Calibri"/>
                        </a:rPr>
                        <a:t>Approbateur (Lead QA)</a:t>
                      </a:r>
                    </a:p>
                    <a:p>
                      <a:pPr marL="0" marR="0" algn="r" fontAlgn="t">
                        <a:buNone/>
                      </a:pPr>
                      <a:r>
                        <a:rPr lang="fr-CA" sz="1200" b="1">
                          <a:effectLst/>
                          <a:latin typeface="Calibri"/>
                        </a:rPr>
                        <a:t>Réalisateur(Utilisateur final)</a:t>
                      </a:r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103937"/>
                  </a:ext>
                </a:extLst>
              </a:tr>
              <a:tr h="228021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fr-CA" sz="1200" b="1">
                          <a:solidFill>
                            <a:schemeClr val="accent1"/>
                          </a:solidFill>
                          <a:effectLst/>
                          <a:latin typeface="Calibri"/>
                        </a:rPr>
                        <a:t>Mise en prod</a:t>
                      </a:r>
                    </a:p>
                  </a:txBody>
                  <a:tcPr marL="40849" marR="40849" marT="27233" marB="27233">
                    <a:lnL w="12700">
                      <a:solidFill>
                        <a:srgbClr val="A3A3A3"/>
                      </a:solidFill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3A3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685800" rtl="0" eaLnBrk="1" fontAlgn="t" latinLnBrk="0" hangingPunct="1">
                        <a:buFont typeface="Arial"/>
                        <a:buChar char="•"/>
                      </a:pPr>
                      <a:r>
                        <a:rPr lang="fr-CA" sz="1100" b="0" i="0" u="none" strike="noStrike" kern="120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Faire la rencontre de Go No-go</a:t>
                      </a:r>
                    </a:p>
                    <a:p>
                      <a:pPr marL="171450" marR="0" lvl="0" indent="-171450" algn="l" defTabSz="685800" rtl="0" eaLnBrk="1" fontAlgn="t" latinLnBrk="0" hangingPunct="1">
                        <a:buFont typeface="Arial"/>
                        <a:buChar char="•"/>
                      </a:pPr>
                      <a:r>
                        <a:rPr lang="fr-CA" sz="1100" b="0" i="0" u="none" strike="noStrike" kern="1200">
                          <a:solidFill>
                            <a:srgbClr val="444444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Post-mortem</a:t>
                      </a:r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r">
                        <a:buNone/>
                      </a:pPr>
                      <a:r>
                        <a:rPr lang="fr-CA" sz="1200" b="1">
                          <a:effectLst/>
                          <a:latin typeface="Calibri"/>
                        </a:rPr>
                        <a:t>Consulté</a:t>
                      </a:r>
                    </a:p>
                  </a:txBody>
                  <a:tcPr marL="40850" marR="40850" marT="27233" marB="272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699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916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B1105-06EC-2D5F-73D9-7D1062B2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A7BB88A-6F8F-F246-9C57-EC078B5B407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16</a:t>
            </a:fld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8129FE-C262-6840-347F-34ABE0B82074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 flipH="1">
            <a:off x="201166" y="411480"/>
            <a:ext cx="8714233" cy="3328416"/>
          </a:xfrm>
        </p:spPr>
        <p:txBody>
          <a:bodyPr wrap="square">
            <a:normAutofit/>
          </a:bodyPr>
          <a:lstStyle/>
          <a:p>
            <a:r>
              <a:rPr lang="fr-CA" sz="7200"/>
              <a:t>Gestion des environnements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043E909-913B-3AA9-81CD-62A54D652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00800" y="4174210"/>
            <a:ext cx="18184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@Meriem </a:t>
            </a:r>
            <a:r>
              <a:rPr lang="fr-CA" err="1"/>
              <a:t>Jedidi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97885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CB2992-AA9C-CF3A-20CB-C30C248F324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2000" b="1"/>
              <a:t>Structure des environnements hors production</a:t>
            </a:r>
            <a:endParaRPr lang="fr-CA" sz="2000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78470165-85E7-239E-B955-E8E65201118D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26013075"/>
              </p:ext>
            </p:extLst>
          </p:nvPr>
        </p:nvGraphicFramePr>
        <p:xfrm>
          <a:off x="595859" y="654727"/>
          <a:ext cx="8319541" cy="3820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338">
                  <a:extLst>
                    <a:ext uri="{9D8B030D-6E8A-4147-A177-3AD203B41FA5}">
                      <a16:colId xmlns:a16="http://schemas.microsoft.com/office/drawing/2014/main" val="416269494"/>
                    </a:ext>
                  </a:extLst>
                </a:gridCol>
                <a:gridCol w="2031167">
                  <a:extLst>
                    <a:ext uri="{9D8B030D-6E8A-4147-A177-3AD203B41FA5}">
                      <a16:colId xmlns:a16="http://schemas.microsoft.com/office/drawing/2014/main" val="4282944381"/>
                    </a:ext>
                  </a:extLst>
                </a:gridCol>
                <a:gridCol w="1341620">
                  <a:extLst>
                    <a:ext uri="{9D8B030D-6E8A-4147-A177-3AD203B41FA5}">
                      <a16:colId xmlns:a16="http://schemas.microsoft.com/office/drawing/2014/main" val="1689924291"/>
                    </a:ext>
                  </a:extLst>
                </a:gridCol>
                <a:gridCol w="3556416">
                  <a:extLst>
                    <a:ext uri="{9D8B030D-6E8A-4147-A177-3AD203B41FA5}">
                      <a16:colId xmlns:a16="http://schemas.microsoft.com/office/drawing/2014/main" val="2123586734"/>
                    </a:ext>
                  </a:extLst>
                </a:gridCol>
              </a:tblGrid>
              <a:tr h="289654">
                <a:tc>
                  <a:txBody>
                    <a:bodyPr/>
                    <a:lstStyle/>
                    <a:p>
                      <a:r>
                        <a:rPr lang="fr-CA" sz="1200"/>
                        <a:t>Environnement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/>
                        <a:t>Définition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/>
                        <a:t>Niveau d’essai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/>
                        <a:t>Objectif des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407575"/>
                  </a:ext>
                </a:extLst>
              </a:tr>
              <a:tr h="124525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Développement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Environnement collaboratif destiné aux développeurs, permettant les modifications et les tests </a:t>
                      </a:r>
                      <a:r>
                        <a:rPr lang="fr-CA" sz="1000" b="1"/>
                        <a:t>sans aucune restriction</a:t>
                      </a:r>
                      <a:r>
                        <a:rPr lang="fr-CA" sz="100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1000"/>
                        <a:t>Test de composant</a:t>
                      </a:r>
                      <a:br>
                        <a:rPr lang="fr-CA" sz="1000"/>
                      </a:br>
                      <a:br>
                        <a:rPr lang="fr-CA" sz="1000"/>
                      </a:br>
                      <a:endParaRPr lang="fr-CA" sz="100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1000"/>
                        <a:t>Test d’intégration de composant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000" b="1"/>
                        <a:t>Test composant </a:t>
                      </a:r>
                      <a:r>
                        <a:rPr lang="fr-CA" sz="1000"/>
                        <a:t>: </a:t>
                      </a:r>
                      <a:r>
                        <a:rPr lang="fr-CA" sz="1000" b="0" u="none" strike="noStrike" cap="none" spc="0" noProof="0">
                          <a:solidFill>
                            <a:schemeClr val="tx1"/>
                          </a:solidFill>
                          <a:latin typeface="+mn-lt"/>
                        </a:rPr>
                        <a:t>Vérifier les composants individuels dans le but de cibler les </a:t>
                      </a:r>
                      <a:r>
                        <a:rPr lang="fr-CA" sz="1000" b="1" u="none" strike="noStrike" cap="none" spc="0" noProof="0">
                          <a:solidFill>
                            <a:schemeClr val="tx1"/>
                          </a:solidFill>
                          <a:latin typeface="+mn-lt"/>
                        </a:rPr>
                        <a:t>défauts de la logique interne</a:t>
                      </a:r>
                      <a:br>
                        <a:rPr lang="fr-CA" sz="1000" b="1" u="none" strike="noStrike" cap="none" spc="0" noProof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endParaRPr lang="fr-CA" sz="1000" b="1" cap="none" spc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000" b="1"/>
                        <a:t>Test d’intégration de composant : </a:t>
                      </a:r>
                      <a:r>
                        <a:rPr lang="fr-CA" sz="1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Vérifier les Interfaces entre composants dans le but de détecter </a:t>
                      </a:r>
                      <a:r>
                        <a:rPr lang="fr-CA" sz="10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les d</a:t>
                      </a:r>
                      <a:r>
                        <a:rPr lang="fr-CA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éfauts d’interaction </a:t>
                      </a:r>
                      <a:r>
                        <a:rPr lang="fr-CA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entre les composants</a:t>
                      </a:r>
                      <a:endParaRPr lang="fr-CA" sz="1000" cap="none" spc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989655"/>
                  </a:ext>
                </a:extLst>
              </a:tr>
              <a:tr h="1497947">
                <a:tc>
                  <a:txBody>
                    <a:bodyPr/>
                    <a:lstStyle/>
                    <a:p>
                      <a:r>
                        <a:rPr lang="fr-CA" sz="100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Environnement sécurisé où le code, les configurations et les données sont </a:t>
                      </a:r>
                      <a:r>
                        <a:rPr lang="fr-CA" sz="1000" b="1"/>
                        <a:t>contrôlés</a:t>
                      </a:r>
                      <a:r>
                        <a:rPr lang="fr-CA" sz="100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1000"/>
                        <a:t>Test système</a:t>
                      </a:r>
                      <a:br>
                        <a:rPr lang="fr-CA" sz="1000"/>
                      </a:br>
                      <a:br>
                        <a:rPr lang="fr-CA" sz="1000"/>
                      </a:br>
                      <a:br>
                        <a:rPr lang="fr-CA" sz="1000"/>
                      </a:br>
                      <a:br>
                        <a:rPr lang="fr-CA" sz="1000"/>
                      </a:br>
                      <a:endParaRPr lang="fr-CA" sz="100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1000"/>
                        <a:t>Test d’intégration de système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000" b="1"/>
                        <a:t>Test système </a:t>
                      </a:r>
                      <a:r>
                        <a:rPr lang="fr-CA" sz="1000"/>
                        <a:t>: </a:t>
                      </a:r>
                      <a:r>
                        <a:rPr lang="fr-CA" sz="1000" b="0" u="none" strike="noStrike" cap="none" spc="0" noProof="0">
                          <a:solidFill>
                            <a:schemeClr val="tx1"/>
                          </a:solidFill>
                        </a:rPr>
                        <a:t>Vérifier le système complet, en se basant sur les s</a:t>
                      </a:r>
                      <a:r>
                        <a:rPr lang="fr-CA" sz="1000" b="0" i="0" u="none" strike="noStrike" cap="none" spc="0" noProof="0">
                          <a:solidFill>
                            <a:schemeClr val="tx1"/>
                          </a:solidFill>
                          <a:latin typeface="+mn-lt"/>
                        </a:rPr>
                        <a:t>pécifications système et les exigences fonctionnelles, dans le but de détecter </a:t>
                      </a:r>
                      <a:r>
                        <a:rPr lang="fr-CA" sz="1000" b="1" i="0" u="none" strike="noStrike" cap="none" spc="0" noProof="0">
                          <a:solidFill>
                            <a:schemeClr val="tx1"/>
                          </a:solidFill>
                          <a:latin typeface="+mn-lt"/>
                        </a:rPr>
                        <a:t>les défauts fonctionnels et non-fonctionnels.</a:t>
                      </a:r>
                      <a:br>
                        <a:rPr lang="fr-CA" sz="1000" b="1" i="0" u="none" strike="noStrike" cap="none" spc="0" noProof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endParaRPr lang="fr-CA" sz="1000" b="1" cap="none" spc="0" noProof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000" b="1"/>
                        <a:t>Test d’intégration de système : </a:t>
                      </a:r>
                      <a:r>
                        <a:rPr lang="fr-CA" sz="1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Vérifier les interfaces entre systèmes et services externes, en se basant les </a:t>
                      </a:r>
                      <a:r>
                        <a:rPr lang="fr-CA" sz="1000" b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Specs</a:t>
                      </a:r>
                      <a:r>
                        <a:rPr lang="fr-CA" sz="1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d'intégration et les contrats d'interface dans le but de</a:t>
                      </a:r>
                      <a:r>
                        <a:rPr lang="fr-CA" sz="10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détecter les défauts d'interopérabilité</a:t>
                      </a:r>
                      <a:endParaRPr lang="fr-CA" sz="1000" b="1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30129"/>
                  </a:ext>
                </a:extLst>
              </a:tr>
              <a:tr h="787191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Préproduction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Environnement aligné sur la </a:t>
                      </a:r>
                      <a:r>
                        <a:rPr lang="fr-CA" sz="1000" b="1"/>
                        <a:t>production</a:t>
                      </a:r>
                      <a:r>
                        <a:rPr lang="fr-CA" sz="1000"/>
                        <a:t> afin d’assurer une correspondance optimale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1000"/>
                        <a:t>Test d’acceptation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000" b="0" u="none" strike="noStrike" cap="none" spc="0" noProof="0">
                          <a:solidFill>
                            <a:schemeClr val="tx1"/>
                          </a:solidFill>
                        </a:rPr>
                        <a:t>Validation du système complet par les utilisateurs finaux/partenaires. Vérifier que la solution répond aux exigences métiers, contrats et réglementations. Le but est de détecter </a:t>
                      </a:r>
                      <a:r>
                        <a:rPr lang="fr-CA" sz="1000" b="1" u="none" strike="noStrike" cap="none" spc="0" noProof="0">
                          <a:solidFill>
                            <a:schemeClr val="tx1"/>
                          </a:solidFill>
                        </a:rPr>
                        <a:t>des défauts liés aux besoins métier</a:t>
                      </a:r>
                      <a:r>
                        <a:rPr lang="fr-CA" sz="1000" b="0" u="none" strike="noStrike" cap="none" spc="0" noProof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fr-CA" sz="10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64445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FC6536-C68B-9CAC-9D2A-4763962B67C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17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B6873EE-B243-B3F9-B270-7D9DA53AB6B0}"/>
              </a:ext>
            </a:extLst>
          </p:cNvPr>
          <p:cNvSpPr txBox="1"/>
          <p:nvPr/>
        </p:nvSpPr>
        <p:spPr>
          <a:xfrm>
            <a:off x="595859" y="4507624"/>
            <a:ext cx="7884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000">
                <a:solidFill>
                  <a:srgbClr val="FF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 vers les différents environnements des différents systèmes de la chaine des états financiers</a:t>
            </a:r>
            <a:endParaRPr lang="fr-CA" sz="1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2155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0B6A-86EB-20DE-DFB7-A2C690FFD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7A820F-7DEB-0273-8FCB-7C3AC72AE86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CA" sz="2000" b="1" noProof="0"/>
              <a:t>Structure des environnements hors production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92BBEF-A62F-2690-FC13-0AF07C54CCF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92CFF269-2187-469B-861B-426AF96A1473}" type="slidenum">
              <a:rPr lang="fr-CA" noProof="0" smtClean="0"/>
              <a:pPr/>
              <a:t>18</a:t>
            </a:fld>
            <a:endParaRPr lang="fr-CA" noProof="0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C5429D07-B6AE-D925-2107-1D473CCF9851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40392120"/>
              </p:ext>
            </p:extLst>
          </p:nvPr>
        </p:nvGraphicFramePr>
        <p:xfrm>
          <a:off x="879294" y="816964"/>
          <a:ext cx="7320326" cy="2293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997">
                  <a:extLst>
                    <a:ext uri="{9D8B030D-6E8A-4147-A177-3AD203B41FA5}">
                      <a16:colId xmlns:a16="http://schemas.microsoft.com/office/drawing/2014/main" val="3117146748"/>
                    </a:ext>
                  </a:extLst>
                </a:gridCol>
                <a:gridCol w="3102610">
                  <a:extLst>
                    <a:ext uri="{9D8B030D-6E8A-4147-A177-3AD203B41FA5}">
                      <a16:colId xmlns:a16="http://schemas.microsoft.com/office/drawing/2014/main" val="1463169076"/>
                    </a:ext>
                  </a:extLst>
                </a:gridCol>
                <a:gridCol w="2335719">
                  <a:extLst>
                    <a:ext uri="{9D8B030D-6E8A-4147-A177-3AD203B41FA5}">
                      <a16:colId xmlns:a16="http://schemas.microsoft.com/office/drawing/2014/main" val="3433507527"/>
                    </a:ext>
                  </a:extLst>
                </a:gridCol>
              </a:tblGrid>
              <a:tr h="393915">
                <a:tc>
                  <a:txBody>
                    <a:bodyPr/>
                    <a:lstStyle/>
                    <a:p>
                      <a:r>
                        <a:rPr lang="fr-CA" sz="1200"/>
                        <a:t>Environnement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/>
                        <a:t>Objectif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/>
                        <a:t>Accès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103724"/>
                  </a:ext>
                </a:extLst>
              </a:tr>
              <a:tr h="688877">
                <a:tc>
                  <a:txBody>
                    <a:bodyPr/>
                    <a:lstStyle/>
                    <a:p>
                      <a:r>
                        <a:rPr lang="fr-CA" sz="1100"/>
                        <a:t>Développement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/>
                        <a:t>Créer et valider des configurations/développements ou des nouvelles fonctionnalités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100"/>
                        <a:t>Équipe de livraison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946428"/>
                  </a:ext>
                </a:extLst>
              </a:tr>
              <a:tr h="686047">
                <a:tc>
                  <a:txBody>
                    <a:bodyPr/>
                    <a:lstStyle/>
                    <a:p>
                      <a:r>
                        <a:rPr lang="fr-CA" sz="110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/>
                        <a:t>Vérifier la cohérence entre modules et systèmes</a:t>
                      </a:r>
                    </a:p>
                    <a:p>
                      <a:r>
                        <a:rPr lang="fr-CA" sz="1100"/>
                        <a:t>Validation des données et fonctionnalités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1100"/>
                        <a:t>Équipe de livraison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743818"/>
                  </a:ext>
                </a:extLst>
              </a:tr>
              <a:tr h="524932">
                <a:tc>
                  <a:txBody>
                    <a:bodyPr/>
                    <a:lstStyle/>
                    <a:p>
                      <a:r>
                        <a:rPr lang="fr-CA" sz="1100"/>
                        <a:t>Préproduction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/>
                        <a:t>Simuler les conditions de production avec l’utilisateur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A" sz="1100"/>
                        <a:t>Identique à la production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991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90B2B566-DC22-5331-306B-EC5406B8162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44773" y="3416834"/>
            <a:ext cx="8162145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CA" sz="1400">
                <a:solidFill>
                  <a:srgbClr val="FF0000"/>
                </a:solidFill>
              </a:rPr>
              <a:t>Il est essentiel de s’assurer que </a:t>
            </a:r>
            <a:r>
              <a:rPr lang="fr-CA" sz="1400" b="1">
                <a:solidFill>
                  <a:srgbClr val="FF0000"/>
                </a:solidFill>
              </a:rPr>
              <a:t>TOUS</a:t>
            </a:r>
            <a:r>
              <a:rPr lang="fr-CA" sz="1400">
                <a:solidFill>
                  <a:srgbClr val="FF0000"/>
                </a:solidFill>
              </a:rPr>
              <a:t> les environnements inférieurs soient correctement interconnectés avant de démarrer les essais</a:t>
            </a:r>
          </a:p>
        </p:txBody>
      </p:sp>
    </p:spTree>
    <p:extLst>
      <p:ext uri="{BB962C8B-B14F-4D97-AF65-F5344CB8AC3E}">
        <p14:creationId xmlns:p14="http://schemas.microsoft.com/office/powerpoint/2010/main" val="1574132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1147-190D-126C-2DB0-12BB5750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10CC83-4A87-31BD-25C3-5F59D15B8B8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14350"/>
          </a:xfrm>
        </p:spPr>
        <p:txBody>
          <a:bodyPr vert="horz" lIns="0" tIns="0" rIns="91440" bIns="0" rtlCol="0" anchor="t" anchorCtr="0">
            <a:normAutofit/>
          </a:bodyPr>
          <a:lstStyle/>
          <a:p>
            <a:pPr lvl="0"/>
            <a:r>
              <a:rPr lang="fr-CA" sz="2000" b="1"/>
              <a:t>Gouvernance des environnements hors production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E5E059-6FA3-0FD2-D03C-F575CFBA7C1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 vert="horz" lIns="0" tIns="0" rIns="0" bIns="0" rtlCol="0" anchor="t" anchorCtr="0">
            <a:normAutofit/>
          </a:bodyPr>
          <a:lstStyle/>
          <a:p>
            <a:pPr>
              <a:spcAft>
                <a:spcPts val="600"/>
              </a:spcAft>
            </a:pPr>
            <a:fld id="{92CFF269-2187-469B-861B-426AF96A1473}" type="slidenum">
              <a:rPr lang="fr-CA" noProof="0" smtClean="0"/>
              <a:pPr>
                <a:spcAft>
                  <a:spcPts val="600"/>
                </a:spcAft>
              </a:pPr>
              <a:t>19</a:t>
            </a:fld>
            <a:endParaRPr lang="fr-CA" noProof="0"/>
          </a:p>
        </p:txBody>
      </p:sp>
      <p:graphicFrame>
        <p:nvGraphicFramePr>
          <p:cNvPr id="8" name="ZoneTexte 5">
            <a:extLst>
              <a:ext uri="{FF2B5EF4-FFF2-40B4-BE49-F238E27FC236}">
                <a16:creationId xmlns:a16="http://schemas.microsoft.com/office/drawing/2014/main" id="{E4701C2F-2F7F-CA1A-F6BD-1236510528E4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25578038"/>
              </p:ext>
            </p:extLst>
          </p:nvPr>
        </p:nvGraphicFramePr>
        <p:xfrm>
          <a:off x="228600" y="762000"/>
          <a:ext cx="8686800" cy="3699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424368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022A0E-721D-0D7C-7F2D-CDD6283C1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 anchor="t">
            <a:normAutofit/>
          </a:bodyPr>
          <a:lstStyle/>
          <a:p>
            <a:r>
              <a:rPr lang="fr-CA" sz="2000" b="1"/>
              <a:t>Quiz</a:t>
            </a:r>
            <a:endParaRPr lang="fr-CA" b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551B9A-72F5-F28B-7DFE-5B6261D50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933450"/>
            <a:ext cx="8458199" cy="3505200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CA" sz="1300"/>
              <a:t>Les ateliers QA visent avant tout à :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 Accélérer les mises en production coûte que coûte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 Harmoniser les pratiques, clarifier les rôles et structurer les processus (la qualité aime l’ordre)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 Former uniquement les développeurs</a:t>
            </a:r>
          </a:p>
          <a:p>
            <a:pPr lvl="1"/>
            <a:endParaRPr lang="fr-CA" sz="1300"/>
          </a:p>
          <a:p>
            <a:pPr lvl="1"/>
            <a:endParaRPr lang="fr-CA" sz="1300"/>
          </a:p>
        </p:txBody>
      </p:sp>
      <p:sp>
        <p:nvSpPr>
          <p:cNvPr id="4" name="Espace réservé du numéro de diapositive 3" hidden="1">
            <a:extLst>
              <a:ext uri="{FF2B5EF4-FFF2-40B4-BE49-F238E27FC236}">
                <a16:creationId xmlns:a16="http://schemas.microsoft.com/office/drawing/2014/main" id="{73504C17-1892-6518-76FE-920E5BAD0D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fld id="{92CFF269-2187-469B-861B-426AF96A1473}" type="slidenum">
              <a:rPr lang="fr-CA" smtClean="0"/>
              <a:pPr>
                <a:spcAft>
                  <a:spcPts val="600"/>
                </a:spcAft>
              </a:pPr>
              <a:t>20</a:t>
            </a:fld>
            <a:endParaRPr lang="fr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ED44B-9A72-3E29-CAD6-879FEB44DE4B}"/>
              </a:ext>
            </a:extLst>
          </p:cNvPr>
          <p:cNvSpPr/>
          <p:nvPr/>
        </p:nvSpPr>
        <p:spPr>
          <a:xfrm>
            <a:off x="693420" y="1348740"/>
            <a:ext cx="7658100" cy="198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4AA54C0-CD85-A812-2970-289521F48EDE}"/>
              </a:ext>
            </a:extLst>
          </p:cNvPr>
          <p:cNvSpPr txBox="1"/>
          <p:nvPr/>
        </p:nvSpPr>
        <p:spPr>
          <a:xfrm>
            <a:off x="371131" y="1983165"/>
            <a:ext cx="5831174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CA" sz="1300"/>
              <a:t>  Selon la vision inspirée de l’ISTQB, quel est le rôle des tests dans un contexte Agile/DevOps ?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 Garantir que les déploiements ne soient jamais rapides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 Réduire les risques avant qu’ils atteignent l’utilisateur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 Remplacer complètement les développeurs</a:t>
            </a:r>
          </a:p>
          <a:p>
            <a:endParaRPr lang="fr-CA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DD98A94-B0DB-FA6A-0585-2D5C0C199DE3}"/>
              </a:ext>
            </a:extLst>
          </p:cNvPr>
          <p:cNvSpPr txBox="1"/>
          <p:nvPr/>
        </p:nvSpPr>
        <p:spPr>
          <a:xfrm>
            <a:off x="371131" y="3283521"/>
            <a:ext cx="5446463" cy="1092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CA" sz="1300"/>
              <a:t>   Quel élément dans la liste suivante est un livrable obligatoire du projet ?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Le plan de vacances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La stratégie d’essai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Les notes de sprint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45D70E-F41C-81B6-80F0-2919B75DA3F7}"/>
              </a:ext>
            </a:extLst>
          </p:cNvPr>
          <p:cNvSpPr/>
          <p:nvPr/>
        </p:nvSpPr>
        <p:spPr>
          <a:xfrm>
            <a:off x="693420" y="2626360"/>
            <a:ext cx="4688049" cy="198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12593-E0DA-A4C6-E940-76D5DDB41DC5}"/>
              </a:ext>
            </a:extLst>
          </p:cNvPr>
          <p:cNvSpPr/>
          <p:nvPr/>
        </p:nvSpPr>
        <p:spPr>
          <a:xfrm>
            <a:off x="693419" y="3916556"/>
            <a:ext cx="1997315" cy="198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293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3" grpId="0"/>
      <p:bldP spid="15" grpId="0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107AF-F0D0-E96B-F9EA-CB49007D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fr-CA" sz="2000" b="1"/>
              <a:t>Quiz</a:t>
            </a:r>
            <a:endParaRPr lang="fr-CA" b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4D3B2D-BB59-C76F-C2CC-C7E410A96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007582"/>
            <a:ext cx="8458199" cy="3505200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CA" sz="1300"/>
              <a:t>Le Responsable QA sur un projet est :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Toujours une ressource TI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Une ressource TI, affaires ou système désignée en début de projet (selon la nature du projet)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Toujours une ressource Affaires</a:t>
            </a:r>
            <a:br>
              <a:rPr lang="fr-CA" sz="1600"/>
            </a:br>
            <a:endParaRPr lang="fr-CA" sz="1600"/>
          </a:p>
        </p:txBody>
      </p:sp>
      <p:sp>
        <p:nvSpPr>
          <p:cNvPr id="4" name="Espace réservé du numéro de diapositive 3" hidden="1">
            <a:extLst>
              <a:ext uri="{FF2B5EF4-FFF2-40B4-BE49-F238E27FC236}">
                <a16:creationId xmlns:a16="http://schemas.microsoft.com/office/drawing/2014/main" id="{2579C726-9A59-C423-B2D2-BC35EFE68E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39200" y="4784725"/>
            <a:ext cx="304800" cy="273050"/>
          </a:xfrm>
        </p:spPr>
        <p:txBody>
          <a:bodyPr/>
          <a:lstStyle/>
          <a:p>
            <a:pPr>
              <a:spcAft>
                <a:spcPts val="600"/>
              </a:spcAft>
            </a:pPr>
            <a:fld id="{92CFF269-2187-469B-861B-426AF96A1473}" type="slidenum">
              <a:rPr lang="fr-CA" smtClean="0"/>
              <a:pPr>
                <a:spcAft>
                  <a:spcPts val="600"/>
                </a:spcAft>
              </a:pPr>
              <a:t>21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9F329AB-1662-99F9-EF21-FEEA4E6153F6}"/>
              </a:ext>
            </a:extLst>
          </p:cNvPr>
          <p:cNvSpPr txBox="1"/>
          <p:nvPr/>
        </p:nvSpPr>
        <p:spPr>
          <a:xfrm>
            <a:off x="359764" y="1910681"/>
            <a:ext cx="4669435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CA" sz="1300"/>
              <a:t>   Quel est l’un des rôles clés du QA Lead ?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Choisir les développeurs du projet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Superviser la stratégie de test et le respect des standards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Approuver les budgets financiers</a:t>
            </a:r>
            <a:br>
              <a:rPr lang="fr-CA" sz="1600"/>
            </a:br>
            <a:endParaRPr lang="fr-CA" sz="16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76EDC78-0A80-FF9C-81F0-B8D48547EEE0}"/>
              </a:ext>
            </a:extLst>
          </p:cNvPr>
          <p:cNvSpPr txBox="1"/>
          <p:nvPr/>
        </p:nvSpPr>
        <p:spPr>
          <a:xfrm>
            <a:off x="359764" y="3319163"/>
            <a:ext cx="5314596" cy="1092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CA" sz="1300"/>
              <a:t>   Dans la Préparation et MEP, les tests d'acceptations sont réalisés par :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Le QA Lead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L’utilisateur final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Les architectes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8DDBC-CE66-3370-7B02-E22205E279E3}"/>
              </a:ext>
            </a:extLst>
          </p:cNvPr>
          <p:cNvSpPr/>
          <p:nvPr/>
        </p:nvSpPr>
        <p:spPr>
          <a:xfrm>
            <a:off x="693420" y="1406931"/>
            <a:ext cx="7658100" cy="198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B56777-A8D0-FA57-CE99-F396A52666AD}"/>
              </a:ext>
            </a:extLst>
          </p:cNvPr>
          <p:cNvSpPr/>
          <p:nvPr/>
        </p:nvSpPr>
        <p:spPr>
          <a:xfrm>
            <a:off x="693420" y="2373630"/>
            <a:ext cx="7658100" cy="399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E65FE7-2484-D575-F543-226A691FD8F1}"/>
              </a:ext>
            </a:extLst>
          </p:cNvPr>
          <p:cNvSpPr/>
          <p:nvPr/>
        </p:nvSpPr>
        <p:spPr>
          <a:xfrm>
            <a:off x="693420" y="3950319"/>
            <a:ext cx="1944849" cy="185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669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9461CD-4E26-623B-F564-BF034CC8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 anchor="t">
            <a:normAutofit/>
          </a:bodyPr>
          <a:lstStyle/>
          <a:p>
            <a:r>
              <a:rPr lang="fr-CA" sz="2000" b="1"/>
              <a:t>Quiz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2C5869-6854-5125-C8A9-B588DEFA3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919085"/>
            <a:ext cx="8458199" cy="3505200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CA" sz="1300"/>
              <a:t>En environnement de Test, on exécute principalement :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Les tests d’acceptation utilisateurs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Les tests système et d’intégration système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Les tests composants uniquement</a:t>
            </a:r>
            <a:br>
              <a:rPr lang="fr-CA" sz="1500"/>
            </a:br>
            <a:endParaRPr lang="fr-CA" sz="1500"/>
          </a:p>
        </p:txBody>
      </p:sp>
      <p:sp>
        <p:nvSpPr>
          <p:cNvPr id="4" name="Espace réservé du numéro de diapositive 3" hidden="1">
            <a:extLst>
              <a:ext uri="{FF2B5EF4-FFF2-40B4-BE49-F238E27FC236}">
                <a16:creationId xmlns:a16="http://schemas.microsoft.com/office/drawing/2014/main" id="{5A345624-41FC-98C3-73B6-AF56989CBF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fld id="{92CFF269-2187-469B-861B-426AF96A1473}" type="slidenum">
              <a:rPr lang="fr-CA" smtClean="0"/>
              <a:pPr>
                <a:spcAft>
                  <a:spcPts val="600"/>
                </a:spcAft>
              </a:pPr>
              <a:t>22</a:t>
            </a:fld>
            <a:endParaRPr lang="fr-CA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B777B43-1E74-55CC-9F1E-B31E0E44B90F}"/>
              </a:ext>
            </a:extLst>
          </p:cNvPr>
          <p:cNvSpPr txBox="1"/>
          <p:nvPr/>
        </p:nvSpPr>
        <p:spPr>
          <a:xfrm>
            <a:off x="395207" y="1912860"/>
            <a:ext cx="457200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CA" sz="1300"/>
              <a:t>   Quel est le point essentiel avant de démarrer les essais ?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Vérifier la qualité des licences Azure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Vérifier que tous les environnements inférieurs sont interconnectés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S’assurer que l’équipe est disponible</a:t>
            </a:r>
            <a:br>
              <a:rPr lang="fr-CA" sz="1500"/>
            </a:br>
            <a:endParaRPr lang="fr-CA" sz="150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B3FCAF0-B888-0EF0-365B-5240668D5353}"/>
              </a:ext>
            </a:extLst>
          </p:cNvPr>
          <p:cNvSpPr txBox="1"/>
          <p:nvPr/>
        </p:nvSpPr>
        <p:spPr>
          <a:xfrm>
            <a:off x="395207" y="3331678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CA" sz="1300"/>
              <a:t>   Que vise le test d’intégration de système ?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Vérifier les interfaces entre systèmes et services externes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Vérifier les règles métier</a:t>
            </a:r>
          </a:p>
          <a:p>
            <a:pPr marL="631825" lvl="1" indent="-342900">
              <a:buFont typeface="+mj-lt"/>
              <a:buAutoNum type="arabicPeriod"/>
            </a:pPr>
            <a:r>
              <a:rPr lang="fr-CA" sz="1300"/>
              <a:t>Tester l’infrastructure serveurs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B1EBF5-A34C-042D-6F26-7A9FFAE2D8D6}"/>
              </a:ext>
            </a:extLst>
          </p:cNvPr>
          <p:cNvSpPr/>
          <p:nvPr/>
        </p:nvSpPr>
        <p:spPr>
          <a:xfrm>
            <a:off x="588489" y="1299011"/>
            <a:ext cx="3983511" cy="2299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F3AA7E-DC3C-211E-934D-27CFADF4EDA5}"/>
              </a:ext>
            </a:extLst>
          </p:cNvPr>
          <p:cNvSpPr/>
          <p:nvPr/>
        </p:nvSpPr>
        <p:spPr>
          <a:xfrm>
            <a:off x="693420" y="2522771"/>
            <a:ext cx="4688049" cy="4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34F0C-82CD-3060-80BD-0999EFA09D6D}"/>
              </a:ext>
            </a:extLst>
          </p:cNvPr>
          <p:cNvSpPr/>
          <p:nvPr/>
        </p:nvSpPr>
        <p:spPr>
          <a:xfrm>
            <a:off x="588489" y="3577315"/>
            <a:ext cx="4688049" cy="365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329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1" grpId="0"/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C7C6358-51A0-90E0-A372-9B79D81614F8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1"/>
            </p:custDataLst>
          </p:nvPr>
        </p:nvSpPr>
        <p:spPr>
          <a:xfrm>
            <a:off x="4284616" y="1598954"/>
            <a:ext cx="2573383" cy="882650"/>
          </a:xfrm>
        </p:spPr>
        <p:txBody>
          <a:bodyPr/>
          <a:lstStyle/>
          <a:p>
            <a:r>
              <a:rPr lang="fr-CA" sz="320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471519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3BC3-2046-8052-CD7A-CFA7029D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420D6A-950F-362F-F947-B5320657E95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24</a:t>
            </a:fld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E06CAC-CDB2-2335-77AF-2361163771C1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 flipH="1">
            <a:off x="201166" y="411480"/>
            <a:ext cx="8714233" cy="3328416"/>
          </a:xfrm>
        </p:spPr>
        <p:txBody>
          <a:bodyPr wrap="square">
            <a:normAutofit/>
          </a:bodyPr>
          <a:lstStyle/>
          <a:p>
            <a:r>
              <a:rPr lang="fr-CA" sz="7200"/>
              <a:t>Dictionnaire QA</a:t>
            </a:r>
          </a:p>
        </p:txBody>
      </p:sp>
    </p:spTree>
    <p:extLst>
      <p:ext uri="{BB962C8B-B14F-4D97-AF65-F5344CB8AC3E}">
        <p14:creationId xmlns:p14="http://schemas.microsoft.com/office/powerpoint/2010/main" val="1957224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25E9D-B37F-88A5-F093-7AF21F239FE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Pilotage VS Configuration et Développement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0D331A-1EB3-2BCF-BAF6-68DA51FD12F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Le </a:t>
            </a:r>
            <a:r>
              <a:rPr lang="fr-CA" b="1"/>
              <a:t>pilotage</a:t>
            </a:r>
            <a:r>
              <a:rPr lang="fr-CA"/>
              <a:t> </a:t>
            </a:r>
          </a:p>
          <a:p>
            <a:pPr lvl="1"/>
            <a:r>
              <a:rPr lang="fr-CA"/>
              <a:t>Les paramètres vont </a:t>
            </a:r>
            <a:r>
              <a:rPr lang="fr-CA" u="sng"/>
              <a:t>évoluer sur une base régulière </a:t>
            </a:r>
            <a:r>
              <a:rPr lang="fr-CA"/>
              <a:t>pendant les opérations</a:t>
            </a:r>
          </a:p>
          <a:p>
            <a:r>
              <a:rPr lang="fr-CA"/>
              <a:t>La </a:t>
            </a:r>
            <a:r>
              <a:rPr lang="fr-CA" b="1"/>
              <a:t>configuration</a:t>
            </a:r>
            <a:r>
              <a:rPr lang="fr-CA"/>
              <a:t> ou le </a:t>
            </a:r>
            <a:r>
              <a:rPr lang="fr-CA" b="1"/>
              <a:t>développement</a:t>
            </a:r>
          </a:p>
          <a:p>
            <a:pPr lvl="1"/>
            <a:r>
              <a:rPr lang="fr-CA"/>
              <a:t>consiste à créer ou définir de </a:t>
            </a:r>
            <a:r>
              <a:rPr lang="fr-CA" u="sng"/>
              <a:t>nouveaux paramètres </a:t>
            </a:r>
          </a:p>
          <a:p>
            <a:pPr lvl="1"/>
            <a:r>
              <a:rPr lang="fr-CA"/>
              <a:t>ou qui </a:t>
            </a:r>
            <a:r>
              <a:rPr lang="fr-CA" u="sng"/>
              <a:t>évolueront peu</a:t>
            </a:r>
            <a:r>
              <a:rPr lang="fr-CA"/>
              <a:t>, probablement dans le cadre d’un projet.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E9A1EB-28F5-03E1-264E-94B980BA694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7206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3BD94-73E1-D117-3B2E-77E904DF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8E4737-F007-3D03-8D48-799346ACF35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Essais, Valider l’implantation (MEP), Support post-implantation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13A515-00AB-168E-6645-7E51A086685C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Les </a:t>
            </a:r>
            <a:r>
              <a:rPr lang="fr-CA" b="1"/>
              <a:t>essais</a:t>
            </a:r>
            <a:r>
              <a:rPr lang="fr-CA"/>
              <a:t> impliquent l’injection de données de test ce qui n’est </a:t>
            </a:r>
            <a:r>
              <a:rPr lang="fr-CA" u="sng"/>
              <a:t>pas autorisé en PROD</a:t>
            </a:r>
            <a:r>
              <a:rPr lang="fr-CA"/>
              <a:t>. </a:t>
            </a:r>
          </a:p>
          <a:p>
            <a:r>
              <a:rPr lang="fr-CA" b="1"/>
              <a:t>Valider l’implantation </a:t>
            </a:r>
            <a:r>
              <a:rPr lang="fr-CA"/>
              <a:t>implique une inspection du </a:t>
            </a:r>
            <a:r>
              <a:rPr lang="fr-CA" u="sng"/>
              <a:t>succès de l’opération de déploiement</a:t>
            </a:r>
            <a:r>
              <a:rPr lang="fr-CA"/>
              <a:t>.</a:t>
            </a:r>
          </a:p>
          <a:p>
            <a:r>
              <a:rPr lang="fr-CA" b="1"/>
              <a:t>Le support post-implantation </a:t>
            </a:r>
            <a:r>
              <a:rPr lang="fr-CA"/>
              <a:t>consiste à surveiller l’exécution de la nouvelle version du système en PROD </a:t>
            </a:r>
            <a:r>
              <a:rPr lang="fr-CA" u="sng"/>
              <a:t>afin de réagir proactivement</a:t>
            </a:r>
            <a:r>
              <a:rPr lang="fr-CA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82F3DD-5490-BB46-81EA-2A283363C8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393773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INDUSTRIELLE ALLIANCE">
  <a:themeElements>
    <a:clrScheme name="IA">
      <a:dk1>
        <a:srgbClr val="064DD9"/>
      </a:dk1>
      <a:lt1>
        <a:sysClr val="window" lastClr="FFFFFF"/>
      </a:lt1>
      <a:dk2>
        <a:srgbClr val="01233F"/>
      </a:dk2>
      <a:lt2>
        <a:srgbClr val="73C4EF"/>
      </a:lt2>
      <a:accent1>
        <a:srgbClr val="064DD9"/>
      </a:accent1>
      <a:accent2>
        <a:srgbClr val="DBF0FF"/>
      </a:accent2>
      <a:accent3>
        <a:srgbClr val="01233F"/>
      </a:accent3>
      <a:accent4>
        <a:srgbClr val="73C4EF"/>
      </a:accent4>
      <a:accent5>
        <a:srgbClr val="756B5F"/>
      </a:accent5>
      <a:accent6>
        <a:srgbClr val="E2DCD0"/>
      </a:accent6>
      <a:hlink>
        <a:srgbClr val="FFFFFF"/>
      </a:hlink>
      <a:folHlink>
        <a:srgbClr val="FFFFFF"/>
      </a:folHlink>
    </a:clrScheme>
    <a:fontScheme name="I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OJ-25-22_GabaritPPT-iAGF-FR" id="{DEE5ACAA-4EA7-8144-99F5-8FACF04AC352}" vid="{08F0A3C4-773F-7D41-B4D1-390E3371BCAD}"/>
    </a:ext>
  </a:extLst>
</a:theme>
</file>

<file path=ppt/theme/theme2.xml><?xml version="1.0" encoding="utf-8"?>
<a:theme xmlns:a="http://schemas.openxmlformats.org/drawingml/2006/main" name="Thème Office">
  <a:themeElements>
    <a:clrScheme name="Personnalisé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22886"/>
      </a:accent1>
      <a:accent2>
        <a:srgbClr val="0070C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A">
    <a:dk1>
      <a:srgbClr val="064DD9"/>
    </a:dk1>
    <a:lt1>
      <a:sysClr val="window" lastClr="FFFFFF"/>
    </a:lt1>
    <a:dk2>
      <a:srgbClr val="01233F"/>
    </a:dk2>
    <a:lt2>
      <a:srgbClr val="73C4EF"/>
    </a:lt2>
    <a:accent1>
      <a:srgbClr val="064DD9"/>
    </a:accent1>
    <a:accent2>
      <a:srgbClr val="DBF0FF"/>
    </a:accent2>
    <a:accent3>
      <a:srgbClr val="01233F"/>
    </a:accent3>
    <a:accent4>
      <a:srgbClr val="73C4EF"/>
    </a:accent4>
    <a:accent5>
      <a:srgbClr val="756B5F"/>
    </a:accent5>
    <a:accent6>
      <a:srgbClr val="E2DCD0"/>
    </a:accent6>
    <a:hlink>
      <a:srgbClr val="FFFFFF"/>
    </a:hlink>
    <a:folHlink>
      <a:srgbClr val="FFFFFF"/>
    </a:folHlink>
  </a:clrScheme>
</a:themeOverride>
</file>

<file path=ppt/theme/themeOverride2.xml><?xml version="1.0" encoding="utf-8"?>
<a:themeOverride xmlns:a="http://schemas.openxmlformats.org/drawingml/2006/main">
  <a:clrScheme name="IA">
    <a:dk1>
      <a:srgbClr val="064DD9"/>
    </a:dk1>
    <a:lt1>
      <a:sysClr val="window" lastClr="FFFFFF"/>
    </a:lt1>
    <a:dk2>
      <a:srgbClr val="01233F"/>
    </a:dk2>
    <a:lt2>
      <a:srgbClr val="73C4EF"/>
    </a:lt2>
    <a:accent1>
      <a:srgbClr val="064DD9"/>
    </a:accent1>
    <a:accent2>
      <a:srgbClr val="DBF0FF"/>
    </a:accent2>
    <a:accent3>
      <a:srgbClr val="01233F"/>
    </a:accent3>
    <a:accent4>
      <a:srgbClr val="73C4EF"/>
    </a:accent4>
    <a:accent5>
      <a:srgbClr val="756B5F"/>
    </a:accent5>
    <a:accent6>
      <a:srgbClr val="E2DCD0"/>
    </a:accent6>
    <a:hlink>
      <a:srgbClr val="FFFFFF"/>
    </a:hlink>
    <a:folHlink>
      <a:srgbClr val="FFFFF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3C1A93673AE84388E326B5D4CC551E" ma:contentTypeVersion="15" ma:contentTypeDescription="Crée un document." ma:contentTypeScope="" ma:versionID="d4fcf7f89143bbf038eca41f9d5c3be2">
  <xsd:schema xmlns:xsd="http://www.w3.org/2001/XMLSchema" xmlns:xs="http://www.w3.org/2001/XMLSchema" xmlns:p="http://schemas.microsoft.com/office/2006/metadata/properties" xmlns:ns2="ed106c1e-c1d6-4ff2-91fd-e5ba1764ee54" xmlns:ns3="011f6add-43de-46b1-b9e4-48bf74bb8fa8" targetNamespace="http://schemas.microsoft.com/office/2006/metadata/properties" ma:root="true" ma:fieldsID="74a766da3e51b8ac96ed7ceec2542d12" ns2:_="" ns3:_="">
    <xsd:import namespace="ed106c1e-c1d6-4ff2-91fd-e5ba1764ee54"/>
    <xsd:import namespace="011f6add-43de-46b1-b9e4-48bf74bb8f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Objecti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06c1e-c1d6-4ff2-91fd-e5ba1764ee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49c3984d-6c88-459e-875d-1e42fc5375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jectif" ma:index="22" nillable="true" ma:displayName="Objectif" ma:format="Dropdown" ma:internalName="Objectif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1f6add-43de-46b1-b9e4-48bf74bb8f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2549b3d-bf4a-4efc-88a1-fd73d023a290}" ma:internalName="TaxCatchAll" ma:showField="CatchAllData" ma:web="011f6add-43de-46b1-b9e4-48bf74bb8f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106c1e-c1d6-4ff2-91fd-e5ba1764ee54">
      <Terms xmlns="http://schemas.microsoft.com/office/infopath/2007/PartnerControls"/>
    </lcf76f155ced4ddcb4097134ff3c332f>
    <TaxCatchAll xmlns="011f6add-43de-46b1-b9e4-48bf74bb8fa8" xsi:nil="true"/>
    <Objectif xmlns="ed106c1e-c1d6-4ff2-91fd-e5ba1764ee54" xsi:nil="true"/>
  </documentManagement>
</p:properties>
</file>

<file path=customXml/itemProps1.xml><?xml version="1.0" encoding="utf-8"?>
<ds:datastoreItem xmlns:ds="http://schemas.openxmlformats.org/officeDocument/2006/customXml" ds:itemID="{4B109178-A3EE-4125-92F9-2865398D9E1F}">
  <ds:schemaRefs>
    <ds:schemaRef ds:uri="011f6add-43de-46b1-b9e4-48bf74bb8fa8"/>
    <ds:schemaRef ds:uri="ed106c1e-c1d6-4ff2-91fd-e5ba1764ee5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EDF9E9A-FBB4-499A-B7BE-8E23D9F61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1430FC-9458-44A7-9740-6EEEF62E7580}">
  <ds:schemaRefs>
    <ds:schemaRef ds:uri="011f6add-43de-46b1-b9e4-48bf74bb8fa8"/>
    <ds:schemaRef ds:uri="ed106c1e-c1d6-4ff2-91fd-e5ba1764ee5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PROJ-25-22_GabaritPPT-iAGF-FR (1)</Template>
  <Application>Microsoft Office PowerPoint</Application>
  <PresentationFormat>On-screen Show (16:9)</PresentationFormat>
  <Slides>26</Slides>
  <Notes>10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INDUSTRIELLE ALLIANCE</vt:lpstr>
      <vt:lpstr>Thème Office</vt:lpstr>
      <vt:lpstr>Standard QA Affaires, SYSTÈME et TI</vt:lpstr>
      <vt:lpstr>Agenda</vt:lpstr>
      <vt:lpstr>Mandat et objectifs des ateliers QA</vt:lpstr>
      <vt:lpstr>Où en sommes-nous?</vt:lpstr>
      <vt:lpstr>Le standard ISTQB</vt:lpstr>
      <vt:lpstr>Nos attentes</vt:lpstr>
      <vt:lpstr>PowerPoint Presentation</vt:lpstr>
      <vt:lpstr>Processus de livraison</vt:lpstr>
      <vt:lpstr>Mode de livraison N2</vt:lpstr>
      <vt:lpstr>Livraison N3 et N4</vt:lpstr>
      <vt:lpstr>PowerPoint Presentation</vt:lpstr>
      <vt:lpstr>Le rôle Responsable QA : Moteur de la qualité</vt:lpstr>
      <vt:lpstr>Mission du QA : Coordination et Excellence Transversale</vt:lpstr>
      <vt:lpstr>RACI - Responsabilité du QA Lead sur le projet </vt:lpstr>
      <vt:lpstr>RACI - Responsabilité du QA Lead sur le projet</vt:lpstr>
      <vt:lpstr>PowerPoint Presentation</vt:lpstr>
      <vt:lpstr>Structure des environnements hors production</vt:lpstr>
      <vt:lpstr>Structure des environnements hors production</vt:lpstr>
      <vt:lpstr>Gouvernance des environnements hors production</vt:lpstr>
      <vt:lpstr>Quiz</vt:lpstr>
      <vt:lpstr>Quiz</vt:lpstr>
      <vt:lpstr>Quiz</vt:lpstr>
      <vt:lpstr>PowerPoint Presentation</vt:lpstr>
      <vt:lpstr>PowerPoint Presentation</vt:lpstr>
      <vt:lpstr>Pilotage VS Configuration et Développement</vt:lpstr>
      <vt:lpstr>Essais, Valider l’implantation (MEP), Support post-implantation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Cosials, Benoit</dc:creator>
  <cp:revision>1</cp:revision>
  <dcterms:created xsi:type="dcterms:W3CDTF">2025-11-03T20:34:47Z</dcterms:created>
  <dcterms:modified xsi:type="dcterms:W3CDTF">2026-02-06T19:13:52Z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0x0101009E3C1A93673AE84388E326B5D4CC551E</vt:lpwstr>
  </property>
  <property fmtid="{D5CDD505-2E9C-101B-9397-08002B2CF9AE}" pid="3" name="MediaServiceImageTags">
    <vt:lpwstr/>
  </property>
</Properties>
</file>