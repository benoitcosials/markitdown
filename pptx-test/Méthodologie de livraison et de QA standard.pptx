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4"/>
  </p:sldMasterIdLst>
  <p:notesMasterIdLst>
    <p:notesMasterId r:id="rId16"/>
  </p:notesMasterIdLst>
  <p:handoutMasterIdLst>
    <p:handoutMasterId r:id="rId17"/>
  </p:handoutMasterIdLst>
  <p:sldIdLst>
    <p:sldId id="257" r:id="rId5"/>
    <p:sldId id="11047" r:id="rId6"/>
    <p:sldId id="11030" r:id="rId7"/>
    <p:sldId id="11029" r:id="rId8"/>
    <p:sldId id="11055" r:id="rId9"/>
    <p:sldId id="11054" r:id="rId10"/>
    <p:sldId id="11060" r:id="rId11"/>
    <p:sldId id="10992" r:id="rId12"/>
    <p:sldId id="11059" r:id="rId13"/>
    <p:sldId id="11058" r:id="rId14"/>
    <p:sldId id="10989" r:id="rId15"/>
  </p:sldIdLst>
  <p:sldSz cx="9144000" cy="5143500" type="screen16x9"/>
  <p:notesSz cx="9372600" cy="7010400"/>
  <p:defaultTextStyle>
    <a:defPPr>
      <a:defRPr lang="en-US"/>
    </a:defPPr>
    <a:lvl1pPr marL="0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3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86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28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72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14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58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00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43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DB6F4758-84DF-4C03-877B-B06D621E50F0}">
          <p14:sldIdLst>
            <p14:sldId id="257"/>
            <p14:sldId id="11047"/>
            <p14:sldId id="11030"/>
            <p14:sldId id="11029"/>
            <p14:sldId id="11055"/>
            <p14:sldId id="11054"/>
            <p14:sldId id="11060"/>
            <p14:sldId id="10992"/>
            <p14:sldId id="11059"/>
            <p14:sldId id="11058"/>
            <p14:sldId id="1098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08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971A41E-D707-8B6A-1D81-EA26D0B9F990}" name="Cosials, Benoit" initials="CB" userId="S::benoit.cosials@ia.ca::55eb508c-1f17-412e-9f09-1d82eedc926e" providerId="AD"/>
  <p188:author id="{B4C63144-0A55-BF65-8481-D0C2C541E3FD}" name="Khaali, Said" initials="KS" userId="S::said.khaali@ia.ca::6cefcaa6-9b47-443b-a611-1affbe98f659" providerId="AD"/>
  <p188:author id="{5BC7654E-ECAA-C929-F9AB-4E3D1A24C485}" name="El Brini, Najib" initials="EBN" userId="S::Najib.El-Brini@ia.ca::230f4451-0f32-4e2c-bfb7-54cca43b4ae9" providerId="AD"/>
  <p188:author id="{F468685A-7373-6C56-291C-42FE185AFFA9}" name="Tessier, Elise" initials="TE" userId="S::Elise.Tessier@ia.ca::ed72b641-5f34-46b7-bccf-274e2b9564f9" providerId="AD"/>
  <p188:author id="{87FD2FB0-1707-54D9-4AD6-9D510401DA22}" name="Tessier, Elise" initials="TE" userId="S::elise.tessier@ia.ca::ed72b641-5f34-46b7-bccf-274e2b9564f9" providerId="AD"/>
  <p188:author id="{939269C1-97C2-921A-CF1C-0B021B23C07A}" name="Khaali, Said" initials="KS" userId="S::Said.Khaali@ia.ca::6cefcaa6-9b47-443b-a611-1affbe98f65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blond-Besner, Sophie" initials="LS" lastIdx="6" clrIdx="0">
    <p:extLst>
      <p:ext uri="{19B8F6BF-5375-455C-9EA6-DF929625EA0E}">
        <p15:presenceInfo xmlns:p15="http://schemas.microsoft.com/office/powerpoint/2012/main" userId="S::Sophie.Leblond-Besner@ia.ca::33909b31-41a8-4c6d-987a-c6ee3ae23bc8" providerId="AD"/>
      </p:ext>
    </p:extLst>
  </p:cmAuthor>
  <p:cmAuthor id="2" name="Braga, Émiliana" initials="BÉ" lastIdx="1" clrIdx="1">
    <p:extLst>
      <p:ext uri="{19B8F6BF-5375-455C-9EA6-DF929625EA0E}">
        <p15:presenceInfo xmlns:p15="http://schemas.microsoft.com/office/powerpoint/2012/main" userId="S::emiliana.braga@ia.ca::5e9d1318-b356-4dea-a217-df03a06fd69f" providerId="AD"/>
      </p:ext>
    </p:extLst>
  </p:cmAuthor>
  <p:cmAuthor id="3" name="Cosials, Benoit" initials="CB" lastIdx="11" clrIdx="2">
    <p:extLst>
      <p:ext uri="{19B8F6BF-5375-455C-9EA6-DF929625EA0E}">
        <p15:presenceInfo xmlns:p15="http://schemas.microsoft.com/office/powerpoint/2012/main" userId="S::benoit.cosials@ia.ca::55eb508c-1f17-412e-9f09-1d82eedc926e" providerId="AD"/>
      </p:ext>
    </p:extLst>
  </p:cmAuthor>
  <p:cmAuthor id="4" name="Lefebvre, Alexandra" initials="LA" lastIdx="1" clrIdx="3">
    <p:extLst>
      <p:ext uri="{19B8F6BF-5375-455C-9EA6-DF929625EA0E}">
        <p15:presenceInfo xmlns:p15="http://schemas.microsoft.com/office/powerpoint/2012/main" userId="S::alexandra.lefebvre@ia.ca::c382bff0-2b8a-48d3-99dd-fb88ee1825d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00198D"/>
    <a:srgbClr val="7C878E"/>
    <a:srgbClr val="434343"/>
    <a:srgbClr val="99D6EA"/>
    <a:srgbClr val="FFE285"/>
    <a:srgbClr val="003DA5"/>
    <a:srgbClr val="002E6B"/>
    <a:srgbClr val="DCE9F2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0354" autoAdjust="0"/>
  </p:normalViewPr>
  <p:slideViewPr>
    <p:cSldViewPr snapToGrid="0">
      <p:cViewPr varScale="1">
        <p:scale>
          <a:sx n="117" d="100"/>
          <a:sy n="117" d="100"/>
        </p:scale>
        <p:origin x="1470" y="102"/>
      </p:cViewPr>
      <p:guideLst>
        <p:guide orient="horz" pos="792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208"/>
        <p:guide pos="295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sials, Benoit" userId="55eb508c-1f17-412e-9f09-1d82eedc926e" providerId="ADAL" clId="{05B681B9-784B-4933-A843-3E8463BC0F63}"/>
    <pc:docChg chg="undo custSel addSld modSld sldOrd modSection">
      <pc:chgData name="Cosials, Benoit" userId="55eb508c-1f17-412e-9f09-1d82eedc926e" providerId="ADAL" clId="{05B681B9-784B-4933-A843-3E8463BC0F63}" dt="2025-06-17T17:06:28.918" v="1017" actId="20577"/>
      <pc:docMkLst>
        <pc:docMk/>
      </pc:docMkLst>
      <pc:sldChg chg="modSp mod">
        <pc:chgData name="Cosials, Benoit" userId="55eb508c-1f17-412e-9f09-1d82eedc926e" providerId="ADAL" clId="{05B681B9-784B-4933-A843-3E8463BC0F63}" dt="2025-06-17T17:06:28.918" v="1017" actId="20577"/>
        <pc:sldMkLst>
          <pc:docMk/>
          <pc:sldMk cId="1777137606" sldId="257"/>
        </pc:sldMkLst>
        <pc:spChg chg="mod">
          <ac:chgData name="Cosials, Benoit" userId="55eb508c-1f17-412e-9f09-1d82eedc926e" providerId="ADAL" clId="{05B681B9-784B-4933-A843-3E8463BC0F63}" dt="2025-06-17T17:06:23.292" v="1015" actId="20577"/>
          <ac:spMkLst>
            <pc:docMk/>
            <pc:sldMk cId="1777137606" sldId="257"/>
            <ac:spMk id="2" creationId="{62FE530A-ED97-2F48-8121-72B7F242E9A4}"/>
          </ac:spMkLst>
        </pc:spChg>
        <pc:spChg chg="mod">
          <ac:chgData name="Cosials, Benoit" userId="55eb508c-1f17-412e-9f09-1d82eedc926e" providerId="ADAL" clId="{05B681B9-784B-4933-A843-3E8463BC0F63}" dt="2025-06-17T17:06:28.918" v="1017" actId="20577"/>
          <ac:spMkLst>
            <pc:docMk/>
            <pc:sldMk cId="1777137606" sldId="257"/>
            <ac:spMk id="3" creationId="{1B195D18-7C9A-714E-A280-8D91D60CC66C}"/>
          </ac:spMkLst>
        </pc:spChg>
      </pc:sldChg>
      <pc:sldChg chg="ord">
        <pc:chgData name="Cosials, Benoit" userId="55eb508c-1f17-412e-9f09-1d82eedc926e" providerId="ADAL" clId="{05B681B9-784B-4933-A843-3E8463BC0F63}" dt="2025-06-09T19:27:00.275" v="4"/>
        <pc:sldMkLst>
          <pc:docMk/>
          <pc:sldMk cId="4149150109" sldId="11059"/>
        </pc:sldMkLst>
      </pc:sldChg>
      <pc:sldChg chg="modSp add mod ord modNotesTx">
        <pc:chgData name="Cosials, Benoit" userId="55eb508c-1f17-412e-9f09-1d82eedc926e" providerId="ADAL" clId="{05B681B9-784B-4933-A843-3E8463BC0F63}" dt="2025-06-09T20:02:07.055" v="1002" actId="313"/>
        <pc:sldMkLst>
          <pc:docMk/>
          <pc:sldMk cId="2007738563" sldId="11060"/>
        </pc:sldMkLst>
        <pc:spChg chg="mod">
          <ac:chgData name="Cosials, Benoit" userId="55eb508c-1f17-412e-9f09-1d82eedc926e" providerId="ADAL" clId="{05B681B9-784B-4933-A843-3E8463BC0F63}" dt="2025-06-09T19:27:04.839" v="8" actId="20577"/>
          <ac:spMkLst>
            <pc:docMk/>
            <pc:sldMk cId="2007738563" sldId="11060"/>
            <ac:spMk id="9" creationId="{AD42AFAC-EAA3-100A-B22C-F87236753247}"/>
          </ac:spMkLst>
        </pc:spChg>
        <pc:spChg chg="mod">
          <ac:chgData name="Cosials, Benoit" userId="55eb508c-1f17-412e-9f09-1d82eedc926e" providerId="ADAL" clId="{05B681B9-784B-4933-A843-3E8463BC0F63}" dt="2025-06-09T19:59:24.517" v="941" actId="20577"/>
          <ac:spMkLst>
            <pc:docMk/>
            <pc:sldMk cId="2007738563" sldId="11060"/>
            <ac:spMk id="10" creationId="{665BD5CE-AAFF-B5EB-47CA-16B18B41B01A}"/>
          </ac:spMkLst>
        </pc:spChg>
        <pc:spChg chg="mod">
          <ac:chgData name="Cosials, Benoit" userId="55eb508c-1f17-412e-9f09-1d82eedc926e" providerId="ADAL" clId="{05B681B9-784B-4933-A843-3E8463BC0F63}" dt="2025-06-09T20:02:07.055" v="1002" actId="313"/>
          <ac:spMkLst>
            <pc:docMk/>
            <pc:sldMk cId="2007738563" sldId="11060"/>
            <ac:spMk id="11" creationId="{F9D183E2-4669-BCE2-517D-57531279D80F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8ADADF-C9D7-4D4B-885C-16CBBB2DD965}" type="doc">
      <dgm:prSet loTypeId="urn:microsoft.com/office/officeart/2005/8/layout/vProcess5" loCatId="process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fr-CA"/>
        </a:p>
      </dgm:t>
    </dgm:pt>
    <dgm:pt modelId="{0AD99CB4-2057-4B89-8D34-2AC1FAF3ACE4}">
      <dgm:prSet phldrT="[Texte]"/>
      <dgm:spPr/>
      <dgm:t>
        <a:bodyPr/>
        <a:lstStyle/>
        <a:p>
          <a:r>
            <a:rPr lang="fr-CA"/>
            <a:t>Besoin d’affaires</a:t>
          </a:r>
        </a:p>
      </dgm:t>
    </dgm:pt>
    <dgm:pt modelId="{23F8C8D4-4BD8-444C-A378-A4D44B08FB1E}" type="parTrans" cxnId="{5E7C45D9-9C27-4D77-90BE-8B6C57B5FA69}">
      <dgm:prSet/>
      <dgm:spPr/>
      <dgm:t>
        <a:bodyPr/>
        <a:lstStyle/>
        <a:p>
          <a:endParaRPr lang="fr-CA"/>
        </a:p>
      </dgm:t>
    </dgm:pt>
    <dgm:pt modelId="{8BAEEEB5-9E2A-4E67-B5AD-768C6718E041}" type="sibTrans" cxnId="{5E7C45D9-9C27-4D77-90BE-8B6C57B5FA69}">
      <dgm:prSet/>
      <dgm:spPr/>
      <dgm:t>
        <a:bodyPr/>
        <a:lstStyle/>
        <a:p>
          <a:endParaRPr lang="fr-CA"/>
        </a:p>
      </dgm:t>
    </dgm:pt>
    <dgm:pt modelId="{A1E99080-731F-46DD-9660-EB3D23E24E69}">
      <dgm:prSet phldrT="[Texte]"/>
      <dgm:spPr/>
      <dgm:t>
        <a:bodyPr/>
        <a:lstStyle/>
        <a:p>
          <a:r>
            <a:rPr lang="fr-CA"/>
            <a:t>Développement</a:t>
          </a:r>
        </a:p>
      </dgm:t>
    </dgm:pt>
    <dgm:pt modelId="{2C12F837-52B9-4685-90B1-223556C1E63F}" type="parTrans" cxnId="{67B00407-3353-485D-8E6E-03CBCDD39946}">
      <dgm:prSet/>
      <dgm:spPr/>
      <dgm:t>
        <a:bodyPr/>
        <a:lstStyle/>
        <a:p>
          <a:endParaRPr lang="fr-CA"/>
        </a:p>
      </dgm:t>
    </dgm:pt>
    <dgm:pt modelId="{BE0B4A17-B4AC-4599-BF91-9D4A6E8AF63C}" type="sibTrans" cxnId="{67B00407-3353-485D-8E6E-03CBCDD39946}">
      <dgm:prSet/>
      <dgm:spPr/>
      <dgm:t>
        <a:bodyPr/>
        <a:lstStyle/>
        <a:p>
          <a:endParaRPr lang="fr-CA"/>
        </a:p>
      </dgm:t>
    </dgm:pt>
    <dgm:pt modelId="{BD627518-F54C-443A-880C-90C13E361F79}">
      <dgm:prSet phldrT="[Texte]"/>
      <dgm:spPr/>
      <dgm:t>
        <a:bodyPr/>
        <a:lstStyle/>
        <a:p>
          <a:r>
            <a:rPr lang="fr-CA"/>
            <a:t>Test</a:t>
          </a:r>
        </a:p>
      </dgm:t>
    </dgm:pt>
    <dgm:pt modelId="{7ED4C8F2-FFFB-4A22-97AC-25376F1DE490}" type="parTrans" cxnId="{5AF22ABC-9E7C-4BE4-91CF-84551EAFE01E}">
      <dgm:prSet/>
      <dgm:spPr/>
      <dgm:t>
        <a:bodyPr/>
        <a:lstStyle/>
        <a:p>
          <a:endParaRPr lang="fr-CA"/>
        </a:p>
      </dgm:t>
    </dgm:pt>
    <dgm:pt modelId="{92CBE13F-4D38-4433-877D-046935C81DE2}" type="sibTrans" cxnId="{5AF22ABC-9E7C-4BE4-91CF-84551EAFE01E}">
      <dgm:prSet/>
      <dgm:spPr/>
      <dgm:t>
        <a:bodyPr/>
        <a:lstStyle/>
        <a:p>
          <a:endParaRPr lang="fr-CA"/>
        </a:p>
      </dgm:t>
    </dgm:pt>
    <dgm:pt modelId="{9A4FC018-375C-4304-B3E7-F1D308267513}">
      <dgm:prSet phldrT="[Texte]"/>
      <dgm:spPr/>
      <dgm:t>
        <a:bodyPr/>
        <a:lstStyle/>
        <a:p>
          <a:r>
            <a:rPr lang="fr-CA"/>
            <a:t>Mise en production</a:t>
          </a:r>
        </a:p>
      </dgm:t>
    </dgm:pt>
    <dgm:pt modelId="{F2B20524-07D9-48C0-B3DF-C543866EFAD0}" type="parTrans" cxnId="{380DDA80-99F1-4172-B0C1-84BEBBA678CB}">
      <dgm:prSet/>
      <dgm:spPr/>
      <dgm:t>
        <a:bodyPr/>
        <a:lstStyle/>
        <a:p>
          <a:endParaRPr lang="fr-CA"/>
        </a:p>
      </dgm:t>
    </dgm:pt>
    <dgm:pt modelId="{271BD495-034D-4370-AB02-B1E7918CCA68}" type="sibTrans" cxnId="{380DDA80-99F1-4172-B0C1-84BEBBA678CB}">
      <dgm:prSet/>
      <dgm:spPr/>
      <dgm:t>
        <a:bodyPr/>
        <a:lstStyle/>
        <a:p>
          <a:endParaRPr lang="fr-CA"/>
        </a:p>
      </dgm:t>
    </dgm:pt>
    <dgm:pt modelId="{4223B9C0-2787-4692-8CF9-A90ADF966A5B}" type="pres">
      <dgm:prSet presAssocID="{4E8ADADF-C9D7-4D4B-885C-16CBBB2DD965}" presName="outerComposite" presStyleCnt="0">
        <dgm:presLayoutVars>
          <dgm:chMax val="5"/>
          <dgm:dir/>
          <dgm:resizeHandles val="exact"/>
        </dgm:presLayoutVars>
      </dgm:prSet>
      <dgm:spPr/>
    </dgm:pt>
    <dgm:pt modelId="{DBEE2FDD-4D5F-40AD-9778-85A77E75950A}" type="pres">
      <dgm:prSet presAssocID="{4E8ADADF-C9D7-4D4B-885C-16CBBB2DD965}" presName="dummyMaxCanvas" presStyleCnt="0">
        <dgm:presLayoutVars/>
      </dgm:prSet>
      <dgm:spPr/>
    </dgm:pt>
    <dgm:pt modelId="{D61DA435-4E61-4811-A79A-7AFA5D484D76}" type="pres">
      <dgm:prSet presAssocID="{4E8ADADF-C9D7-4D4B-885C-16CBBB2DD965}" presName="FourNodes_1" presStyleLbl="node1" presStyleIdx="0" presStyleCnt="4">
        <dgm:presLayoutVars>
          <dgm:bulletEnabled val="1"/>
        </dgm:presLayoutVars>
      </dgm:prSet>
      <dgm:spPr/>
    </dgm:pt>
    <dgm:pt modelId="{A04C6ACF-9150-4AA4-908B-1E44E6440082}" type="pres">
      <dgm:prSet presAssocID="{4E8ADADF-C9D7-4D4B-885C-16CBBB2DD965}" presName="FourNodes_2" presStyleLbl="node1" presStyleIdx="1" presStyleCnt="4">
        <dgm:presLayoutVars>
          <dgm:bulletEnabled val="1"/>
        </dgm:presLayoutVars>
      </dgm:prSet>
      <dgm:spPr/>
    </dgm:pt>
    <dgm:pt modelId="{0AEC3717-9869-45FA-8BC7-2E383F15701E}" type="pres">
      <dgm:prSet presAssocID="{4E8ADADF-C9D7-4D4B-885C-16CBBB2DD965}" presName="FourNodes_3" presStyleLbl="node1" presStyleIdx="2" presStyleCnt="4">
        <dgm:presLayoutVars>
          <dgm:bulletEnabled val="1"/>
        </dgm:presLayoutVars>
      </dgm:prSet>
      <dgm:spPr/>
    </dgm:pt>
    <dgm:pt modelId="{04F33AA1-93C0-47F8-A5CD-EDC2C11EFF9E}" type="pres">
      <dgm:prSet presAssocID="{4E8ADADF-C9D7-4D4B-885C-16CBBB2DD965}" presName="FourNodes_4" presStyleLbl="node1" presStyleIdx="3" presStyleCnt="4">
        <dgm:presLayoutVars>
          <dgm:bulletEnabled val="1"/>
        </dgm:presLayoutVars>
      </dgm:prSet>
      <dgm:spPr/>
    </dgm:pt>
    <dgm:pt modelId="{28D912F9-0269-4538-8552-4C61363AB42D}" type="pres">
      <dgm:prSet presAssocID="{4E8ADADF-C9D7-4D4B-885C-16CBBB2DD965}" presName="FourConn_1-2" presStyleLbl="fgAccFollowNode1" presStyleIdx="0" presStyleCnt="3">
        <dgm:presLayoutVars>
          <dgm:bulletEnabled val="1"/>
        </dgm:presLayoutVars>
      </dgm:prSet>
      <dgm:spPr/>
    </dgm:pt>
    <dgm:pt modelId="{0CDD11FF-6C78-4D70-BEAD-ACA83AE14DF3}" type="pres">
      <dgm:prSet presAssocID="{4E8ADADF-C9D7-4D4B-885C-16CBBB2DD965}" presName="FourConn_2-3" presStyleLbl="fgAccFollowNode1" presStyleIdx="1" presStyleCnt="3">
        <dgm:presLayoutVars>
          <dgm:bulletEnabled val="1"/>
        </dgm:presLayoutVars>
      </dgm:prSet>
      <dgm:spPr/>
    </dgm:pt>
    <dgm:pt modelId="{D72185B1-F5E9-49FF-BC60-419563591BFF}" type="pres">
      <dgm:prSet presAssocID="{4E8ADADF-C9D7-4D4B-885C-16CBBB2DD965}" presName="FourConn_3-4" presStyleLbl="fgAccFollowNode1" presStyleIdx="2" presStyleCnt="3">
        <dgm:presLayoutVars>
          <dgm:bulletEnabled val="1"/>
        </dgm:presLayoutVars>
      </dgm:prSet>
      <dgm:spPr/>
    </dgm:pt>
    <dgm:pt modelId="{EA32A90C-0BE1-4FA1-B7BA-FA25920A69F6}" type="pres">
      <dgm:prSet presAssocID="{4E8ADADF-C9D7-4D4B-885C-16CBBB2DD965}" presName="FourNodes_1_text" presStyleLbl="node1" presStyleIdx="3" presStyleCnt="4">
        <dgm:presLayoutVars>
          <dgm:bulletEnabled val="1"/>
        </dgm:presLayoutVars>
      </dgm:prSet>
      <dgm:spPr/>
    </dgm:pt>
    <dgm:pt modelId="{1D30252C-13C3-46FD-8EA0-8CA3985780EE}" type="pres">
      <dgm:prSet presAssocID="{4E8ADADF-C9D7-4D4B-885C-16CBBB2DD965}" presName="FourNodes_2_text" presStyleLbl="node1" presStyleIdx="3" presStyleCnt="4">
        <dgm:presLayoutVars>
          <dgm:bulletEnabled val="1"/>
        </dgm:presLayoutVars>
      </dgm:prSet>
      <dgm:spPr/>
    </dgm:pt>
    <dgm:pt modelId="{B8BFA346-1FBC-4D2E-B172-E26BFCCB8886}" type="pres">
      <dgm:prSet presAssocID="{4E8ADADF-C9D7-4D4B-885C-16CBBB2DD965}" presName="FourNodes_3_text" presStyleLbl="node1" presStyleIdx="3" presStyleCnt="4">
        <dgm:presLayoutVars>
          <dgm:bulletEnabled val="1"/>
        </dgm:presLayoutVars>
      </dgm:prSet>
      <dgm:spPr/>
    </dgm:pt>
    <dgm:pt modelId="{48B15944-3798-484D-A6EC-9A4752CF6994}" type="pres">
      <dgm:prSet presAssocID="{4E8ADADF-C9D7-4D4B-885C-16CBBB2DD965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67B00407-3353-485D-8E6E-03CBCDD39946}" srcId="{4E8ADADF-C9D7-4D4B-885C-16CBBB2DD965}" destId="{A1E99080-731F-46DD-9660-EB3D23E24E69}" srcOrd="1" destOrd="0" parTransId="{2C12F837-52B9-4685-90B1-223556C1E63F}" sibTransId="{BE0B4A17-B4AC-4599-BF91-9D4A6E8AF63C}"/>
    <dgm:cxn modelId="{1EE0450F-3130-40D7-BCCB-7AF36AAFB01A}" type="presOf" srcId="{92CBE13F-4D38-4433-877D-046935C81DE2}" destId="{D72185B1-F5E9-49FF-BC60-419563591BFF}" srcOrd="0" destOrd="0" presId="urn:microsoft.com/office/officeart/2005/8/layout/vProcess5"/>
    <dgm:cxn modelId="{8D38D23F-9CFD-426A-9BD7-06A63E6CDF7B}" type="presOf" srcId="{4E8ADADF-C9D7-4D4B-885C-16CBBB2DD965}" destId="{4223B9C0-2787-4692-8CF9-A90ADF966A5B}" srcOrd="0" destOrd="0" presId="urn:microsoft.com/office/officeart/2005/8/layout/vProcess5"/>
    <dgm:cxn modelId="{E514FC4A-4DD7-419A-82A0-14FC6C650636}" type="presOf" srcId="{BD627518-F54C-443A-880C-90C13E361F79}" destId="{B8BFA346-1FBC-4D2E-B172-E26BFCCB8886}" srcOrd="1" destOrd="0" presId="urn:microsoft.com/office/officeart/2005/8/layout/vProcess5"/>
    <dgm:cxn modelId="{2142B770-3D31-4B01-891B-ECAA66553184}" type="presOf" srcId="{BD627518-F54C-443A-880C-90C13E361F79}" destId="{0AEC3717-9869-45FA-8BC7-2E383F15701E}" srcOrd="0" destOrd="0" presId="urn:microsoft.com/office/officeart/2005/8/layout/vProcess5"/>
    <dgm:cxn modelId="{A152D975-7942-4066-A53B-2DED24119D02}" type="presOf" srcId="{A1E99080-731F-46DD-9660-EB3D23E24E69}" destId="{1D30252C-13C3-46FD-8EA0-8CA3985780EE}" srcOrd="1" destOrd="0" presId="urn:microsoft.com/office/officeart/2005/8/layout/vProcess5"/>
    <dgm:cxn modelId="{D1DF9B59-2F5C-46BA-9BCC-E286558F1877}" type="presOf" srcId="{0AD99CB4-2057-4B89-8D34-2AC1FAF3ACE4}" destId="{EA32A90C-0BE1-4FA1-B7BA-FA25920A69F6}" srcOrd="1" destOrd="0" presId="urn:microsoft.com/office/officeart/2005/8/layout/vProcess5"/>
    <dgm:cxn modelId="{380DDA80-99F1-4172-B0C1-84BEBBA678CB}" srcId="{4E8ADADF-C9D7-4D4B-885C-16CBBB2DD965}" destId="{9A4FC018-375C-4304-B3E7-F1D308267513}" srcOrd="3" destOrd="0" parTransId="{F2B20524-07D9-48C0-B3DF-C543866EFAD0}" sibTransId="{271BD495-034D-4370-AB02-B1E7918CCA68}"/>
    <dgm:cxn modelId="{58D5DD83-DBAE-4AC5-BDDF-EA85947DF251}" type="presOf" srcId="{8BAEEEB5-9E2A-4E67-B5AD-768C6718E041}" destId="{28D912F9-0269-4538-8552-4C61363AB42D}" srcOrd="0" destOrd="0" presId="urn:microsoft.com/office/officeart/2005/8/layout/vProcess5"/>
    <dgm:cxn modelId="{70B19593-0DFA-4492-9811-72C639A7D77D}" type="presOf" srcId="{A1E99080-731F-46DD-9660-EB3D23E24E69}" destId="{A04C6ACF-9150-4AA4-908B-1E44E6440082}" srcOrd="0" destOrd="0" presId="urn:microsoft.com/office/officeart/2005/8/layout/vProcess5"/>
    <dgm:cxn modelId="{0EC89495-EF9F-4322-8178-E1479465D376}" type="presOf" srcId="{BE0B4A17-B4AC-4599-BF91-9D4A6E8AF63C}" destId="{0CDD11FF-6C78-4D70-BEAD-ACA83AE14DF3}" srcOrd="0" destOrd="0" presId="urn:microsoft.com/office/officeart/2005/8/layout/vProcess5"/>
    <dgm:cxn modelId="{D0780098-1B91-4C1C-BB8C-18713FF01544}" type="presOf" srcId="{0AD99CB4-2057-4B89-8D34-2AC1FAF3ACE4}" destId="{D61DA435-4E61-4811-A79A-7AFA5D484D76}" srcOrd="0" destOrd="0" presId="urn:microsoft.com/office/officeart/2005/8/layout/vProcess5"/>
    <dgm:cxn modelId="{64CCB0A2-76FF-4AC3-81AD-DC1BDDBD406E}" type="presOf" srcId="{9A4FC018-375C-4304-B3E7-F1D308267513}" destId="{04F33AA1-93C0-47F8-A5CD-EDC2C11EFF9E}" srcOrd="0" destOrd="0" presId="urn:microsoft.com/office/officeart/2005/8/layout/vProcess5"/>
    <dgm:cxn modelId="{5AF22ABC-9E7C-4BE4-91CF-84551EAFE01E}" srcId="{4E8ADADF-C9D7-4D4B-885C-16CBBB2DD965}" destId="{BD627518-F54C-443A-880C-90C13E361F79}" srcOrd="2" destOrd="0" parTransId="{7ED4C8F2-FFFB-4A22-97AC-25376F1DE490}" sibTransId="{92CBE13F-4D38-4433-877D-046935C81DE2}"/>
    <dgm:cxn modelId="{5E7C45D9-9C27-4D77-90BE-8B6C57B5FA69}" srcId="{4E8ADADF-C9D7-4D4B-885C-16CBBB2DD965}" destId="{0AD99CB4-2057-4B89-8D34-2AC1FAF3ACE4}" srcOrd="0" destOrd="0" parTransId="{23F8C8D4-4BD8-444C-A378-A4D44B08FB1E}" sibTransId="{8BAEEEB5-9E2A-4E67-B5AD-768C6718E041}"/>
    <dgm:cxn modelId="{2AD1ECEF-3619-4144-9F56-91E6A4121471}" type="presOf" srcId="{9A4FC018-375C-4304-B3E7-F1D308267513}" destId="{48B15944-3798-484D-A6EC-9A4752CF6994}" srcOrd="1" destOrd="0" presId="urn:microsoft.com/office/officeart/2005/8/layout/vProcess5"/>
    <dgm:cxn modelId="{FD1A4363-8DF8-46BC-A919-45EA6FC40CDD}" type="presParOf" srcId="{4223B9C0-2787-4692-8CF9-A90ADF966A5B}" destId="{DBEE2FDD-4D5F-40AD-9778-85A77E75950A}" srcOrd="0" destOrd="0" presId="urn:microsoft.com/office/officeart/2005/8/layout/vProcess5"/>
    <dgm:cxn modelId="{E002C3C5-A726-4AF3-84F4-F83005C32928}" type="presParOf" srcId="{4223B9C0-2787-4692-8CF9-A90ADF966A5B}" destId="{D61DA435-4E61-4811-A79A-7AFA5D484D76}" srcOrd="1" destOrd="0" presId="urn:microsoft.com/office/officeart/2005/8/layout/vProcess5"/>
    <dgm:cxn modelId="{39DA86EC-5B32-4B16-B507-7BCA0693350C}" type="presParOf" srcId="{4223B9C0-2787-4692-8CF9-A90ADF966A5B}" destId="{A04C6ACF-9150-4AA4-908B-1E44E6440082}" srcOrd="2" destOrd="0" presId="urn:microsoft.com/office/officeart/2005/8/layout/vProcess5"/>
    <dgm:cxn modelId="{8A3F4489-3CC3-45E0-822B-3B6A05D3BBDE}" type="presParOf" srcId="{4223B9C0-2787-4692-8CF9-A90ADF966A5B}" destId="{0AEC3717-9869-45FA-8BC7-2E383F15701E}" srcOrd="3" destOrd="0" presId="urn:microsoft.com/office/officeart/2005/8/layout/vProcess5"/>
    <dgm:cxn modelId="{7B870092-5DDE-4596-8776-CC35F7656E2E}" type="presParOf" srcId="{4223B9C0-2787-4692-8CF9-A90ADF966A5B}" destId="{04F33AA1-93C0-47F8-A5CD-EDC2C11EFF9E}" srcOrd="4" destOrd="0" presId="urn:microsoft.com/office/officeart/2005/8/layout/vProcess5"/>
    <dgm:cxn modelId="{B0CBC06B-666A-497D-9F28-B8E6DBB402C2}" type="presParOf" srcId="{4223B9C0-2787-4692-8CF9-A90ADF966A5B}" destId="{28D912F9-0269-4538-8552-4C61363AB42D}" srcOrd="5" destOrd="0" presId="urn:microsoft.com/office/officeart/2005/8/layout/vProcess5"/>
    <dgm:cxn modelId="{D9AA3403-9F91-4B03-A4E0-9CDDF37634C8}" type="presParOf" srcId="{4223B9C0-2787-4692-8CF9-A90ADF966A5B}" destId="{0CDD11FF-6C78-4D70-BEAD-ACA83AE14DF3}" srcOrd="6" destOrd="0" presId="urn:microsoft.com/office/officeart/2005/8/layout/vProcess5"/>
    <dgm:cxn modelId="{5565D208-43F9-4639-9F90-F4D12B6E43B9}" type="presParOf" srcId="{4223B9C0-2787-4692-8CF9-A90ADF966A5B}" destId="{D72185B1-F5E9-49FF-BC60-419563591BFF}" srcOrd="7" destOrd="0" presId="urn:microsoft.com/office/officeart/2005/8/layout/vProcess5"/>
    <dgm:cxn modelId="{39213539-1BB1-4A7E-926B-CE52E219855B}" type="presParOf" srcId="{4223B9C0-2787-4692-8CF9-A90ADF966A5B}" destId="{EA32A90C-0BE1-4FA1-B7BA-FA25920A69F6}" srcOrd="8" destOrd="0" presId="urn:microsoft.com/office/officeart/2005/8/layout/vProcess5"/>
    <dgm:cxn modelId="{5717B796-D07D-48FA-981C-18FA72452615}" type="presParOf" srcId="{4223B9C0-2787-4692-8CF9-A90ADF966A5B}" destId="{1D30252C-13C3-46FD-8EA0-8CA3985780EE}" srcOrd="9" destOrd="0" presId="urn:microsoft.com/office/officeart/2005/8/layout/vProcess5"/>
    <dgm:cxn modelId="{022618B6-BC51-4390-842F-16CD6F0DBF05}" type="presParOf" srcId="{4223B9C0-2787-4692-8CF9-A90ADF966A5B}" destId="{B8BFA346-1FBC-4D2E-B172-E26BFCCB8886}" srcOrd="10" destOrd="0" presId="urn:microsoft.com/office/officeart/2005/8/layout/vProcess5"/>
    <dgm:cxn modelId="{97EEC722-C083-44EF-B6B9-8E401C1A10C8}" type="presParOf" srcId="{4223B9C0-2787-4692-8CF9-A90ADF966A5B}" destId="{48B15944-3798-484D-A6EC-9A4752CF6994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8AA70F8-055D-42C3-8FD1-2D55ACA69B2F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28D4AD72-B423-4114-94F3-F7637173B088}">
      <dgm:prSet phldrT="[Texte]"/>
      <dgm:spPr/>
      <dgm:t>
        <a:bodyPr/>
        <a:lstStyle/>
        <a:p>
          <a:r>
            <a:rPr lang="fr-CA" b="1" err="1"/>
            <a:t>Build</a:t>
          </a:r>
          <a:endParaRPr lang="fr-CA" b="1"/>
        </a:p>
      </dgm:t>
    </dgm:pt>
    <dgm:pt modelId="{4B533104-FC21-4737-8BB8-3605AF8DE306}" type="parTrans" cxnId="{A1EF6189-0C90-49D4-9883-DBFB7AF9A0F4}">
      <dgm:prSet/>
      <dgm:spPr/>
      <dgm:t>
        <a:bodyPr/>
        <a:lstStyle/>
        <a:p>
          <a:endParaRPr lang="fr-CA"/>
        </a:p>
      </dgm:t>
    </dgm:pt>
    <dgm:pt modelId="{AB8AE64B-F3AD-4168-8E15-6CDED59A34C6}" type="sibTrans" cxnId="{A1EF6189-0C90-49D4-9883-DBFB7AF9A0F4}">
      <dgm:prSet/>
      <dgm:spPr/>
      <dgm:t>
        <a:bodyPr/>
        <a:lstStyle/>
        <a:p>
          <a:endParaRPr lang="fr-CA"/>
        </a:p>
      </dgm:t>
    </dgm:pt>
    <dgm:pt modelId="{E69D8351-1AAE-432B-9A27-E7BA1F9A24D1}">
      <dgm:prSet phldrT="[Texte]"/>
      <dgm:spPr>
        <a:solidFill>
          <a:srgbClr val="00B050"/>
        </a:solidFill>
      </dgm:spPr>
      <dgm:t>
        <a:bodyPr/>
        <a:lstStyle/>
        <a:p>
          <a:r>
            <a:rPr lang="fr-CA" b="1"/>
            <a:t>Test</a:t>
          </a:r>
        </a:p>
      </dgm:t>
    </dgm:pt>
    <dgm:pt modelId="{62563B38-0865-4719-8B56-2D70F86FBB7D}" type="parTrans" cxnId="{B723417C-5088-4257-85A0-90728161DAF1}">
      <dgm:prSet/>
      <dgm:spPr/>
      <dgm:t>
        <a:bodyPr/>
        <a:lstStyle/>
        <a:p>
          <a:endParaRPr lang="fr-CA"/>
        </a:p>
      </dgm:t>
    </dgm:pt>
    <dgm:pt modelId="{01C2EEF3-7E15-4F7E-9EE2-BE85421CBDC8}" type="sibTrans" cxnId="{B723417C-5088-4257-85A0-90728161DAF1}">
      <dgm:prSet/>
      <dgm:spPr/>
      <dgm:t>
        <a:bodyPr/>
        <a:lstStyle/>
        <a:p>
          <a:endParaRPr lang="fr-CA"/>
        </a:p>
      </dgm:t>
    </dgm:pt>
    <dgm:pt modelId="{080D4CC7-F48E-4BAE-AE78-92FD773765FE}">
      <dgm:prSet phldrT="[Texte]"/>
      <dgm:spPr>
        <a:solidFill>
          <a:srgbClr val="FF0000"/>
        </a:solidFill>
      </dgm:spPr>
      <dgm:t>
        <a:bodyPr/>
        <a:lstStyle/>
        <a:p>
          <a:r>
            <a:rPr lang="fr-CA" b="1" err="1"/>
            <a:t>Deliver</a:t>
          </a:r>
          <a:endParaRPr lang="fr-CA" b="1"/>
        </a:p>
      </dgm:t>
    </dgm:pt>
    <dgm:pt modelId="{67384C17-C55F-4919-BE67-D629B2542F14}" type="parTrans" cxnId="{FC61BBEE-F689-400E-8B6E-A1905C82300A}">
      <dgm:prSet/>
      <dgm:spPr/>
      <dgm:t>
        <a:bodyPr/>
        <a:lstStyle/>
        <a:p>
          <a:endParaRPr lang="fr-CA"/>
        </a:p>
      </dgm:t>
    </dgm:pt>
    <dgm:pt modelId="{390871D5-227E-4D03-BF5F-FA371449027C}" type="sibTrans" cxnId="{FC61BBEE-F689-400E-8B6E-A1905C82300A}">
      <dgm:prSet/>
      <dgm:spPr/>
      <dgm:t>
        <a:bodyPr/>
        <a:lstStyle/>
        <a:p>
          <a:endParaRPr lang="fr-CA"/>
        </a:p>
      </dgm:t>
    </dgm:pt>
    <dgm:pt modelId="{E0679E09-5768-44FA-BB08-9E736C0247A7}">
      <dgm:prSet phldrT="[Texte]"/>
      <dgm:spPr/>
      <dgm:t>
        <a:bodyPr/>
        <a:lstStyle/>
        <a:p>
          <a:r>
            <a:rPr lang="fr-CA" b="1"/>
            <a:t>Plan</a:t>
          </a:r>
        </a:p>
      </dgm:t>
    </dgm:pt>
    <dgm:pt modelId="{8D85AEE3-5441-4AB2-930C-E37DB4550344}" type="parTrans" cxnId="{E13A08C1-3F7F-4705-BC24-86BCC4CEA91A}">
      <dgm:prSet/>
      <dgm:spPr/>
      <dgm:t>
        <a:bodyPr/>
        <a:lstStyle/>
        <a:p>
          <a:endParaRPr lang="fr-CA"/>
        </a:p>
      </dgm:t>
    </dgm:pt>
    <dgm:pt modelId="{FC233B8D-5EA8-47DC-A79F-53678F064E6B}" type="sibTrans" cxnId="{E13A08C1-3F7F-4705-BC24-86BCC4CEA91A}">
      <dgm:prSet/>
      <dgm:spPr/>
      <dgm:t>
        <a:bodyPr/>
        <a:lstStyle/>
        <a:p>
          <a:endParaRPr lang="fr-CA"/>
        </a:p>
      </dgm:t>
    </dgm:pt>
    <dgm:pt modelId="{2AD651D0-47D6-47C4-ABA5-46F37BAD31A5}">
      <dgm:prSet phldrT="[Texte]"/>
      <dgm:spPr/>
      <dgm:t>
        <a:bodyPr/>
        <a:lstStyle/>
        <a:p>
          <a:r>
            <a:rPr lang="fr-CA" b="1"/>
            <a:t>Explore &amp; Design</a:t>
          </a:r>
          <a:endParaRPr lang="fr-CA"/>
        </a:p>
      </dgm:t>
    </dgm:pt>
    <dgm:pt modelId="{91B5DE3C-0513-4B2B-A0B0-64A98D7E8094}" type="sibTrans" cxnId="{A61C3C8C-060C-4034-88C5-4B2689E8724C}">
      <dgm:prSet/>
      <dgm:spPr/>
      <dgm:t>
        <a:bodyPr/>
        <a:lstStyle/>
        <a:p>
          <a:endParaRPr lang="fr-CA"/>
        </a:p>
      </dgm:t>
    </dgm:pt>
    <dgm:pt modelId="{6AB55755-DFAB-4073-A21D-E0E4CF4B1D52}" type="parTrans" cxnId="{A61C3C8C-060C-4034-88C5-4B2689E8724C}">
      <dgm:prSet/>
      <dgm:spPr/>
      <dgm:t>
        <a:bodyPr/>
        <a:lstStyle/>
        <a:p>
          <a:endParaRPr lang="fr-CA"/>
        </a:p>
      </dgm:t>
    </dgm:pt>
    <dgm:pt modelId="{FF50259D-437C-4DF8-AF23-FAFF835EA77B}">
      <dgm:prSet phldrT="[Texte]"/>
      <dgm:spPr/>
      <dgm:t>
        <a:bodyPr/>
        <a:lstStyle/>
        <a:p>
          <a:r>
            <a:rPr lang="fr-CA"/>
            <a:t>Processus d’architecture</a:t>
          </a:r>
        </a:p>
      </dgm:t>
    </dgm:pt>
    <dgm:pt modelId="{EDF522B1-3BB3-4628-8B4F-60C9EFE67F8C}" type="parTrans" cxnId="{8E738C41-2E42-4991-ABF5-A68EB9D4B51E}">
      <dgm:prSet/>
      <dgm:spPr/>
      <dgm:t>
        <a:bodyPr/>
        <a:lstStyle/>
        <a:p>
          <a:endParaRPr lang="fr-CA"/>
        </a:p>
      </dgm:t>
    </dgm:pt>
    <dgm:pt modelId="{37AF3751-23EF-4FF9-8637-8185603C6281}" type="sibTrans" cxnId="{8E738C41-2E42-4991-ABF5-A68EB9D4B51E}">
      <dgm:prSet/>
      <dgm:spPr/>
      <dgm:t>
        <a:bodyPr/>
        <a:lstStyle/>
        <a:p>
          <a:endParaRPr lang="fr-CA"/>
        </a:p>
      </dgm:t>
    </dgm:pt>
    <dgm:pt modelId="{2CB340BD-F84A-4455-A4FB-275C3F70F979}">
      <dgm:prSet phldrT="[Texte]"/>
      <dgm:spPr/>
      <dgm:t>
        <a:bodyPr/>
        <a:lstStyle/>
        <a:p>
          <a:r>
            <a:rPr lang="fr-CA">
              <a:solidFill>
                <a:srgbClr val="00B050"/>
              </a:solidFill>
            </a:rPr>
            <a:t>Définir la portée des tests</a:t>
          </a:r>
        </a:p>
      </dgm:t>
    </dgm:pt>
    <dgm:pt modelId="{D49777DD-6A06-40EE-A93D-A63E4BFA6DE1}" type="parTrans" cxnId="{A24EA6AB-8081-45B3-8C62-F0CC9ACE9942}">
      <dgm:prSet/>
      <dgm:spPr/>
      <dgm:t>
        <a:bodyPr/>
        <a:lstStyle/>
        <a:p>
          <a:endParaRPr lang="fr-CA"/>
        </a:p>
      </dgm:t>
    </dgm:pt>
    <dgm:pt modelId="{F17842B9-FF57-49C7-8ACA-88E72090B6C2}" type="sibTrans" cxnId="{A24EA6AB-8081-45B3-8C62-F0CC9ACE9942}">
      <dgm:prSet/>
      <dgm:spPr/>
      <dgm:t>
        <a:bodyPr/>
        <a:lstStyle/>
        <a:p>
          <a:endParaRPr lang="fr-CA"/>
        </a:p>
      </dgm:t>
    </dgm:pt>
    <dgm:pt modelId="{E4DFC35B-251B-4144-993C-DD6BDDA8B695}">
      <dgm:prSet phldrT="[Texte]"/>
      <dgm:spPr/>
      <dgm:t>
        <a:bodyPr/>
        <a:lstStyle/>
        <a:p>
          <a:r>
            <a:rPr lang="fr-CA" b="0"/>
            <a:t>Définir le scope</a:t>
          </a:r>
        </a:p>
      </dgm:t>
    </dgm:pt>
    <dgm:pt modelId="{B7E9F02A-CBDB-48D8-8737-25C873298376}" type="parTrans" cxnId="{C8A246F9-5C57-49CF-9F11-018B54E04202}">
      <dgm:prSet/>
      <dgm:spPr/>
      <dgm:t>
        <a:bodyPr/>
        <a:lstStyle/>
        <a:p>
          <a:endParaRPr lang="fr-CA"/>
        </a:p>
      </dgm:t>
    </dgm:pt>
    <dgm:pt modelId="{C53F4BC0-1D2C-4AB1-B80A-25B263F87C2E}" type="sibTrans" cxnId="{C8A246F9-5C57-49CF-9F11-018B54E04202}">
      <dgm:prSet/>
      <dgm:spPr/>
      <dgm:t>
        <a:bodyPr/>
        <a:lstStyle/>
        <a:p>
          <a:endParaRPr lang="fr-CA"/>
        </a:p>
      </dgm:t>
    </dgm:pt>
    <dgm:pt modelId="{7AC9061B-893E-41C6-AE4D-773793F7CB37}">
      <dgm:prSet phldrT="[Texte]"/>
      <dgm:spPr/>
      <dgm:t>
        <a:bodyPr/>
        <a:lstStyle/>
        <a:p>
          <a:r>
            <a:rPr lang="fr-CA"/>
            <a:t>Développer</a:t>
          </a:r>
        </a:p>
      </dgm:t>
    </dgm:pt>
    <dgm:pt modelId="{5EBA1868-138E-4409-9062-2B71C4778929}" type="parTrans" cxnId="{031870AF-B5A8-4E50-8A82-C8B2CBBCA9D6}">
      <dgm:prSet/>
      <dgm:spPr/>
      <dgm:t>
        <a:bodyPr/>
        <a:lstStyle/>
        <a:p>
          <a:endParaRPr lang="fr-CA"/>
        </a:p>
      </dgm:t>
    </dgm:pt>
    <dgm:pt modelId="{510DF53A-1F21-4C47-B6B9-20B5A643E630}" type="sibTrans" cxnId="{031870AF-B5A8-4E50-8A82-C8B2CBBCA9D6}">
      <dgm:prSet/>
      <dgm:spPr/>
      <dgm:t>
        <a:bodyPr/>
        <a:lstStyle/>
        <a:p>
          <a:endParaRPr lang="fr-CA"/>
        </a:p>
      </dgm:t>
    </dgm:pt>
    <dgm:pt modelId="{33A10423-C40C-42E6-9A6F-28A37AF943D6}">
      <dgm:prSet phldrT="[Texte]"/>
      <dgm:spPr/>
      <dgm:t>
        <a:bodyPr/>
        <a:lstStyle/>
        <a:p>
          <a:r>
            <a:rPr lang="fr-CA" dirty="0">
              <a:solidFill>
                <a:srgbClr val="00B050"/>
              </a:solidFill>
            </a:rPr>
            <a:t>Écrire et Exécuter les tests unitaires</a:t>
          </a:r>
        </a:p>
      </dgm:t>
    </dgm:pt>
    <dgm:pt modelId="{4A257126-8443-4968-A311-3FDD14031D07}" type="parTrans" cxnId="{45998900-E09D-49F8-A78C-0D3E713BE8D3}">
      <dgm:prSet/>
      <dgm:spPr/>
      <dgm:t>
        <a:bodyPr/>
        <a:lstStyle/>
        <a:p>
          <a:endParaRPr lang="fr-CA"/>
        </a:p>
      </dgm:t>
    </dgm:pt>
    <dgm:pt modelId="{CEDDF065-0B0F-4C7B-ADE1-934FC47EB7DF}" type="sibTrans" cxnId="{45998900-E09D-49F8-A78C-0D3E713BE8D3}">
      <dgm:prSet/>
      <dgm:spPr/>
      <dgm:t>
        <a:bodyPr/>
        <a:lstStyle/>
        <a:p>
          <a:endParaRPr lang="fr-CA"/>
        </a:p>
      </dgm:t>
    </dgm:pt>
    <dgm:pt modelId="{40A5827F-8A0F-4EBB-A585-D0C09182414E}">
      <dgm:prSet phldrT="[Texte]"/>
      <dgm:spPr/>
      <dgm:t>
        <a:bodyPr/>
        <a:lstStyle/>
        <a:p>
          <a:r>
            <a:rPr lang="fr-CA">
              <a:solidFill>
                <a:srgbClr val="00B050"/>
              </a:solidFill>
            </a:rPr>
            <a:t>Go </a:t>
          </a:r>
          <a:r>
            <a:rPr lang="fr-CA" err="1">
              <a:solidFill>
                <a:srgbClr val="00B050"/>
              </a:solidFill>
            </a:rPr>
            <a:t>NoGo</a:t>
          </a:r>
          <a:endParaRPr lang="fr-CA">
            <a:solidFill>
              <a:srgbClr val="00B050"/>
            </a:solidFill>
          </a:endParaRPr>
        </a:p>
      </dgm:t>
    </dgm:pt>
    <dgm:pt modelId="{F189958D-3F0E-4262-9A87-5F41E41F920E}" type="parTrans" cxnId="{E9983200-1C51-4EC6-8C9E-923F7246ABED}">
      <dgm:prSet/>
      <dgm:spPr/>
      <dgm:t>
        <a:bodyPr/>
        <a:lstStyle/>
        <a:p>
          <a:endParaRPr lang="fr-CA"/>
        </a:p>
      </dgm:t>
    </dgm:pt>
    <dgm:pt modelId="{6860A27F-8459-43A4-AAD8-A0425F624507}" type="sibTrans" cxnId="{E9983200-1C51-4EC6-8C9E-923F7246ABED}">
      <dgm:prSet/>
      <dgm:spPr/>
      <dgm:t>
        <a:bodyPr/>
        <a:lstStyle/>
        <a:p>
          <a:endParaRPr lang="fr-CA"/>
        </a:p>
      </dgm:t>
    </dgm:pt>
    <dgm:pt modelId="{19E910E5-09E2-4C8C-80C3-96B67B304FF3}">
      <dgm:prSet phldrT="[Texte]"/>
      <dgm:spPr/>
      <dgm:t>
        <a:bodyPr/>
        <a:lstStyle/>
        <a:p>
          <a:r>
            <a:rPr lang="fr-CA"/>
            <a:t>Livrer en PROD</a:t>
          </a:r>
        </a:p>
      </dgm:t>
    </dgm:pt>
    <dgm:pt modelId="{3DD6F9A4-3B76-4701-A293-EAFD30E82397}" type="parTrans" cxnId="{9B85C178-3F96-4427-88AC-2CC9BECB81FC}">
      <dgm:prSet/>
      <dgm:spPr/>
      <dgm:t>
        <a:bodyPr/>
        <a:lstStyle/>
        <a:p>
          <a:endParaRPr lang="fr-CA"/>
        </a:p>
      </dgm:t>
    </dgm:pt>
    <dgm:pt modelId="{658EAA1D-224C-4D2C-8CD5-657875443BF0}" type="sibTrans" cxnId="{9B85C178-3F96-4427-88AC-2CC9BECB81FC}">
      <dgm:prSet/>
      <dgm:spPr/>
      <dgm:t>
        <a:bodyPr/>
        <a:lstStyle/>
        <a:p>
          <a:endParaRPr lang="fr-CA"/>
        </a:p>
      </dgm:t>
    </dgm:pt>
    <dgm:pt modelId="{1494778A-BAD5-443D-B3DF-039F1985F895}">
      <dgm:prSet phldrT="[Texte]"/>
      <dgm:spPr>
        <a:ln>
          <a:solidFill>
            <a:srgbClr val="00B050"/>
          </a:solidFill>
        </a:ln>
      </dgm:spPr>
      <dgm:t>
        <a:bodyPr/>
        <a:lstStyle/>
        <a:p>
          <a:r>
            <a:rPr lang="fr-CA" dirty="0">
              <a:solidFill>
                <a:srgbClr val="00B050"/>
              </a:solidFill>
            </a:rPr>
            <a:t>Écrire et exécuter les tests d’intégrations</a:t>
          </a:r>
        </a:p>
      </dgm:t>
    </dgm:pt>
    <dgm:pt modelId="{68E6C914-DEAB-450C-BA91-5A56AA643A1E}" type="parTrans" cxnId="{07B5C4C3-9F35-41EF-9205-D7D160C24E46}">
      <dgm:prSet/>
      <dgm:spPr/>
      <dgm:t>
        <a:bodyPr/>
        <a:lstStyle/>
        <a:p>
          <a:endParaRPr lang="fr-CA"/>
        </a:p>
      </dgm:t>
    </dgm:pt>
    <dgm:pt modelId="{D8DA36C6-85EE-4F03-BC43-AA114D203E57}" type="sibTrans" cxnId="{07B5C4C3-9F35-41EF-9205-D7D160C24E46}">
      <dgm:prSet/>
      <dgm:spPr/>
      <dgm:t>
        <a:bodyPr/>
        <a:lstStyle/>
        <a:p>
          <a:endParaRPr lang="fr-CA"/>
        </a:p>
      </dgm:t>
    </dgm:pt>
    <dgm:pt modelId="{3A40DB86-5D69-4375-A27C-2C7DD3E04FF4}">
      <dgm:prSet phldrT="[Texte]"/>
      <dgm:spPr>
        <a:ln>
          <a:solidFill>
            <a:srgbClr val="00B050"/>
          </a:solidFill>
        </a:ln>
      </dgm:spPr>
      <dgm:t>
        <a:bodyPr/>
        <a:lstStyle/>
        <a:p>
          <a:r>
            <a:rPr lang="fr-CA" dirty="0">
              <a:solidFill>
                <a:srgbClr val="00B050"/>
              </a:solidFill>
            </a:rPr>
            <a:t>Écrire et exécuter les tests d’acceptation</a:t>
          </a:r>
        </a:p>
      </dgm:t>
    </dgm:pt>
    <dgm:pt modelId="{1B9F9C03-4189-493A-803E-90EC106D68CC}" type="parTrans" cxnId="{FAA245B6-9F9E-45AA-BCEC-D297659E98F0}">
      <dgm:prSet/>
      <dgm:spPr/>
      <dgm:t>
        <a:bodyPr/>
        <a:lstStyle/>
        <a:p>
          <a:endParaRPr lang="fr-CA"/>
        </a:p>
      </dgm:t>
    </dgm:pt>
    <dgm:pt modelId="{A5663B4E-4899-4792-AC3F-FABC96F9D347}" type="sibTrans" cxnId="{FAA245B6-9F9E-45AA-BCEC-D297659E98F0}">
      <dgm:prSet/>
      <dgm:spPr/>
      <dgm:t>
        <a:bodyPr/>
        <a:lstStyle/>
        <a:p>
          <a:endParaRPr lang="fr-CA"/>
        </a:p>
      </dgm:t>
    </dgm:pt>
    <dgm:pt modelId="{B175F31E-69AA-4493-AA6B-0D36C6580527}">
      <dgm:prSet phldrT="[Texte]"/>
      <dgm:spPr/>
      <dgm:t>
        <a:bodyPr/>
        <a:lstStyle/>
        <a:p>
          <a:r>
            <a:rPr lang="fr-CA" b="0">
              <a:solidFill>
                <a:srgbClr val="FF0000"/>
              </a:solidFill>
            </a:rPr>
            <a:t>Organiser </a:t>
          </a:r>
          <a:r>
            <a:rPr lang="fr-CA" b="0" err="1">
              <a:solidFill>
                <a:srgbClr val="FF0000"/>
              </a:solidFill>
            </a:rPr>
            <a:t>Deliver</a:t>
          </a:r>
          <a:endParaRPr lang="fr-CA" b="0">
            <a:solidFill>
              <a:srgbClr val="FF0000"/>
            </a:solidFill>
          </a:endParaRPr>
        </a:p>
      </dgm:t>
    </dgm:pt>
    <dgm:pt modelId="{D5C61F64-94F3-468E-A453-AAAF56790DB5}" type="parTrans" cxnId="{4DA82FB1-8AFF-4F21-8A80-76C1A31B95CD}">
      <dgm:prSet/>
      <dgm:spPr/>
      <dgm:t>
        <a:bodyPr/>
        <a:lstStyle/>
        <a:p>
          <a:endParaRPr lang="fr-CA"/>
        </a:p>
      </dgm:t>
    </dgm:pt>
    <dgm:pt modelId="{9F28D64E-CAED-4C08-8CD1-718D994372A9}" type="sibTrans" cxnId="{4DA82FB1-8AFF-4F21-8A80-76C1A31B95CD}">
      <dgm:prSet/>
      <dgm:spPr/>
      <dgm:t>
        <a:bodyPr/>
        <a:lstStyle/>
        <a:p>
          <a:endParaRPr lang="fr-CA"/>
        </a:p>
      </dgm:t>
    </dgm:pt>
    <dgm:pt modelId="{8DB3DF83-315D-4F5B-B391-55F1B25494E3}">
      <dgm:prSet phldrT="[Texte]"/>
      <dgm:spPr/>
      <dgm:t>
        <a:bodyPr/>
        <a:lstStyle/>
        <a:p>
          <a:r>
            <a:rPr lang="fr-CA" b="0" dirty="0">
              <a:solidFill>
                <a:srgbClr val="00B050"/>
              </a:solidFill>
            </a:rPr>
            <a:t>Organiser Test</a:t>
          </a:r>
          <a:endParaRPr lang="fr-CA" b="0" dirty="0"/>
        </a:p>
      </dgm:t>
    </dgm:pt>
    <dgm:pt modelId="{32F826F8-DEEF-4E56-867A-2BAC65470ACF}" type="parTrans" cxnId="{17A20CC7-9C18-4C59-8C43-E49EC36C51D9}">
      <dgm:prSet/>
      <dgm:spPr/>
      <dgm:t>
        <a:bodyPr/>
        <a:lstStyle/>
        <a:p>
          <a:endParaRPr lang="fr-CA"/>
        </a:p>
      </dgm:t>
    </dgm:pt>
    <dgm:pt modelId="{D5CBEF15-C6F4-442C-BC49-0295E7A70642}" type="sibTrans" cxnId="{17A20CC7-9C18-4C59-8C43-E49EC36C51D9}">
      <dgm:prSet/>
      <dgm:spPr/>
      <dgm:t>
        <a:bodyPr/>
        <a:lstStyle/>
        <a:p>
          <a:endParaRPr lang="fr-CA"/>
        </a:p>
      </dgm:t>
    </dgm:pt>
    <dgm:pt modelId="{FCAEC716-06FD-4C75-A209-9C04E774DE3C}">
      <dgm:prSet phldrT="[Texte]"/>
      <dgm:spPr/>
      <dgm:t>
        <a:bodyPr/>
        <a:lstStyle/>
        <a:p>
          <a:r>
            <a:rPr lang="fr-CA" b="0"/>
            <a:t>Organiser </a:t>
          </a:r>
          <a:r>
            <a:rPr lang="fr-CA" b="0" err="1"/>
            <a:t>Build</a:t>
          </a:r>
          <a:endParaRPr lang="fr-CA" b="0"/>
        </a:p>
      </dgm:t>
    </dgm:pt>
    <dgm:pt modelId="{1626348D-5ED1-45AD-8BC4-089C19938CB6}" type="parTrans" cxnId="{C78CFA0C-A2D4-4E78-8E65-4040D671C3ED}">
      <dgm:prSet/>
      <dgm:spPr/>
      <dgm:t>
        <a:bodyPr/>
        <a:lstStyle/>
        <a:p>
          <a:endParaRPr lang="fr-CA"/>
        </a:p>
      </dgm:t>
    </dgm:pt>
    <dgm:pt modelId="{1F8E43F1-C5BE-4C9A-8982-FD54B4BD85F5}" type="sibTrans" cxnId="{C78CFA0C-A2D4-4E78-8E65-4040D671C3ED}">
      <dgm:prSet/>
      <dgm:spPr/>
      <dgm:t>
        <a:bodyPr/>
        <a:lstStyle/>
        <a:p>
          <a:endParaRPr lang="fr-CA"/>
        </a:p>
      </dgm:t>
    </dgm:pt>
    <dgm:pt modelId="{40CB6D1B-020A-4E3F-B3AE-7A1B5ACF0574}">
      <dgm:prSet phldrT="[Texte]"/>
      <dgm:spPr/>
      <dgm:t>
        <a:bodyPr/>
        <a:lstStyle/>
        <a:p>
          <a:r>
            <a:rPr lang="fr-CA" dirty="0">
              <a:solidFill>
                <a:srgbClr val="00B050"/>
              </a:solidFill>
            </a:rPr>
            <a:t>Écrire et tester les tests systèmes</a:t>
          </a:r>
        </a:p>
      </dgm:t>
    </dgm:pt>
    <dgm:pt modelId="{CD169AA3-F3E4-4D3C-951E-4E7072D6F5DA}" type="parTrans" cxnId="{BDF97355-0C96-4E50-8409-0DCC23B39F26}">
      <dgm:prSet/>
      <dgm:spPr/>
      <dgm:t>
        <a:bodyPr/>
        <a:lstStyle/>
        <a:p>
          <a:endParaRPr lang="fr-CA"/>
        </a:p>
      </dgm:t>
    </dgm:pt>
    <dgm:pt modelId="{29E4BFE3-E1E7-480D-A1C7-0B0DCC74870A}" type="sibTrans" cxnId="{BDF97355-0C96-4E50-8409-0DCC23B39F26}">
      <dgm:prSet/>
      <dgm:spPr/>
      <dgm:t>
        <a:bodyPr/>
        <a:lstStyle/>
        <a:p>
          <a:endParaRPr lang="fr-CA"/>
        </a:p>
      </dgm:t>
    </dgm:pt>
    <dgm:pt modelId="{1C715A09-ADC4-4528-B578-179B2945CE62}" type="pres">
      <dgm:prSet presAssocID="{18AA70F8-055D-42C3-8FD1-2D55ACA69B2F}" presName="Name0" presStyleCnt="0">
        <dgm:presLayoutVars>
          <dgm:dir/>
          <dgm:animLvl val="lvl"/>
          <dgm:resizeHandles val="exact"/>
        </dgm:presLayoutVars>
      </dgm:prSet>
      <dgm:spPr/>
    </dgm:pt>
    <dgm:pt modelId="{B45D8885-C147-4171-A165-24EFC120BFC0}" type="pres">
      <dgm:prSet presAssocID="{18AA70F8-055D-42C3-8FD1-2D55ACA69B2F}" presName="tSp" presStyleCnt="0"/>
      <dgm:spPr/>
    </dgm:pt>
    <dgm:pt modelId="{7268A693-6A3E-48ED-B0F1-EC92F744F5B6}" type="pres">
      <dgm:prSet presAssocID="{18AA70F8-055D-42C3-8FD1-2D55ACA69B2F}" presName="bSp" presStyleCnt="0"/>
      <dgm:spPr/>
    </dgm:pt>
    <dgm:pt modelId="{CF83331A-75DB-4D3B-878D-92C725BD8184}" type="pres">
      <dgm:prSet presAssocID="{18AA70F8-055D-42C3-8FD1-2D55ACA69B2F}" presName="process" presStyleCnt="0"/>
      <dgm:spPr/>
    </dgm:pt>
    <dgm:pt modelId="{E7FD56D2-57A2-4D81-B171-14902BFA629E}" type="pres">
      <dgm:prSet presAssocID="{2AD651D0-47D6-47C4-ABA5-46F37BAD31A5}" presName="composite1" presStyleCnt="0"/>
      <dgm:spPr/>
    </dgm:pt>
    <dgm:pt modelId="{4B22D681-9507-42AE-A5E6-DE249FAF2C41}" type="pres">
      <dgm:prSet presAssocID="{2AD651D0-47D6-47C4-ABA5-46F37BAD31A5}" presName="dummyNode1" presStyleLbl="node1" presStyleIdx="0" presStyleCnt="5"/>
      <dgm:spPr/>
    </dgm:pt>
    <dgm:pt modelId="{D8E640B5-D325-4024-8B20-C2392EE5BC61}" type="pres">
      <dgm:prSet presAssocID="{2AD651D0-47D6-47C4-ABA5-46F37BAD31A5}" presName="childNode1" presStyleLbl="bgAcc1" presStyleIdx="0" presStyleCnt="5">
        <dgm:presLayoutVars>
          <dgm:bulletEnabled val="1"/>
        </dgm:presLayoutVars>
      </dgm:prSet>
      <dgm:spPr/>
    </dgm:pt>
    <dgm:pt modelId="{F60582F2-E972-42A9-BC36-523F5EE40C76}" type="pres">
      <dgm:prSet presAssocID="{2AD651D0-47D6-47C4-ABA5-46F37BAD31A5}" presName="childNode1tx" presStyleLbl="bgAcc1" presStyleIdx="0" presStyleCnt="5">
        <dgm:presLayoutVars>
          <dgm:bulletEnabled val="1"/>
        </dgm:presLayoutVars>
      </dgm:prSet>
      <dgm:spPr/>
    </dgm:pt>
    <dgm:pt modelId="{695922E9-30F3-4004-9A02-3315CCD7FD88}" type="pres">
      <dgm:prSet presAssocID="{2AD651D0-47D6-47C4-ABA5-46F37BAD31A5}" presName="parentNode1" presStyleLbl="node1" presStyleIdx="0" presStyleCnt="5">
        <dgm:presLayoutVars>
          <dgm:chMax val="1"/>
          <dgm:bulletEnabled val="1"/>
        </dgm:presLayoutVars>
      </dgm:prSet>
      <dgm:spPr/>
    </dgm:pt>
    <dgm:pt modelId="{93529783-FFDD-4252-9740-B7F4889E8E6F}" type="pres">
      <dgm:prSet presAssocID="{2AD651D0-47D6-47C4-ABA5-46F37BAD31A5}" presName="connSite1" presStyleCnt="0"/>
      <dgm:spPr/>
    </dgm:pt>
    <dgm:pt modelId="{3C5154F3-C9EB-4B12-B3B8-FA9D16C73542}" type="pres">
      <dgm:prSet presAssocID="{91B5DE3C-0513-4B2B-A0B0-64A98D7E8094}" presName="Name9" presStyleLbl="sibTrans2D1" presStyleIdx="0" presStyleCnt="4"/>
      <dgm:spPr/>
    </dgm:pt>
    <dgm:pt modelId="{61E44BEC-362D-474B-8EF7-B14FDEF80379}" type="pres">
      <dgm:prSet presAssocID="{E0679E09-5768-44FA-BB08-9E736C0247A7}" presName="composite2" presStyleCnt="0"/>
      <dgm:spPr/>
    </dgm:pt>
    <dgm:pt modelId="{803AFDF6-08BF-45A4-B9C1-EC9B6E1FBB8A}" type="pres">
      <dgm:prSet presAssocID="{E0679E09-5768-44FA-BB08-9E736C0247A7}" presName="dummyNode2" presStyleLbl="node1" presStyleIdx="0" presStyleCnt="5"/>
      <dgm:spPr/>
    </dgm:pt>
    <dgm:pt modelId="{76A53022-BBF8-49CE-B289-E2E8F71AC025}" type="pres">
      <dgm:prSet presAssocID="{E0679E09-5768-44FA-BB08-9E736C0247A7}" presName="childNode2" presStyleLbl="bgAcc1" presStyleIdx="1" presStyleCnt="5">
        <dgm:presLayoutVars>
          <dgm:bulletEnabled val="1"/>
        </dgm:presLayoutVars>
      </dgm:prSet>
      <dgm:spPr/>
    </dgm:pt>
    <dgm:pt modelId="{1516D249-081A-42C1-8C6C-68CC9DADD070}" type="pres">
      <dgm:prSet presAssocID="{E0679E09-5768-44FA-BB08-9E736C0247A7}" presName="childNode2tx" presStyleLbl="bgAcc1" presStyleIdx="1" presStyleCnt="5">
        <dgm:presLayoutVars>
          <dgm:bulletEnabled val="1"/>
        </dgm:presLayoutVars>
      </dgm:prSet>
      <dgm:spPr/>
    </dgm:pt>
    <dgm:pt modelId="{EB37BEAD-DD53-4E93-9565-FAD546B377EB}" type="pres">
      <dgm:prSet presAssocID="{E0679E09-5768-44FA-BB08-9E736C0247A7}" presName="parentNode2" presStyleLbl="node1" presStyleIdx="1" presStyleCnt="5">
        <dgm:presLayoutVars>
          <dgm:chMax val="0"/>
          <dgm:bulletEnabled val="1"/>
        </dgm:presLayoutVars>
      </dgm:prSet>
      <dgm:spPr/>
    </dgm:pt>
    <dgm:pt modelId="{7E1BB4DA-E894-4839-9D42-2962D737B3F4}" type="pres">
      <dgm:prSet presAssocID="{E0679E09-5768-44FA-BB08-9E736C0247A7}" presName="connSite2" presStyleCnt="0"/>
      <dgm:spPr/>
    </dgm:pt>
    <dgm:pt modelId="{EC48052E-10D3-4A66-9381-AEE395D1A181}" type="pres">
      <dgm:prSet presAssocID="{FC233B8D-5EA8-47DC-A79F-53678F064E6B}" presName="Name18" presStyleLbl="sibTrans2D1" presStyleIdx="1" presStyleCnt="4"/>
      <dgm:spPr/>
    </dgm:pt>
    <dgm:pt modelId="{F54EFC65-41B1-4D27-8969-BA8E9A967922}" type="pres">
      <dgm:prSet presAssocID="{28D4AD72-B423-4114-94F3-F7637173B088}" presName="composite1" presStyleCnt="0"/>
      <dgm:spPr/>
    </dgm:pt>
    <dgm:pt modelId="{FCA28FC5-B356-4492-836B-C50F18551327}" type="pres">
      <dgm:prSet presAssocID="{28D4AD72-B423-4114-94F3-F7637173B088}" presName="dummyNode1" presStyleLbl="node1" presStyleIdx="1" presStyleCnt="5"/>
      <dgm:spPr/>
    </dgm:pt>
    <dgm:pt modelId="{A5CDBBB4-BAD2-4BC6-8726-F5E78DA05351}" type="pres">
      <dgm:prSet presAssocID="{28D4AD72-B423-4114-94F3-F7637173B088}" presName="childNode1" presStyleLbl="bgAcc1" presStyleIdx="2" presStyleCnt="5" custLinFactNeighborX="-1008">
        <dgm:presLayoutVars>
          <dgm:bulletEnabled val="1"/>
        </dgm:presLayoutVars>
      </dgm:prSet>
      <dgm:spPr/>
    </dgm:pt>
    <dgm:pt modelId="{09A431D4-F8E7-4993-8CB2-ECDF33C070DF}" type="pres">
      <dgm:prSet presAssocID="{28D4AD72-B423-4114-94F3-F7637173B088}" presName="childNode1tx" presStyleLbl="bgAcc1" presStyleIdx="2" presStyleCnt="5">
        <dgm:presLayoutVars>
          <dgm:bulletEnabled val="1"/>
        </dgm:presLayoutVars>
      </dgm:prSet>
      <dgm:spPr/>
    </dgm:pt>
    <dgm:pt modelId="{73AB57BF-73DA-498D-BCBD-5A8DB201BAFF}" type="pres">
      <dgm:prSet presAssocID="{28D4AD72-B423-4114-94F3-F7637173B088}" presName="parentNode1" presStyleLbl="node1" presStyleIdx="2" presStyleCnt="5">
        <dgm:presLayoutVars>
          <dgm:chMax val="1"/>
          <dgm:bulletEnabled val="1"/>
        </dgm:presLayoutVars>
      </dgm:prSet>
      <dgm:spPr/>
    </dgm:pt>
    <dgm:pt modelId="{854A6F23-D246-4FDD-939E-7107B97B8C27}" type="pres">
      <dgm:prSet presAssocID="{28D4AD72-B423-4114-94F3-F7637173B088}" presName="connSite1" presStyleCnt="0"/>
      <dgm:spPr/>
    </dgm:pt>
    <dgm:pt modelId="{F14A302C-9B22-4B1E-8B87-519DD5A57120}" type="pres">
      <dgm:prSet presAssocID="{AB8AE64B-F3AD-4168-8E15-6CDED59A34C6}" presName="Name9" presStyleLbl="sibTrans2D1" presStyleIdx="2" presStyleCnt="4"/>
      <dgm:spPr/>
    </dgm:pt>
    <dgm:pt modelId="{3D0AE644-4F3E-47F3-8D19-F1897A04F5A3}" type="pres">
      <dgm:prSet presAssocID="{E69D8351-1AAE-432B-9A27-E7BA1F9A24D1}" presName="composite2" presStyleCnt="0"/>
      <dgm:spPr/>
    </dgm:pt>
    <dgm:pt modelId="{B4F7AF8D-5210-4CC7-8D7E-9E3AD658F14D}" type="pres">
      <dgm:prSet presAssocID="{E69D8351-1AAE-432B-9A27-E7BA1F9A24D1}" presName="dummyNode2" presStyleLbl="node1" presStyleIdx="2" presStyleCnt="5"/>
      <dgm:spPr/>
    </dgm:pt>
    <dgm:pt modelId="{B21536A2-0BBC-4670-B5C2-3F37624318B9}" type="pres">
      <dgm:prSet presAssocID="{E69D8351-1AAE-432B-9A27-E7BA1F9A24D1}" presName="childNode2" presStyleLbl="bgAcc1" presStyleIdx="3" presStyleCnt="5">
        <dgm:presLayoutVars>
          <dgm:bulletEnabled val="1"/>
        </dgm:presLayoutVars>
      </dgm:prSet>
      <dgm:spPr/>
    </dgm:pt>
    <dgm:pt modelId="{E5847C54-034F-4F16-9D58-02EDD3CE7A7E}" type="pres">
      <dgm:prSet presAssocID="{E69D8351-1AAE-432B-9A27-E7BA1F9A24D1}" presName="childNode2tx" presStyleLbl="bgAcc1" presStyleIdx="3" presStyleCnt="5">
        <dgm:presLayoutVars>
          <dgm:bulletEnabled val="1"/>
        </dgm:presLayoutVars>
      </dgm:prSet>
      <dgm:spPr/>
    </dgm:pt>
    <dgm:pt modelId="{67BFDB43-147D-4B1F-BDEF-F967D6371217}" type="pres">
      <dgm:prSet presAssocID="{E69D8351-1AAE-432B-9A27-E7BA1F9A24D1}" presName="parentNode2" presStyleLbl="node1" presStyleIdx="3" presStyleCnt="5">
        <dgm:presLayoutVars>
          <dgm:chMax val="0"/>
          <dgm:bulletEnabled val="1"/>
        </dgm:presLayoutVars>
      </dgm:prSet>
      <dgm:spPr/>
    </dgm:pt>
    <dgm:pt modelId="{CEEF8509-8BBF-4449-A3C1-D16FF2142B11}" type="pres">
      <dgm:prSet presAssocID="{E69D8351-1AAE-432B-9A27-E7BA1F9A24D1}" presName="connSite2" presStyleCnt="0"/>
      <dgm:spPr/>
    </dgm:pt>
    <dgm:pt modelId="{874DE488-346B-468A-BB67-AF37D6BDFC23}" type="pres">
      <dgm:prSet presAssocID="{01C2EEF3-7E15-4F7E-9EE2-BE85421CBDC8}" presName="Name18" presStyleLbl="sibTrans2D1" presStyleIdx="3" presStyleCnt="4"/>
      <dgm:spPr/>
    </dgm:pt>
    <dgm:pt modelId="{D08324A5-A053-45AB-A2F6-C720ECB76878}" type="pres">
      <dgm:prSet presAssocID="{080D4CC7-F48E-4BAE-AE78-92FD773765FE}" presName="composite1" presStyleCnt="0"/>
      <dgm:spPr/>
    </dgm:pt>
    <dgm:pt modelId="{20319560-7B3E-47EF-BA4F-5D8603CB87C4}" type="pres">
      <dgm:prSet presAssocID="{080D4CC7-F48E-4BAE-AE78-92FD773765FE}" presName="dummyNode1" presStyleLbl="node1" presStyleIdx="3" presStyleCnt="5"/>
      <dgm:spPr/>
    </dgm:pt>
    <dgm:pt modelId="{5236A99A-82A1-4BE8-B738-BC91936D161C}" type="pres">
      <dgm:prSet presAssocID="{080D4CC7-F48E-4BAE-AE78-92FD773765FE}" presName="childNode1" presStyleLbl="bgAcc1" presStyleIdx="4" presStyleCnt="5">
        <dgm:presLayoutVars>
          <dgm:bulletEnabled val="1"/>
        </dgm:presLayoutVars>
      </dgm:prSet>
      <dgm:spPr/>
    </dgm:pt>
    <dgm:pt modelId="{99819C4A-E762-4AC4-9C3A-D252F37221DA}" type="pres">
      <dgm:prSet presAssocID="{080D4CC7-F48E-4BAE-AE78-92FD773765FE}" presName="childNode1tx" presStyleLbl="bgAcc1" presStyleIdx="4" presStyleCnt="5">
        <dgm:presLayoutVars>
          <dgm:bulletEnabled val="1"/>
        </dgm:presLayoutVars>
      </dgm:prSet>
      <dgm:spPr/>
    </dgm:pt>
    <dgm:pt modelId="{3F93C43D-F711-4388-8719-CA764D5CB6F5}" type="pres">
      <dgm:prSet presAssocID="{080D4CC7-F48E-4BAE-AE78-92FD773765FE}" presName="parentNode1" presStyleLbl="node1" presStyleIdx="4" presStyleCnt="5" custLinFactNeighborX="85">
        <dgm:presLayoutVars>
          <dgm:chMax val="1"/>
          <dgm:bulletEnabled val="1"/>
        </dgm:presLayoutVars>
      </dgm:prSet>
      <dgm:spPr/>
    </dgm:pt>
    <dgm:pt modelId="{CEDB4045-575A-40E3-817C-C66AB6E9CF63}" type="pres">
      <dgm:prSet presAssocID="{080D4CC7-F48E-4BAE-AE78-92FD773765FE}" presName="connSite1" presStyleCnt="0"/>
      <dgm:spPr/>
    </dgm:pt>
  </dgm:ptLst>
  <dgm:cxnLst>
    <dgm:cxn modelId="{E9983200-1C51-4EC6-8C9E-923F7246ABED}" srcId="{080D4CC7-F48E-4BAE-AE78-92FD773765FE}" destId="{40A5827F-8A0F-4EBB-A585-D0C09182414E}" srcOrd="0" destOrd="0" parTransId="{F189958D-3F0E-4262-9A87-5F41E41F920E}" sibTransId="{6860A27F-8459-43A4-AAD8-A0425F624507}"/>
    <dgm:cxn modelId="{97465800-2643-4370-B217-D53CE3A76EDF}" type="presOf" srcId="{91B5DE3C-0513-4B2B-A0B0-64A98D7E8094}" destId="{3C5154F3-C9EB-4B12-B3B8-FA9D16C73542}" srcOrd="0" destOrd="0" presId="urn:microsoft.com/office/officeart/2005/8/layout/hProcess4"/>
    <dgm:cxn modelId="{45998900-E09D-49F8-A78C-0D3E713BE8D3}" srcId="{28D4AD72-B423-4114-94F3-F7637173B088}" destId="{33A10423-C40C-42E6-9A6F-28A37AF943D6}" srcOrd="1" destOrd="0" parTransId="{4A257126-8443-4968-A311-3FDD14031D07}" sibTransId="{CEDDF065-0B0F-4C7B-ADE1-934FC47EB7DF}"/>
    <dgm:cxn modelId="{78522604-383D-46A9-9856-EB6EDCA4CFEF}" type="presOf" srcId="{19E910E5-09E2-4C8C-80C3-96B67B304FF3}" destId="{99819C4A-E762-4AC4-9C3A-D252F37221DA}" srcOrd="1" destOrd="1" presId="urn:microsoft.com/office/officeart/2005/8/layout/hProcess4"/>
    <dgm:cxn modelId="{C78CFA0C-A2D4-4E78-8E65-4040D671C3ED}" srcId="{E0679E09-5768-44FA-BB08-9E736C0247A7}" destId="{FCAEC716-06FD-4C75-A209-9C04E774DE3C}" srcOrd="1" destOrd="0" parTransId="{1626348D-5ED1-45AD-8BC4-089C19938CB6}" sibTransId="{1F8E43F1-C5BE-4C9A-8982-FD54B4BD85F5}"/>
    <dgm:cxn modelId="{DEA05717-898B-4C33-9D1F-D6EABAAC7F84}" type="presOf" srcId="{40CB6D1B-020A-4E3F-B3AE-7A1B5ACF0574}" destId="{09A431D4-F8E7-4993-8CB2-ECDF33C070DF}" srcOrd="1" destOrd="2" presId="urn:microsoft.com/office/officeart/2005/8/layout/hProcess4"/>
    <dgm:cxn modelId="{0C81AC1E-58B2-4369-844F-2F574860F62A}" type="presOf" srcId="{33A10423-C40C-42E6-9A6F-28A37AF943D6}" destId="{A5CDBBB4-BAD2-4BC6-8726-F5E78DA05351}" srcOrd="0" destOrd="1" presId="urn:microsoft.com/office/officeart/2005/8/layout/hProcess4"/>
    <dgm:cxn modelId="{6C239331-D0B1-4439-BFCF-6747ACAE2AB0}" type="presOf" srcId="{7AC9061B-893E-41C6-AE4D-773793F7CB37}" destId="{A5CDBBB4-BAD2-4BC6-8726-F5E78DA05351}" srcOrd="0" destOrd="0" presId="urn:microsoft.com/office/officeart/2005/8/layout/hProcess4"/>
    <dgm:cxn modelId="{7E331233-0B4D-4A42-B42C-3FEDCCE51C62}" type="presOf" srcId="{33A10423-C40C-42E6-9A6F-28A37AF943D6}" destId="{09A431D4-F8E7-4993-8CB2-ECDF33C070DF}" srcOrd="1" destOrd="1" presId="urn:microsoft.com/office/officeart/2005/8/layout/hProcess4"/>
    <dgm:cxn modelId="{7F3FF93E-3F35-4066-A12E-4AF96EEB859A}" type="presOf" srcId="{3A40DB86-5D69-4375-A27C-2C7DD3E04FF4}" destId="{B21536A2-0BBC-4670-B5C2-3F37624318B9}" srcOrd="0" destOrd="1" presId="urn:microsoft.com/office/officeart/2005/8/layout/hProcess4"/>
    <dgm:cxn modelId="{1FA98C40-F524-47C9-B27B-28FA91F46937}" type="presOf" srcId="{FCAEC716-06FD-4C75-A209-9C04E774DE3C}" destId="{1516D249-081A-42C1-8C6C-68CC9DADD070}" srcOrd="1" destOrd="1" presId="urn:microsoft.com/office/officeart/2005/8/layout/hProcess4"/>
    <dgm:cxn modelId="{8E738C41-2E42-4991-ABF5-A68EB9D4B51E}" srcId="{2AD651D0-47D6-47C4-ABA5-46F37BAD31A5}" destId="{FF50259D-437C-4DF8-AF23-FAFF835EA77B}" srcOrd="0" destOrd="0" parTransId="{EDF522B1-3BB3-4628-8B4F-60C9EFE67F8C}" sibTransId="{37AF3751-23EF-4FF9-8637-8185603C6281}"/>
    <dgm:cxn modelId="{2EB1E966-2F29-4FC0-A8CE-4FA0BCC29C94}" type="presOf" srcId="{FC233B8D-5EA8-47DC-A79F-53678F064E6B}" destId="{EC48052E-10D3-4A66-9381-AEE395D1A181}" srcOrd="0" destOrd="0" presId="urn:microsoft.com/office/officeart/2005/8/layout/hProcess4"/>
    <dgm:cxn modelId="{D3A3EA6A-DC88-4E13-8AED-D9399B77E402}" type="presOf" srcId="{01C2EEF3-7E15-4F7E-9EE2-BE85421CBDC8}" destId="{874DE488-346B-468A-BB67-AF37D6BDFC23}" srcOrd="0" destOrd="0" presId="urn:microsoft.com/office/officeart/2005/8/layout/hProcess4"/>
    <dgm:cxn modelId="{4A1CEE4B-3764-40D9-BEDF-2421DBBCDB13}" type="presOf" srcId="{FCAEC716-06FD-4C75-A209-9C04E774DE3C}" destId="{76A53022-BBF8-49CE-B289-E2E8F71AC025}" srcOrd="0" destOrd="1" presId="urn:microsoft.com/office/officeart/2005/8/layout/hProcess4"/>
    <dgm:cxn modelId="{61631A6D-BAEF-419A-A2F7-F9A363C18B8E}" type="presOf" srcId="{AB8AE64B-F3AD-4168-8E15-6CDED59A34C6}" destId="{F14A302C-9B22-4B1E-8B87-519DD5A57120}" srcOrd="0" destOrd="0" presId="urn:microsoft.com/office/officeart/2005/8/layout/hProcess4"/>
    <dgm:cxn modelId="{694F854D-D1CF-463B-9268-DCF236F40A83}" type="presOf" srcId="{40A5827F-8A0F-4EBB-A585-D0C09182414E}" destId="{5236A99A-82A1-4BE8-B738-BC91936D161C}" srcOrd="0" destOrd="0" presId="urn:microsoft.com/office/officeart/2005/8/layout/hProcess4"/>
    <dgm:cxn modelId="{EF9BBB50-6B79-4195-8E8B-6A7E18EE603F}" type="presOf" srcId="{E69D8351-1AAE-432B-9A27-E7BA1F9A24D1}" destId="{67BFDB43-147D-4B1F-BDEF-F967D6371217}" srcOrd="0" destOrd="0" presId="urn:microsoft.com/office/officeart/2005/8/layout/hProcess4"/>
    <dgm:cxn modelId="{9E352751-50F4-4721-BB7C-613A9271844E}" type="presOf" srcId="{19E910E5-09E2-4C8C-80C3-96B67B304FF3}" destId="{5236A99A-82A1-4BE8-B738-BC91936D161C}" srcOrd="0" destOrd="1" presId="urn:microsoft.com/office/officeart/2005/8/layout/hProcess4"/>
    <dgm:cxn modelId="{BDF97355-0C96-4E50-8409-0DCC23B39F26}" srcId="{28D4AD72-B423-4114-94F3-F7637173B088}" destId="{40CB6D1B-020A-4E3F-B3AE-7A1B5ACF0574}" srcOrd="2" destOrd="0" parTransId="{CD169AA3-F3E4-4D3C-951E-4E7072D6F5DA}" sibTransId="{29E4BFE3-E1E7-480D-A1C7-0B0DCC74870A}"/>
    <dgm:cxn modelId="{5865A257-772C-4346-ACFA-A343E9E84C04}" type="presOf" srcId="{8DB3DF83-315D-4F5B-B391-55F1B25494E3}" destId="{1516D249-081A-42C1-8C6C-68CC9DADD070}" srcOrd="1" destOrd="2" presId="urn:microsoft.com/office/officeart/2005/8/layout/hProcess4"/>
    <dgm:cxn modelId="{9B85C178-3F96-4427-88AC-2CC9BECB81FC}" srcId="{080D4CC7-F48E-4BAE-AE78-92FD773765FE}" destId="{19E910E5-09E2-4C8C-80C3-96B67B304FF3}" srcOrd="1" destOrd="0" parTransId="{3DD6F9A4-3B76-4701-A293-EAFD30E82397}" sibTransId="{658EAA1D-224C-4D2C-8CD5-657875443BF0}"/>
    <dgm:cxn modelId="{B5ED4059-EFBA-4283-B0A9-89A7C906D069}" type="presOf" srcId="{3A40DB86-5D69-4375-A27C-2C7DD3E04FF4}" destId="{E5847C54-034F-4F16-9D58-02EDD3CE7A7E}" srcOrd="1" destOrd="1" presId="urn:microsoft.com/office/officeart/2005/8/layout/hProcess4"/>
    <dgm:cxn modelId="{419F337A-2BBA-4202-8EFE-9FB5E3749107}" type="presOf" srcId="{28D4AD72-B423-4114-94F3-F7637173B088}" destId="{73AB57BF-73DA-498D-BCBD-5A8DB201BAFF}" srcOrd="0" destOrd="0" presId="urn:microsoft.com/office/officeart/2005/8/layout/hProcess4"/>
    <dgm:cxn modelId="{4DA96D7B-E325-4A9A-8EB6-75ED056DB1E5}" type="presOf" srcId="{40CB6D1B-020A-4E3F-B3AE-7A1B5ACF0574}" destId="{A5CDBBB4-BAD2-4BC6-8726-F5E78DA05351}" srcOrd="0" destOrd="2" presId="urn:microsoft.com/office/officeart/2005/8/layout/hProcess4"/>
    <dgm:cxn modelId="{B723417C-5088-4257-85A0-90728161DAF1}" srcId="{18AA70F8-055D-42C3-8FD1-2D55ACA69B2F}" destId="{E69D8351-1AAE-432B-9A27-E7BA1F9A24D1}" srcOrd="3" destOrd="0" parTransId="{62563B38-0865-4719-8B56-2D70F86FBB7D}" sibTransId="{01C2EEF3-7E15-4F7E-9EE2-BE85421CBDC8}"/>
    <dgm:cxn modelId="{01BCC282-D5CF-4F57-8706-D7E37F4D3D7F}" type="presOf" srcId="{E4DFC35B-251B-4144-993C-DD6BDDA8B695}" destId="{76A53022-BBF8-49CE-B289-E2E8F71AC025}" srcOrd="0" destOrd="0" presId="urn:microsoft.com/office/officeart/2005/8/layout/hProcess4"/>
    <dgm:cxn modelId="{B6C05085-FA06-4106-9CEB-B10FC07D285E}" type="presOf" srcId="{B175F31E-69AA-4493-AA6B-0D36C6580527}" destId="{76A53022-BBF8-49CE-B289-E2E8F71AC025}" srcOrd="0" destOrd="3" presId="urn:microsoft.com/office/officeart/2005/8/layout/hProcess4"/>
    <dgm:cxn modelId="{E953E687-845F-48AC-9FC7-ACBA3BFBC5DB}" type="presOf" srcId="{8DB3DF83-315D-4F5B-B391-55F1B25494E3}" destId="{76A53022-BBF8-49CE-B289-E2E8F71AC025}" srcOrd="0" destOrd="2" presId="urn:microsoft.com/office/officeart/2005/8/layout/hProcess4"/>
    <dgm:cxn modelId="{2F96BF88-456F-4F09-848F-BC4D907F639B}" type="presOf" srcId="{1494778A-BAD5-443D-B3DF-039F1985F895}" destId="{E5847C54-034F-4F16-9D58-02EDD3CE7A7E}" srcOrd="1" destOrd="0" presId="urn:microsoft.com/office/officeart/2005/8/layout/hProcess4"/>
    <dgm:cxn modelId="{A1EF6189-0C90-49D4-9883-DBFB7AF9A0F4}" srcId="{18AA70F8-055D-42C3-8FD1-2D55ACA69B2F}" destId="{28D4AD72-B423-4114-94F3-F7637173B088}" srcOrd="2" destOrd="0" parTransId="{4B533104-FC21-4737-8BB8-3605AF8DE306}" sibTransId="{AB8AE64B-F3AD-4168-8E15-6CDED59A34C6}"/>
    <dgm:cxn modelId="{A61C3C8C-060C-4034-88C5-4B2689E8724C}" srcId="{18AA70F8-055D-42C3-8FD1-2D55ACA69B2F}" destId="{2AD651D0-47D6-47C4-ABA5-46F37BAD31A5}" srcOrd="0" destOrd="0" parTransId="{6AB55755-DFAB-4073-A21D-E0E4CF4B1D52}" sibTransId="{91B5DE3C-0513-4B2B-A0B0-64A98D7E8094}"/>
    <dgm:cxn modelId="{8C51D2A0-15DD-4A2E-BD48-A7D0513C5F31}" type="presOf" srcId="{E0679E09-5768-44FA-BB08-9E736C0247A7}" destId="{EB37BEAD-DD53-4E93-9565-FAD546B377EB}" srcOrd="0" destOrd="0" presId="urn:microsoft.com/office/officeart/2005/8/layout/hProcess4"/>
    <dgm:cxn modelId="{8F4459A4-AB10-4B4F-BAAA-B3612456AEF5}" type="presOf" srcId="{2CB340BD-F84A-4455-A4FB-275C3F70F979}" destId="{D8E640B5-D325-4024-8B20-C2392EE5BC61}" srcOrd="0" destOrd="1" presId="urn:microsoft.com/office/officeart/2005/8/layout/hProcess4"/>
    <dgm:cxn modelId="{FB19F3A9-7E4E-4F70-B9BB-168AE78454DE}" type="presOf" srcId="{FF50259D-437C-4DF8-AF23-FAFF835EA77B}" destId="{D8E640B5-D325-4024-8B20-C2392EE5BC61}" srcOrd="0" destOrd="0" presId="urn:microsoft.com/office/officeart/2005/8/layout/hProcess4"/>
    <dgm:cxn modelId="{A24EA6AB-8081-45B3-8C62-F0CC9ACE9942}" srcId="{2AD651D0-47D6-47C4-ABA5-46F37BAD31A5}" destId="{2CB340BD-F84A-4455-A4FB-275C3F70F979}" srcOrd="1" destOrd="0" parTransId="{D49777DD-6A06-40EE-A93D-A63E4BFA6DE1}" sibTransId="{F17842B9-FF57-49C7-8ACA-88E72090B6C2}"/>
    <dgm:cxn modelId="{709745AE-38F6-4985-8649-9636BBA83945}" type="presOf" srcId="{7AC9061B-893E-41C6-AE4D-773793F7CB37}" destId="{09A431D4-F8E7-4993-8CB2-ECDF33C070DF}" srcOrd="1" destOrd="0" presId="urn:microsoft.com/office/officeart/2005/8/layout/hProcess4"/>
    <dgm:cxn modelId="{6B7473AE-0968-4B79-B94A-71C3E70BA87A}" type="presOf" srcId="{B175F31E-69AA-4493-AA6B-0D36C6580527}" destId="{1516D249-081A-42C1-8C6C-68CC9DADD070}" srcOrd="1" destOrd="3" presId="urn:microsoft.com/office/officeart/2005/8/layout/hProcess4"/>
    <dgm:cxn modelId="{031870AF-B5A8-4E50-8A82-C8B2CBBCA9D6}" srcId="{28D4AD72-B423-4114-94F3-F7637173B088}" destId="{7AC9061B-893E-41C6-AE4D-773793F7CB37}" srcOrd="0" destOrd="0" parTransId="{5EBA1868-138E-4409-9062-2B71C4778929}" sibTransId="{510DF53A-1F21-4C47-B6B9-20B5A643E630}"/>
    <dgm:cxn modelId="{24715FB0-EA1A-4408-AD2E-5E0C650CD7F4}" type="presOf" srcId="{FF50259D-437C-4DF8-AF23-FAFF835EA77B}" destId="{F60582F2-E972-42A9-BC36-523F5EE40C76}" srcOrd="1" destOrd="0" presId="urn:microsoft.com/office/officeart/2005/8/layout/hProcess4"/>
    <dgm:cxn modelId="{4DA82FB1-8AFF-4F21-8A80-76C1A31B95CD}" srcId="{E0679E09-5768-44FA-BB08-9E736C0247A7}" destId="{B175F31E-69AA-4493-AA6B-0D36C6580527}" srcOrd="3" destOrd="0" parTransId="{D5C61F64-94F3-468E-A453-AAAF56790DB5}" sibTransId="{9F28D64E-CAED-4C08-8CD1-718D994372A9}"/>
    <dgm:cxn modelId="{075371B1-A65C-4FA3-BE1C-5022C31E8157}" type="presOf" srcId="{2AD651D0-47D6-47C4-ABA5-46F37BAD31A5}" destId="{695922E9-30F3-4004-9A02-3315CCD7FD88}" srcOrd="0" destOrd="0" presId="urn:microsoft.com/office/officeart/2005/8/layout/hProcess4"/>
    <dgm:cxn modelId="{FAA245B6-9F9E-45AA-BCEC-D297659E98F0}" srcId="{E69D8351-1AAE-432B-9A27-E7BA1F9A24D1}" destId="{3A40DB86-5D69-4375-A27C-2C7DD3E04FF4}" srcOrd="1" destOrd="0" parTransId="{1B9F9C03-4189-493A-803E-90EC106D68CC}" sibTransId="{A5663B4E-4899-4792-AC3F-FABC96F9D347}"/>
    <dgm:cxn modelId="{E13A08C1-3F7F-4705-BC24-86BCC4CEA91A}" srcId="{18AA70F8-055D-42C3-8FD1-2D55ACA69B2F}" destId="{E0679E09-5768-44FA-BB08-9E736C0247A7}" srcOrd="1" destOrd="0" parTransId="{8D85AEE3-5441-4AB2-930C-E37DB4550344}" sibTransId="{FC233B8D-5EA8-47DC-A79F-53678F064E6B}"/>
    <dgm:cxn modelId="{07B5C4C3-9F35-41EF-9205-D7D160C24E46}" srcId="{E69D8351-1AAE-432B-9A27-E7BA1F9A24D1}" destId="{1494778A-BAD5-443D-B3DF-039F1985F895}" srcOrd="0" destOrd="0" parTransId="{68E6C914-DEAB-450C-BA91-5A56AA643A1E}" sibTransId="{D8DA36C6-85EE-4F03-BC43-AA114D203E57}"/>
    <dgm:cxn modelId="{BDE4A2C4-2429-4B2F-9456-0CAB1E1E4E17}" type="presOf" srcId="{18AA70F8-055D-42C3-8FD1-2D55ACA69B2F}" destId="{1C715A09-ADC4-4528-B578-179B2945CE62}" srcOrd="0" destOrd="0" presId="urn:microsoft.com/office/officeart/2005/8/layout/hProcess4"/>
    <dgm:cxn modelId="{17A20CC7-9C18-4C59-8C43-E49EC36C51D9}" srcId="{E0679E09-5768-44FA-BB08-9E736C0247A7}" destId="{8DB3DF83-315D-4F5B-B391-55F1B25494E3}" srcOrd="2" destOrd="0" parTransId="{32F826F8-DEEF-4E56-867A-2BAC65470ACF}" sibTransId="{D5CBEF15-C6F4-442C-BC49-0295E7A70642}"/>
    <dgm:cxn modelId="{7F9880C8-9A85-4DFE-864F-BF0376C7B1B5}" type="presOf" srcId="{40A5827F-8A0F-4EBB-A585-D0C09182414E}" destId="{99819C4A-E762-4AC4-9C3A-D252F37221DA}" srcOrd="1" destOrd="0" presId="urn:microsoft.com/office/officeart/2005/8/layout/hProcess4"/>
    <dgm:cxn modelId="{7ED9E5C9-71D8-444C-B870-92AE415371D6}" type="presOf" srcId="{080D4CC7-F48E-4BAE-AE78-92FD773765FE}" destId="{3F93C43D-F711-4388-8719-CA764D5CB6F5}" srcOrd="0" destOrd="0" presId="urn:microsoft.com/office/officeart/2005/8/layout/hProcess4"/>
    <dgm:cxn modelId="{FA4F39EE-8997-46E7-9453-07062F2B7C92}" type="presOf" srcId="{2CB340BD-F84A-4455-A4FB-275C3F70F979}" destId="{F60582F2-E972-42A9-BC36-523F5EE40C76}" srcOrd="1" destOrd="1" presId="urn:microsoft.com/office/officeart/2005/8/layout/hProcess4"/>
    <dgm:cxn modelId="{FC61BBEE-F689-400E-8B6E-A1905C82300A}" srcId="{18AA70F8-055D-42C3-8FD1-2D55ACA69B2F}" destId="{080D4CC7-F48E-4BAE-AE78-92FD773765FE}" srcOrd="4" destOrd="0" parTransId="{67384C17-C55F-4919-BE67-D629B2542F14}" sibTransId="{390871D5-227E-4D03-BF5F-FA371449027C}"/>
    <dgm:cxn modelId="{0400FBF5-7AC9-403A-AEC3-BFCB9628DD6A}" type="presOf" srcId="{1494778A-BAD5-443D-B3DF-039F1985F895}" destId="{B21536A2-0BBC-4670-B5C2-3F37624318B9}" srcOrd="0" destOrd="0" presId="urn:microsoft.com/office/officeart/2005/8/layout/hProcess4"/>
    <dgm:cxn modelId="{C8A246F9-5C57-49CF-9F11-018B54E04202}" srcId="{E0679E09-5768-44FA-BB08-9E736C0247A7}" destId="{E4DFC35B-251B-4144-993C-DD6BDDA8B695}" srcOrd="0" destOrd="0" parTransId="{B7E9F02A-CBDB-48D8-8737-25C873298376}" sibTransId="{C53F4BC0-1D2C-4AB1-B80A-25B263F87C2E}"/>
    <dgm:cxn modelId="{E8832CFB-6A08-4EA0-8828-AE64A91B6B2D}" type="presOf" srcId="{E4DFC35B-251B-4144-993C-DD6BDDA8B695}" destId="{1516D249-081A-42C1-8C6C-68CC9DADD070}" srcOrd="1" destOrd="0" presId="urn:microsoft.com/office/officeart/2005/8/layout/hProcess4"/>
    <dgm:cxn modelId="{B9903932-7B9D-4B2F-971D-67198CBF4B60}" type="presParOf" srcId="{1C715A09-ADC4-4528-B578-179B2945CE62}" destId="{B45D8885-C147-4171-A165-24EFC120BFC0}" srcOrd="0" destOrd="0" presId="urn:microsoft.com/office/officeart/2005/8/layout/hProcess4"/>
    <dgm:cxn modelId="{152A84E9-8CFE-4796-B968-5F7C2EC0778E}" type="presParOf" srcId="{1C715A09-ADC4-4528-B578-179B2945CE62}" destId="{7268A693-6A3E-48ED-B0F1-EC92F744F5B6}" srcOrd="1" destOrd="0" presId="urn:microsoft.com/office/officeart/2005/8/layout/hProcess4"/>
    <dgm:cxn modelId="{637DF757-677F-4832-AD3A-A8C27D247A9B}" type="presParOf" srcId="{1C715A09-ADC4-4528-B578-179B2945CE62}" destId="{CF83331A-75DB-4D3B-878D-92C725BD8184}" srcOrd="2" destOrd="0" presId="urn:microsoft.com/office/officeart/2005/8/layout/hProcess4"/>
    <dgm:cxn modelId="{7B6EC984-6CE7-4A1D-A0F5-539CD2DE2127}" type="presParOf" srcId="{CF83331A-75DB-4D3B-878D-92C725BD8184}" destId="{E7FD56D2-57A2-4D81-B171-14902BFA629E}" srcOrd="0" destOrd="0" presId="urn:microsoft.com/office/officeart/2005/8/layout/hProcess4"/>
    <dgm:cxn modelId="{35555571-197B-4421-BE47-2ED78A03DCEF}" type="presParOf" srcId="{E7FD56D2-57A2-4D81-B171-14902BFA629E}" destId="{4B22D681-9507-42AE-A5E6-DE249FAF2C41}" srcOrd="0" destOrd="0" presId="urn:microsoft.com/office/officeart/2005/8/layout/hProcess4"/>
    <dgm:cxn modelId="{DA89C5E8-E874-4A2F-9F45-09194C95E1D0}" type="presParOf" srcId="{E7FD56D2-57A2-4D81-B171-14902BFA629E}" destId="{D8E640B5-D325-4024-8B20-C2392EE5BC61}" srcOrd="1" destOrd="0" presId="urn:microsoft.com/office/officeart/2005/8/layout/hProcess4"/>
    <dgm:cxn modelId="{6326C68D-C876-4C9D-8EE8-F61FD3768B90}" type="presParOf" srcId="{E7FD56D2-57A2-4D81-B171-14902BFA629E}" destId="{F60582F2-E972-42A9-BC36-523F5EE40C76}" srcOrd="2" destOrd="0" presId="urn:microsoft.com/office/officeart/2005/8/layout/hProcess4"/>
    <dgm:cxn modelId="{050125CF-030A-4596-9D14-D5A0812BD1FB}" type="presParOf" srcId="{E7FD56D2-57A2-4D81-B171-14902BFA629E}" destId="{695922E9-30F3-4004-9A02-3315CCD7FD88}" srcOrd="3" destOrd="0" presId="urn:microsoft.com/office/officeart/2005/8/layout/hProcess4"/>
    <dgm:cxn modelId="{8DCA3185-9739-4775-8D38-EA387EC0AF49}" type="presParOf" srcId="{E7FD56D2-57A2-4D81-B171-14902BFA629E}" destId="{93529783-FFDD-4252-9740-B7F4889E8E6F}" srcOrd="4" destOrd="0" presId="urn:microsoft.com/office/officeart/2005/8/layout/hProcess4"/>
    <dgm:cxn modelId="{B5B89FD1-F396-4EA4-9F5F-67E191105462}" type="presParOf" srcId="{CF83331A-75DB-4D3B-878D-92C725BD8184}" destId="{3C5154F3-C9EB-4B12-B3B8-FA9D16C73542}" srcOrd="1" destOrd="0" presId="urn:microsoft.com/office/officeart/2005/8/layout/hProcess4"/>
    <dgm:cxn modelId="{C47FBBE1-4709-48B7-A109-C50F2B76B169}" type="presParOf" srcId="{CF83331A-75DB-4D3B-878D-92C725BD8184}" destId="{61E44BEC-362D-474B-8EF7-B14FDEF80379}" srcOrd="2" destOrd="0" presId="urn:microsoft.com/office/officeart/2005/8/layout/hProcess4"/>
    <dgm:cxn modelId="{027076E3-2AAA-4C11-BB5F-FBAD166D2270}" type="presParOf" srcId="{61E44BEC-362D-474B-8EF7-B14FDEF80379}" destId="{803AFDF6-08BF-45A4-B9C1-EC9B6E1FBB8A}" srcOrd="0" destOrd="0" presId="urn:microsoft.com/office/officeart/2005/8/layout/hProcess4"/>
    <dgm:cxn modelId="{F20406A7-3743-4256-BD64-024CADC1CCEF}" type="presParOf" srcId="{61E44BEC-362D-474B-8EF7-B14FDEF80379}" destId="{76A53022-BBF8-49CE-B289-E2E8F71AC025}" srcOrd="1" destOrd="0" presId="urn:microsoft.com/office/officeart/2005/8/layout/hProcess4"/>
    <dgm:cxn modelId="{FCD5FE9E-16E7-4754-916A-D423C575D0EC}" type="presParOf" srcId="{61E44BEC-362D-474B-8EF7-B14FDEF80379}" destId="{1516D249-081A-42C1-8C6C-68CC9DADD070}" srcOrd="2" destOrd="0" presId="urn:microsoft.com/office/officeart/2005/8/layout/hProcess4"/>
    <dgm:cxn modelId="{3016FF20-DD29-413C-8E48-0CEE1814D940}" type="presParOf" srcId="{61E44BEC-362D-474B-8EF7-B14FDEF80379}" destId="{EB37BEAD-DD53-4E93-9565-FAD546B377EB}" srcOrd="3" destOrd="0" presId="urn:microsoft.com/office/officeart/2005/8/layout/hProcess4"/>
    <dgm:cxn modelId="{1755C229-17E5-4E8B-8C06-E2AEBA51CA0A}" type="presParOf" srcId="{61E44BEC-362D-474B-8EF7-B14FDEF80379}" destId="{7E1BB4DA-E894-4839-9D42-2962D737B3F4}" srcOrd="4" destOrd="0" presId="urn:microsoft.com/office/officeart/2005/8/layout/hProcess4"/>
    <dgm:cxn modelId="{2590E4E4-807F-420B-9E8B-A6438DB75A23}" type="presParOf" srcId="{CF83331A-75DB-4D3B-878D-92C725BD8184}" destId="{EC48052E-10D3-4A66-9381-AEE395D1A181}" srcOrd="3" destOrd="0" presId="urn:microsoft.com/office/officeart/2005/8/layout/hProcess4"/>
    <dgm:cxn modelId="{134EDACC-4B05-4021-901F-10ED93AD8C81}" type="presParOf" srcId="{CF83331A-75DB-4D3B-878D-92C725BD8184}" destId="{F54EFC65-41B1-4D27-8969-BA8E9A967922}" srcOrd="4" destOrd="0" presId="urn:microsoft.com/office/officeart/2005/8/layout/hProcess4"/>
    <dgm:cxn modelId="{4974E2B2-7810-41C6-8860-54142FEB8CFC}" type="presParOf" srcId="{F54EFC65-41B1-4D27-8969-BA8E9A967922}" destId="{FCA28FC5-B356-4492-836B-C50F18551327}" srcOrd="0" destOrd="0" presId="urn:microsoft.com/office/officeart/2005/8/layout/hProcess4"/>
    <dgm:cxn modelId="{1EB1D570-422E-4530-8E1B-AA36D33E6774}" type="presParOf" srcId="{F54EFC65-41B1-4D27-8969-BA8E9A967922}" destId="{A5CDBBB4-BAD2-4BC6-8726-F5E78DA05351}" srcOrd="1" destOrd="0" presId="urn:microsoft.com/office/officeart/2005/8/layout/hProcess4"/>
    <dgm:cxn modelId="{023FC0BB-38F5-49AA-8FD0-01D1E60014B0}" type="presParOf" srcId="{F54EFC65-41B1-4D27-8969-BA8E9A967922}" destId="{09A431D4-F8E7-4993-8CB2-ECDF33C070DF}" srcOrd="2" destOrd="0" presId="urn:microsoft.com/office/officeart/2005/8/layout/hProcess4"/>
    <dgm:cxn modelId="{F4E61A1A-AAA2-41D6-A5DD-BD3A85B1840E}" type="presParOf" srcId="{F54EFC65-41B1-4D27-8969-BA8E9A967922}" destId="{73AB57BF-73DA-498D-BCBD-5A8DB201BAFF}" srcOrd="3" destOrd="0" presId="urn:microsoft.com/office/officeart/2005/8/layout/hProcess4"/>
    <dgm:cxn modelId="{77AC17CF-2502-45E4-994E-E8B713A16C99}" type="presParOf" srcId="{F54EFC65-41B1-4D27-8969-BA8E9A967922}" destId="{854A6F23-D246-4FDD-939E-7107B97B8C27}" srcOrd="4" destOrd="0" presId="urn:microsoft.com/office/officeart/2005/8/layout/hProcess4"/>
    <dgm:cxn modelId="{0DF62BCF-34F3-40EB-8F4A-98C7D791A5EE}" type="presParOf" srcId="{CF83331A-75DB-4D3B-878D-92C725BD8184}" destId="{F14A302C-9B22-4B1E-8B87-519DD5A57120}" srcOrd="5" destOrd="0" presId="urn:microsoft.com/office/officeart/2005/8/layout/hProcess4"/>
    <dgm:cxn modelId="{89D3ECDB-2589-4D26-9233-F1A6AECDCCD9}" type="presParOf" srcId="{CF83331A-75DB-4D3B-878D-92C725BD8184}" destId="{3D0AE644-4F3E-47F3-8D19-F1897A04F5A3}" srcOrd="6" destOrd="0" presId="urn:microsoft.com/office/officeart/2005/8/layout/hProcess4"/>
    <dgm:cxn modelId="{DB6892B7-414E-4B73-BA9F-3258114A7A90}" type="presParOf" srcId="{3D0AE644-4F3E-47F3-8D19-F1897A04F5A3}" destId="{B4F7AF8D-5210-4CC7-8D7E-9E3AD658F14D}" srcOrd="0" destOrd="0" presId="urn:microsoft.com/office/officeart/2005/8/layout/hProcess4"/>
    <dgm:cxn modelId="{3515C0FF-6783-43B4-85B5-AE512B476168}" type="presParOf" srcId="{3D0AE644-4F3E-47F3-8D19-F1897A04F5A3}" destId="{B21536A2-0BBC-4670-B5C2-3F37624318B9}" srcOrd="1" destOrd="0" presId="urn:microsoft.com/office/officeart/2005/8/layout/hProcess4"/>
    <dgm:cxn modelId="{A9E713E9-1785-4A29-BA94-3AD018161223}" type="presParOf" srcId="{3D0AE644-4F3E-47F3-8D19-F1897A04F5A3}" destId="{E5847C54-034F-4F16-9D58-02EDD3CE7A7E}" srcOrd="2" destOrd="0" presId="urn:microsoft.com/office/officeart/2005/8/layout/hProcess4"/>
    <dgm:cxn modelId="{6B4AD3FD-0B64-4EE7-AEF7-7368C6DCD581}" type="presParOf" srcId="{3D0AE644-4F3E-47F3-8D19-F1897A04F5A3}" destId="{67BFDB43-147D-4B1F-BDEF-F967D6371217}" srcOrd="3" destOrd="0" presId="urn:microsoft.com/office/officeart/2005/8/layout/hProcess4"/>
    <dgm:cxn modelId="{A0BB9FE8-017B-40D0-853E-A605808B3382}" type="presParOf" srcId="{3D0AE644-4F3E-47F3-8D19-F1897A04F5A3}" destId="{CEEF8509-8BBF-4449-A3C1-D16FF2142B11}" srcOrd="4" destOrd="0" presId="urn:microsoft.com/office/officeart/2005/8/layout/hProcess4"/>
    <dgm:cxn modelId="{6EFD2E2B-AC55-4F79-A8FC-E5C4035C0EB2}" type="presParOf" srcId="{CF83331A-75DB-4D3B-878D-92C725BD8184}" destId="{874DE488-346B-468A-BB67-AF37D6BDFC23}" srcOrd="7" destOrd="0" presId="urn:microsoft.com/office/officeart/2005/8/layout/hProcess4"/>
    <dgm:cxn modelId="{867292EF-BE6F-4546-B609-729E3A245FF1}" type="presParOf" srcId="{CF83331A-75DB-4D3B-878D-92C725BD8184}" destId="{D08324A5-A053-45AB-A2F6-C720ECB76878}" srcOrd="8" destOrd="0" presId="urn:microsoft.com/office/officeart/2005/8/layout/hProcess4"/>
    <dgm:cxn modelId="{AA663DC4-0E52-4AD5-883B-CEB1C89B61CA}" type="presParOf" srcId="{D08324A5-A053-45AB-A2F6-C720ECB76878}" destId="{20319560-7B3E-47EF-BA4F-5D8603CB87C4}" srcOrd="0" destOrd="0" presId="urn:microsoft.com/office/officeart/2005/8/layout/hProcess4"/>
    <dgm:cxn modelId="{AE46D392-C5FA-4916-B700-0D0DC37DAAFA}" type="presParOf" srcId="{D08324A5-A053-45AB-A2F6-C720ECB76878}" destId="{5236A99A-82A1-4BE8-B738-BC91936D161C}" srcOrd="1" destOrd="0" presId="urn:microsoft.com/office/officeart/2005/8/layout/hProcess4"/>
    <dgm:cxn modelId="{374E564F-666D-4BE9-8D50-525B7C1F2DD2}" type="presParOf" srcId="{D08324A5-A053-45AB-A2F6-C720ECB76878}" destId="{99819C4A-E762-4AC4-9C3A-D252F37221DA}" srcOrd="2" destOrd="0" presId="urn:microsoft.com/office/officeart/2005/8/layout/hProcess4"/>
    <dgm:cxn modelId="{6FDEF6E3-80C5-4CE7-9F05-79515814FA47}" type="presParOf" srcId="{D08324A5-A053-45AB-A2F6-C720ECB76878}" destId="{3F93C43D-F711-4388-8719-CA764D5CB6F5}" srcOrd="3" destOrd="0" presId="urn:microsoft.com/office/officeart/2005/8/layout/hProcess4"/>
    <dgm:cxn modelId="{3867C8D6-7DB7-46A0-92F0-B1300C493E39}" type="presParOf" srcId="{D08324A5-A053-45AB-A2F6-C720ECB76878}" destId="{CEDB4045-575A-40E3-817C-C66AB6E9CF63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1DA435-4E61-4811-A79A-7AFA5D484D76}">
      <dsp:nvSpPr>
        <dsp:cNvPr id="0" name=""/>
        <dsp:cNvSpPr/>
      </dsp:nvSpPr>
      <dsp:spPr>
        <a:xfrm>
          <a:off x="0" y="0"/>
          <a:ext cx="3171190" cy="77114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100" kern="1200"/>
            <a:t>Besoin d’affaires</a:t>
          </a:r>
        </a:p>
      </dsp:txBody>
      <dsp:txXfrm>
        <a:off x="22586" y="22586"/>
        <a:ext cx="2273904" cy="725972"/>
      </dsp:txXfrm>
    </dsp:sp>
    <dsp:sp modelId="{A04C6ACF-9150-4AA4-908B-1E44E6440082}">
      <dsp:nvSpPr>
        <dsp:cNvPr id="0" name=""/>
        <dsp:cNvSpPr/>
      </dsp:nvSpPr>
      <dsp:spPr>
        <a:xfrm>
          <a:off x="265587" y="911352"/>
          <a:ext cx="3171190" cy="77114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100" kern="1200"/>
            <a:t>Développement</a:t>
          </a:r>
        </a:p>
      </dsp:txBody>
      <dsp:txXfrm>
        <a:off x="288173" y="933938"/>
        <a:ext cx="2359187" cy="725972"/>
      </dsp:txXfrm>
    </dsp:sp>
    <dsp:sp modelId="{0AEC3717-9869-45FA-8BC7-2E383F15701E}">
      <dsp:nvSpPr>
        <dsp:cNvPr id="0" name=""/>
        <dsp:cNvSpPr/>
      </dsp:nvSpPr>
      <dsp:spPr>
        <a:xfrm>
          <a:off x="527210" y="1822704"/>
          <a:ext cx="3171190" cy="77114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100" kern="1200"/>
            <a:t>Test</a:t>
          </a:r>
        </a:p>
      </dsp:txBody>
      <dsp:txXfrm>
        <a:off x="549796" y="1845290"/>
        <a:ext cx="2363151" cy="725972"/>
      </dsp:txXfrm>
    </dsp:sp>
    <dsp:sp modelId="{04F33AA1-93C0-47F8-A5CD-EDC2C11EFF9E}">
      <dsp:nvSpPr>
        <dsp:cNvPr id="0" name=""/>
        <dsp:cNvSpPr/>
      </dsp:nvSpPr>
      <dsp:spPr>
        <a:xfrm>
          <a:off x="792797" y="2734056"/>
          <a:ext cx="3171190" cy="77114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100" kern="1200"/>
            <a:t>Mise en production</a:t>
          </a:r>
        </a:p>
      </dsp:txBody>
      <dsp:txXfrm>
        <a:off x="815383" y="2756642"/>
        <a:ext cx="2359187" cy="725971"/>
      </dsp:txXfrm>
    </dsp:sp>
    <dsp:sp modelId="{28D912F9-0269-4538-8552-4C61363AB42D}">
      <dsp:nvSpPr>
        <dsp:cNvPr id="0" name=""/>
        <dsp:cNvSpPr/>
      </dsp:nvSpPr>
      <dsp:spPr>
        <a:xfrm>
          <a:off x="2669946" y="590626"/>
          <a:ext cx="501243" cy="50124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2200" kern="1200"/>
        </a:p>
      </dsp:txBody>
      <dsp:txXfrm>
        <a:off x="2782726" y="590626"/>
        <a:ext cx="275683" cy="377185"/>
      </dsp:txXfrm>
    </dsp:sp>
    <dsp:sp modelId="{0CDD11FF-6C78-4D70-BEAD-ACA83AE14DF3}">
      <dsp:nvSpPr>
        <dsp:cNvPr id="0" name=""/>
        <dsp:cNvSpPr/>
      </dsp:nvSpPr>
      <dsp:spPr>
        <a:xfrm>
          <a:off x="2935533" y="1501978"/>
          <a:ext cx="501243" cy="501243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2200" kern="1200"/>
        </a:p>
      </dsp:txBody>
      <dsp:txXfrm>
        <a:off x="3048313" y="1501978"/>
        <a:ext cx="275683" cy="377185"/>
      </dsp:txXfrm>
    </dsp:sp>
    <dsp:sp modelId="{D72185B1-F5E9-49FF-BC60-419563591BFF}">
      <dsp:nvSpPr>
        <dsp:cNvPr id="0" name=""/>
        <dsp:cNvSpPr/>
      </dsp:nvSpPr>
      <dsp:spPr>
        <a:xfrm>
          <a:off x="3197157" y="2413330"/>
          <a:ext cx="501243" cy="501243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CA" sz="2200" kern="1200"/>
        </a:p>
      </dsp:txBody>
      <dsp:txXfrm>
        <a:off x="3309937" y="2413330"/>
        <a:ext cx="275683" cy="3771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E640B5-D325-4024-8B20-C2392EE5BC61}">
      <dsp:nvSpPr>
        <dsp:cNvPr id="0" name=""/>
        <dsp:cNvSpPr/>
      </dsp:nvSpPr>
      <dsp:spPr>
        <a:xfrm>
          <a:off x="1003" y="1204963"/>
          <a:ext cx="1327939" cy="109527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000" kern="1200"/>
            <a:t>Processus d’architecture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000" kern="1200">
              <a:solidFill>
                <a:srgbClr val="00B050"/>
              </a:solidFill>
            </a:rPr>
            <a:t>Définir la portée des tests</a:t>
          </a:r>
        </a:p>
      </dsp:txBody>
      <dsp:txXfrm>
        <a:off x="26208" y="1230168"/>
        <a:ext cx="1277529" cy="810161"/>
      </dsp:txXfrm>
    </dsp:sp>
    <dsp:sp modelId="{3C5154F3-C9EB-4B12-B3B8-FA9D16C73542}">
      <dsp:nvSpPr>
        <dsp:cNvPr id="0" name=""/>
        <dsp:cNvSpPr/>
      </dsp:nvSpPr>
      <dsp:spPr>
        <a:xfrm>
          <a:off x="732232" y="1411813"/>
          <a:ext cx="1544260" cy="1544260"/>
        </a:xfrm>
        <a:prstGeom prst="leftCircularArrow">
          <a:avLst>
            <a:gd name="adj1" fmla="val 3667"/>
            <a:gd name="adj2" fmla="val 456867"/>
            <a:gd name="adj3" fmla="val 2232378"/>
            <a:gd name="adj4" fmla="val 9024489"/>
            <a:gd name="adj5" fmla="val 427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5922E9-30F3-4004-9A02-3315CCD7FD88}">
      <dsp:nvSpPr>
        <dsp:cNvPr id="0" name=""/>
        <dsp:cNvSpPr/>
      </dsp:nvSpPr>
      <dsp:spPr>
        <a:xfrm>
          <a:off x="296101" y="2065534"/>
          <a:ext cx="1180390" cy="4694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b="1" kern="1200"/>
            <a:t>Explore &amp; Design</a:t>
          </a:r>
          <a:endParaRPr lang="fr-CA" sz="1400" kern="1200"/>
        </a:p>
      </dsp:txBody>
      <dsp:txXfrm>
        <a:off x="309849" y="2079282"/>
        <a:ext cx="1152894" cy="441906"/>
      </dsp:txXfrm>
    </dsp:sp>
    <dsp:sp modelId="{76A53022-BBF8-49CE-B289-E2E8F71AC025}">
      <dsp:nvSpPr>
        <dsp:cNvPr id="0" name=""/>
        <dsp:cNvSpPr/>
      </dsp:nvSpPr>
      <dsp:spPr>
        <a:xfrm>
          <a:off x="1746179" y="1204963"/>
          <a:ext cx="1327939" cy="109527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000" b="0" kern="1200"/>
            <a:t>Définir le scope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000" b="0" kern="1200"/>
            <a:t>Organiser </a:t>
          </a:r>
          <a:r>
            <a:rPr lang="fr-CA" sz="1000" b="0" kern="1200" err="1"/>
            <a:t>Build</a:t>
          </a:r>
          <a:endParaRPr lang="fr-CA" sz="1000" b="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000" b="0" kern="1200" dirty="0">
              <a:solidFill>
                <a:srgbClr val="00B050"/>
              </a:solidFill>
            </a:rPr>
            <a:t>Organiser Test</a:t>
          </a:r>
          <a:endParaRPr lang="fr-CA" sz="1000" b="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000" b="0" kern="1200">
              <a:solidFill>
                <a:srgbClr val="FF0000"/>
              </a:solidFill>
            </a:rPr>
            <a:t>Organiser </a:t>
          </a:r>
          <a:r>
            <a:rPr lang="fr-CA" sz="1000" b="0" kern="1200" err="1">
              <a:solidFill>
                <a:srgbClr val="FF0000"/>
              </a:solidFill>
            </a:rPr>
            <a:t>Deliver</a:t>
          </a:r>
          <a:endParaRPr lang="fr-CA" sz="1000" b="0" kern="1200">
            <a:solidFill>
              <a:srgbClr val="FF0000"/>
            </a:solidFill>
          </a:endParaRPr>
        </a:p>
      </dsp:txBody>
      <dsp:txXfrm>
        <a:off x="1771384" y="1464870"/>
        <a:ext cx="1277529" cy="810161"/>
      </dsp:txXfrm>
    </dsp:sp>
    <dsp:sp modelId="{EC48052E-10D3-4A66-9381-AEE395D1A181}">
      <dsp:nvSpPr>
        <dsp:cNvPr id="0" name=""/>
        <dsp:cNvSpPr/>
      </dsp:nvSpPr>
      <dsp:spPr>
        <a:xfrm>
          <a:off x="2467346" y="510077"/>
          <a:ext cx="1698548" cy="1698548"/>
        </a:xfrm>
        <a:prstGeom prst="circularArrow">
          <a:avLst>
            <a:gd name="adj1" fmla="val 3334"/>
            <a:gd name="adj2" fmla="val 412079"/>
            <a:gd name="adj3" fmla="val 19412410"/>
            <a:gd name="adj4" fmla="val 12575511"/>
            <a:gd name="adj5" fmla="val 389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37BEAD-DD53-4E93-9565-FAD546B377EB}">
      <dsp:nvSpPr>
        <dsp:cNvPr id="0" name=""/>
        <dsp:cNvSpPr/>
      </dsp:nvSpPr>
      <dsp:spPr>
        <a:xfrm>
          <a:off x="2041277" y="970262"/>
          <a:ext cx="1180390" cy="4694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b="1" kern="1200"/>
            <a:t>Plan</a:t>
          </a:r>
        </a:p>
      </dsp:txBody>
      <dsp:txXfrm>
        <a:off x="2055025" y="984010"/>
        <a:ext cx="1152894" cy="441906"/>
      </dsp:txXfrm>
    </dsp:sp>
    <dsp:sp modelId="{A5CDBBB4-BAD2-4BC6-8726-F5E78DA05351}">
      <dsp:nvSpPr>
        <dsp:cNvPr id="0" name=""/>
        <dsp:cNvSpPr/>
      </dsp:nvSpPr>
      <dsp:spPr>
        <a:xfrm>
          <a:off x="3477970" y="1204963"/>
          <a:ext cx="1327939" cy="109527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000" kern="1200"/>
            <a:t>Développer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000" kern="1200" dirty="0">
              <a:solidFill>
                <a:srgbClr val="00B050"/>
              </a:solidFill>
            </a:rPr>
            <a:t>Écrire et Exécuter les tests unitaires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000" kern="1200" dirty="0">
              <a:solidFill>
                <a:srgbClr val="00B050"/>
              </a:solidFill>
            </a:rPr>
            <a:t>Écrire et tester les tests systèmes</a:t>
          </a:r>
        </a:p>
      </dsp:txBody>
      <dsp:txXfrm>
        <a:off x="3503175" y="1230168"/>
        <a:ext cx="1277529" cy="810161"/>
      </dsp:txXfrm>
    </dsp:sp>
    <dsp:sp modelId="{F14A302C-9B22-4B1E-8B87-519DD5A57120}">
      <dsp:nvSpPr>
        <dsp:cNvPr id="0" name=""/>
        <dsp:cNvSpPr/>
      </dsp:nvSpPr>
      <dsp:spPr>
        <a:xfrm>
          <a:off x="4222584" y="1411813"/>
          <a:ext cx="1544260" cy="1544260"/>
        </a:xfrm>
        <a:prstGeom prst="leftCircularArrow">
          <a:avLst>
            <a:gd name="adj1" fmla="val 3667"/>
            <a:gd name="adj2" fmla="val 456867"/>
            <a:gd name="adj3" fmla="val 2232378"/>
            <a:gd name="adj4" fmla="val 9024489"/>
            <a:gd name="adj5" fmla="val 4279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AB57BF-73DA-498D-BCBD-5A8DB201BAFF}">
      <dsp:nvSpPr>
        <dsp:cNvPr id="0" name=""/>
        <dsp:cNvSpPr/>
      </dsp:nvSpPr>
      <dsp:spPr>
        <a:xfrm>
          <a:off x="3786453" y="2065534"/>
          <a:ext cx="1180390" cy="4694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b="1" kern="1200" err="1"/>
            <a:t>Build</a:t>
          </a:r>
          <a:endParaRPr lang="fr-CA" sz="1400" b="1" kern="1200"/>
        </a:p>
      </dsp:txBody>
      <dsp:txXfrm>
        <a:off x="3800201" y="2079282"/>
        <a:ext cx="1152894" cy="441906"/>
      </dsp:txXfrm>
    </dsp:sp>
    <dsp:sp modelId="{B21536A2-0BBC-4670-B5C2-3F37624318B9}">
      <dsp:nvSpPr>
        <dsp:cNvPr id="0" name=""/>
        <dsp:cNvSpPr/>
      </dsp:nvSpPr>
      <dsp:spPr>
        <a:xfrm>
          <a:off x="5236531" y="1204963"/>
          <a:ext cx="1327939" cy="109527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rgbClr val="00B05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000" kern="1200" dirty="0">
              <a:solidFill>
                <a:srgbClr val="00B050"/>
              </a:solidFill>
            </a:rPr>
            <a:t>Écrire et exécuter les tests d’intégrations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000" kern="1200" dirty="0">
              <a:solidFill>
                <a:srgbClr val="00B050"/>
              </a:solidFill>
            </a:rPr>
            <a:t>Écrire et exécuter les tests d’acceptation</a:t>
          </a:r>
        </a:p>
      </dsp:txBody>
      <dsp:txXfrm>
        <a:off x="5261736" y="1464870"/>
        <a:ext cx="1277529" cy="810161"/>
      </dsp:txXfrm>
    </dsp:sp>
    <dsp:sp modelId="{874DE488-346B-468A-BB67-AF37D6BDFC23}">
      <dsp:nvSpPr>
        <dsp:cNvPr id="0" name=""/>
        <dsp:cNvSpPr/>
      </dsp:nvSpPr>
      <dsp:spPr>
        <a:xfrm>
          <a:off x="5956694" y="506181"/>
          <a:ext cx="1713941" cy="1713941"/>
        </a:xfrm>
        <a:prstGeom prst="circularArrow">
          <a:avLst>
            <a:gd name="adj1" fmla="val 3304"/>
            <a:gd name="adj2" fmla="val 408088"/>
            <a:gd name="adj3" fmla="val 19416401"/>
            <a:gd name="adj4" fmla="val 12575511"/>
            <a:gd name="adj5" fmla="val 3855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BFDB43-147D-4B1F-BDEF-F967D6371217}">
      <dsp:nvSpPr>
        <dsp:cNvPr id="0" name=""/>
        <dsp:cNvSpPr/>
      </dsp:nvSpPr>
      <dsp:spPr>
        <a:xfrm>
          <a:off x="5531629" y="970262"/>
          <a:ext cx="1180390" cy="469402"/>
        </a:xfrm>
        <a:prstGeom prst="roundRect">
          <a:avLst>
            <a:gd name="adj" fmla="val 10000"/>
          </a:avLst>
        </a:prstGeom>
        <a:solidFill>
          <a:srgbClr val="00B05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b="1" kern="1200"/>
            <a:t>Test</a:t>
          </a:r>
        </a:p>
      </dsp:txBody>
      <dsp:txXfrm>
        <a:off x="5545377" y="984010"/>
        <a:ext cx="1152894" cy="441906"/>
      </dsp:txXfrm>
    </dsp:sp>
    <dsp:sp modelId="{5236A99A-82A1-4BE8-B738-BC91936D161C}">
      <dsp:nvSpPr>
        <dsp:cNvPr id="0" name=""/>
        <dsp:cNvSpPr/>
      </dsp:nvSpPr>
      <dsp:spPr>
        <a:xfrm>
          <a:off x="6981707" y="1204963"/>
          <a:ext cx="1327939" cy="109527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t" anchorCtr="0">
          <a:noAutofit/>
        </a:bodyPr>
        <a:lstStyle/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000" kern="1200">
              <a:solidFill>
                <a:srgbClr val="00B050"/>
              </a:solidFill>
            </a:rPr>
            <a:t>Go </a:t>
          </a:r>
          <a:r>
            <a:rPr lang="fr-CA" sz="1000" kern="1200" err="1">
              <a:solidFill>
                <a:srgbClr val="00B050"/>
              </a:solidFill>
            </a:rPr>
            <a:t>NoGo</a:t>
          </a:r>
          <a:endParaRPr lang="fr-CA" sz="1000" kern="1200">
            <a:solidFill>
              <a:srgbClr val="00B050"/>
            </a:solidFill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CA" sz="1000" kern="1200"/>
            <a:t>Livrer en PROD</a:t>
          </a:r>
        </a:p>
      </dsp:txBody>
      <dsp:txXfrm>
        <a:off x="7006912" y="1230168"/>
        <a:ext cx="1277529" cy="810161"/>
      </dsp:txXfrm>
    </dsp:sp>
    <dsp:sp modelId="{3F93C43D-F711-4388-8719-CA764D5CB6F5}">
      <dsp:nvSpPr>
        <dsp:cNvPr id="0" name=""/>
        <dsp:cNvSpPr/>
      </dsp:nvSpPr>
      <dsp:spPr>
        <a:xfrm>
          <a:off x="7277808" y="2065534"/>
          <a:ext cx="1180390" cy="469402"/>
        </a:xfrm>
        <a:prstGeom prst="roundRect">
          <a:avLst>
            <a:gd name="adj" fmla="val 10000"/>
          </a:avLst>
        </a:prstGeom>
        <a:solidFill>
          <a:srgbClr val="FF000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7780" rIns="2667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400" b="1" kern="1200" err="1"/>
            <a:t>Deliver</a:t>
          </a:r>
          <a:endParaRPr lang="fr-CA" sz="1400" b="1" kern="1200"/>
        </a:p>
      </dsp:txBody>
      <dsp:txXfrm>
        <a:off x="7291556" y="2079282"/>
        <a:ext cx="1152894" cy="4419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062309" cy="35028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5308170" y="0"/>
            <a:ext cx="4062309" cy="35028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F15F95-026D-42C1-BF86-2C86F329C27E}" type="datetimeFigureOut">
              <a:rPr lang="fr-FR" smtClean="0"/>
              <a:pPr/>
              <a:t>17/06/2025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1" y="6658930"/>
            <a:ext cx="4062309" cy="35028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61460" cy="350520"/>
          </a:xfrm>
          <a:prstGeom prst="rect">
            <a:avLst/>
          </a:prstGeom>
        </p:spPr>
        <p:txBody>
          <a:bodyPr vert="horz" lIns="93616" tIns="46808" rIns="93616" bIns="4680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08971" y="0"/>
            <a:ext cx="4061460" cy="350520"/>
          </a:xfrm>
          <a:prstGeom prst="rect">
            <a:avLst/>
          </a:prstGeom>
        </p:spPr>
        <p:txBody>
          <a:bodyPr vert="horz" lIns="93616" tIns="46808" rIns="93616" bIns="46808" rtlCol="0"/>
          <a:lstStyle>
            <a:lvl1pPr algn="r">
              <a:defRPr sz="1200"/>
            </a:lvl1pPr>
          </a:lstStyle>
          <a:p>
            <a:fld id="{D8D5AE57-63D6-485A-B73E-24D05ED6D8D1}" type="datetimeFigureOut">
              <a:rPr lang="en-US" smtClean="0"/>
              <a:pPr/>
              <a:t>6/16/2025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49500" y="525463"/>
            <a:ext cx="4673600" cy="2628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16" tIns="46808" rIns="93616" bIns="4680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7260" y="3329940"/>
            <a:ext cx="7498080" cy="3154680"/>
          </a:xfrm>
          <a:prstGeom prst="rect">
            <a:avLst/>
          </a:prstGeom>
        </p:spPr>
        <p:txBody>
          <a:bodyPr vert="horz" lIns="93616" tIns="46808" rIns="93616" bIns="4680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3"/>
            <a:ext cx="4061460" cy="350520"/>
          </a:xfrm>
          <a:prstGeom prst="rect">
            <a:avLst/>
          </a:prstGeom>
        </p:spPr>
        <p:txBody>
          <a:bodyPr vert="horz" lIns="93616" tIns="46808" rIns="93616" bIns="4680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08971" y="6658663"/>
            <a:ext cx="4061460" cy="350520"/>
          </a:xfrm>
          <a:prstGeom prst="rect">
            <a:avLst/>
          </a:prstGeom>
        </p:spPr>
        <p:txBody>
          <a:bodyPr vert="horz" lIns="93616" tIns="46808" rIns="93616" bIns="46808" rtlCol="0" anchor="b"/>
          <a:lstStyle>
            <a:lvl1pPr algn="r">
              <a:defRPr sz="1200"/>
            </a:lvl1pPr>
          </a:lstStyle>
          <a:p>
            <a:fld id="{02AF3B2A-F821-4FE3-8FB8-DA5134B26F6E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86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28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72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14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58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0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4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Il ne remplace pas le processus de développement c’est une assurance de plus sur le résultat.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3486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Dire : Pour permettre de faire les tests il nous faut en premier lieu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668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CA"/>
              <a:t>Dire : Nous ne faisons pas d’architecture ou de développement, pas de gestion de projet, pas de processus d’affaires non plus…</a:t>
            </a:r>
          </a:p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7743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436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Passé du mode réactif au mode planifié</a:t>
            </a:r>
          </a:p>
          <a:p>
            <a:r>
              <a:rPr lang="fr-CA" dirty="0"/>
              <a:t>Pour chaque acteur, fournir des informations d’aide à la décision et des guides de prise de </a:t>
            </a:r>
            <a:r>
              <a:rPr lang="fr-CA" dirty="0" err="1"/>
              <a:t>décsion</a:t>
            </a:r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5169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7135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r-CA"/>
              <a:t>Le processus d’architecture livre :</a:t>
            </a:r>
          </a:p>
          <a:p>
            <a:pPr lvl="0"/>
            <a:r>
              <a:rPr lang="fr-CA"/>
              <a:t>Liste des items lié au processus d’affaire</a:t>
            </a:r>
          </a:p>
          <a:p>
            <a:pPr lvl="0"/>
            <a:r>
              <a:rPr lang="fr-CA"/>
              <a:t>Liste des items liés au Enabler</a:t>
            </a:r>
          </a:p>
          <a:p>
            <a:pPr lvl="0"/>
            <a:r>
              <a:rPr lang="fr-CA"/>
              <a:t>Liste des items lié au NFR</a:t>
            </a:r>
          </a:p>
          <a:p>
            <a:pPr lvl="0"/>
            <a:endParaRPr lang="fr-CA"/>
          </a:p>
          <a:p>
            <a:r>
              <a:rPr lang="fr-CA"/>
              <a:t>Qu’arrive t’il si on  ne passe pas la barrière « Prêt »</a:t>
            </a:r>
          </a:p>
          <a:p>
            <a:r>
              <a:rPr lang="fr-CA"/>
              <a:t>On reste là, On continue, on annule, </a:t>
            </a:r>
            <a:r>
              <a:rPr lang="fr-CA" err="1"/>
              <a:t>etc</a:t>
            </a:r>
            <a:endParaRPr lang="fr-CA"/>
          </a:p>
          <a:p>
            <a:endParaRPr lang="fr-CA"/>
          </a:p>
          <a:p>
            <a:r>
              <a:rPr lang="fr-CA"/>
              <a:t>Deliver : Transfert de connaissance + Document de support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019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jpeg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D3C1CA6-DCC3-6640-9F22-2306CDE9C1A1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85D9E6E5-7144-9147-8196-DA4BB44A2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0" y="274638"/>
            <a:ext cx="5486400" cy="9937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8" name="Sous-titre 2">
            <a:extLst>
              <a:ext uri="{FF2B5EF4-FFF2-40B4-BE49-F238E27FC236}">
                <a16:creationId xmlns:a16="http://schemas.microsoft.com/office/drawing/2014/main" id="{82BFCE22-C758-E148-B3E4-8959961A882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29000" y="1428750"/>
            <a:ext cx="5486400" cy="29718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</a:t>
            </a:r>
            <a:br>
              <a:rPr lang="fr-FR"/>
            </a:br>
            <a:r>
              <a:rPr lang="fr-FR"/>
              <a:t>du masque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770539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apositive de tit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E262CBF-96FD-2044-B564-E2C9A3FF2DD6}"/>
              </a:ext>
            </a:extLst>
          </p:cNvPr>
          <p:cNvSpPr/>
          <p:nvPr userDrawn="1"/>
        </p:nvSpPr>
        <p:spPr>
          <a:xfrm>
            <a:off x="0" y="740366"/>
            <a:ext cx="4191000" cy="3662771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C7DF5142-B16E-1049-9201-07BA37C5F1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794" y="1047750"/>
            <a:ext cx="3485606" cy="9937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</a:t>
            </a:r>
            <a:br>
              <a:rPr lang="fr-FR"/>
            </a:br>
            <a:r>
              <a:rPr lang="fr-FR"/>
              <a:t>du titre</a:t>
            </a:r>
            <a:endParaRPr lang="fr-CA"/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E560253B-3C24-E446-A570-64B91F74828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6794" y="2259297"/>
            <a:ext cx="3485606" cy="84267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</a:t>
            </a:r>
            <a:br>
              <a:rPr lang="fr-FR"/>
            </a:br>
            <a:r>
              <a:rPr lang="fr-FR"/>
              <a:t>sous-titres du masque</a:t>
            </a:r>
            <a:endParaRPr lang="fr-CA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9D97464-88D7-F44C-8CB0-EE79D5F0703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794" y="3781123"/>
            <a:ext cx="666206" cy="44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6110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C6DC9D68-6B6A-E047-8ADF-E7D4397E12E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7200" y="4175953"/>
            <a:ext cx="1208734" cy="654077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C349E387-184C-9C4F-8901-4D9CEA5216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13470"/>
            <a:ext cx="4495800" cy="9937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</a:t>
            </a:r>
            <a:br>
              <a:rPr lang="fr-FR"/>
            </a:br>
            <a:r>
              <a:rPr lang="fr-FR"/>
              <a:t>du titre</a:t>
            </a:r>
            <a:endParaRPr lang="fr-CA"/>
          </a:p>
        </p:txBody>
      </p:sp>
      <p:sp>
        <p:nvSpPr>
          <p:cNvPr id="8" name="Sous-titre 2">
            <a:extLst>
              <a:ext uri="{FF2B5EF4-FFF2-40B4-BE49-F238E27FC236}">
                <a16:creationId xmlns:a16="http://schemas.microsoft.com/office/drawing/2014/main" id="{D4F1ED48-2A68-E948-A0CA-231AFC1EBD2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0" y="1525017"/>
            <a:ext cx="4495800" cy="241833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</a:t>
            </a:r>
            <a:br>
              <a:rPr lang="fr-FR"/>
            </a:br>
            <a:r>
              <a:rPr lang="fr-FR"/>
              <a:t>sous-titres du masque</a:t>
            </a:r>
            <a:endParaRPr lang="fr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52C65F-9E49-AF47-9192-24BE1D562E84}"/>
              </a:ext>
            </a:extLst>
          </p:cNvPr>
          <p:cNvSpPr/>
          <p:nvPr userDrawn="1"/>
        </p:nvSpPr>
        <p:spPr>
          <a:xfrm>
            <a:off x="417653" y="4095750"/>
            <a:ext cx="1371600" cy="838200"/>
          </a:xfrm>
          <a:prstGeom prst="rect">
            <a:avLst/>
          </a:prstGeom>
          <a:solidFill>
            <a:srgbClr val="0019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46627A53-BBCC-AE48-BB70-4804BF0D02A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4493625"/>
            <a:ext cx="666206" cy="44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022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re du jour - Agenda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0F260EE9-F0FD-B641-963F-E43B50384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400" y="274638"/>
            <a:ext cx="6172200" cy="9937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1C05878B-CD2D-5949-A357-467037367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9400" y="1370013"/>
            <a:ext cx="6172200" cy="326231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pic>
        <p:nvPicPr>
          <p:cNvPr id="3" name="Image 2" descr="Une image contenant texte, horloge, montre&#10;&#10;Description générée automatiquement">
            <a:extLst>
              <a:ext uri="{FF2B5EF4-FFF2-40B4-BE49-F238E27FC236}">
                <a16:creationId xmlns:a16="http://schemas.microsoft.com/office/drawing/2014/main" id="{B034951C-422A-C741-8227-6AD195D5F0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52082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7020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 - Chapte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7FB761F4-093C-C740-97A6-21FC5EFDF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"/>
            <a:ext cx="6172200" cy="9937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0A68EEAA-103B-A440-B9B4-7F87693A6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579" y="1428750"/>
            <a:ext cx="6172200" cy="3505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593919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itre - Chapt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7FB761F4-093C-C740-97A6-21FC5EFDF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"/>
            <a:ext cx="8458200" cy="9937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0A68EEAA-103B-A440-B9B4-7F87693A6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578" y="1428750"/>
            <a:ext cx="8458199" cy="3505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111909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apitre - Chapt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7FB761F4-093C-C740-97A6-21FC5EFDF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"/>
            <a:ext cx="8138809" cy="9937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0A68EEAA-103B-A440-B9B4-7F87693A6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579" y="1428750"/>
            <a:ext cx="3964022" cy="3505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1A5A8260-B6ED-BA4C-A8CC-B30A3E301A8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31987" y="1428750"/>
            <a:ext cx="3964022" cy="3505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755177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hapitre - Chapt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7FB761F4-093C-C740-97A6-21FC5EFDF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"/>
            <a:ext cx="8138809" cy="9937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FE3A23-E747-2D45-B04C-A7E31968E53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428750"/>
            <a:ext cx="8139113" cy="457200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pPr lvl="0"/>
            <a:r>
              <a:rPr lang="fr-FR"/>
              <a:t>- Modifiez le style du texte</a:t>
            </a:r>
            <a:endParaRPr lang="fr-CA"/>
          </a:p>
        </p:txBody>
      </p:sp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5384E274-23B7-4749-B101-739D01568C6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7200" y="2050366"/>
            <a:ext cx="8139113" cy="457200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pPr lvl="0"/>
            <a:r>
              <a:rPr lang="fr-FR"/>
              <a:t>- Modifiez le style du texte</a:t>
            </a:r>
            <a:endParaRPr lang="fr-CA"/>
          </a:p>
        </p:txBody>
      </p: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CCF91BC2-6913-D348-A745-7FD9B0C4B9BD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57200" y="2671982"/>
            <a:ext cx="8139113" cy="457200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pPr lvl="0"/>
            <a:r>
              <a:rPr lang="fr-FR"/>
              <a:t>- Modifiez le style du texte</a:t>
            </a:r>
            <a:endParaRPr lang="fr-CA"/>
          </a:p>
        </p:txBody>
      </p:sp>
      <p:sp>
        <p:nvSpPr>
          <p:cNvPr id="19" name="Espace réservé du contenu 2">
            <a:extLst>
              <a:ext uri="{FF2B5EF4-FFF2-40B4-BE49-F238E27FC236}">
                <a16:creationId xmlns:a16="http://schemas.microsoft.com/office/drawing/2014/main" id="{97B50FCF-CFA4-F849-935D-B4E4F655D37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3293598"/>
            <a:ext cx="8139113" cy="457200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pPr lvl="0"/>
            <a:r>
              <a:rPr lang="fr-FR"/>
              <a:t>- Modifiez le style du texte</a:t>
            </a:r>
            <a:endParaRPr lang="fr-CA"/>
          </a:p>
        </p:txBody>
      </p:sp>
      <p:sp>
        <p:nvSpPr>
          <p:cNvPr id="21" name="Espace réservé du contenu 2">
            <a:extLst>
              <a:ext uri="{FF2B5EF4-FFF2-40B4-BE49-F238E27FC236}">
                <a16:creationId xmlns:a16="http://schemas.microsoft.com/office/drawing/2014/main" id="{E5DF3D5E-CF11-8149-A220-9473D891FEA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3915214"/>
            <a:ext cx="8139113" cy="457200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pPr lvl="0"/>
            <a:r>
              <a:rPr lang="fr-FR"/>
              <a:t>- Modifiez le style du texte</a:t>
            </a:r>
            <a:endParaRPr lang="fr-CA"/>
          </a:p>
        </p:txBody>
      </p:sp>
      <p:sp>
        <p:nvSpPr>
          <p:cNvPr id="22" name="Espace réservé du contenu 2">
            <a:extLst>
              <a:ext uri="{FF2B5EF4-FFF2-40B4-BE49-F238E27FC236}">
                <a16:creationId xmlns:a16="http://schemas.microsoft.com/office/drawing/2014/main" id="{C9A82577-C40E-304A-9D8A-F1741A9530E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7200" y="4536832"/>
            <a:ext cx="8139113" cy="457200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pPr lvl="0"/>
            <a:r>
              <a:rPr lang="fr-FR"/>
              <a:t>- Modifiez le style du texte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197545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hapitre - Chapt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24384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0A68EEAA-103B-A440-B9B4-7F87693A6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800" y="819150"/>
            <a:ext cx="6322977" cy="4114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5BBC0945-7537-F24E-91B1-41FCD7054D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200" y="133350"/>
            <a:ext cx="2286000" cy="4953000"/>
          </a:xfrm>
        </p:spPr>
        <p:txBody>
          <a:bodyPr>
            <a:normAutofit/>
          </a:bodyPr>
          <a:lstStyle>
            <a:lvl1pPr marL="0" indent="0">
              <a:buNone/>
              <a:defRPr sz="2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 style du titre</a:t>
            </a:r>
            <a:endParaRPr lang="fr-CA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2E5C01DB-D6C0-7F43-80C1-C2DAF3CD12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422" y="133350"/>
            <a:ext cx="6322978" cy="533400"/>
          </a:xfrm>
        </p:spPr>
        <p:txBody>
          <a:bodyPr>
            <a:normAutofit/>
          </a:bodyPr>
          <a:lstStyle>
            <a:lvl1pPr>
              <a:defRPr sz="2600"/>
            </a:lvl1pPr>
          </a:lstStyle>
          <a:p>
            <a:r>
              <a:rPr lang="fr-FR"/>
              <a:t>Modifiez le style du sous-titre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10428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hapitre - Chapt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24384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7FB761F4-093C-C740-97A6-21FC5EFDFF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422" y="133350"/>
            <a:ext cx="6322978" cy="533400"/>
          </a:xfrm>
        </p:spPr>
        <p:txBody>
          <a:bodyPr>
            <a:normAutofit/>
          </a:bodyPr>
          <a:lstStyle>
            <a:lvl1pPr>
              <a:defRPr sz="2600"/>
            </a:lvl1pPr>
          </a:lstStyle>
          <a:p>
            <a:r>
              <a:rPr lang="fr-FR"/>
              <a:t>Modifiez le style du sous-titre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9A20B3A-6159-BD43-862D-E2E1668B9C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200" y="133350"/>
            <a:ext cx="2286000" cy="4953000"/>
          </a:xfrm>
        </p:spPr>
        <p:txBody>
          <a:bodyPr>
            <a:normAutofit/>
          </a:bodyPr>
          <a:lstStyle>
            <a:lvl1pPr marL="0" indent="0">
              <a:buNone/>
              <a:defRPr sz="2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 style du titre</a:t>
            </a:r>
            <a:endParaRPr lang="fr-CA"/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D8272E43-24F1-944E-B10A-2647B1B00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800" y="819150"/>
            <a:ext cx="6322977" cy="4114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29900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hapitre - Chapt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38862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7FB761F4-093C-C740-97A6-21FC5EFDFF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6422" y="285750"/>
            <a:ext cx="4798978" cy="993775"/>
          </a:xfrm>
        </p:spPr>
        <p:txBody>
          <a:bodyPr/>
          <a:lstStyle/>
          <a:p>
            <a:r>
              <a:rPr lang="fr-FR"/>
              <a:t>Modifiez le style</a:t>
            </a:r>
            <a:br>
              <a:rPr lang="fr-FR"/>
            </a:br>
            <a:r>
              <a:rPr lang="fr-FR"/>
              <a:t>du sous-titre</a:t>
            </a:r>
            <a:endParaRPr lang="fr-CA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0A68EEAA-103B-A440-B9B4-7F87693A6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1428750"/>
            <a:ext cx="4798977" cy="3505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5778D4F0-C5AD-414D-AF69-C66D2C976A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200" y="133350"/>
            <a:ext cx="3733800" cy="4953000"/>
          </a:xfrm>
        </p:spPr>
        <p:txBody>
          <a:bodyPr>
            <a:normAutofit/>
          </a:bodyPr>
          <a:lstStyle>
            <a:lvl1pPr marL="0" indent="0">
              <a:buNone/>
              <a:defRPr sz="2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 style du titre ou du texte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870905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hapitre - Chapt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E8F280E-43CA-AD4D-8287-D43BF3F5F18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09600" y="419100"/>
            <a:ext cx="39624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400" b="1">
                <a:solidFill>
                  <a:srgbClr val="003DA5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42858" indent="0">
              <a:buNone/>
              <a:defRPr sz="1500" b="1"/>
            </a:lvl2pPr>
            <a:lvl3pPr marL="685714" indent="0">
              <a:buNone/>
              <a:defRPr sz="1350" b="1"/>
            </a:lvl3pPr>
            <a:lvl4pPr marL="1028572" indent="0">
              <a:buNone/>
              <a:defRPr sz="1200" b="1"/>
            </a:lvl4pPr>
            <a:lvl5pPr marL="1371428" indent="0">
              <a:buNone/>
              <a:defRPr sz="1200" b="1"/>
            </a:lvl5pPr>
            <a:lvl6pPr marL="1714286" indent="0">
              <a:buNone/>
              <a:defRPr sz="1200" b="1"/>
            </a:lvl6pPr>
            <a:lvl7pPr marL="2057142" indent="0">
              <a:buNone/>
              <a:defRPr sz="1200" b="1"/>
            </a:lvl7pPr>
            <a:lvl8pPr marL="2400000" indent="0">
              <a:buNone/>
              <a:defRPr sz="1200" b="1"/>
            </a:lvl8pPr>
            <a:lvl9pPr marL="2742858" indent="0">
              <a:buNone/>
              <a:defRPr sz="1200" b="1"/>
            </a:lvl9pPr>
          </a:lstStyle>
          <a:p>
            <a:pPr lvl="0"/>
            <a:r>
              <a:rPr lang="en-CA" noProof="0"/>
              <a:t>Titre A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9A15D0A-BD21-D046-BCE0-8266515068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00600" y="419100"/>
            <a:ext cx="39624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400" b="1">
                <a:solidFill>
                  <a:srgbClr val="003DA5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42858" indent="0">
              <a:buNone/>
              <a:defRPr sz="1500" b="1"/>
            </a:lvl2pPr>
            <a:lvl3pPr marL="685714" indent="0">
              <a:buNone/>
              <a:defRPr sz="1350" b="1"/>
            </a:lvl3pPr>
            <a:lvl4pPr marL="1028572" indent="0">
              <a:buNone/>
              <a:defRPr sz="1200" b="1"/>
            </a:lvl4pPr>
            <a:lvl5pPr marL="1371428" indent="0">
              <a:buNone/>
              <a:defRPr sz="1200" b="1"/>
            </a:lvl5pPr>
            <a:lvl6pPr marL="1714286" indent="0">
              <a:buNone/>
              <a:defRPr sz="1200" b="1"/>
            </a:lvl6pPr>
            <a:lvl7pPr marL="2057142" indent="0">
              <a:buNone/>
              <a:defRPr sz="1200" b="1"/>
            </a:lvl7pPr>
            <a:lvl8pPr marL="2400000" indent="0">
              <a:buNone/>
              <a:defRPr sz="1200" b="1"/>
            </a:lvl8pPr>
            <a:lvl9pPr marL="2742858" indent="0">
              <a:buNone/>
              <a:defRPr sz="1200" b="1"/>
            </a:lvl9pPr>
          </a:lstStyle>
          <a:p>
            <a:pPr lvl="0"/>
            <a:r>
              <a:rPr lang="en-CA" noProof="0"/>
              <a:t>Titre B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2373623B-843E-024C-898E-A40EB0FCF98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09600" y="971550"/>
            <a:ext cx="3962400" cy="3962400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4587B536-8982-C340-880F-E3F058E2A88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800600" y="971550"/>
            <a:ext cx="3962400" cy="3962400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</p:spTree>
    <p:extLst>
      <p:ext uri="{BB962C8B-B14F-4D97-AF65-F5344CB8AC3E}">
        <p14:creationId xmlns:p14="http://schemas.microsoft.com/office/powerpoint/2010/main" val="11298593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hapitre - Chapt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4E5909-B7EB-4D4B-B0CF-63A90B5BFAD7}"/>
              </a:ext>
            </a:extLst>
          </p:cNvPr>
          <p:cNvSpPr/>
          <p:nvPr userDrawn="1"/>
        </p:nvSpPr>
        <p:spPr>
          <a:xfrm>
            <a:off x="4648200" y="0"/>
            <a:ext cx="4495800" cy="5143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E8F280E-43CA-AD4D-8287-D43BF3F5F18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09600" y="419100"/>
            <a:ext cx="39624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400" b="1">
                <a:solidFill>
                  <a:srgbClr val="003DA5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42858" indent="0">
              <a:buNone/>
              <a:defRPr sz="1500" b="1"/>
            </a:lvl2pPr>
            <a:lvl3pPr marL="685714" indent="0">
              <a:buNone/>
              <a:defRPr sz="1350" b="1"/>
            </a:lvl3pPr>
            <a:lvl4pPr marL="1028572" indent="0">
              <a:buNone/>
              <a:defRPr sz="1200" b="1"/>
            </a:lvl4pPr>
            <a:lvl5pPr marL="1371428" indent="0">
              <a:buNone/>
              <a:defRPr sz="1200" b="1"/>
            </a:lvl5pPr>
            <a:lvl6pPr marL="1714286" indent="0">
              <a:buNone/>
              <a:defRPr sz="1200" b="1"/>
            </a:lvl6pPr>
            <a:lvl7pPr marL="2057142" indent="0">
              <a:buNone/>
              <a:defRPr sz="1200" b="1"/>
            </a:lvl7pPr>
            <a:lvl8pPr marL="2400000" indent="0">
              <a:buNone/>
              <a:defRPr sz="1200" b="1"/>
            </a:lvl8pPr>
            <a:lvl9pPr marL="2742858" indent="0">
              <a:buNone/>
              <a:defRPr sz="1200" b="1"/>
            </a:lvl9pPr>
          </a:lstStyle>
          <a:p>
            <a:pPr lvl="0"/>
            <a:r>
              <a:rPr lang="en-CA" noProof="0"/>
              <a:t>Titre A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9A15D0A-BD21-D046-BCE0-8266515068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00600" y="419100"/>
            <a:ext cx="39624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400" b="1">
                <a:solidFill>
                  <a:srgbClr val="003DA5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42858" indent="0">
              <a:buNone/>
              <a:defRPr sz="1500" b="1"/>
            </a:lvl2pPr>
            <a:lvl3pPr marL="685714" indent="0">
              <a:buNone/>
              <a:defRPr sz="1350" b="1"/>
            </a:lvl3pPr>
            <a:lvl4pPr marL="1028572" indent="0">
              <a:buNone/>
              <a:defRPr sz="1200" b="1"/>
            </a:lvl4pPr>
            <a:lvl5pPr marL="1371428" indent="0">
              <a:buNone/>
              <a:defRPr sz="1200" b="1"/>
            </a:lvl5pPr>
            <a:lvl6pPr marL="1714286" indent="0">
              <a:buNone/>
              <a:defRPr sz="1200" b="1"/>
            </a:lvl6pPr>
            <a:lvl7pPr marL="2057142" indent="0">
              <a:buNone/>
              <a:defRPr sz="1200" b="1"/>
            </a:lvl7pPr>
            <a:lvl8pPr marL="2400000" indent="0">
              <a:buNone/>
              <a:defRPr sz="1200" b="1"/>
            </a:lvl8pPr>
            <a:lvl9pPr marL="2742858" indent="0">
              <a:buNone/>
              <a:defRPr sz="1200" b="1"/>
            </a:lvl9pPr>
          </a:lstStyle>
          <a:p>
            <a:pPr lvl="0"/>
            <a:r>
              <a:rPr lang="en-CA" noProof="0"/>
              <a:t>Titre B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2373623B-843E-024C-898E-A40EB0FCF98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09600" y="971550"/>
            <a:ext cx="3962400" cy="3962400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4587B536-8982-C340-880F-E3F058E2A88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800600" y="971550"/>
            <a:ext cx="3962400" cy="3962400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</p:spTree>
    <p:extLst>
      <p:ext uri="{BB962C8B-B14F-4D97-AF65-F5344CB8AC3E}">
        <p14:creationId xmlns:p14="http://schemas.microsoft.com/office/powerpoint/2010/main" val="30457196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hapitre - Chapt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7FB761F4-093C-C740-97A6-21FC5EFDF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"/>
            <a:ext cx="8138809" cy="93344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5F53DC0-3346-B441-8B6B-EE2EBAFDD2A7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57201" y="2038350"/>
            <a:ext cx="2209800" cy="2895600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8CF72D2D-E488-E845-A55D-5E91A93C2714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3420639" y="2038350"/>
            <a:ext cx="2209800" cy="2895600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A1F647D7-4D66-CE45-A91F-147D89768941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6384078" y="2038350"/>
            <a:ext cx="2209800" cy="2895600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DDFA55C-19D1-D844-8284-DEE01CE3131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57200" y="1428750"/>
            <a:ext cx="22098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400" b="1">
                <a:solidFill>
                  <a:srgbClr val="003DA5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42858" indent="0">
              <a:buNone/>
              <a:defRPr sz="1500" b="1"/>
            </a:lvl2pPr>
            <a:lvl3pPr marL="685714" indent="0">
              <a:buNone/>
              <a:defRPr sz="1350" b="1"/>
            </a:lvl3pPr>
            <a:lvl4pPr marL="1028572" indent="0">
              <a:buNone/>
              <a:defRPr sz="1200" b="1"/>
            </a:lvl4pPr>
            <a:lvl5pPr marL="1371428" indent="0">
              <a:buNone/>
              <a:defRPr sz="1200" b="1"/>
            </a:lvl5pPr>
            <a:lvl6pPr marL="1714286" indent="0">
              <a:buNone/>
              <a:defRPr sz="1200" b="1"/>
            </a:lvl6pPr>
            <a:lvl7pPr marL="2057142" indent="0">
              <a:buNone/>
              <a:defRPr sz="1200" b="1"/>
            </a:lvl7pPr>
            <a:lvl8pPr marL="2400000" indent="0">
              <a:buNone/>
              <a:defRPr sz="1200" b="1"/>
            </a:lvl8pPr>
            <a:lvl9pPr marL="2742858" indent="0">
              <a:buNone/>
              <a:defRPr sz="1200" b="1"/>
            </a:lvl9pPr>
          </a:lstStyle>
          <a:p>
            <a:pPr lvl="0"/>
            <a:r>
              <a:rPr lang="en-CA" noProof="0"/>
              <a:t>Titre A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067F026-8AEE-984E-8F99-11D202D9456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04653" y="1428750"/>
            <a:ext cx="22098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400" b="1">
                <a:solidFill>
                  <a:srgbClr val="003DA5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42858" indent="0">
              <a:buNone/>
              <a:defRPr sz="1500" b="1"/>
            </a:lvl2pPr>
            <a:lvl3pPr marL="685714" indent="0">
              <a:buNone/>
              <a:defRPr sz="1350" b="1"/>
            </a:lvl3pPr>
            <a:lvl4pPr marL="1028572" indent="0">
              <a:buNone/>
              <a:defRPr sz="1200" b="1"/>
            </a:lvl4pPr>
            <a:lvl5pPr marL="1371428" indent="0">
              <a:buNone/>
              <a:defRPr sz="1200" b="1"/>
            </a:lvl5pPr>
            <a:lvl6pPr marL="1714286" indent="0">
              <a:buNone/>
              <a:defRPr sz="1200" b="1"/>
            </a:lvl6pPr>
            <a:lvl7pPr marL="2057142" indent="0">
              <a:buNone/>
              <a:defRPr sz="1200" b="1"/>
            </a:lvl7pPr>
            <a:lvl8pPr marL="2400000" indent="0">
              <a:buNone/>
              <a:defRPr sz="1200" b="1"/>
            </a:lvl8pPr>
            <a:lvl9pPr marL="2742858" indent="0">
              <a:buNone/>
              <a:defRPr sz="1200" b="1"/>
            </a:lvl9pPr>
          </a:lstStyle>
          <a:p>
            <a:pPr lvl="0"/>
            <a:r>
              <a:rPr lang="en-CA" noProof="0"/>
              <a:t>Titre B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B0298874-06B2-B248-B6FC-4C38D4DBE8A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4078" y="1428750"/>
            <a:ext cx="22098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400" b="1">
                <a:solidFill>
                  <a:srgbClr val="003DA5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42858" indent="0">
              <a:buNone/>
              <a:defRPr sz="1500" b="1"/>
            </a:lvl2pPr>
            <a:lvl3pPr marL="685714" indent="0">
              <a:buNone/>
              <a:defRPr sz="1350" b="1"/>
            </a:lvl3pPr>
            <a:lvl4pPr marL="1028572" indent="0">
              <a:buNone/>
              <a:defRPr sz="1200" b="1"/>
            </a:lvl4pPr>
            <a:lvl5pPr marL="1371428" indent="0">
              <a:buNone/>
              <a:defRPr sz="1200" b="1"/>
            </a:lvl5pPr>
            <a:lvl6pPr marL="1714286" indent="0">
              <a:buNone/>
              <a:defRPr sz="1200" b="1"/>
            </a:lvl6pPr>
            <a:lvl7pPr marL="2057142" indent="0">
              <a:buNone/>
              <a:defRPr sz="1200" b="1"/>
            </a:lvl7pPr>
            <a:lvl8pPr marL="2400000" indent="0">
              <a:buNone/>
              <a:defRPr sz="1200" b="1"/>
            </a:lvl8pPr>
            <a:lvl9pPr marL="2742858" indent="0">
              <a:buNone/>
              <a:defRPr sz="1200" b="1"/>
            </a:lvl9pPr>
          </a:lstStyle>
          <a:p>
            <a:pPr lvl="0"/>
            <a:r>
              <a:rPr lang="en-CA" noProof="0"/>
              <a:t>Titre C</a:t>
            </a:r>
          </a:p>
        </p:txBody>
      </p:sp>
    </p:spTree>
    <p:extLst>
      <p:ext uri="{BB962C8B-B14F-4D97-AF65-F5344CB8AC3E}">
        <p14:creationId xmlns:p14="http://schemas.microsoft.com/office/powerpoint/2010/main" val="2534156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hapitre - Chapt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FB761F4-093C-C740-97A6-21FC5EFDF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1"/>
            <a:ext cx="8138809" cy="609600"/>
          </a:xfrm>
        </p:spPr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5F53DC0-3346-B441-8B6B-EE2EBAFDD2A7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57200" y="1638299"/>
            <a:ext cx="2209800" cy="3295651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8CF72D2D-E488-E845-A55D-5E91A93C2714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3420639" y="1638299"/>
            <a:ext cx="2209800" cy="3295651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A1F647D7-4D66-CE45-A91F-147D89768941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6384078" y="1638299"/>
            <a:ext cx="2209800" cy="3295651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CA548073-0FCA-5449-800C-FBB3021C9C2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57200" y="1066800"/>
            <a:ext cx="22098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400" b="1">
                <a:solidFill>
                  <a:srgbClr val="003DA5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42858" indent="0">
              <a:buNone/>
              <a:defRPr sz="1500" b="1"/>
            </a:lvl2pPr>
            <a:lvl3pPr marL="685714" indent="0">
              <a:buNone/>
              <a:defRPr sz="1350" b="1"/>
            </a:lvl3pPr>
            <a:lvl4pPr marL="1028572" indent="0">
              <a:buNone/>
              <a:defRPr sz="1200" b="1"/>
            </a:lvl4pPr>
            <a:lvl5pPr marL="1371428" indent="0">
              <a:buNone/>
              <a:defRPr sz="1200" b="1"/>
            </a:lvl5pPr>
            <a:lvl6pPr marL="1714286" indent="0">
              <a:buNone/>
              <a:defRPr sz="1200" b="1"/>
            </a:lvl6pPr>
            <a:lvl7pPr marL="2057142" indent="0">
              <a:buNone/>
              <a:defRPr sz="1200" b="1"/>
            </a:lvl7pPr>
            <a:lvl8pPr marL="2400000" indent="0">
              <a:buNone/>
              <a:defRPr sz="1200" b="1"/>
            </a:lvl8pPr>
            <a:lvl9pPr marL="2742858" indent="0">
              <a:buNone/>
              <a:defRPr sz="1200" b="1"/>
            </a:lvl9pPr>
          </a:lstStyle>
          <a:p>
            <a:pPr lvl="0"/>
            <a:r>
              <a:rPr lang="en-CA" noProof="0"/>
              <a:t>Titre A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C0B914C-0B37-1446-A693-6781A45A6F4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92397" y="1066800"/>
            <a:ext cx="22098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400" b="1">
                <a:solidFill>
                  <a:srgbClr val="003DA5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42858" indent="0">
              <a:buNone/>
              <a:defRPr sz="1500" b="1"/>
            </a:lvl2pPr>
            <a:lvl3pPr marL="685714" indent="0">
              <a:buNone/>
              <a:defRPr sz="1350" b="1"/>
            </a:lvl3pPr>
            <a:lvl4pPr marL="1028572" indent="0">
              <a:buNone/>
              <a:defRPr sz="1200" b="1"/>
            </a:lvl4pPr>
            <a:lvl5pPr marL="1371428" indent="0">
              <a:buNone/>
              <a:defRPr sz="1200" b="1"/>
            </a:lvl5pPr>
            <a:lvl6pPr marL="1714286" indent="0">
              <a:buNone/>
              <a:defRPr sz="1200" b="1"/>
            </a:lvl6pPr>
            <a:lvl7pPr marL="2057142" indent="0">
              <a:buNone/>
              <a:defRPr sz="1200" b="1"/>
            </a:lvl7pPr>
            <a:lvl8pPr marL="2400000" indent="0">
              <a:buNone/>
              <a:defRPr sz="1200" b="1"/>
            </a:lvl8pPr>
            <a:lvl9pPr marL="2742858" indent="0">
              <a:buNone/>
              <a:defRPr sz="1200" b="1"/>
            </a:lvl9pPr>
          </a:lstStyle>
          <a:p>
            <a:pPr lvl="0"/>
            <a:r>
              <a:rPr lang="en-CA" noProof="0"/>
              <a:t>Titre B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E6DCE657-9204-2943-B56C-F84443B690A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4078" y="1066800"/>
            <a:ext cx="22098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400" b="1">
                <a:solidFill>
                  <a:srgbClr val="003DA5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42858" indent="0">
              <a:buNone/>
              <a:defRPr sz="1500" b="1"/>
            </a:lvl2pPr>
            <a:lvl3pPr marL="685714" indent="0">
              <a:buNone/>
              <a:defRPr sz="1350" b="1"/>
            </a:lvl3pPr>
            <a:lvl4pPr marL="1028572" indent="0">
              <a:buNone/>
              <a:defRPr sz="1200" b="1"/>
            </a:lvl4pPr>
            <a:lvl5pPr marL="1371428" indent="0">
              <a:buNone/>
              <a:defRPr sz="1200" b="1"/>
            </a:lvl5pPr>
            <a:lvl6pPr marL="1714286" indent="0">
              <a:buNone/>
              <a:defRPr sz="1200" b="1"/>
            </a:lvl6pPr>
            <a:lvl7pPr marL="2057142" indent="0">
              <a:buNone/>
              <a:defRPr sz="1200" b="1"/>
            </a:lvl7pPr>
            <a:lvl8pPr marL="2400000" indent="0">
              <a:buNone/>
              <a:defRPr sz="1200" b="1"/>
            </a:lvl8pPr>
            <a:lvl9pPr marL="2742858" indent="0">
              <a:buNone/>
              <a:defRPr sz="1200" b="1"/>
            </a:lvl9pPr>
          </a:lstStyle>
          <a:p>
            <a:pPr lvl="0"/>
            <a:r>
              <a:rPr lang="en-CA" noProof="0"/>
              <a:t>Titre C</a:t>
            </a:r>
          </a:p>
        </p:txBody>
      </p:sp>
    </p:spTree>
    <p:extLst>
      <p:ext uri="{BB962C8B-B14F-4D97-AF65-F5344CB8AC3E}">
        <p14:creationId xmlns:p14="http://schemas.microsoft.com/office/powerpoint/2010/main" val="33683558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9D951E-8A45-274C-B1F9-A8514E3D2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7" name="Espace réservé du graphique 6">
            <a:extLst>
              <a:ext uri="{FF2B5EF4-FFF2-40B4-BE49-F238E27FC236}">
                <a16:creationId xmlns:a16="http://schemas.microsoft.com/office/drawing/2014/main" id="{7B608734-1D2D-0C44-8141-ADF0334A2BF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8650" y="1352550"/>
            <a:ext cx="7886700" cy="3516312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52341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788ACF-2EBB-BD49-B117-014496534D5C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22590DAA-19E5-FD4E-B5BE-27CB01C91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33350"/>
            <a:ext cx="8534400" cy="9937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E9411033-4B83-3F4F-A088-CD595353D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28724"/>
            <a:ext cx="3886200" cy="37814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83686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788ACF-2EBB-BD49-B117-014496534D5C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22590DAA-19E5-FD4E-B5BE-27CB01C91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33350"/>
            <a:ext cx="8534400" cy="9937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E9411033-4B83-3F4F-A088-CD595353D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28724"/>
            <a:ext cx="3886200" cy="37814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223804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788ACF-2EBB-BD49-B117-014496534D5C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22590DAA-19E5-FD4E-B5BE-27CB01C91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33350"/>
            <a:ext cx="8534400" cy="9937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E9411033-4B83-3F4F-A088-CD595353D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28724"/>
            <a:ext cx="5257800" cy="37814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904347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hapitre - Chapt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0984613E-1375-3949-891B-11093851F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74638"/>
            <a:ext cx="8610600" cy="9937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15DF2B5C-DF22-A643-B581-71D52D9586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4800" y="1428750"/>
            <a:ext cx="8610600" cy="344011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</a:t>
            </a:r>
            <a:br>
              <a:rPr lang="fr-FR"/>
            </a:br>
            <a:r>
              <a:rPr lang="fr-FR"/>
              <a:t>ou du texte du masque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69143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 clé - Key message 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BAA702-E011-B143-A8C9-2C10877D6218}"/>
              </a:ext>
            </a:extLst>
          </p:cNvPr>
          <p:cNvSpPr/>
          <p:nvPr userDrawn="1"/>
        </p:nvSpPr>
        <p:spPr>
          <a:xfrm>
            <a:off x="458525" y="819150"/>
            <a:ext cx="3124200" cy="35052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/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E12269EF-16EC-F641-A0FC-113447BFE83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3400" y="1047750"/>
            <a:ext cx="2743200" cy="30480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textes du masque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178434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 clé - Key messag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8FD3851-ACAB-DB4B-80C0-67B430B933A5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850FCE00-17F3-8545-8A5E-599F97AE3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0" y="285751"/>
            <a:ext cx="4190999" cy="685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1A114E7E-D9B6-7D45-AF51-50A6ABB3E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0" y="1123950"/>
            <a:ext cx="4189378" cy="38100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780157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 clé - Key messag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Circle with left arrow outline">
            <a:extLst>
              <a:ext uri="{FF2B5EF4-FFF2-40B4-BE49-F238E27FC236}">
                <a16:creationId xmlns:a16="http://schemas.microsoft.com/office/drawing/2014/main" id="{C42E5827-5981-9F46-BCC2-090CE9C247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9684" y="1735191"/>
            <a:ext cx="457200" cy="457200"/>
          </a:xfrm>
          <a:prstGeom prst="rect">
            <a:avLst/>
          </a:prstGeom>
        </p:spPr>
      </p:pic>
      <p:pic>
        <p:nvPicPr>
          <p:cNvPr id="13" name="Graphic 12" descr="Circle with left arrow outline">
            <a:extLst>
              <a:ext uri="{FF2B5EF4-FFF2-40B4-BE49-F238E27FC236}">
                <a16:creationId xmlns:a16="http://schemas.microsoft.com/office/drawing/2014/main" id="{426DD812-7A79-8848-92F1-72CF6B27B7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9684" y="2876121"/>
            <a:ext cx="457200" cy="457200"/>
          </a:xfrm>
          <a:prstGeom prst="rect">
            <a:avLst/>
          </a:prstGeom>
        </p:spPr>
      </p:pic>
      <p:pic>
        <p:nvPicPr>
          <p:cNvPr id="14" name="Graphic 13" descr="Circle with left arrow outline">
            <a:extLst>
              <a:ext uri="{FF2B5EF4-FFF2-40B4-BE49-F238E27FC236}">
                <a16:creationId xmlns:a16="http://schemas.microsoft.com/office/drawing/2014/main" id="{CED3E46A-D28B-3D49-A172-FA037FD83E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9684" y="4010664"/>
            <a:ext cx="457200" cy="457200"/>
          </a:xfrm>
          <a:prstGeom prst="rect">
            <a:avLst/>
          </a:prstGeom>
        </p:spPr>
      </p:pic>
      <p:pic>
        <p:nvPicPr>
          <p:cNvPr id="19" name="Graphic 18" descr="Circle with left arrow outline">
            <a:extLst>
              <a:ext uri="{FF2B5EF4-FFF2-40B4-BE49-F238E27FC236}">
                <a16:creationId xmlns:a16="http://schemas.microsoft.com/office/drawing/2014/main" id="{7ADDF37D-3AB2-624D-87FC-AB07B9C804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9684" y="596504"/>
            <a:ext cx="457200" cy="4572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624A572-01A1-514C-B3C8-ABAD5EE1D072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/>
          </a:p>
        </p:txBody>
      </p:sp>
      <p:pic>
        <p:nvPicPr>
          <p:cNvPr id="6" name="Image 5" descr="Une image contenant personne, mur, intérieur, souriant&#10;&#10;Description générée automatiquement">
            <a:extLst>
              <a:ext uri="{FF2B5EF4-FFF2-40B4-BE49-F238E27FC236}">
                <a16:creationId xmlns:a16="http://schemas.microsoft.com/office/drawing/2014/main" id="{04AE7760-FE59-CC42-A28F-2675135F53E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8600" y="0"/>
            <a:ext cx="5228819" cy="5143500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7658727A-2189-B648-A4DC-82391FB730C5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267200" y="195235"/>
            <a:ext cx="4626057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EE549447-2F83-9C48-B0B1-26139B710C8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267200" y="1419346"/>
            <a:ext cx="4626057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4CF7525A-5EF2-6E4D-A45A-DE292CF06929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267200" y="2643248"/>
            <a:ext cx="4626057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A91B877B-C2D0-5F4F-A09B-8E10D84F0114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4267200" y="3867150"/>
            <a:ext cx="4626057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</p:spTree>
    <p:extLst>
      <p:ext uri="{BB962C8B-B14F-4D97-AF65-F5344CB8AC3E}">
        <p14:creationId xmlns:p14="http://schemas.microsoft.com/office/powerpoint/2010/main" val="92134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essage clé - Key messag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personne, homme, complet, habits&#10;&#10;Description générée automatiquement">
            <a:extLst>
              <a:ext uri="{FF2B5EF4-FFF2-40B4-BE49-F238E27FC236}">
                <a16:creationId xmlns:a16="http://schemas.microsoft.com/office/drawing/2014/main" id="{87FCBFE9-B017-AD40-B976-FBC58C29D7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6513" y="0"/>
            <a:ext cx="4107487" cy="51435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0B8F80E-1FB5-5D47-AC03-1184EBED628D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08F591F-13EA-0F44-95F2-A87D8A4EA548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945776" y="195235"/>
            <a:ext cx="4045913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EC52EFCD-3700-D744-98B0-4E777B656B8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45776" y="1419346"/>
            <a:ext cx="4045913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0206FD36-622A-794B-B1E3-1E9E8393465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45776" y="2643248"/>
            <a:ext cx="4045913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3FB9E6A-CBE7-8343-BFF2-2F70A623B4C9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945776" y="3867150"/>
            <a:ext cx="4045913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</p:spTree>
    <p:extLst>
      <p:ext uri="{BB962C8B-B14F-4D97-AF65-F5344CB8AC3E}">
        <p14:creationId xmlns:p14="http://schemas.microsoft.com/office/powerpoint/2010/main" val="39733366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ssage clé - Key messag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personne, homme, complet, habits&#10;&#10;Description générée automatiquement">
            <a:extLst>
              <a:ext uri="{FF2B5EF4-FFF2-40B4-BE49-F238E27FC236}">
                <a16:creationId xmlns:a16="http://schemas.microsoft.com/office/drawing/2014/main" id="{87FCBFE9-B017-AD40-B976-FBC58C29D7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6513" y="0"/>
            <a:ext cx="4107487" cy="51435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0B8F80E-1FB5-5D47-AC03-1184EBED628D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08F591F-13EA-0F44-95F2-A87D8A4EA548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81000" y="195235"/>
            <a:ext cx="4610689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EC52EFCD-3700-D744-98B0-4E777B656B8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381000" y="1419346"/>
            <a:ext cx="4610689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0206FD36-622A-794B-B1E3-1E9E8393465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1000" y="2643248"/>
            <a:ext cx="4610689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3FB9E6A-CBE7-8343-BFF2-2F70A623B4C9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381000" y="3867150"/>
            <a:ext cx="4610689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</p:spTree>
    <p:extLst>
      <p:ext uri="{BB962C8B-B14F-4D97-AF65-F5344CB8AC3E}">
        <p14:creationId xmlns:p14="http://schemas.microsoft.com/office/powerpoint/2010/main" val="10810383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hapitre - Chapt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7FB761F4-093C-C740-97A6-21FC5EFDF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"/>
            <a:ext cx="8458200" cy="9937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D89D0536-A144-B847-8706-644545D3391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57200" y="1419346"/>
            <a:ext cx="8436057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A136591-998A-0F42-A838-1337E2548918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57200" y="2643248"/>
            <a:ext cx="8436057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2DEDE3D5-4DCD-C84C-95D4-91CCA660FD37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457200" y="3867150"/>
            <a:ext cx="8436057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</p:spTree>
    <p:extLst>
      <p:ext uri="{BB962C8B-B14F-4D97-AF65-F5344CB8AC3E}">
        <p14:creationId xmlns:p14="http://schemas.microsoft.com/office/powerpoint/2010/main" val="18901277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hapitre - Chapt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38862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7FB761F4-093C-C740-97A6-21FC5EFDFF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0800" y="285750"/>
            <a:ext cx="4714600" cy="993775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fr-FR"/>
              <a:t>Modifiez le style du sous-titre</a:t>
            </a:r>
            <a:endParaRPr lang="fr-CA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D89D0536-A144-B847-8706-644545D3391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191000" y="1419346"/>
            <a:ext cx="4702257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A136591-998A-0F42-A838-1337E2548918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191000" y="2643248"/>
            <a:ext cx="4702257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2DEDE3D5-4DCD-C84C-95D4-91CCA660FD37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4191000" y="3867150"/>
            <a:ext cx="4702257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1" name="Sous-titre 2">
            <a:extLst>
              <a:ext uri="{FF2B5EF4-FFF2-40B4-BE49-F238E27FC236}">
                <a16:creationId xmlns:a16="http://schemas.microsoft.com/office/drawing/2014/main" id="{F747ADE3-8580-9349-AFDC-E6F1556B441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0743" y="1428750"/>
            <a:ext cx="3483057" cy="344011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</a:t>
            </a:r>
            <a:br>
              <a:rPr lang="fr-FR"/>
            </a:br>
            <a:r>
              <a:rPr lang="fr-FR"/>
              <a:t>sous-titres ou du texte</a:t>
            </a:r>
            <a:br>
              <a:rPr lang="fr-FR"/>
            </a:br>
            <a:r>
              <a:rPr lang="fr-FR"/>
              <a:t>du masque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B2E07FB-7DFC-DE4E-972A-5BEF6C7151B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50825" y="209550"/>
            <a:ext cx="3482975" cy="1069975"/>
          </a:xfrm>
        </p:spPr>
        <p:txBody>
          <a:bodyPr>
            <a:normAutofit/>
          </a:bodyPr>
          <a:lstStyle>
            <a:lvl1pPr marL="0" indent="0">
              <a:buNone/>
              <a:defRPr sz="26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Modifiez le style</a:t>
            </a:r>
            <a:br>
              <a:rPr lang="fr-FR"/>
            </a:br>
            <a:r>
              <a:rPr lang="fr-FR"/>
              <a:t>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41336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 clé - Key message 1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EBAD56-46DD-6547-B7F9-3882B77AF550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4094CEFC-5E38-D74E-884A-B1AB051F3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"/>
            <a:ext cx="3352800" cy="9937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6CE18B0-67CD-BC4B-BD6E-A3000919A85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57200" y="1419346"/>
            <a:ext cx="3352800" cy="3514604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1" name="Sous-titre 2">
            <a:extLst>
              <a:ext uri="{FF2B5EF4-FFF2-40B4-BE49-F238E27FC236}">
                <a16:creationId xmlns:a16="http://schemas.microsoft.com/office/drawing/2014/main" id="{DFA1F463-3369-1B4F-A54E-B1EF80F2F3D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38600" y="404103"/>
            <a:ext cx="4472559" cy="4472559"/>
          </a:xfrm>
          <a:prstGeom prst="ellipse">
            <a:avLst/>
          </a:prstGeom>
          <a:solidFill>
            <a:schemeClr val="tx1"/>
          </a:solidFill>
        </p:spPr>
        <p:txBody>
          <a:bodyPr anchor="ctr" anchorCtr="0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du texte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421805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 - Quot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7077EB0-B8FA-7843-8032-9C4906BCD205}"/>
              </a:ext>
            </a:extLst>
          </p:cNvPr>
          <p:cNvSpPr/>
          <p:nvPr userDrawn="1"/>
        </p:nvSpPr>
        <p:spPr>
          <a:xfrm>
            <a:off x="228600" y="0"/>
            <a:ext cx="282210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91679D7D-26BD-A544-B82A-A2CCFEC271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3400" y="819150"/>
            <a:ext cx="2667000" cy="34290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textes du masque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60041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re et contenu - énumér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FD0BC0B-8033-7240-A106-1E296D5C098A}"/>
              </a:ext>
            </a:extLst>
          </p:cNvPr>
          <p:cNvSpPr/>
          <p:nvPr userDrawn="1"/>
        </p:nvSpPr>
        <p:spPr>
          <a:xfrm>
            <a:off x="0" y="0"/>
            <a:ext cx="22098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D29D3-DD67-1E4D-B234-EB043C614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0" y="3540367"/>
            <a:ext cx="3733800" cy="3744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DA5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fr-CA" noProof="0"/>
              <a:t>Ajoutez de l’information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1E8E638-DEDB-0B46-84A9-82D7C99359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48000" y="4048367"/>
            <a:ext cx="3733800" cy="3744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DA5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fr-CA" noProof="0"/>
              <a:t>Ajoutez de l’information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9B37F38-214E-874A-A822-D69167292F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48000" y="4556367"/>
            <a:ext cx="3733800" cy="3744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DA5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fr-CA" noProof="0"/>
              <a:t>Ajoutez de l’information</a:t>
            </a:r>
          </a:p>
        </p:txBody>
      </p:sp>
      <p:sp>
        <p:nvSpPr>
          <p:cNvPr id="19" name="Espace réservé du contenu 2">
            <a:extLst>
              <a:ext uri="{FF2B5EF4-FFF2-40B4-BE49-F238E27FC236}">
                <a16:creationId xmlns:a16="http://schemas.microsoft.com/office/drawing/2014/main" id="{5C8A52A0-A83D-B248-A14B-D258781D4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313" y="133350"/>
            <a:ext cx="6324600" cy="326262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8B9D980-E5C3-1142-B2FB-F44B68469C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133350"/>
            <a:ext cx="2057400" cy="4876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3338126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re et contenu - énuméra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8E701C2-1F0E-6244-B726-BB9B661168BF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>
              <a:solidFill>
                <a:srgbClr val="003DA5"/>
              </a:solidFill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472085E7-D941-9940-B08A-E49A2808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4638"/>
            <a:ext cx="8534400" cy="9937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8" name="Sous-titre 2">
            <a:extLst>
              <a:ext uri="{FF2B5EF4-FFF2-40B4-BE49-F238E27FC236}">
                <a16:creationId xmlns:a16="http://schemas.microsoft.com/office/drawing/2014/main" id="{E28F2670-A4C2-0B4A-8E14-FCB0F2B056D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0" y="1428750"/>
            <a:ext cx="8534400" cy="35052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</a:t>
            </a:r>
            <a:br>
              <a:rPr lang="fr-FR"/>
            </a:br>
            <a:r>
              <a:rPr lang="fr-FR"/>
              <a:t>ou du texte du masque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676348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9_Titre et contenu - énumér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personne, mur, intérieur, souriant&#10;&#10;Description générée automatiquement">
            <a:extLst>
              <a:ext uri="{FF2B5EF4-FFF2-40B4-BE49-F238E27FC236}">
                <a16:creationId xmlns:a16="http://schemas.microsoft.com/office/drawing/2014/main" id="{B5C9BAFF-64F1-A540-B4B6-80F915EBDD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5228819" cy="51435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5194E5F-7939-A246-B28E-7BD7E2DCDEAD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>
              <a:solidFill>
                <a:srgbClr val="003DA5"/>
              </a:solidFill>
            </a:endParaRPr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D0026D5D-6B45-4C4B-A7FC-4F2C3B0B8A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79620" y="971550"/>
            <a:ext cx="2797580" cy="31242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textes du masque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651418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Diapositive de tit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35052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>
              <a:solidFill>
                <a:srgbClr val="003DA5"/>
              </a:solidFill>
            </a:endParaRPr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5BD7971C-2E9D-0E49-AF41-68AED313FF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200" y="133350"/>
            <a:ext cx="3276600" cy="838200"/>
          </a:xfrm>
        </p:spPr>
        <p:txBody>
          <a:bodyPr>
            <a:normAutofit/>
          </a:bodyPr>
          <a:lstStyle>
            <a:lvl1pPr marL="0" indent="0">
              <a:buNone/>
              <a:defRPr sz="2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 style du titre ou du texte</a:t>
            </a:r>
            <a:endParaRPr lang="fr-CA"/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CBF0357A-32BA-9A45-84B1-0B7EDBF089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" y="1104900"/>
            <a:ext cx="3276600" cy="390525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 style du texte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139228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3_Titre et contenu - énuméra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57076D3-0ECD-5E43-B400-E9F163C14B7D}"/>
              </a:ext>
            </a:extLst>
          </p:cNvPr>
          <p:cNvSpPr/>
          <p:nvPr userDrawn="1"/>
        </p:nvSpPr>
        <p:spPr>
          <a:xfrm>
            <a:off x="0" y="0"/>
            <a:ext cx="38862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82809428-A383-D64A-B10E-509A97B5E5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8600" y="895350"/>
            <a:ext cx="3429000" cy="3429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textes</a:t>
            </a:r>
            <a:br>
              <a:rPr lang="fr-FR"/>
            </a:br>
            <a:r>
              <a:rPr lang="fr-FR"/>
              <a:t>du masque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3220137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ermetu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CAAB67-6E12-1041-ABDB-E3341C80B073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/>
          </a:p>
        </p:txBody>
      </p:sp>
    </p:spTree>
    <p:extLst>
      <p:ext uri="{BB962C8B-B14F-4D97-AF65-F5344CB8AC3E}">
        <p14:creationId xmlns:p14="http://schemas.microsoft.com/office/powerpoint/2010/main" val="22271903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re et contenu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28601"/>
            <a:ext cx="7467600" cy="58770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299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CA"/>
              <a:t>Cliquez pour ajouter un titre</a:t>
            </a:r>
            <a:endParaRPr lang="en-US"/>
          </a:p>
        </p:txBody>
      </p:sp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40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40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Content Placeholder 3"/>
          <p:cNvSpPr>
            <a:spLocks noGrp="1"/>
          </p:cNvSpPr>
          <p:nvPr>
            <p:ph sz="half" idx="10" hasCustomPrompt="1"/>
          </p:nvPr>
        </p:nvSpPr>
        <p:spPr>
          <a:xfrm>
            <a:off x="228600" y="971550"/>
            <a:ext cx="8229600" cy="3943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Aft>
                <a:spcPts val="900"/>
              </a:spcAft>
              <a:buClr>
                <a:srgbClr val="7D878C"/>
              </a:buClr>
              <a:buSzPct val="100000"/>
              <a:buFont typeface="Calibri" pitchFamily="34" charset="0"/>
              <a:buChar char="•"/>
              <a:defRPr sz="2399" b="1" baseline="0">
                <a:solidFill>
                  <a:srgbClr val="003DA5"/>
                </a:solidFill>
                <a:latin typeface="Calibri" pitchFamily="34" charset="0"/>
              </a:defRPr>
            </a:lvl1pPr>
            <a:lvl2pPr>
              <a:lnSpc>
                <a:spcPct val="100000"/>
              </a:lnSpc>
              <a:spcAft>
                <a:spcPts val="900"/>
              </a:spcAft>
              <a:buClr>
                <a:srgbClr val="7D878C"/>
              </a:buClr>
              <a:buSzPct val="100000"/>
              <a:buFont typeface="Wingdings" pitchFamily="2" charset="2"/>
              <a:buChar char="§"/>
              <a:defRPr sz="2099" baseline="0">
                <a:solidFill>
                  <a:srgbClr val="003DA5"/>
                </a:solidFill>
                <a:latin typeface="Calibri" pitchFamily="34" charset="0"/>
              </a:defRPr>
            </a:lvl2pPr>
            <a:lvl3pPr>
              <a:lnSpc>
                <a:spcPct val="100000"/>
              </a:lnSpc>
              <a:spcAft>
                <a:spcPts val="900"/>
              </a:spcAft>
              <a:buClr>
                <a:srgbClr val="7D878C"/>
              </a:buClr>
              <a:buSzPct val="100000"/>
              <a:buFont typeface="Courier New" pitchFamily="49" charset="0"/>
              <a:buChar char="o"/>
              <a:defRPr sz="1799" baseline="0">
                <a:solidFill>
                  <a:srgbClr val="003DA5"/>
                </a:solidFill>
                <a:latin typeface="Calibri" pitchFamily="34" charset="0"/>
              </a:defRPr>
            </a:lvl3pPr>
            <a:lvl4pPr>
              <a:lnSpc>
                <a:spcPct val="100000"/>
              </a:lnSpc>
              <a:spcAft>
                <a:spcPts val="900"/>
              </a:spcAft>
              <a:buClr>
                <a:srgbClr val="7D878C"/>
              </a:buClr>
              <a:buSzPct val="100000"/>
              <a:buFont typeface="Calibri" pitchFamily="34" charset="0"/>
              <a:buChar char="•"/>
              <a:defRPr sz="1799" baseline="0">
                <a:solidFill>
                  <a:srgbClr val="003DA5"/>
                </a:solidFill>
                <a:latin typeface="Calibri" pitchFamily="34" charset="0"/>
              </a:defRPr>
            </a:lvl4pPr>
            <a:lvl5pPr>
              <a:defRPr sz="1799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</a:t>
            </a:r>
            <a:r>
              <a:rPr lang="fr-CA" err="1"/>
              <a:t>liquez</a:t>
            </a:r>
            <a:r>
              <a:rPr lang="fr-CA"/>
              <a:t> pour ajouter un titre</a:t>
            </a:r>
            <a:endParaRPr lang="en-US"/>
          </a:p>
          <a:p>
            <a:pPr lvl="1"/>
            <a:r>
              <a:rPr lang="en-US" err="1"/>
              <a:t>Deuxième</a:t>
            </a:r>
            <a:r>
              <a:rPr lang="en-US"/>
              <a:t> </a:t>
            </a:r>
            <a:r>
              <a:rPr lang="en-US" err="1"/>
              <a:t>niveau</a:t>
            </a:r>
            <a:endParaRPr lang="en-US"/>
          </a:p>
          <a:p>
            <a:pPr lvl="2"/>
            <a:r>
              <a:rPr lang="en-US" err="1"/>
              <a:t>Troisième</a:t>
            </a:r>
            <a:r>
              <a:rPr lang="en-US"/>
              <a:t> </a:t>
            </a:r>
            <a:r>
              <a:rPr lang="en-US" err="1"/>
              <a:t>niveau</a:t>
            </a:r>
            <a:endParaRPr lang="en-US"/>
          </a:p>
          <a:p>
            <a:pPr lvl="3"/>
            <a:r>
              <a:rPr lang="en-US" err="1"/>
              <a:t>Quatrième</a:t>
            </a:r>
            <a:r>
              <a:rPr lang="en-US"/>
              <a:t> </a:t>
            </a:r>
            <a:r>
              <a:rPr lang="en-US" err="1"/>
              <a:t>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645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B91BFAB-1641-0E40-B3D7-548914EFB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5BCB3B1-A3B5-354D-B9B9-5616DD629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5B0D97A-DE79-3443-8C78-13872A2049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25A6CB-548C-3647-84CB-A0411F59A6BA}" type="datetimeFigureOut">
              <a:rPr lang="fr-CA" smtClean="0"/>
              <a:t>2025-06-16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CA89CD-A725-7442-85BD-0DA6350D2E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3C084D-F64A-AE45-ACA2-18E4F106DB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219AB-6948-F34E-8E4E-7EEF56D88C6D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43159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80" r:id="rId2"/>
    <p:sldLayoutId id="2147483713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1" r:id="rId13"/>
    <p:sldLayoutId id="2147483690" r:id="rId14"/>
    <p:sldLayoutId id="2147483692" r:id="rId15"/>
    <p:sldLayoutId id="2147483694" r:id="rId16"/>
    <p:sldLayoutId id="2147483718" r:id="rId17"/>
    <p:sldLayoutId id="2147483696" r:id="rId18"/>
    <p:sldLayoutId id="2147483716" r:id="rId19"/>
    <p:sldLayoutId id="2147483698" r:id="rId20"/>
    <p:sldLayoutId id="2147483699" r:id="rId21"/>
    <p:sldLayoutId id="2147483700" r:id="rId22"/>
    <p:sldLayoutId id="2147483701" r:id="rId23"/>
    <p:sldLayoutId id="2147483717" r:id="rId24"/>
    <p:sldLayoutId id="2147483703" r:id="rId25"/>
    <p:sldLayoutId id="2147483693" r:id="rId26"/>
    <p:sldLayoutId id="2147483704" r:id="rId27"/>
    <p:sldLayoutId id="2147483705" r:id="rId28"/>
    <p:sldLayoutId id="2147483706" r:id="rId29"/>
    <p:sldLayoutId id="2147483707" r:id="rId30"/>
    <p:sldLayoutId id="2147483708" r:id="rId31"/>
    <p:sldLayoutId id="2147483709" r:id="rId32"/>
    <p:sldLayoutId id="2147483710" r:id="rId33"/>
    <p:sldLayoutId id="2147483711" r:id="rId34"/>
    <p:sldLayoutId id="2147483712" r:id="rId35"/>
    <p:sldLayoutId id="2147483719" r:id="rId3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diagramLayout" Target="../diagrams/layout2.xml"/><Relationship Id="rId3" Type="http://schemas.openxmlformats.org/officeDocument/2006/relationships/tags" Target="../tags/tag5.xml"/><Relationship Id="rId21" Type="http://schemas.microsoft.com/office/2007/relationships/diagramDrawing" Target="../diagrams/drawing2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diagramData" Target="../diagrams/data2.xml"/><Relationship Id="rId2" Type="http://schemas.openxmlformats.org/officeDocument/2006/relationships/tags" Target="../tags/tag4.xml"/><Relationship Id="rId16" Type="http://schemas.openxmlformats.org/officeDocument/2006/relationships/notesSlide" Target="../notesSlides/notesSlide7.xml"/><Relationship Id="rId20" Type="http://schemas.openxmlformats.org/officeDocument/2006/relationships/diagramColors" Target="../diagrams/colors2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slideLayout" Target="../slideLayouts/slideLayout6.xml"/><Relationship Id="rId10" Type="http://schemas.openxmlformats.org/officeDocument/2006/relationships/tags" Target="../tags/tag12.xml"/><Relationship Id="rId19" Type="http://schemas.openxmlformats.org/officeDocument/2006/relationships/diagramQuickStyle" Target="../diagrams/quickStyle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FE530A-ED97-2F48-8121-72B7F242E9A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fr-CA" dirty="0"/>
              <a:t>Gouvernance QA</a:t>
            </a:r>
            <a:br>
              <a:rPr lang="fr-CA" sz="2800" dirty="0"/>
            </a:br>
            <a:r>
              <a:rPr lang="fr-CA" sz="2200" dirty="0"/>
              <a:t>Direction FSA</a:t>
            </a:r>
            <a:endParaRPr lang="en-US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B195D18-7C9A-714E-A280-8D91D60CC66C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 anchor="b">
            <a:normAutofit/>
          </a:bodyPr>
          <a:lstStyle/>
          <a:p>
            <a:r>
              <a:rPr lang="fr-CA" sz="1100"/>
              <a:t>Benoit Cosials</a:t>
            </a:r>
            <a:endParaRPr lang="fr-CA" sz="1100" dirty="0"/>
          </a:p>
        </p:txBody>
      </p:sp>
    </p:spTree>
    <p:extLst>
      <p:ext uri="{BB962C8B-B14F-4D97-AF65-F5344CB8AC3E}">
        <p14:creationId xmlns:p14="http://schemas.microsoft.com/office/powerpoint/2010/main" val="1777137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1CC1B2-3CEF-953C-85B3-38F40EBE6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Le QA c’est quoi.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2DF7B6-C02B-9703-0629-9934248506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Le QA fait partie intégrante du processus de livraison </a:t>
            </a:r>
          </a:p>
          <a:p>
            <a:r>
              <a:rPr lang="fr-CA" dirty="0"/>
              <a:t>Le QA permet de rendre les équipes et utilisateurs </a:t>
            </a:r>
            <a:r>
              <a:rPr lang="fr-CA" b="1" dirty="0"/>
              <a:t>confiant</a:t>
            </a:r>
            <a:r>
              <a:rPr lang="fr-CA" dirty="0"/>
              <a:t> dans la solution par la </a:t>
            </a:r>
            <a:r>
              <a:rPr lang="fr-CA" b="1" dirty="0"/>
              <a:t>production de preuves d’exécutions </a:t>
            </a:r>
            <a:r>
              <a:rPr lang="fr-CA" dirty="0"/>
              <a:t>de tests</a:t>
            </a:r>
          </a:p>
          <a:p>
            <a:r>
              <a:rPr lang="fr-CA" dirty="0"/>
              <a:t>Le QA permet de garantir que</a:t>
            </a:r>
          </a:p>
          <a:p>
            <a:pPr lvl="1"/>
            <a:r>
              <a:rPr lang="fr-CA" dirty="0"/>
              <a:t>La solution correspond au besoin des utilisateurs</a:t>
            </a:r>
          </a:p>
          <a:p>
            <a:pPr lvl="1"/>
            <a:r>
              <a:rPr lang="fr-CA" dirty="0"/>
              <a:t>La solution est robuste</a:t>
            </a:r>
          </a:p>
          <a:p>
            <a:pPr lvl="1"/>
            <a:r>
              <a:rPr lang="fr-CA" dirty="0"/>
              <a:t>La solution répond à une norme de l’industrie</a:t>
            </a:r>
          </a:p>
          <a:p>
            <a:pPr lvl="1"/>
            <a:r>
              <a:rPr lang="fr-CA" dirty="0"/>
              <a:t>Le processus de livraison est auditable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695EEA6-883F-52CC-DAF3-D5F3A02C1A9B}"/>
              </a:ext>
            </a:extLst>
          </p:cNvPr>
          <p:cNvSpPr txBox="1"/>
          <p:nvPr/>
        </p:nvSpPr>
        <p:spPr>
          <a:xfrm>
            <a:off x="4757813" y="4713843"/>
            <a:ext cx="4386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dirty="0"/>
              <a:t>QA = </a:t>
            </a:r>
            <a:r>
              <a:rPr lang="fr-CA" dirty="0" err="1"/>
              <a:t>Quality</a:t>
            </a:r>
            <a:r>
              <a:rPr lang="fr-CA" dirty="0"/>
              <a:t> Assurance = Assurance qualité</a:t>
            </a:r>
          </a:p>
        </p:txBody>
      </p:sp>
    </p:spTree>
    <p:extLst>
      <p:ext uri="{BB962C8B-B14F-4D97-AF65-F5344CB8AC3E}">
        <p14:creationId xmlns:p14="http://schemas.microsoft.com/office/powerpoint/2010/main" val="1859913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E6D4F5-2BC5-2BE9-8DD0-8FE3BEEF4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Le QA s’appuie sur ces éléments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5F46BB-0004-D139-A317-229356DCE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CA" dirty="0"/>
              <a:t>Un scope précis et stable</a:t>
            </a:r>
          </a:p>
          <a:p>
            <a:r>
              <a:rPr lang="fr-CA" dirty="0"/>
              <a:t>Les besoins d’affaires et les solutions sont bien alignés</a:t>
            </a:r>
          </a:p>
          <a:p>
            <a:r>
              <a:rPr lang="fr-CA" dirty="0"/>
              <a:t>Le processus de livraison inclus des tests</a:t>
            </a:r>
          </a:p>
          <a:p>
            <a:r>
              <a:rPr lang="fr-CA" dirty="0"/>
              <a:t>L’environnement de test et les données sont bien maitrisés</a:t>
            </a:r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DB59E31A-AA9C-E287-7CB8-D64E687A28AA}"/>
              </a:ext>
            </a:extLst>
          </p:cNvPr>
          <p:cNvGraphicFramePr>
            <a:graphicFrameLocks noGrp="1"/>
          </p:cNvGraphicFramePr>
          <p:nvPr>
            <p:ph idx="10"/>
          </p:nvPr>
        </p:nvGraphicFramePr>
        <p:xfrm>
          <a:off x="4632325" y="1428750"/>
          <a:ext cx="3963988" cy="350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40145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2E6F33-2BA6-C906-1E67-714C851C6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Les QA travaillent avec vous </a:t>
            </a:r>
            <a:r>
              <a:rPr lang="fr-CA">
                <a:sym typeface="Wingdings" panose="05000000000000000000" pitchFamily="2" charset="2"/>
              </a:rPr>
              <a:t>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8627D7-540C-18B4-54C3-E0AA04973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CA" dirty="0"/>
              <a:t>Nous proposons des outils et des méthodes pour vous permettre :</a:t>
            </a:r>
          </a:p>
          <a:p>
            <a:r>
              <a:rPr lang="fr-CA" dirty="0"/>
              <a:t>De mesurer l’atteinte de vos objectifs de livraison avec des tests</a:t>
            </a:r>
          </a:p>
          <a:p>
            <a:r>
              <a:rPr lang="fr-CA" dirty="0"/>
              <a:t>Des guides pour améliorer les différentes étapes de la livraison en incluant des activités QA</a:t>
            </a:r>
          </a:p>
          <a:p>
            <a:pPr marL="0" indent="0">
              <a:buNone/>
            </a:pPr>
            <a:endParaRPr lang="fr-CA" dirty="0"/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104300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ous-titre 1">
            <a:extLst>
              <a:ext uri="{FF2B5EF4-FFF2-40B4-BE49-F238E27FC236}">
                <a16:creationId xmlns:a16="http://schemas.microsoft.com/office/drawing/2014/main" id="{F537E321-BA82-5F18-E1C6-8C41D826EB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CA" sz="4800" dirty="0"/>
              <a:t>Décider d’un mode de livraison</a:t>
            </a:r>
          </a:p>
        </p:txBody>
      </p:sp>
    </p:spTree>
    <p:extLst>
      <p:ext uri="{BB962C8B-B14F-4D97-AF65-F5344CB8AC3E}">
        <p14:creationId xmlns:p14="http://schemas.microsoft.com/office/powerpoint/2010/main" val="2468119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9B80A1-605B-C618-4956-B84B0D95D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Mode de livraison No 1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46138331-63A0-54ED-D4C1-A11813729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0" y="1428750"/>
            <a:ext cx="3153057" cy="3505200"/>
          </a:xfrm>
        </p:spPr>
        <p:txBody>
          <a:bodyPr>
            <a:normAutofit/>
          </a:bodyPr>
          <a:lstStyle/>
          <a:p>
            <a:r>
              <a:rPr lang="fr-CA" sz="1600" b="1" i="1" dirty="0"/>
              <a:t>Traditionnel donc tout le monde comprend la méthode</a:t>
            </a:r>
          </a:p>
          <a:p>
            <a:r>
              <a:rPr lang="fr-CA" sz="1600" dirty="0"/>
              <a:t>Les Affaires peuvent découvrir des bug ou des fonctionnalités que les Dev doivent ajuster</a:t>
            </a:r>
            <a:br>
              <a:rPr lang="fr-CA" sz="1600" dirty="0"/>
            </a:br>
            <a:r>
              <a:rPr lang="fr-CA" sz="1600" b="1" i="1" dirty="0"/>
              <a:t>=&gt; </a:t>
            </a:r>
            <a:r>
              <a:rPr lang="fr-CA" sz="1600" b="1" i="1" dirty="0" err="1"/>
              <a:t>redo</a:t>
            </a:r>
            <a:r>
              <a:rPr lang="fr-CA" sz="1600" b="1" i="1" dirty="0"/>
              <a:t> de tous les tests, dispo des Dev, retard de livraison</a:t>
            </a:r>
          </a:p>
          <a:p>
            <a:r>
              <a:rPr lang="fr-CA" sz="1600" dirty="0"/>
              <a:t>Implication des ressources dans des périodes différentes</a:t>
            </a:r>
            <a:br>
              <a:rPr lang="fr-CA" sz="1600" dirty="0"/>
            </a:br>
            <a:r>
              <a:rPr lang="fr-CA" sz="1600" b="1" dirty="0"/>
              <a:t>=&gt; Impossible de garder une équipe dédiée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3B86B55C-F386-C615-E7EA-E5AC1B4E86A9}"/>
              </a:ext>
            </a:extLst>
          </p:cNvPr>
          <p:cNvSpPr/>
          <p:nvPr/>
        </p:nvSpPr>
        <p:spPr>
          <a:xfrm>
            <a:off x="490566" y="3302100"/>
            <a:ext cx="1132449" cy="246185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DEV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9949C72A-AF49-2A2B-743F-A23D0C24B367}"/>
              </a:ext>
            </a:extLst>
          </p:cNvPr>
          <p:cNvSpPr/>
          <p:nvPr/>
        </p:nvSpPr>
        <p:spPr>
          <a:xfrm>
            <a:off x="1682288" y="2998506"/>
            <a:ext cx="1132449" cy="246185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INTG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2CE76E48-A6DC-CD3E-64B5-AFEC2871B40F}"/>
              </a:ext>
            </a:extLst>
          </p:cNvPr>
          <p:cNvSpPr/>
          <p:nvPr/>
        </p:nvSpPr>
        <p:spPr>
          <a:xfrm>
            <a:off x="2907377" y="2717407"/>
            <a:ext cx="1132449" cy="246185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ACCP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2B098586-0088-26F5-0782-0CB8CB919935}"/>
              </a:ext>
            </a:extLst>
          </p:cNvPr>
          <p:cNvSpPr/>
          <p:nvPr/>
        </p:nvSpPr>
        <p:spPr>
          <a:xfrm>
            <a:off x="457200" y="1553013"/>
            <a:ext cx="1132449" cy="246185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Q1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4E1AA704-A9DD-D286-FB88-A8CD6F5FED6A}"/>
              </a:ext>
            </a:extLst>
          </p:cNvPr>
          <p:cNvSpPr/>
          <p:nvPr/>
        </p:nvSpPr>
        <p:spPr>
          <a:xfrm>
            <a:off x="1682289" y="1553013"/>
            <a:ext cx="1132449" cy="246185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Q2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F90AB433-751E-A60B-D27F-B5483A75431F}"/>
              </a:ext>
            </a:extLst>
          </p:cNvPr>
          <p:cNvSpPr/>
          <p:nvPr/>
        </p:nvSpPr>
        <p:spPr>
          <a:xfrm>
            <a:off x="2907378" y="1553012"/>
            <a:ext cx="1132449" cy="246185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Q3</a:t>
            </a:r>
          </a:p>
        </p:txBody>
      </p:sp>
      <p:pic>
        <p:nvPicPr>
          <p:cNvPr id="16" name="Espace réservé du contenu 4" descr="Utilisateur avec un remplissage uni">
            <a:extLst>
              <a:ext uri="{FF2B5EF4-FFF2-40B4-BE49-F238E27FC236}">
                <a16:creationId xmlns:a16="http://schemas.microsoft.com/office/drawing/2014/main" id="{C5C42E8F-507A-24CC-BCC6-6C9CD6C6B1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3139" y="3640097"/>
            <a:ext cx="457029" cy="457029"/>
          </a:xfrm>
          <a:prstGeom prst="rect">
            <a:avLst/>
          </a:prstGeom>
        </p:spPr>
      </p:pic>
      <p:pic>
        <p:nvPicPr>
          <p:cNvPr id="18" name="Espace réservé du contenu 4" descr="Utilisateur avec un remplissage uni">
            <a:extLst>
              <a:ext uri="{FF2B5EF4-FFF2-40B4-BE49-F238E27FC236}">
                <a16:creationId xmlns:a16="http://schemas.microsoft.com/office/drawing/2014/main" id="{AF9591DC-1CF7-4E3E-6D26-675F0BFC7B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8277" y="3641273"/>
            <a:ext cx="457029" cy="457029"/>
          </a:xfrm>
          <a:prstGeom prst="rect">
            <a:avLst/>
          </a:prstGeom>
        </p:spPr>
      </p:pic>
      <p:pic>
        <p:nvPicPr>
          <p:cNvPr id="19" name="Espace réservé du contenu 4" descr="Utilisateur avec un remplissage uni">
            <a:extLst>
              <a:ext uri="{FF2B5EF4-FFF2-40B4-BE49-F238E27FC236}">
                <a16:creationId xmlns:a16="http://schemas.microsoft.com/office/drawing/2014/main" id="{16BA1E61-F7F8-CAE2-88D6-C3BBF07D38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19997" y="3641272"/>
            <a:ext cx="457029" cy="457029"/>
          </a:xfrm>
          <a:prstGeom prst="rect">
            <a:avLst/>
          </a:prstGeom>
        </p:spPr>
      </p:pic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BC9DFA96-2ABE-1FFF-BC64-5C3B30D9EC48}"/>
              </a:ext>
            </a:extLst>
          </p:cNvPr>
          <p:cNvSpPr/>
          <p:nvPr/>
        </p:nvSpPr>
        <p:spPr>
          <a:xfrm>
            <a:off x="4132467" y="1560900"/>
            <a:ext cx="1132449" cy="246185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Q3</a:t>
            </a:r>
          </a:p>
        </p:txBody>
      </p:sp>
      <p:pic>
        <p:nvPicPr>
          <p:cNvPr id="4" name="Espace réservé du contenu 4" descr="Utilisateur avec un remplissage uni">
            <a:extLst>
              <a:ext uri="{FF2B5EF4-FFF2-40B4-BE49-F238E27FC236}">
                <a16:creationId xmlns:a16="http://schemas.microsoft.com/office/drawing/2014/main" id="{1156478C-2991-830E-D0CF-949E4C6096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57785" y="4178219"/>
            <a:ext cx="457029" cy="457029"/>
          </a:xfrm>
          <a:prstGeom prst="rect">
            <a:avLst/>
          </a:prstGeom>
        </p:spPr>
      </p:pic>
      <p:pic>
        <p:nvPicPr>
          <p:cNvPr id="12" name="Espace réservé du contenu 4" descr="Utilisateur avec un remplissage uni">
            <a:extLst>
              <a:ext uri="{FF2B5EF4-FFF2-40B4-BE49-F238E27FC236}">
                <a16:creationId xmlns:a16="http://schemas.microsoft.com/office/drawing/2014/main" id="{15C3A402-2F3A-895E-83E6-3F3018C8BA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7784" y="3113876"/>
            <a:ext cx="457029" cy="457029"/>
          </a:xfrm>
          <a:prstGeom prst="rect">
            <a:avLst/>
          </a:prstGeom>
        </p:spPr>
      </p:pic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62E9370E-D7E9-B4F5-3322-20F1771A0762}"/>
              </a:ext>
            </a:extLst>
          </p:cNvPr>
          <p:cNvSpPr/>
          <p:nvPr/>
        </p:nvSpPr>
        <p:spPr>
          <a:xfrm>
            <a:off x="4151849" y="2717407"/>
            <a:ext cx="1132449" cy="246185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Ajuster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A2D972A-4748-9A3B-774A-D6C744EA0696}"/>
              </a:ext>
            </a:extLst>
          </p:cNvPr>
          <p:cNvSpPr txBox="1"/>
          <p:nvPr/>
        </p:nvSpPr>
        <p:spPr>
          <a:xfrm>
            <a:off x="658176" y="4191290"/>
            <a:ext cx="7579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800" dirty="0"/>
              <a:t>Développeur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18C7A20-656E-6872-9E0D-F894DC0481D4}"/>
              </a:ext>
            </a:extLst>
          </p:cNvPr>
          <p:cNvSpPr txBox="1"/>
          <p:nvPr/>
        </p:nvSpPr>
        <p:spPr>
          <a:xfrm>
            <a:off x="1869540" y="4191290"/>
            <a:ext cx="7579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800" dirty="0"/>
              <a:t>Analyste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9BECB09-0E2E-BC3A-40F9-A43DD7D67551}"/>
              </a:ext>
            </a:extLst>
          </p:cNvPr>
          <p:cNvSpPr txBox="1"/>
          <p:nvPr/>
        </p:nvSpPr>
        <p:spPr>
          <a:xfrm>
            <a:off x="3122682" y="4191290"/>
            <a:ext cx="7579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CA" sz="800" dirty="0"/>
              <a:t>Affaires</a:t>
            </a:r>
          </a:p>
        </p:txBody>
      </p:sp>
      <p:pic>
        <p:nvPicPr>
          <p:cNvPr id="20" name="Espace réservé du contenu 4" descr="Utilisateur avec un remplissage uni">
            <a:extLst>
              <a:ext uri="{FF2B5EF4-FFF2-40B4-BE49-F238E27FC236}">
                <a16:creationId xmlns:a16="http://schemas.microsoft.com/office/drawing/2014/main" id="{0E79B103-988F-53AC-14F4-53FE8258602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64859" y="3640097"/>
            <a:ext cx="457029" cy="457029"/>
          </a:xfrm>
          <a:prstGeom prst="rect">
            <a:avLst/>
          </a:prstGeom>
        </p:spPr>
      </p:pic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2CA07496-21C6-698F-A206-B7C914A63ECC}"/>
              </a:ext>
            </a:extLst>
          </p:cNvPr>
          <p:cNvSpPr/>
          <p:nvPr/>
        </p:nvSpPr>
        <p:spPr>
          <a:xfrm>
            <a:off x="490566" y="1922530"/>
            <a:ext cx="4774350" cy="177519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400" dirty="0" err="1"/>
              <a:t>Feature</a:t>
            </a:r>
            <a:r>
              <a:rPr lang="fr-CA" sz="1400" dirty="0"/>
              <a:t> 1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8D005D28-7A32-8E9E-060D-66DBDED9C097}"/>
              </a:ext>
            </a:extLst>
          </p:cNvPr>
          <p:cNvSpPr/>
          <p:nvPr/>
        </p:nvSpPr>
        <p:spPr>
          <a:xfrm>
            <a:off x="490566" y="2160587"/>
            <a:ext cx="4793732" cy="177519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400" dirty="0" err="1"/>
              <a:t>Feature</a:t>
            </a:r>
            <a:r>
              <a:rPr lang="fr-CA" sz="1400" dirty="0"/>
              <a:t> 2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C8FE5B28-6BD6-BA17-77BF-C1B22C62F5AF}"/>
              </a:ext>
            </a:extLst>
          </p:cNvPr>
          <p:cNvSpPr/>
          <p:nvPr/>
        </p:nvSpPr>
        <p:spPr>
          <a:xfrm>
            <a:off x="480875" y="2398644"/>
            <a:ext cx="4793732" cy="177519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400" dirty="0" err="1"/>
              <a:t>Feature</a:t>
            </a:r>
            <a:r>
              <a:rPr lang="fr-CA" sz="1400" dirty="0"/>
              <a:t> 3</a:t>
            </a:r>
          </a:p>
        </p:txBody>
      </p:sp>
    </p:spTree>
    <p:extLst>
      <p:ext uri="{BB962C8B-B14F-4D97-AF65-F5344CB8AC3E}">
        <p14:creationId xmlns:p14="http://schemas.microsoft.com/office/powerpoint/2010/main" val="716319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AD42AFAC-EAA3-100A-B22C-F87236753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Mode No 1  - Avant de se lancer</a:t>
            </a:r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665BD5CE-AAFF-B5EB-47CA-16B18B41B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CA" u="sng" dirty="0"/>
              <a:t>Préparer un environnement de livraison</a:t>
            </a:r>
          </a:p>
          <a:p>
            <a:r>
              <a:rPr lang="fr-CA" dirty="0"/>
              <a:t>Scope des systèmes touchés par bloque (voir </a:t>
            </a:r>
            <a:r>
              <a:rPr lang="fr-CA" dirty="0" err="1"/>
              <a:t>vericity</a:t>
            </a:r>
            <a:r>
              <a:rPr lang="fr-CA" dirty="0"/>
              <a:t>)</a:t>
            </a:r>
          </a:p>
          <a:p>
            <a:r>
              <a:rPr lang="fr-CA" dirty="0"/>
              <a:t>Valider la disponibilité des ressources</a:t>
            </a:r>
          </a:p>
          <a:p>
            <a:pPr lvl="1"/>
            <a:r>
              <a:rPr lang="fr-CA" dirty="0"/>
              <a:t>Spécialistes TI et affaires</a:t>
            </a:r>
          </a:p>
          <a:p>
            <a:pPr lvl="1"/>
            <a:r>
              <a:rPr lang="fr-CA" dirty="0"/>
              <a:t>Environnements</a:t>
            </a:r>
          </a:p>
          <a:p>
            <a:r>
              <a:rPr lang="fr-CA" dirty="0"/>
              <a:t>Calendriers </a:t>
            </a:r>
          </a:p>
          <a:p>
            <a:pPr lvl="1"/>
            <a:r>
              <a:rPr lang="fr-CA" dirty="0"/>
              <a:t>Rafraichissements systématiques</a:t>
            </a:r>
          </a:p>
          <a:p>
            <a:pPr lvl="1"/>
            <a:r>
              <a:rPr lang="fr-CA" dirty="0"/>
              <a:t>Périodes critiques du processus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F9D183E2-4669-BCE2-517D-57531279D80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CA" u="sng" dirty="0"/>
              <a:t>Critères de succès</a:t>
            </a:r>
          </a:p>
          <a:p>
            <a:r>
              <a:rPr lang="fr-CA" dirty="0"/>
              <a:t>Détecter les équipes qui travaillent sur les mêmes systèmes en même temps</a:t>
            </a:r>
          </a:p>
          <a:p>
            <a:r>
              <a:rPr lang="fr-CA" dirty="0"/>
              <a:t>Gestion des limites de systèmes pour les tests et les </a:t>
            </a:r>
            <a:r>
              <a:rPr lang="fr-CA" dirty="0" err="1"/>
              <a:t>mock</a:t>
            </a:r>
            <a:endParaRPr lang="fr-CA" dirty="0"/>
          </a:p>
          <a:p>
            <a:r>
              <a:rPr lang="fr-CA" dirty="0"/>
              <a:t>Qualité de la stratégie de test(démarrer les tests plus tôt, juste à temps juste assez)</a:t>
            </a:r>
          </a:p>
          <a:p>
            <a:r>
              <a:rPr lang="fr-CA" dirty="0"/>
              <a:t>Qualité et facilité de gestion des données</a:t>
            </a:r>
          </a:p>
          <a:p>
            <a:pPr marL="0" indent="0">
              <a:buNone/>
            </a:pPr>
            <a:endParaRPr lang="fr-CA" u="sng" dirty="0"/>
          </a:p>
        </p:txBody>
      </p:sp>
    </p:spTree>
    <p:extLst>
      <p:ext uri="{BB962C8B-B14F-4D97-AF65-F5344CB8AC3E}">
        <p14:creationId xmlns:p14="http://schemas.microsoft.com/office/powerpoint/2010/main" val="2007738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9B80A1-605B-C618-4956-B84B0D95D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Mode de livraison No 2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46138331-63A0-54ED-D4C1-A11813729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5174" y="1428750"/>
            <a:ext cx="3778604" cy="3505200"/>
          </a:xfrm>
        </p:spPr>
        <p:txBody>
          <a:bodyPr>
            <a:noAutofit/>
          </a:bodyPr>
          <a:lstStyle/>
          <a:p>
            <a:r>
              <a:rPr lang="fr-CA" sz="1600" b="1" i="1" dirty="0"/>
              <a:t>Non traditionnel, corrige les principaux défauts mais demande une adaptation de tous</a:t>
            </a:r>
          </a:p>
          <a:p>
            <a:r>
              <a:rPr lang="fr-CA" sz="1600" dirty="0"/>
              <a:t>Toute l’équipe est engagée au même moment</a:t>
            </a:r>
            <a:br>
              <a:rPr lang="fr-CA" sz="1600" dirty="0"/>
            </a:br>
            <a:r>
              <a:rPr lang="fr-CA" sz="1600" b="1" dirty="0"/>
              <a:t>=&gt; équipe dédié possible</a:t>
            </a:r>
            <a:br>
              <a:rPr lang="fr-CA" sz="1600" b="1" dirty="0"/>
            </a:br>
            <a:r>
              <a:rPr lang="fr-CA" sz="1600" b="1" dirty="0"/>
              <a:t>=&gt; correction ou ajustement de solution plus rapide</a:t>
            </a:r>
          </a:p>
          <a:p>
            <a:r>
              <a:rPr lang="fr-CA" sz="1600" dirty="0"/>
              <a:t>On a besoin que d’1 environnement</a:t>
            </a:r>
          </a:p>
          <a:p>
            <a:r>
              <a:rPr lang="fr-CA" sz="1600" dirty="0"/>
              <a:t>On peut aller en PROD avec une solution qui ne couvre pas tous les besoins</a:t>
            </a:r>
          </a:p>
          <a:p>
            <a:r>
              <a:rPr lang="fr-CA" sz="1600" dirty="0"/>
              <a:t>Pour être rapide, il faut automatiser les tâches, spécialement les essais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3B86B55C-F386-C615-E7EA-E5AC1B4E86A9}"/>
              </a:ext>
            </a:extLst>
          </p:cNvPr>
          <p:cNvSpPr/>
          <p:nvPr/>
        </p:nvSpPr>
        <p:spPr>
          <a:xfrm>
            <a:off x="637191" y="2995567"/>
            <a:ext cx="1132449" cy="246185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400" dirty="0"/>
              <a:t>DEV CONFIG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9949C72A-AF49-2A2B-743F-A23D0C24B367}"/>
              </a:ext>
            </a:extLst>
          </p:cNvPr>
          <p:cNvSpPr/>
          <p:nvPr/>
        </p:nvSpPr>
        <p:spPr>
          <a:xfrm>
            <a:off x="637735" y="2688269"/>
            <a:ext cx="1132449" cy="246185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INTG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2CE76E48-A6DC-CD3E-64B5-AFEC2871B40F}"/>
              </a:ext>
            </a:extLst>
          </p:cNvPr>
          <p:cNvSpPr/>
          <p:nvPr/>
        </p:nvSpPr>
        <p:spPr>
          <a:xfrm>
            <a:off x="637192" y="2349429"/>
            <a:ext cx="1132449" cy="246185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ACCP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2B098586-0088-26F5-0782-0CB8CB919935}"/>
              </a:ext>
            </a:extLst>
          </p:cNvPr>
          <p:cNvSpPr/>
          <p:nvPr/>
        </p:nvSpPr>
        <p:spPr>
          <a:xfrm>
            <a:off x="637735" y="1553014"/>
            <a:ext cx="1132449" cy="246185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Q1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4E1AA704-A9DD-D286-FB88-A8CD6F5FED6A}"/>
              </a:ext>
            </a:extLst>
          </p:cNvPr>
          <p:cNvSpPr/>
          <p:nvPr/>
        </p:nvSpPr>
        <p:spPr>
          <a:xfrm>
            <a:off x="1885071" y="1553014"/>
            <a:ext cx="1132449" cy="246185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Q2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F90AB433-751E-A60B-D27F-B5483A75431F}"/>
              </a:ext>
            </a:extLst>
          </p:cNvPr>
          <p:cNvSpPr/>
          <p:nvPr/>
        </p:nvSpPr>
        <p:spPr>
          <a:xfrm>
            <a:off x="3123027" y="1553013"/>
            <a:ext cx="1132449" cy="246185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dirty="0"/>
              <a:t>Q3</a:t>
            </a:r>
          </a:p>
        </p:txBody>
      </p:sp>
      <p:pic>
        <p:nvPicPr>
          <p:cNvPr id="16" name="Espace réservé du contenu 4" descr="Utilisateur avec un remplissage uni">
            <a:extLst>
              <a:ext uri="{FF2B5EF4-FFF2-40B4-BE49-F238E27FC236}">
                <a16:creationId xmlns:a16="http://schemas.microsoft.com/office/drawing/2014/main" id="{C5C42E8F-507A-24CC-BCC6-6C9CD6C6B1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46608" y="3575689"/>
            <a:ext cx="457029" cy="457029"/>
          </a:xfrm>
          <a:prstGeom prst="rect">
            <a:avLst/>
          </a:prstGeom>
        </p:spPr>
      </p:pic>
      <p:pic>
        <p:nvPicPr>
          <p:cNvPr id="18" name="Espace réservé du contenu 4" descr="Utilisateur avec un remplissage uni">
            <a:extLst>
              <a:ext uri="{FF2B5EF4-FFF2-40B4-BE49-F238E27FC236}">
                <a16:creationId xmlns:a16="http://schemas.microsoft.com/office/drawing/2014/main" id="{AF9591DC-1CF7-4E3E-6D26-675F0BFC7B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7735" y="3575689"/>
            <a:ext cx="457029" cy="457029"/>
          </a:xfrm>
          <a:prstGeom prst="rect">
            <a:avLst/>
          </a:prstGeom>
        </p:spPr>
      </p:pic>
      <p:pic>
        <p:nvPicPr>
          <p:cNvPr id="19" name="Espace réservé du contenu 4" descr="Utilisateur avec un remplissage uni">
            <a:extLst>
              <a:ext uri="{FF2B5EF4-FFF2-40B4-BE49-F238E27FC236}">
                <a16:creationId xmlns:a16="http://schemas.microsoft.com/office/drawing/2014/main" id="{16BA1E61-F7F8-CAE2-88D6-C3BBF07D38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2171" y="3575689"/>
            <a:ext cx="457029" cy="457029"/>
          </a:xfrm>
          <a:prstGeom prst="rect">
            <a:avLst/>
          </a:prstGeom>
        </p:spPr>
      </p:pic>
      <p:sp>
        <p:nvSpPr>
          <p:cNvPr id="20" name="Ellipse 19">
            <a:extLst>
              <a:ext uri="{FF2B5EF4-FFF2-40B4-BE49-F238E27FC236}">
                <a16:creationId xmlns:a16="http://schemas.microsoft.com/office/drawing/2014/main" id="{36436A67-DD2D-E9FE-2ABE-305AAEE73074}"/>
              </a:ext>
            </a:extLst>
          </p:cNvPr>
          <p:cNvSpPr/>
          <p:nvPr/>
        </p:nvSpPr>
        <p:spPr>
          <a:xfrm>
            <a:off x="2286000" y="2697395"/>
            <a:ext cx="108000" cy="108000"/>
          </a:xfrm>
          <a:prstGeom prst="ellipse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528A063B-8521-4D18-8513-BD330FD6DFFE}"/>
              </a:ext>
            </a:extLst>
          </p:cNvPr>
          <p:cNvSpPr/>
          <p:nvPr/>
        </p:nvSpPr>
        <p:spPr>
          <a:xfrm>
            <a:off x="2674141" y="2691522"/>
            <a:ext cx="108000" cy="108000"/>
          </a:xfrm>
          <a:prstGeom prst="ellipse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352C2D6F-6116-517F-1F69-19EDA6228DAB}"/>
              </a:ext>
            </a:extLst>
          </p:cNvPr>
          <p:cNvSpPr/>
          <p:nvPr/>
        </p:nvSpPr>
        <p:spPr>
          <a:xfrm>
            <a:off x="3062283" y="2697395"/>
            <a:ext cx="108000" cy="108000"/>
          </a:xfrm>
          <a:prstGeom prst="ellipse">
            <a:avLst/>
          </a:prstGeom>
          <a:solidFill>
            <a:srgbClr val="26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BC981353-BEFC-4678-2B86-054CDC356228}"/>
              </a:ext>
            </a:extLst>
          </p:cNvPr>
          <p:cNvSpPr/>
          <p:nvPr/>
        </p:nvSpPr>
        <p:spPr>
          <a:xfrm>
            <a:off x="637735" y="1949593"/>
            <a:ext cx="1132449" cy="222255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400" dirty="0" err="1"/>
              <a:t>Feature</a:t>
            </a:r>
            <a:r>
              <a:rPr lang="fr-CA" sz="1400" dirty="0"/>
              <a:t> 1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07C945FB-61B7-3EB8-1EEA-6B0D309B3885}"/>
              </a:ext>
            </a:extLst>
          </p:cNvPr>
          <p:cNvSpPr/>
          <p:nvPr/>
        </p:nvSpPr>
        <p:spPr>
          <a:xfrm>
            <a:off x="1885071" y="1949593"/>
            <a:ext cx="1132449" cy="222255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400" dirty="0" err="1"/>
              <a:t>Feature</a:t>
            </a:r>
            <a:r>
              <a:rPr lang="fr-CA" sz="1400" dirty="0"/>
              <a:t> 2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09FE037A-5057-386F-408B-9B18FBDAEE38}"/>
              </a:ext>
            </a:extLst>
          </p:cNvPr>
          <p:cNvSpPr/>
          <p:nvPr/>
        </p:nvSpPr>
        <p:spPr>
          <a:xfrm>
            <a:off x="3123027" y="1949592"/>
            <a:ext cx="1132449" cy="222255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400" dirty="0" err="1"/>
              <a:t>Feature</a:t>
            </a:r>
            <a:r>
              <a:rPr lang="fr-CA" sz="1400" dirty="0"/>
              <a:t>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0FDB42-0509-8D49-E432-5A57D1F2061E}"/>
              </a:ext>
            </a:extLst>
          </p:cNvPr>
          <p:cNvSpPr/>
          <p:nvPr/>
        </p:nvSpPr>
        <p:spPr>
          <a:xfrm>
            <a:off x="559559" y="2251881"/>
            <a:ext cx="1244078" cy="132380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r>
              <a:rPr lang="fr-CA" sz="1600" dirty="0">
                <a:solidFill>
                  <a:srgbClr val="262626"/>
                </a:solidFill>
              </a:rPr>
              <a:t>ENV</a:t>
            </a:r>
          </a:p>
        </p:txBody>
      </p:sp>
    </p:spTree>
    <p:extLst>
      <p:ext uri="{BB962C8B-B14F-4D97-AF65-F5344CB8AC3E}">
        <p14:creationId xmlns:p14="http://schemas.microsoft.com/office/powerpoint/2010/main" val="4110720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>
            <a:extLst>
              <a:ext uri="{FF2B5EF4-FFF2-40B4-BE49-F238E27FC236}">
                <a16:creationId xmlns:a16="http://schemas.microsoft.com/office/drawing/2014/main" id="{AD42AFAC-EAA3-100A-B22C-F87236753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Mode No 2  - Avant de se lancer</a:t>
            </a:r>
          </a:p>
        </p:txBody>
      </p:sp>
      <p:sp>
        <p:nvSpPr>
          <p:cNvPr id="10" name="Espace réservé du contenu 9">
            <a:extLst>
              <a:ext uri="{FF2B5EF4-FFF2-40B4-BE49-F238E27FC236}">
                <a16:creationId xmlns:a16="http://schemas.microsoft.com/office/drawing/2014/main" id="{665BD5CE-AAFF-B5EB-47CA-16B18B41B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CA" u="sng" dirty="0"/>
              <a:t>Préparer un environnement de livraison</a:t>
            </a:r>
          </a:p>
          <a:p>
            <a:r>
              <a:rPr lang="fr-CA" dirty="0"/>
              <a:t>Préparer l’infrastructure et les coquilles de composant</a:t>
            </a:r>
          </a:p>
          <a:p>
            <a:r>
              <a:rPr lang="fr-CA" dirty="0"/>
              <a:t>Préparer la sécurité</a:t>
            </a:r>
          </a:p>
          <a:p>
            <a:r>
              <a:rPr lang="fr-CA" dirty="0"/>
              <a:t>Établir un model documentaire pour les spécifications</a:t>
            </a:r>
          </a:p>
          <a:p>
            <a:r>
              <a:rPr lang="fr-CA" dirty="0"/>
              <a:t>Préparer les outils de test automatisé</a:t>
            </a:r>
          </a:p>
          <a:p>
            <a:r>
              <a:rPr lang="fr-CA" dirty="0"/>
              <a:t>Avoir le groupe de testeurs prêts</a:t>
            </a:r>
          </a:p>
          <a:p>
            <a:r>
              <a:rPr lang="fr-CA" dirty="0"/>
              <a:t>Écrire la stratégie de test</a:t>
            </a:r>
          </a:p>
          <a:p>
            <a:r>
              <a:rPr lang="fr-CA" dirty="0"/>
              <a:t>Stratégie de gestion de données</a:t>
            </a:r>
          </a:p>
        </p:txBody>
      </p:sp>
      <p:sp>
        <p:nvSpPr>
          <p:cNvPr id="11" name="Espace réservé du contenu 10">
            <a:extLst>
              <a:ext uri="{FF2B5EF4-FFF2-40B4-BE49-F238E27FC236}">
                <a16:creationId xmlns:a16="http://schemas.microsoft.com/office/drawing/2014/main" id="{F9D183E2-4669-BCE2-517D-57531279D80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CA" u="sng" dirty="0"/>
              <a:t>Critères de succès</a:t>
            </a:r>
          </a:p>
          <a:p>
            <a:r>
              <a:rPr lang="fr-CA" dirty="0"/>
              <a:t>Environnement prêt </a:t>
            </a:r>
            <a:br>
              <a:rPr lang="fr-CA" dirty="0"/>
            </a:br>
            <a:r>
              <a:rPr lang="fr-CA" dirty="0"/>
              <a:t>=&gt; </a:t>
            </a:r>
            <a:r>
              <a:rPr lang="fr-CA" i="1" dirty="0"/>
              <a:t>Pas de préparation à faire pendant la livraison</a:t>
            </a:r>
          </a:p>
          <a:p>
            <a:r>
              <a:rPr lang="fr-CA" dirty="0"/>
              <a:t>Utilisateurs testeur prêt</a:t>
            </a:r>
            <a:br>
              <a:rPr lang="fr-CA" dirty="0"/>
            </a:br>
            <a:r>
              <a:rPr lang="fr-CA" dirty="0"/>
              <a:t>=&gt; </a:t>
            </a:r>
            <a:r>
              <a:rPr lang="fr-CA" i="1" dirty="0"/>
              <a:t>ils ont connaissance du mode de livraison et de leurs participations</a:t>
            </a:r>
          </a:p>
          <a:p>
            <a:r>
              <a:rPr lang="fr-CA" dirty="0"/>
              <a:t>Équipe de livraison prête</a:t>
            </a:r>
            <a:br>
              <a:rPr lang="fr-CA" dirty="0"/>
            </a:br>
            <a:r>
              <a:rPr lang="fr-CA" dirty="0"/>
              <a:t>=&gt; </a:t>
            </a:r>
            <a:r>
              <a:rPr lang="fr-CA" i="1" dirty="0"/>
              <a:t>Ils ont connaissance du mode de </a:t>
            </a:r>
            <a:r>
              <a:rPr lang="fr-CA" i="1" dirty="0" err="1"/>
              <a:t>livraion</a:t>
            </a:r>
            <a:r>
              <a:rPr lang="fr-CA" i="1" dirty="0"/>
              <a:t> et de leur </a:t>
            </a:r>
            <a:r>
              <a:rPr lang="fr-CA" i="1" dirty="0" err="1"/>
              <a:t>pariticpation</a:t>
            </a:r>
            <a:endParaRPr lang="fr-CA" i="1" dirty="0"/>
          </a:p>
        </p:txBody>
      </p:sp>
    </p:spTree>
    <p:extLst>
      <p:ext uri="{BB962C8B-B14F-4D97-AF65-F5344CB8AC3E}">
        <p14:creationId xmlns:p14="http://schemas.microsoft.com/office/powerpoint/2010/main" val="4149150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7D5FF8-B300-6466-7BED-FAF125B8E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Mode 2 - Comment l’exécuter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5C2CA1-3E02-629E-B6B9-F26D96CEF4D1}"/>
              </a:ext>
            </a:extLst>
          </p:cNvPr>
          <p:cNvSpPr>
            <a:spLocks noGrp="1"/>
          </p:cNvSpPr>
          <p:nvPr>
            <p:ph sz="half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fr-CA" sz="1200" dirty="0"/>
              <a:t>Proposer une architecture par </a:t>
            </a:r>
            <a:r>
              <a:rPr lang="fr-CA" sz="1200" dirty="0" err="1"/>
              <a:t>Feature</a:t>
            </a:r>
            <a:endParaRPr lang="fr-CA" sz="1200" dirty="0"/>
          </a:p>
          <a:p>
            <a:r>
              <a:rPr lang="fr-CA" sz="1200" dirty="0"/>
              <a:t>Identifier le processus</a:t>
            </a:r>
          </a:p>
          <a:p>
            <a:r>
              <a:rPr lang="fr-CA" sz="1200" dirty="0"/>
              <a:t>Identifier les éléments technologiques</a:t>
            </a:r>
          </a:p>
          <a:p>
            <a:r>
              <a:rPr lang="fr-CA" sz="1200" dirty="0"/>
              <a:t>Identifier les parties prenantes et leurs attentes</a:t>
            </a:r>
          </a:p>
          <a:p>
            <a:pPr lvl="1"/>
            <a:r>
              <a:rPr lang="fr-CA" sz="1200" dirty="0"/>
              <a:t>Fonctionnelles</a:t>
            </a:r>
          </a:p>
          <a:p>
            <a:pPr lvl="1"/>
            <a:r>
              <a:rPr lang="fr-CA" sz="1200" dirty="0"/>
              <a:t>non-fonctionnelles</a:t>
            </a:r>
          </a:p>
          <a:p>
            <a:endParaRPr lang="fr-CA" dirty="0"/>
          </a:p>
          <a:p>
            <a:endParaRPr lang="fr-CA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2AC88F4-63AE-F29D-1274-1144DE4EF18E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3043002" y="2038350"/>
            <a:ext cx="2953063" cy="2895600"/>
          </a:xfrm>
        </p:spPr>
        <p:txBody>
          <a:bodyPr/>
          <a:lstStyle/>
          <a:p>
            <a:pPr marL="0" indent="0">
              <a:buNone/>
            </a:pPr>
            <a:r>
              <a:rPr lang="fr-CA" sz="1200" dirty="0"/>
              <a:t>Concrétiser la solution en respectant les limites de la </a:t>
            </a:r>
            <a:r>
              <a:rPr lang="fr-CA" sz="1200" dirty="0" err="1"/>
              <a:t>Feature</a:t>
            </a:r>
            <a:endParaRPr lang="fr-CA" sz="1200" dirty="0"/>
          </a:p>
          <a:p>
            <a:r>
              <a:rPr lang="fr-CA" sz="1200" dirty="0"/>
              <a:t>Déterminer un model opérationnel « cible » (MOC) </a:t>
            </a:r>
          </a:p>
          <a:p>
            <a:r>
              <a:rPr lang="fr-CA" sz="1200" dirty="0"/>
              <a:t>Déterminer une chaine de traitement et ses composants TI</a:t>
            </a:r>
          </a:p>
          <a:p>
            <a:r>
              <a:rPr lang="fr-CA" sz="1200" dirty="0"/>
              <a:t>Créer des jeux de données « cible » pour chaque étape du MOC</a:t>
            </a:r>
          </a:p>
          <a:p>
            <a:r>
              <a:rPr lang="fr-CA" sz="1200" dirty="0"/>
              <a:t>Créer des maquettes des interfaces utilisateurs</a:t>
            </a:r>
          </a:p>
          <a:p>
            <a:r>
              <a:rPr lang="fr-CA" sz="1200" dirty="0"/>
              <a:t>Écrire les tests automatisés pour les composants, les intégrations et l’acceptation</a:t>
            </a:r>
            <a:endParaRPr lang="fr-CA" dirty="0"/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967DE471-EECF-05B8-FAE9-468E10227431}"/>
              </a:ext>
            </a:extLst>
          </p:cNvPr>
          <p:cNvSpPr>
            <a:spLocks noGrp="1"/>
          </p:cNvSpPr>
          <p:nvPr>
            <p:ph sz="half" idx="19"/>
          </p:nvPr>
        </p:nvSpPr>
        <p:spPr/>
        <p:txBody>
          <a:bodyPr/>
          <a:lstStyle/>
          <a:p>
            <a:pPr marL="0" indent="0">
              <a:buNone/>
            </a:pPr>
            <a:r>
              <a:rPr lang="fr-CA" sz="1200" dirty="0"/>
              <a:t>Réaliser les spécifications des analystes et concepteur en utilisant les tests pour ce mesurer</a:t>
            </a:r>
          </a:p>
          <a:p>
            <a:r>
              <a:rPr lang="fr-CA" sz="1200" dirty="0"/>
              <a:t>Identifier tous les composants à modifier</a:t>
            </a:r>
          </a:p>
          <a:p>
            <a:r>
              <a:rPr lang="fr-CA" sz="1200" dirty="0"/>
              <a:t>Développer les composants et configurer les systèmes</a:t>
            </a:r>
          </a:p>
          <a:p>
            <a:r>
              <a:rPr lang="fr-CA" sz="1200" dirty="0"/>
              <a:t>Exécuter les tests automatisés pour vérifier que tout répond</a:t>
            </a:r>
          </a:p>
          <a:p>
            <a:r>
              <a:rPr lang="fr-CA" sz="1200" dirty="0"/>
              <a:t>Faire la MEP</a:t>
            </a:r>
          </a:p>
        </p:txBody>
      </p:sp>
      <p:sp>
        <p:nvSpPr>
          <p:cNvPr id="6" name="Espace réservé du texte 5">
            <a:extLst>
              <a:ext uri="{FF2B5EF4-FFF2-40B4-BE49-F238E27FC236}">
                <a16:creationId xmlns:a16="http://schemas.microsoft.com/office/drawing/2014/main" id="{9280E1B6-088E-D792-6590-9D546384FD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fr-CA" dirty="0"/>
              <a:t>Architectes et PO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C87EAABE-8172-2D1B-879C-0D17781407E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fr-CA" dirty="0"/>
              <a:t>Analyste et Concepteur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EC2FD2B6-F765-9BF8-1C1C-86E3299783B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fr-CA" dirty="0"/>
              <a:t>Développeurs et configurateur des système</a:t>
            </a:r>
          </a:p>
        </p:txBody>
      </p:sp>
    </p:spTree>
    <p:extLst>
      <p:ext uri="{BB962C8B-B14F-4D97-AF65-F5344CB8AC3E}">
        <p14:creationId xmlns:p14="http://schemas.microsoft.com/office/powerpoint/2010/main" val="2407878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DA539F-8852-4893-94C3-9D0BBA9849A1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fr-CA"/>
              <a:t>Processus de livraison TI + QA</a:t>
            </a: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66FCBE37-70C5-4275-8D03-68B767FBCE78}"/>
              </a:ext>
            </a:extLst>
          </p:cNvPr>
          <p:cNvGraphicFramePr>
            <a:graphicFrameLocks noGrp="1"/>
          </p:cNvGraphicFramePr>
          <p:nvPr>
            <p:ph idx="1"/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593002953"/>
              </p:ext>
            </p:extLst>
          </p:nvPr>
        </p:nvGraphicFramePr>
        <p:xfrm>
          <a:off x="455613" y="1428750"/>
          <a:ext cx="8458200" cy="350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9DCAC5F0-4092-43D5-A1E4-E53FDB8CB49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72484" y="4580504"/>
            <a:ext cx="1746822" cy="21106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CA" sz="1200" dirty="0">
                <a:solidFill>
                  <a:srgbClr val="00B050"/>
                </a:solidFill>
              </a:rPr>
              <a:t>En vert les activité QA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BCF72989-930B-450E-94E0-DA518426AFE9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>
          <a:xfrm>
            <a:off x="2007702" y="2131574"/>
            <a:ext cx="0" cy="2060804"/>
          </a:xfrm>
          <a:prstGeom prst="line">
            <a:avLst/>
          </a:prstGeom>
          <a:noFill/>
          <a:ln w="57150">
            <a:solidFill>
              <a:srgbClr val="00B05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9B11DE51-077D-4D22-8031-D55E4D9A54C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201795" y="4192378"/>
            <a:ext cx="1611814" cy="272415"/>
          </a:xfrm>
          <a:prstGeom prst="round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CA" sz="1000" u="sng">
                <a:solidFill>
                  <a:srgbClr val="00B050"/>
                </a:solidFill>
              </a:rPr>
              <a:t>Prêt à planifier?</a:t>
            </a:r>
          </a:p>
        </p:txBody>
      </p: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CCD69805-F53C-4B18-9E86-43E7506CBC6E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3740546" y="2131574"/>
            <a:ext cx="0" cy="2060804"/>
          </a:xfrm>
          <a:prstGeom prst="line">
            <a:avLst/>
          </a:prstGeom>
          <a:noFill/>
          <a:ln w="57150">
            <a:solidFill>
              <a:srgbClr val="00B05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66CEBC9C-CEDC-4567-AA21-599DD43A0086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934639" y="4192378"/>
            <a:ext cx="1611814" cy="272415"/>
          </a:xfrm>
          <a:prstGeom prst="round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CA" sz="1000" u="sng">
                <a:solidFill>
                  <a:srgbClr val="00B050"/>
                </a:solidFill>
              </a:rPr>
              <a:t>Prêt à réaliser?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F07D96F9-6068-4FA7-A6A6-9D9B59FD494D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>
          <a:xfrm>
            <a:off x="7241868" y="2131574"/>
            <a:ext cx="0" cy="2060804"/>
          </a:xfrm>
          <a:prstGeom prst="line">
            <a:avLst/>
          </a:prstGeom>
          <a:noFill/>
          <a:ln w="57150">
            <a:solidFill>
              <a:srgbClr val="00B05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0AC1BE28-8E5F-4A61-850F-62567360D9B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435961" y="4192378"/>
            <a:ext cx="1611814" cy="272415"/>
          </a:xfrm>
          <a:prstGeom prst="round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CA" sz="1000" u="sng">
                <a:solidFill>
                  <a:srgbClr val="00B050"/>
                </a:solidFill>
              </a:rPr>
              <a:t>Prêt pour la PROD?</a:t>
            </a:r>
          </a:p>
        </p:txBody>
      </p: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A86FAFE1-0270-C7A2-B9D8-6F82E6958684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>
          <a:xfrm>
            <a:off x="5509023" y="2131574"/>
            <a:ext cx="0" cy="2060804"/>
          </a:xfrm>
          <a:prstGeom prst="line">
            <a:avLst/>
          </a:prstGeom>
          <a:noFill/>
          <a:ln w="57150">
            <a:solidFill>
              <a:srgbClr val="00B05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BFFCF511-30DB-E5E2-FBA4-2E78CE3E82E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703116" y="4192378"/>
            <a:ext cx="1611814" cy="272415"/>
          </a:xfrm>
          <a:prstGeom prst="round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CA" sz="1000" u="sng">
                <a:solidFill>
                  <a:srgbClr val="00B050"/>
                </a:solidFill>
              </a:rPr>
              <a:t>Prêt à tester?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239A26-2FA4-7544-C51E-084EC9BFC31C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55613" y="4907280"/>
            <a:ext cx="5053410" cy="1188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050"/>
              <a:t>Environnements de développements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E8ECBC-7AC9-668D-4D49-27A126EA763A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5509023" y="4907280"/>
            <a:ext cx="1732845" cy="1188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050"/>
              <a:t>Environnements d’essais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9F0EDF-9147-A204-0696-2A88BE5DE52D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7241868" y="4907280"/>
            <a:ext cx="1732845" cy="1188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1050"/>
              <a:t>Environnements de prod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39E31C-1F67-0381-5F28-CCE768B3244E}"/>
              </a:ext>
            </a:extLst>
          </p:cNvPr>
          <p:cNvSpPr/>
          <p:nvPr/>
        </p:nvSpPr>
        <p:spPr>
          <a:xfrm>
            <a:off x="3809129" y="1332411"/>
            <a:ext cx="3391106" cy="2497619"/>
          </a:xfrm>
          <a:prstGeom prst="rect">
            <a:avLst/>
          </a:prstGeom>
          <a:noFill/>
          <a:ln w="28575">
            <a:solidFill>
              <a:srgbClr val="00198D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fr-CA">
                <a:solidFill>
                  <a:srgbClr val="002060"/>
                </a:solidFill>
              </a:rPr>
              <a:t>Écrire les tests</a:t>
            </a:r>
          </a:p>
        </p:txBody>
      </p:sp>
    </p:spTree>
    <p:extLst>
      <p:ext uri="{BB962C8B-B14F-4D97-AF65-F5344CB8AC3E}">
        <p14:creationId xmlns:p14="http://schemas.microsoft.com/office/powerpoint/2010/main" val="2330995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7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4"/>
</p:tagLst>
</file>

<file path=ppt/theme/theme1.xml><?xml version="1.0" encoding="utf-8"?>
<a:theme xmlns:a="http://schemas.openxmlformats.org/drawingml/2006/main" name="Conception personnalisée">
  <a:themeElements>
    <a:clrScheme name="iA">
      <a:dk1>
        <a:srgbClr val="003DA5"/>
      </a:dk1>
      <a:lt1>
        <a:srgbClr val="FFFFFF"/>
      </a:lt1>
      <a:dk2>
        <a:srgbClr val="7C878E"/>
      </a:dk2>
      <a:lt2>
        <a:srgbClr val="FFFFFF"/>
      </a:lt2>
      <a:accent1>
        <a:srgbClr val="B6B8DC"/>
      </a:accent1>
      <a:accent2>
        <a:srgbClr val="99D6EA"/>
      </a:accent2>
      <a:accent3>
        <a:srgbClr val="EBE49A"/>
      </a:accent3>
      <a:accent4>
        <a:srgbClr val="B9DCD2"/>
      </a:accent4>
      <a:accent5>
        <a:srgbClr val="FF585D"/>
      </a:accent5>
      <a:accent6>
        <a:srgbClr val="DBDE70"/>
      </a:accent6>
      <a:hlink>
        <a:srgbClr val="003DA5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11f6add-43de-46b1-b9e4-48bf74bb8fa8" xsi:nil="true"/>
    <lcf76f155ced4ddcb4097134ff3c332f xmlns="ed106c1e-c1d6-4ff2-91fd-e5ba1764ee54">
      <Terms xmlns="http://schemas.microsoft.com/office/infopath/2007/PartnerControls"/>
    </lcf76f155ced4ddcb4097134ff3c332f>
    <SharedWithUsers xmlns="011f6add-43de-46b1-b9e4-48bf74bb8fa8">
      <UserInfo>
        <DisplayName>Nguemeta Fomekong, Emmanuel</DisplayName>
        <AccountId>353</AccountId>
        <AccountType/>
      </UserInfo>
    </SharedWithUsers>
    <Objectif xmlns="ed106c1e-c1d6-4ff2-91fd-e5ba1764ee5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3C1A93673AE84388E326B5D4CC551E" ma:contentTypeVersion="15" ma:contentTypeDescription="Crée un document." ma:contentTypeScope="" ma:versionID="c3362c8ff2e42b98ea57744e4512cbd4">
  <xsd:schema xmlns:xsd="http://www.w3.org/2001/XMLSchema" xmlns:xs="http://www.w3.org/2001/XMLSchema" xmlns:p="http://schemas.microsoft.com/office/2006/metadata/properties" xmlns:ns2="ed106c1e-c1d6-4ff2-91fd-e5ba1764ee54" xmlns:ns3="011f6add-43de-46b1-b9e4-48bf74bb8fa8" targetNamespace="http://schemas.microsoft.com/office/2006/metadata/properties" ma:root="true" ma:fieldsID="c9c1779227cfcb9927fba7d0df283b6e" ns2:_="" ns3:_="">
    <xsd:import namespace="ed106c1e-c1d6-4ff2-91fd-e5ba1764ee54"/>
    <xsd:import namespace="011f6add-43de-46b1-b9e4-48bf74bb8f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Objecti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106c1e-c1d6-4ff2-91fd-e5ba1764ee5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5" nillable="true" ma:taxonomy="true" ma:internalName="lcf76f155ced4ddcb4097134ff3c332f" ma:taxonomyFieldName="MediaServiceImageTags" ma:displayName="Balises d’images" ma:readOnly="false" ma:fieldId="{5cf76f15-5ced-4ddc-b409-7134ff3c332f}" ma:taxonomyMulti="true" ma:sspId="49c3984d-6c88-459e-875d-1e42fc5375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Objectif" ma:index="22" nillable="true" ma:displayName="Objectif" ma:format="Dropdown" ma:internalName="Objectif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1f6add-43de-46b1-b9e4-48bf74bb8fa8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82549b3d-bf4a-4efc-88a1-fd73d023a290}" ma:internalName="TaxCatchAll" ma:showField="CatchAllData" ma:web="011f6add-43de-46b1-b9e4-48bf74bb8fa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C8781F1-95F6-4CE8-AA96-B7177165E238}">
  <ds:schemaRefs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schemas.microsoft.com/office/2006/documentManagement/types"/>
    <ds:schemaRef ds:uri="011f6add-43de-46b1-b9e4-48bf74bb8fa8"/>
    <ds:schemaRef ds:uri="ed106c1e-c1d6-4ff2-91fd-e5ba1764ee54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27A8B3E4-3492-4CA1-AA62-0011607CEF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106c1e-c1d6-4ff2-91fd-e5ba1764ee54"/>
    <ds:schemaRef ds:uri="011f6add-43de-46b1-b9e4-48bf74bb8f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A10D8C6-718B-4A5F-AF73-775BB072DA3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7903</TotalTime>
  <Words>895</Words>
  <Application>Microsoft Office PowerPoint</Application>
  <PresentationFormat>Affichage à l'écran (16:9)</PresentationFormat>
  <Paragraphs>156</Paragraphs>
  <Slides>11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8" baseType="lpstr">
      <vt:lpstr>Arial</vt:lpstr>
      <vt:lpstr>ArialMT</vt:lpstr>
      <vt:lpstr>Calibri</vt:lpstr>
      <vt:lpstr>Calibri Light</vt:lpstr>
      <vt:lpstr>Courier New</vt:lpstr>
      <vt:lpstr>Wingdings</vt:lpstr>
      <vt:lpstr>Conception personnalisée</vt:lpstr>
      <vt:lpstr>Gouvernance QA Direction FSA</vt:lpstr>
      <vt:lpstr>Le QA c’est quoi.</vt:lpstr>
      <vt:lpstr>Le QA s’appuie sur ces éléments</vt:lpstr>
      <vt:lpstr>Les QA travaillent avec vous </vt:lpstr>
      <vt:lpstr>Présentation PowerPoint</vt:lpstr>
      <vt:lpstr>Mode de livraison No 1</vt:lpstr>
      <vt:lpstr>Mode No 1  - Avant de se lancer</vt:lpstr>
      <vt:lpstr>Mode de livraison No 2</vt:lpstr>
      <vt:lpstr>Mode No 2  - Avant de se lancer</vt:lpstr>
      <vt:lpstr>Mode 2 - Comment l’exécuter</vt:lpstr>
      <vt:lpstr>Processus de livraison TI + QA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Harrison, Steve</dc:creator>
  <cp:lastModifiedBy>Cosials, Benoit</cp:lastModifiedBy>
  <cp:revision>135</cp:revision>
  <cp:lastPrinted>2018-10-04T16:54:43Z</cp:lastPrinted>
  <dcterms:created xsi:type="dcterms:W3CDTF">2006-08-16T00:00:00Z</dcterms:created>
  <dcterms:modified xsi:type="dcterms:W3CDTF">2025-06-17T17:06:30Z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0x0101009E3C1A93673AE84388E326B5D4CC551E</vt:lpwstr>
  </property>
  <property fmtid="{D5CDD505-2E9C-101B-9397-08002B2CF9AE}" pid="3" name="MediaServiceImageTags">
    <vt:lpwstr/>
  </property>
</Properties>
</file>